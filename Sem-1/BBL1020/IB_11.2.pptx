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3" r:id="rId16"/>
    <p:sldId id="274" r:id="rId17"/>
  </p:sldIdLst>
  <p:sldSz cx="12192000" cy="6858000"/>
  <p:notesSz cx="6858000" cy="9144000"/>
  <p:embeddedFontLst>
    <p:embeddedFont>
      <p:font typeface="Century Gothic" panose="020B0502020202020204" pitchFamily="34" charset="0"/>
      <p:regular r:id="rId19"/>
      <p:bold r:id="rId20"/>
      <p:italic r:id="rId21"/>
      <p:boldItalic r:id="rId22"/>
    </p:embeddedFont>
    <p:embeddedFont>
      <p:font typeface="Jim Nightshade" panose="020B0604020202020204" charset="0"/>
      <p:regular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0" roundtripDataSignature="AMtx7mgjtsHdrQDYEqyMtBxIX3K3ghzAY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82" d="100"/>
          <a:sy n="82" d="100"/>
        </p:scale>
        <p:origin x="864" y="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30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0" name="Google Shape;12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26cf14e2d54_3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26cf14e2d54_3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5"/>
          <p:cNvSpPr txBox="1"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Century Gothic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5"/>
          <p:cNvSpPr txBox="1"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2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5"/>
          <p:cNvSpPr txBox="1">
            <a:spLocks noGrp="1"/>
          </p:cNvSpPr>
          <p:nvPr>
            <p:ph type="dt" idx="10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5"/>
          <p:cNvSpPr txBox="1">
            <a:spLocks noGrp="1"/>
          </p:cNvSpPr>
          <p:nvPr>
            <p:ph type="ftr" idx="11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5"/>
          <p:cNvSpPr txBox="1">
            <a:spLocks noGrp="1"/>
          </p:cNvSpPr>
          <p:nvPr>
            <p:ph type="sldNum" idx="12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6"/>
          <p:cNvSpPr txBox="1">
            <a:spLocks noGrp="1"/>
          </p:cNvSpPr>
          <p:nvPr>
            <p:ph type="dt" idx="10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6"/>
          <p:cNvSpPr txBox="1">
            <a:spLocks noGrp="1"/>
          </p:cNvSpPr>
          <p:nvPr>
            <p:ph type="ftr" idx="11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6"/>
          <p:cNvSpPr txBox="1">
            <a:spLocks noGrp="1"/>
          </p:cNvSpPr>
          <p:nvPr>
            <p:ph type="sldNum" idx="12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8"/>
          <p:cNvSpPr txBox="1"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entury Gothic"/>
              <a:buNone/>
              <a:defRPr sz="4000" b="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8"/>
          <p:cNvSpPr txBox="1"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400"/>
              <a:buNone/>
              <a:defRPr sz="1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4" name="Google Shape;24;p8"/>
          <p:cNvSpPr txBox="1">
            <a:spLocks noGrp="1"/>
          </p:cNvSpPr>
          <p:nvPr>
            <p:ph type="dt" idx="10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8"/>
          <p:cNvSpPr txBox="1">
            <a:spLocks noGrp="1"/>
          </p:cNvSpPr>
          <p:nvPr>
            <p:ph type="ftr" idx="11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8"/>
          <p:cNvSpPr txBox="1">
            <a:spLocks noGrp="1"/>
          </p:cNvSpPr>
          <p:nvPr>
            <p:ph type="sldNum" idx="12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9"/>
          <p:cNvSpPr txBox="1"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9"/>
          <p:cNvSpPr txBox="1">
            <a:spLocks noGrp="1"/>
          </p:cNvSpPr>
          <p:nvPr>
            <p:ph type="body" idx="1"/>
          </p:nvPr>
        </p:nvSpPr>
        <p:spPr>
          <a:xfrm>
            <a:off x="1141412" y="2666999"/>
            <a:ext cx="4876800" cy="3124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1pPr>
            <a:lvl2pPr marL="914400" lvl="1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Char char="•"/>
              <a:defRPr sz="1600"/>
            </a:lvl2pPr>
            <a:lvl3pPr marL="1371600" lvl="2" indent="-3175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Char char="•"/>
              <a:defRPr sz="1400"/>
            </a:lvl3pPr>
            <a:lvl4pPr marL="1828800" lvl="3" indent="-30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Char char="•"/>
              <a:defRPr sz="1200"/>
            </a:lvl4pPr>
            <a:lvl5pPr marL="2286000" lvl="4" indent="-30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Char char="•"/>
              <a:defRPr sz="1200"/>
            </a:lvl5pPr>
            <a:lvl6pPr marL="2743200" lvl="5" indent="-30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Char char="•"/>
              <a:defRPr sz="1200"/>
            </a:lvl6pPr>
            <a:lvl7pPr marL="3200400" lvl="6" indent="-30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Char char="•"/>
              <a:defRPr sz="1200"/>
            </a:lvl7pPr>
            <a:lvl8pPr marL="3657600" lvl="7" indent="-30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Char char="•"/>
              <a:defRPr sz="1200"/>
            </a:lvl8pPr>
            <a:lvl9pPr marL="4114800" lvl="8" indent="-30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200"/>
              <a:buChar char="•"/>
              <a:defRPr sz="1200"/>
            </a:lvl9pPr>
          </a:lstStyle>
          <a:p>
            <a:endParaRPr/>
          </a:p>
        </p:txBody>
      </p:sp>
      <p:sp>
        <p:nvSpPr>
          <p:cNvPr id="30" name="Google Shape;30;p9"/>
          <p:cNvSpPr txBox="1">
            <a:spLocks noGrp="1"/>
          </p:cNvSpPr>
          <p:nvPr>
            <p:ph type="body" idx="2"/>
          </p:nvPr>
        </p:nvSpPr>
        <p:spPr>
          <a:xfrm>
            <a:off x="6170612" y="2667000"/>
            <a:ext cx="4876800" cy="312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1pPr>
            <a:lvl2pPr marL="914400" lvl="1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Char char="•"/>
              <a:defRPr sz="1600"/>
            </a:lvl2pPr>
            <a:lvl3pPr marL="1371600" lvl="2" indent="-3175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Char char="•"/>
              <a:defRPr sz="1400"/>
            </a:lvl3pPr>
            <a:lvl4pPr marL="1828800" lvl="3" indent="-30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Char char="•"/>
              <a:defRPr sz="1200"/>
            </a:lvl4pPr>
            <a:lvl5pPr marL="2286000" lvl="4" indent="-30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Char char="•"/>
              <a:defRPr sz="1200"/>
            </a:lvl5pPr>
            <a:lvl6pPr marL="2743200" lvl="5" indent="-30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Char char="•"/>
              <a:defRPr sz="1200"/>
            </a:lvl6pPr>
            <a:lvl7pPr marL="3200400" lvl="6" indent="-30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Char char="•"/>
              <a:defRPr sz="1200"/>
            </a:lvl7pPr>
            <a:lvl8pPr marL="3657600" lvl="7" indent="-30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Char char="•"/>
              <a:defRPr sz="1200"/>
            </a:lvl8pPr>
            <a:lvl9pPr marL="4114800" lvl="8" indent="-30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200"/>
              <a:buChar char="•"/>
              <a:defRPr sz="1200"/>
            </a:lvl9pPr>
          </a:lstStyle>
          <a:p>
            <a:endParaRPr/>
          </a:p>
        </p:txBody>
      </p:sp>
      <p:sp>
        <p:nvSpPr>
          <p:cNvPr id="31" name="Google Shape;31;p9"/>
          <p:cNvSpPr txBox="1">
            <a:spLocks noGrp="1"/>
          </p:cNvSpPr>
          <p:nvPr>
            <p:ph type="dt" idx="10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9"/>
          <p:cNvSpPr txBox="1">
            <a:spLocks noGrp="1"/>
          </p:cNvSpPr>
          <p:nvPr>
            <p:ph type="ftr" idx="11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9"/>
          <p:cNvSpPr txBox="1">
            <a:spLocks noGrp="1"/>
          </p:cNvSpPr>
          <p:nvPr>
            <p:ph type="sldNum" idx="12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0"/>
          <p:cNvSpPr txBox="1"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entury Gothic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0"/>
          <p:cNvSpPr txBox="1"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  <a:defRPr sz="2800" b="0"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7" name="Google Shape;37;p10"/>
          <p:cNvSpPr txBox="1">
            <a:spLocks noGrp="1"/>
          </p:cNvSpPr>
          <p:nvPr>
            <p:ph type="body" idx="2"/>
          </p:nvPr>
        </p:nvSpPr>
        <p:spPr>
          <a:xfrm>
            <a:off x="1141412" y="3243262"/>
            <a:ext cx="4876800" cy="2547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1pPr>
            <a:lvl2pPr marL="914400" lvl="1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Char char="•"/>
              <a:defRPr sz="1600"/>
            </a:lvl2pPr>
            <a:lvl3pPr marL="1371600" lvl="2" indent="-3175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Char char="•"/>
              <a:defRPr sz="1400"/>
            </a:lvl3pPr>
            <a:lvl4pPr marL="1828800" lvl="3" indent="-30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Char char="•"/>
              <a:defRPr sz="1200"/>
            </a:lvl4pPr>
            <a:lvl5pPr marL="2286000" lvl="4" indent="-30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Char char="•"/>
              <a:defRPr sz="1200"/>
            </a:lvl5pPr>
            <a:lvl6pPr marL="2743200" lvl="5" indent="-30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Char char="•"/>
              <a:defRPr sz="1200"/>
            </a:lvl6pPr>
            <a:lvl7pPr marL="3200400" lvl="6" indent="-30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Char char="•"/>
              <a:defRPr sz="1200"/>
            </a:lvl7pPr>
            <a:lvl8pPr marL="3657600" lvl="7" indent="-30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Char char="•"/>
              <a:defRPr sz="1200"/>
            </a:lvl8pPr>
            <a:lvl9pPr marL="4114800" lvl="8" indent="-30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200"/>
              <a:buChar char="•"/>
              <a:defRPr sz="1200"/>
            </a:lvl9pPr>
          </a:lstStyle>
          <a:p>
            <a:endParaRPr/>
          </a:p>
        </p:txBody>
      </p:sp>
      <p:sp>
        <p:nvSpPr>
          <p:cNvPr id="38" name="Google Shape;38;p10"/>
          <p:cNvSpPr txBox="1">
            <a:spLocks noGrp="1"/>
          </p:cNvSpPr>
          <p:nvPr>
            <p:ph type="body" idx="3"/>
          </p:nvPr>
        </p:nvSpPr>
        <p:spPr>
          <a:xfrm>
            <a:off x="6443133" y="2667000"/>
            <a:ext cx="4604280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  <a:defRPr sz="2800" b="0"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10"/>
          <p:cNvSpPr txBox="1">
            <a:spLocks noGrp="1"/>
          </p:cNvSpPr>
          <p:nvPr>
            <p:ph type="body" idx="4"/>
          </p:nvPr>
        </p:nvSpPr>
        <p:spPr>
          <a:xfrm>
            <a:off x="6170612" y="3243262"/>
            <a:ext cx="4876801" cy="2547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1pPr>
            <a:lvl2pPr marL="914400" lvl="1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Char char="•"/>
              <a:defRPr sz="1600"/>
            </a:lvl2pPr>
            <a:lvl3pPr marL="1371600" lvl="2" indent="-3175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Char char="•"/>
              <a:defRPr sz="1400"/>
            </a:lvl3pPr>
            <a:lvl4pPr marL="1828800" lvl="3" indent="-30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Char char="•"/>
              <a:defRPr sz="1200"/>
            </a:lvl4pPr>
            <a:lvl5pPr marL="2286000" lvl="4" indent="-30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Char char="•"/>
              <a:defRPr sz="1200"/>
            </a:lvl5pPr>
            <a:lvl6pPr marL="2743200" lvl="5" indent="-30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Char char="•"/>
              <a:defRPr sz="1200"/>
            </a:lvl6pPr>
            <a:lvl7pPr marL="3200400" lvl="6" indent="-30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Char char="•"/>
              <a:defRPr sz="1200"/>
            </a:lvl7pPr>
            <a:lvl8pPr marL="3657600" lvl="7" indent="-30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Char char="•"/>
              <a:defRPr sz="1200"/>
            </a:lvl8pPr>
            <a:lvl9pPr marL="4114800" lvl="8" indent="-30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200"/>
              <a:buChar char="•"/>
              <a:defRPr sz="1200"/>
            </a:lvl9pPr>
          </a:lstStyle>
          <a:p>
            <a:endParaRPr/>
          </a:p>
        </p:txBody>
      </p:sp>
      <p:sp>
        <p:nvSpPr>
          <p:cNvPr id="40" name="Google Shape;40;p10"/>
          <p:cNvSpPr txBox="1">
            <a:spLocks noGrp="1"/>
          </p:cNvSpPr>
          <p:nvPr>
            <p:ph type="dt" idx="10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10"/>
          <p:cNvSpPr txBox="1">
            <a:spLocks noGrp="1"/>
          </p:cNvSpPr>
          <p:nvPr>
            <p:ph type="ftr" idx="11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0"/>
          <p:cNvSpPr txBox="1">
            <a:spLocks noGrp="1"/>
          </p:cNvSpPr>
          <p:nvPr>
            <p:ph type="sldNum" idx="12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1"/>
          <p:cNvSpPr txBox="1"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dt" idx="10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1"/>
          <p:cNvSpPr txBox="1">
            <a:spLocks noGrp="1"/>
          </p:cNvSpPr>
          <p:nvPr>
            <p:ph type="ftr" idx="11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entury Gothic"/>
              <a:buNone/>
              <a:defRPr sz="2400"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body" idx="1"/>
          </p:nvPr>
        </p:nvSpPr>
        <p:spPr>
          <a:xfrm>
            <a:off x="5103812" y="609601"/>
            <a:ext cx="5943601" cy="51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 sz="1800"/>
            </a:lvl2pPr>
            <a:lvl3pPr marL="1371600" lvl="2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Char char="•"/>
              <a:defRPr sz="1600"/>
            </a:lvl3pPr>
            <a:lvl4pPr marL="1828800" lvl="3" indent="-3175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Char char="•"/>
              <a:defRPr sz="1400"/>
            </a:lvl4pPr>
            <a:lvl5pPr marL="2286000" lvl="4" indent="-3175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Char char="•"/>
              <a:defRPr sz="1400"/>
            </a:lvl5pPr>
            <a:lvl6pPr marL="2743200" lvl="5" indent="-3175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Char char="•"/>
              <a:defRPr sz="1400"/>
            </a:lvl6pPr>
            <a:lvl7pPr marL="3200400" lvl="6" indent="-3175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Char char="•"/>
              <a:defRPr sz="1400"/>
            </a:lvl7pPr>
            <a:lvl8pPr marL="3657600" lvl="7" indent="-3175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Char char="•"/>
              <a:defRPr sz="1400"/>
            </a:lvl8pPr>
            <a:lvl9pPr marL="4114800" lvl="8" indent="-3175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400"/>
              <a:buChar char="•"/>
              <a:defRPr sz="1400"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body" idx="2"/>
          </p:nvPr>
        </p:nvSpPr>
        <p:spPr>
          <a:xfrm>
            <a:off x="1141411" y="2971800"/>
            <a:ext cx="3549121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dt" idx="10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ftr" idx="11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12"/>
          <p:cNvSpPr txBox="1">
            <a:spLocks noGrp="1"/>
          </p:cNvSpPr>
          <p:nvPr>
            <p:ph type="sldNum" idx="12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>
            <a:spLocks noGrp="1"/>
          </p:cNvSpPr>
          <p:nvPr>
            <p:ph type="pic" idx="2"/>
          </p:nvPr>
        </p:nvSpPr>
        <p:spPr>
          <a:xfrm>
            <a:off x="7433733" y="-18288"/>
            <a:ext cx="3276599" cy="6903720"/>
          </a:xfrm>
          <a:prstGeom prst="rect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8" name="Google Shape;58;p13"/>
          <p:cNvSpPr txBox="1">
            <a:spLocks noGrp="1"/>
          </p:cNvSpPr>
          <p:nvPr>
            <p:ph type="body" idx="1"/>
          </p:nvPr>
        </p:nvSpPr>
        <p:spPr>
          <a:xfrm>
            <a:off x="1141411" y="2971800"/>
            <a:ext cx="5334001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sz="1800"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dt" idx="10"/>
          </p:nvPr>
        </p:nvSpPr>
        <p:spPr>
          <a:xfrm>
            <a:off x="6399212" y="5883275"/>
            <a:ext cx="914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ftr" idx="11"/>
          </p:nvPr>
        </p:nvSpPr>
        <p:spPr>
          <a:xfrm>
            <a:off x="1141412" y="5883275"/>
            <a:ext cx="5105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sldNum" idx="12"/>
          </p:nvPr>
        </p:nvSpPr>
        <p:spPr>
          <a:xfrm>
            <a:off x="10742612" y="5883275"/>
            <a:ext cx="3225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anoramic Picture with Caption">
  <p:cSld name="Panoramic Picture with Caption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entury Gothic"/>
              <a:buNone/>
              <a:defRPr sz="2400"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4"/>
          <p:cNvSpPr>
            <a:spLocks noGrp="1"/>
          </p:cNvSpPr>
          <p:nvPr>
            <p:ph type="pic" idx="2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5" name="Google Shape;65;p14"/>
          <p:cNvSpPr txBox="1">
            <a:spLocks noGrp="1"/>
          </p:cNvSpPr>
          <p:nvPr>
            <p:ph type="body" idx="1"/>
          </p:nvPr>
        </p:nvSpPr>
        <p:spPr>
          <a:xfrm>
            <a:off x="1141413" y="5299603"/>
            <a:ext cx="9906000" cy="493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6" name="Google Shape;66;p14"/>
          <p:cNvSpPr txBox="1">
            <a:spLocks noGrp="1"/>
          </p:cNvSpPr>
          <p:nvPr>
            <p:ph type="dt" idx="10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ftr" idx="11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sldNum" idx="12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aption">
  <p:cSld name="Title and Caption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entury Gothic"/>
              <a:buNone/>
              <a:defRPr sz="3200" b="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5"/>
          <p:cNvSpPr txBox="1"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400"/>
              <a:buNone/>
              <a:defRPr sz="1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2" name="Google Shape;72;p15"/>
          <p:cNvSpPr txBox="1">
            <a:spLocks noGrp="1"/>
          </p:cNvSpPr>
          <p:nvPr>
            <p:ph type="dt" idx="10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5"/>
          <p:cNvSpPr txBox="1">
            <a:spLocks noGrp="1"/>
          </p:cNvSpPr>
          <p:nvPr>
            <p:ph type="ftr" idx="11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5"/>
          <p:cNvSpPr txBox="1">
            <a:spLocks noGrp="1"/>
          </p:cNvSpPr>
          <p:nvPr>
            <p:ph type="sldNum" idx="12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with Caption">
  <p:cSld name="Quote with Caption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0"/>
              <a:buFont typeface="Century Gothic"/>
              <a:buNone/>
            </a:pPr>
            <a:r>
              <a:rPr lang="en-US" sz="8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“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16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0"/>
              <a:buFont typeface="Century Gothic"/>
              <a:buNone/>
            </a:pPr>
            <a:r>
              <a:rPr lang="en-US" sz="8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”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16"/>
          <p:cNvSpPr txBox="1"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entury Gothic"/>
              <a:buNone/>
              <a:defRPr sz="3200" b="0" cap="none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6"/>
          <p:cNvSpPr txBox="1">
            <a:spLocks noGrp="1"/>
          </p:cNvSpPr>
          <p:nvPr>
            <p:ph type="body" idx="1"/>
          </p:nvPr>
        </p:nvSpPr>
        <p:spPr>
          <a:xfrm>
            <a:off x="1674812" y="3352800"/>
            <a:ext cx="8839202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Century Gothic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Century Gothic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Font typeface="Century Gothic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Font typeface="Century Gothic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Font typeface="Century Gothic"/>
              <a:buNone/>
              <a:defRPr/>
            </a:lvl5pPr>
            <a:lvl6pPr marL="2743200" lvl="5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16"/>
          <p:cNvSpPr txBox="1">
            <a:spLocks noGrp="1"/>
          </p:cNvSpPr>
          <p:nvPr>
            <p:ph type="body" idx="2"/>
          </p:nvPr>
        </p:nvSpPr>
        <p:spPr>
          <a:xfrm>
            <a:off x="1141411" y="4343400"/>
            <a:ext cx="9906000" cy="14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6"/>
          <p:cNvSpPr txBox="1">
            <a:spLocks noGrp="1"/>
          </p:cNvSpPr>
          <p:nvPr>
            <p:ph type="dt" idx="10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6"/>
          <p:cNvSpPr txBox="1">
            <a:spLocks noGrp="1"/>
          </p:cNvSpPr>
          <p:nvPr>
            <p:ph type="ftr" idx="11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sldNum" idx="12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ame Card">
  <p:cSld name="Name Card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entury Gothic"/>
              <a:buNone/>
              <a:defRPr sz="3200" b="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7"/>
          <p:cNvSpPr txBox="1"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7" name="Google Shape;87;p17"/>
          <p:cNvSpPr txBox="1">
            <a:spLocks noGrp="1"/>
          </p:cNvSpPr>
          <p:nvPr>
            <p:ph type="dt" idx="10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7"/>
          <p:cNvSpPr txBox="1">
            <a:spLocks noGrp="1"/>
          </p:cNvSpPr>
          <p:nvPr>
            <p:ph type="ftr" idx="11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7"/>
          <p:cNvSpPr txBox="1">
            <a:spLocks noGrp="1"/>
          </p:cNvSpPr>
          <p:nvPr>
            <p:ph type="sldNum" idx="12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Name Card">
  <p:cSld name="Quote Name Card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8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0"/>
              <a:buFont typeface="Century Gothic"/>
              <a:buNone/>
            </a:pPr>
            <a:r>
              <a:rPr lang="en-US" sz="8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“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8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0"/>
              <a:buFont typeface="Century Gothic"/>
              <a:buNone/>
            </a:pPr>
            <a:r>
              <a:rPr lang="en-US" sz="8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”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8"/>
          <p:cNvSpPr txBox="1"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entury Gothic"/>
              <a:buNone/>
              <a:defRPr sz="3200" b="0" cap="none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8"/>
          <p:cNvSpPr txBox="1">
            <a:spLocks noGrp="1"/>
          </p:cNvSpPr>
          <p:nvPr>
            <p:ph type="body" idx="1"/>
          </p:nvPr>
        </p:nvSpPr>
        <p:spPr>
          <a:xfrm>
            <a:off x="1141412" y="3886200"/>
            <a:ext cx="9906000" cy="88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  <a:defRPr sz="2400" b="0" cap="none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5" name="Google Shape;95;p18"/>
          <p:cNvSpPr txBox="1">
            <a:spLocks noGrp="1"/>
          </p:cNvSpPr>
          <p:nvPr>
            <p:ph type="body" idx="2"/>
          </p:nvPr>
        </p:nvSpPr>
        <p:spPr>
          <a:xfrm>
            <a:off x="1141411" y="4775200"/>
            <a:ext cx="9906000" cy="10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400"/>
              <a:buNone/>
              <a:defRPr sz="1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96" name="Google Shape;96;p18"/>
          <p:cNvSpPr txBox="1">
            <a:spLocks noGrp="1"/>
          </p:cNvSpPr>
          <p:nvPr>
            <p:ph type="dt" idx="10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18"/>
          <p:cNvSpPr txBox="1">
            <a:spLocks noGrp="1"/>
          </p:cNvSpPr>
          <p:nvPr>
            <p:ph type="ftr" idx="11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18"/>
          <p:cNvSpPr txBox="1">
            <a:spLocks noGrp="1"/>
          </p:cNvSpPr>
          <p:nvPr>
            <p:ph type="sldNum" idx="12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rue or False">
  <p:cSld name="True or False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9"/>
          <p:cNvSpPr txBox="1"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entury Gothic"/>
              <a:buNone/>
              <a:defRPr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19"/>
          <p:cNvSpPr txBox="1">
            <a:spLocks noGrp="1"/>
          </p:cNvSpPr>
          <p:nvPr>
            <p:ph type="body" idx="1"/>
          </p:nvPr>
        </p:nvSpPr>
        <p:spPr>
          <a:xfrm>
            <a:off x="1141412" y="3505200"/>
            <a:ext cx="99060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  <a:defRPr sz="2800" b="0" cap="none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2" name="Google Shape;102;p19"/>
          <p:cNvSpPr txBox="1">
            <a:spLocks noGrp="1"/>
          </p:cNvSpPr>
          <p:nvPr>
            <p:ph type="body" idx="2"/>
          </p:nvPr>
        </p:nvSpPr>
        <p:spPr>
          <a:xfrm>
            <a:off x="1141411" y="4343400"/>
            <a:ext cx="9906000" cy="14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400"/>
              <a:buNone/>
              <a:defRPr sz="1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03" name="Google Shape;103;p19"/>
          <p:cNvSpPr txBox="1">
            <a:spLocks noGrp="1"/>
          </p:cNvSpPr>
          <p:nvPr>
            <p:ph type="dt" idx="10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19"/>
          <p:cNvSpPr txBox="1">
            <a:spLocks noGrp="1"/>
          </p:cNvSpPr>
          <p:nvPr>
            <p:ph type="ftr" idx="11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19"/>
          <p:cNvSpPr txBox="1">
            <a:spLocks noGrp="1"/>
          </p:cNvSpPr>
          <p:nvPr>
            <p:ph type="sldNum" idx="12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0"/>
          <p:cNvSpPr txBox="1"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20"/>
          <p:cNvSpPr txBox="1">
            <a:spLocks noGrp="1"/>
          </p:cNvSpPr>
          <p:nvPr>
            <p:ph type="body" idx="1"/>
          </p:nvPr>
        </p:nvSpPr>
        <p:spPr>
          <a:xfrm rot="5400000">
            <a:off x="4532312" y="-723899"/>
            <a:ext cx="3124201" cy="9905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9" name="Google Shape;109;p20"/>
          <p:cNvSpPr txBox="1">
            <a:spLocks noGrp="1"/>
          </p:cNvSpPr>
          <p:nvPr>
            <p:ph type="dt" idx="10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20"/>
          <p:cNvSpPr txBox="1">
            <a:spLocks noGrp="1"/>
          </p:cNvSpPr>
          <p:nvPr>
            <p:ph type="ftr" idx="11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20"/>
          <p:cNvSpPr txBox="1">
            <a:spLocks noGrp="1"/>
          </p:cNvSpPr>
          <p:nvPr>
            <p:ph type="sldNum" idx="12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1"/>
          <p:cNvSpPr txBox="1">
            <a:spLocks noGrp="1"/>
          </p:cNvSpPr>
          <p:nvPr>
            <p:ph type="title"/>
          </p:nvPr>
        </p:nvSpPr>
        <p:spPr>
          <a:xfrm rot="5400000">
            <a:off x="7351354" y="2095143"/>
            <a:ext cx="5181601" cy="2210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21"/>
          <p:cNvSpPr txBox="1">
            <a:spLocks noGrp="1"/>
          </p:cNvSpPr>
          <p:nvPr>
            <p:ph type="body" idx="1"/>
          </p:nvPr>
        </p:nvSpPr>
        <p:spPr>
          <a:xfrm rot="5400000">
            <a:off x="2322512" y="-571500"/>
            <a:ext cx="5181600" cy="754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5" name="Google Shape;115;p21"/>
          <p:cNvSpPr txBox="1">
            <a:spLocks noGrp="1"/>
          </p:cNvSpPr>
          <p:nvPr>
            <p:ph type="dt" idx="10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21"/>
          <p:cNvSpPr txBox="1">
            <a:spLocks noGrp="1"/>
          </p:cNvSpPr>
          <p:nvPr>
            <p:ph type="ftr" idx="11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21"/>
          <p:cNvSpPr txBox="1">
            <a:spLocks noGrp="1"/>
          </p:cNvSpPr>
          <p:nvPr>
            <p:ph type="sldNum" idx="12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entury Gothic"/>
              <a:buNone/>
              <a:defRPr sz="32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4"/>
          <p:cNvSpPr txBox="1"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marR="0" lvl="0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2000" b="0" i="0" u="none" strike="noStrike" cap="small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small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sz="1600" b="0" i="0" u="none" strike="noStrike" cap="small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 b="0" i="0" u="none" strike="noStrike" cap="small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 b="0" i="0" u="none" strike="noStrike" cap="small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sz="1200" b="0" i="0" u="none" strike="noStrike" cap="small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sz="1200" b="0" i="0" u="none" strike="noStrike" cap="small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sz="1200" b="0" i="0" u="none" strike="noStrike" cap="small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lt1"/>
              </a:buClr>
              <a:buSzPts val="1200"/>
              <a:buFont typeface="Arial"/>
              <a:buChar char="•"/>
              <a:defRPr sz="1200" b="0" i="0" u="none" strike="noStrike" cap="small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8" name="Google Shape;8;p4"/>
          <p:cNvSpPr txBox="1">
            <a:spLocks noGrp="1"/>
          </p:cNvSpPr>
          <p:nvPr>
            <p:ph type="dt" idx="10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9" name="Google Shape;9;p4"/>
          <p:cNvSpPr txBox="1">
            <a:spLocks noGrp="1"/>
          </p:cNvSpPr>
          <p:nvPr>
            <p:ph type="ftr" idx="11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10" name="Google Shape;10;p4"/>
          <p:cNvSpPr txBox="1">
            <a:spLocks noGrp="1"/>
          </p:cNvSpPr>
          <p:nvPr>
            <p:ph type="sldNum" idx="12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uths1TU1N_c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jp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"/>
          <p:cNvSpPr txBox="1">
            <a:spLocks noGrp="1"/>
          </p:cNvSpPr>
          <p:nvPr>
            <p:ph type="ctrTitle"/>
          </p:nvPr>
        </p:nvSpPr>
        <p:spPr>
          <a:xfrm>
            <a:off x="1143000" y="-840277"/>
            <a:ext cx="9817478" cy="37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Century Gothic"/>
              <a:buNone/>
            </a:pPr>
            <a:r>
              <a:rPr lang="en-US" sz="6000" b="1">
                <a:latin typeface="Arial"/>
                <a:ea typeface="Arial"/>
                <a:cs typeface="Arial"/>
                <a:sym typeface="Arial"/>
              </a:rPr>
              <a:t>INTRODUCTION </a:t>
            </a:r>
            <a:br>
              <a:rPr lang="en-US" sz="6000" b="1">
                <a:latin typeface="Arial"/>
                <a:ea typeface="Arial"/>
                <a:cs typeface="Arial"/>
                <a:sym typeface="Arial"/>
              </a:rPr>
            </a:br>
            <a:r>
              <a:rPr lang="en-US" sz="6000" b="1">
                <a:latin typeface="Arial"/>
                <a:ea typeface="Arial"/>
                <a:cs typeface="Arial"/>
                <a:sym typeface="Arial"/>
              </a:rPr>
              <a:t>TO </a:t>
            </a:r>
            <a:br>
              <a:rPr lang="en-US" sz="6000" b="1">
                <a:latin typeface="Arial"/>
                <a:ea typeface="Arial"/>
                <a:cs typeface="Arial"/>
                <a:sym typeface="Arial"/>
              </a:rPr>
            </a:br>
            <a:r>
              <a:rPr lang="en-US" sz="6000" b="1">
                <a:latin typeface="Arial"/>
                <a:ea typeface="Arial"/>
                <a:cs typeface="Arial"/>
                <a:sym typeface="Arial"/>
              </a:rPr>
              <a:t>BIOENGINEERING (BBL1020)</a:t>
            </a:r>
            <a:endParaRPr sz="6000" b="1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1"/>
          <p:cNvSpPr txBox="1"/>
          <p:nvPr/>
        </p:nvSpPr>
        <p:spPr>
          <a:xfrm>
            <a:off x="1524000" y="3563149"/>
            <a:ext cx="8083950" cy="1846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1" i="0" u="none" strike="noStrike" cap="none">
                <a:solidFill>
                  <a:schemeClr val="lt1"/>
                </a:solidFill>
                <a:latin typeface="Jim Nightshade"/>
                <a:ea typeface="Jim Nightshade"/>
                <a:cs typeface="Jim Nightshade"/>
                <a:sym typeface="Jim Nightshade"/>
              </a:rPr>
              <a:t>                         </a:t>
            </a:r>
            <a:endParaRPr sz="3400" b="1" i="0" u="none" strike="noStrike" cap="none" dirty="0">
              <a:solidFill>
                <a:schemeClr val="lt1"/>
              </a:solidFill>
              <a:latin typeface="Jim Nightshade"/>
              <a:ea typeface="Jim Nightshade"/>
              <a:cs typeface="Jim Nightshade"/>
              <a:sym typeface="Jim Nightshad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1" i="0" u="none" strike="noStrike" cap="none" dirty="0">
                <a:solidFill>
                  <a:schemeClr val="lt1"/>
                </a:solidFill>
                <a:latin typeface="Jim Nightshade"/>
                <a:ea typeface="Jim Nightshade"/>
                <a:cs typeface="Jim Nightshade"/>
                <a:sym typeface="Jim Nightshade"/>
              </a:rPr>
              <a:t>             </a:t>
            </a:r>
            <a:endParaRPr dirty="0"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600" b="0" i="0" u="none" strike="noStrike" cap="none" dirty="0">
                <a:solidFill>
                  <a:schemeClr val="lt1"/>
                </a:solidFill>
                <a:latin typeface="Jim Nightshade"/>
                <a:ea typeface="Jim Nightshade"/>
                <a:cs typeface="Jim Nightshade"/>
                <a:sym typeface="Jim Nightshade"/>
              </a:rPr>
              <a:t>            Control in living systems</a:t>
            </a:r>
            <a:endParaRPr sz="4600" b="1" i="0" u="none" strike="noStrike" cap="none" dirty="0">
              <a:solidFill>
                <a:schemeClr val="lt1"/>
              </a:solidFill>
              <a:latin typeface="Jim Nightshade"/>
              <a:ea typeface="Jim Nightshade"/>
              <a:cs typeface="Jim Nightshade"/>
              <a:sym typeface="Jim Nightshad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2"/>
          <p:cNvSpPr/>
          <p:nvPr/>
        </p:nvSpPr>
        <p:spPr>
          <a:xfrm rot="-5400000" flipH="1">
            <a:off x="8168459" y="360764"/>
            <a:ext cx="1595487" cy="954107"/>
          </a:xfrm>
          <a:prstGeom prst="curvedUpArrow">
            <a:avLst>
              <a:gd name="adj1" fmla="val 25000"/>
              <a:gd name="adj2" fmla="val 50000"/>
              <a:gd name="adj3" fmla="val 25000"/>
            </a:avLst>
          </a:prstGeom>
          <a:solidFill>
            <a:schemeClr val="lt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22"/>
          <p:cNvSpPr/>
          <p:nvPr/>
        </p:nvSpPr>
        <p:spPr>
          <a:xfrm rot="-5400000" flipH="1">
            <a:off x="8282258" y="1956251"/>
            <a:ext cx="1595487" cy="954107"/>
          </a:xfrm>
          <a:prstGeom prst="curvedUpArrow">
            <a:avLst>
              <a:gd name="adj1" fmla="val 25000"/>
              <a:gd name="adj2" fmla="val 50000"/>
              <a:gd name="adj3" fmla="val 25000"/>
            </a:avLst>
          </a:prstGeom>
          <a:solidFill>
            <a:schemeClr val="lt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22"/>
          <p:cNvSpPr/>
          <p:nvPr/>
        </p:nvSpPr>
        <p:spPr>
          <a:xfrm rot="-5400000" flipH="1">
            <a:off x="8401320" y="3551738"/>
            <a:ext cx="1595487" cy="954107"/>
          </a:xfrm>
          <a:prstGeom prst="curvedUpArrow">
            <a:avLst>
              <a:gd name="adj1" fmla="val 25000"/>
              <a:gd name="adj2" fmla="val 50000"/>
              <a:gd name="adj3" fmla="val 25000"/>
            </a:avLst>
          </a:prstGeom>
          <a:solidFill>
            <a:schemeClr val="lt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22"/>
          <p:cNvSpPr/>
          <p:nvPr/>
        </p:nvSpPr>
        <p:spPr>
          <a:xfrm rot="-5400000" flipH="1">
            <a:off x="8470705" y="5210789"/>
            <a:ext cx="1595487" cy="954107"/>
          </a:xfrm>
          <a:prstGeom prst="curvedUpArrow">
            <a:avLst>
              <a:gd name="adj1" fmla="val 25000"/>
              <a:gd name="adj2" fmla="val 50000"/>
              <a:gd name="adj3" fmla="val 25000"/>
            </a:avLst>
          </a:prstGeom>
          <a:solidFill>
            <a:schemeClr val="lt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22"/>
          <p:cNvSpPr/>
          <p:nvPr/>
        </p:nvSpPr>
        <p:spPr>
          <a:xfrm>
            <a:off x="4640599" y="-97780"/>
            <a:ext cx="367280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Gene expression</a:t>
            </a:r>
            <a:endParaRPr/>
          </a:p>
        </p:txBody>
      </p:sp>
      <p:sp>
        <p:nvSpPr>
          <p:cNvPr id="134" name="Google Shape;134;p22"/>
          <p:cNvSpPr/>
          <p:nvPr/>
        </p:nvSpPr>
        <p:spPr>
          <a:xfrm>
            <a:off x="3913404" y="1262945"/>
            <a:ext cx="4570482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control of cell division</a:t>
            </a:r>
            <a:endParaRPr/>
          </a:p>
        </p:txBody>
      </p:sp>
      <p:sp>
        <p:nvSpPr>
          <p:cNvPr id="135" name="Google Shape;135;p22"/>
          <p:cNvSpPr/>
          <p:nvPr/>
        </p:nvSpPr>
        <p:spPr>
          <a:xfrm>
            <a:off x="2168394" y="2814979"/>
            <a:ext cx="6494085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Hormones, signals &amp; receptors</a:t>
            </a:r>
            <a:endParaRPr/>
          </a:p>
        </p:txBody>
      </p:sp>
      <p:sp>
        <p:nvSpPr>
          <p:cNvPr id="136" name="Google Shape;136;p22"/>
          <p:cNvSpPr/>
          <p:nvPr/>
        </p:nvSpPr>
        <p:spPr>
          <a:xfrm>
            <a:off x="4961200" y="4474030"/>
            <a:ext cx="3570208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feedback control</a:t>
            </a:r>
            <a:endParaRPr/>
          </a:p>
        </p:txBody>
      </p:sp>
      <p:sp>
        <p:nvSpPr>
          <p:cNvPr id="137" name="Google Shape;137;p22"/>
          <p:cNvSpPr/>
          <p:nvPr/>
        </p:nvSpPr>
        <p:spPr>
          <a:xfrm>
            <a:off x="3682304" y="5902819"/>
            <a:ext cx="5109091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control failure &amp; disease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24441" y="1230085"/>
            <a:ext cx="9359900" cy="4332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23"/>
          <p:cNvSpPr/>
          <p:nvPr/>
        </p:nvSpPr>
        <p:spPr>
          <a:xfrm>
            <a:off x="1424441" y="5361214"/>
            <a:ext cx="10145713" cy="140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RNA polymerase is the enzyme responsible for making mRNA copies of genes. DNA unzips at the site of the gene that is needed. </a:t>
            </a:r>
            <a:endParaRPr/>
          </a:p>
        </p:txBody>
      </p:sp>
      <p:sp>
        <p:nvSpPr>
          <p:cNvPr id="144" name="Google Shape;144;p23"/>
          <p:cNvSpPr/>
          <p:nvPr/>
        </p:nvSpPr>
        <p:spPr>
          <a:xfrm>
            <a:off x="4695828" y="196390"/>
            <a:ext cx="3716082" cy="800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600" b="0" i="0" u="none" strike="noStrike" cap="none">
                <a:solidFill>
                  <a:schemeClr val="lt1"/>
                </a:solidFill>
                <a:latin typeface="Jim Nightshade"/>
                <a:ea typeface="Jim Nightshade"/>
                <a:cs typeface="Jim Nightshade"/>
                <a:sym typeface="Jim Nightshade"/>
              </a:rPr>
              <a:t>Transcription</a:t>
            </a:r>
            <a:endParaRPr sz="4600" b="0" i="0" u="none" strike="noStrike" cap="none">
              <a:solidFill>
                <a:srgbClr val="000000"/>
              </a:solidFill>
              <a:latin typeface="Jim Nightshade"/>
              <a:ea typeface="Jim Nightshade"/>
              <a:cs typeface="Jim Nightshade"/>
              <a:sym typeface="Jim Nightshade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20499" y="1117600"/>
            <a:ext cx="10110787" cy="33909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4"/>
          <p:cNvSpPr/>
          <p:nvPr/>
        </p:nvSpPr>
        <p:spPr>
          <a:xfrm>
            <a:off x="696686" y="4756150"/>
            <a:ext cx="10160000" cy="140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RNA polymerase matches bases in the sense strand with RNA bases, building a strand of mRNA that carries the information encoded in the DNA.</a:t>
            </a:r>
            <a:endParaRPr/>
          </a:p>
        </p:txBody>
      </p:sp>
      <p:sp>
        <p:nvSpPr>
          <p:cNvPr id="151" name="Google Shape;151;p24"/>
          <p:cNvSpPr/>
          <p:nvPr/>
        </p:nvSpPr>
        <p:spPr>
          <a:xfrm>
            <a:off x="4695828" y="196390"/>
            <a:ext cx="3716082" cy="800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600" b="0" i="0" u="none" strike="noStrike" cap="none">
                <a:solidFill>
                  <a:schemeClr val="lt1"/>
                </a:solidFill>
                <a:latin typeface="Jim Nightshade"/>
                <a:ea typeface="Jim Nightshade"/>
                <a:cs typeface="Jim Nightshade"/>
                <a:sym typeface="Jim Nightshade"/>
              </a:rPr>
              <a:t>Transcription</a:t>
            </a:r>
            <a:endParaRPr sz="4600" b="0" i="0" u="none" strike="noStrike" cap="none">
              <a:solidFill>
                <a:srgbClr val="000000"/>
              </a:solidFill>
              <a:latin typeface="Jim Nightshade"/>
              <a:ea typeface="Jim Nightshade"/>
              <a:cs typeface="Jim Nightshade"/>
              <a:sym typeface="Jim Nightshade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14210" y="1449614"/>
            <a:ext cx="10025063" cy="331470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25"/>
          <p:cNvSpPr/>
          <p:nvPr/>
        </p:nvSpPr>
        <p:spPr>
          <a:xfrm>
            <a:off x="1576840" y="4977492"/>
            <a:ext cx="10145713" cy="9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Encoded in DNA is a signal telling RNA polymerase where to stop. Transcription ends at that point.</a:t>
            </a:r>
            <a:endParaRPr/>
          </a:p>
        </p:txBody>
      </p:sp>
      <p:sp>
        <p:nvSpPr>
          <p:cNvPr id="158" name="Google Shape;158;p25"/>
          <p:cNvSpPr/>
          <p:nvPr/>
        </p:nvSpPr>
        <p:spPr>
          <a:xfrm>
            <a:off x="4695828" y="196390"/>
            <a:ext cx="3716082" cy="800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600" b="0" i="0" u="none" strike="noStrike" cap="none">
                <a:solidFill>
                  <a:schemeClr val="lt1"/>
                </a:solidFill>
                <a:latin typeface="Jim Nightshade"/>
                <a:ea typeface="Jim Nightshade"/>
                <a:cs typeface="Jim Nightshade"/>
                <a:sym typeface="Jim Nightshade"/>
              </a:rPr>
              <a:t>Transcription</a:t>
            </a:r>
            <a:endParaRPr sz="4600" b="0" i="0" u="none" strike="noStrike" cap="none">
              <a:solidFill>
                <a:srgbClr val="000000"/>
              </a:solidFill>
              <a:latin typeface="Jim Nightshade"/>
              <a:ea typeface="Jim Nightshade"/>
              <a:cs typeface="Jim Nightshade"/>
              <a:sym typeface="Jim Nightshade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77711" y="1703614"/>
            <a:ext cx="9745663" cy="31242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26"/>
          <p:cNvSpPr/>
          <p:nvPr/>
        </p:nvSpPr>
        <p:spPr>
          <a:xfrm>
            <a:off x="1076098" y="5456464"/>
            <a:ext cx="10145713" cy="9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The completed mRNA molecule then moves from the nucleus to the rough ER for translation.</a:t>
            </a:r>
            <a:endParaRPr/>
          </a:p>
        </p:txBody>
      </p:sp>
      <p:sp>
        <p:nvSpPr>
          <p:cNvPr id="165" name="Google Shape;165;p26"/>
          <p:cNvSpPr/>
          <p:nvPr/>
        </p:nvSpPr>
        <p:spPr>
          <a:xfrm>
            <a:off x="4695828" y="196390"/>
            <a:ext cx="3716082" cy="800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600" b="0" i="0" u="none" strike="noStrike" cap="none">
                <a:solidFill>
                  <a:schemeClr val="lt1"/>
                </a:solidFill>
                <a:latin typeface="Jim Nightshade"/>
                <a:ea typeface="Jim Nightshade"/>
                <a:cs typeface="Jim Nightshade"/>
                <a:sym typeface="Jim Nightshade"/>
              </a:rPr>
              <a:t>Transcription</a:t>
            </a:r>
            <a:endParaRPr sz="4600" b="0" i="0" u="none" strike="noStrike" cap="none">
              <a:solidFill>
                <a:srgbClr val="000000"/>
              </a:solidFill>
              <a:latin typeface="Jim Nightshade"/>
              <a:ea typeface="Jim Nightshade"/>
              <a:cs typeface="Jim Nightshade"/>
              <a:sym typeface="Jim Nightshade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" name="Google Shape;170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99414" y="771298"/>
            <a:ext cx="4775200" cy="5741987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27"/>
          <p:cNvSpPr txBox="1"/>
          <p:nvPr/>
        </p:nvSpPr>
        <p:spPr>
          <a:xfrm>
            <a:off x="1894114" y="912585"/>
            <a:ext cx="4089400" cy="477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625475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mRNA carries the information from a gene in DNA.</a:t>
            </a:r>
            <a:endParaRPr/>
          </a:p>
          <a:p>
            <a:pPr marL="625475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25475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Ribosomes, made of rRNA, consist of subunits and carry out an enzyme-like role.</a:t>
            </a:r>
            <a:endParaRPr/>
          </a:p>
          <a:p>
            <a:pPr marL="625475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25475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tRNA carries specific amino acids to the ribosome.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8"/>
          <p:cNvSpPr/>
          <p:nvPr/>
        </p:nvSpPr>
        <p:spPr>
          <a:xfrm>
            <a:off x="293914" y="5486047"/>
            <a:ext cx="12028714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https://www.biointeractive.org/classroom-resources/regulation-eukaryotic-dna-transcription</a:t>
            </a:r>
            <a:endParaRPr/>
          </a:p>
        </p:txBody>
      </p:sp>
      <p:sp>
        <p:nvSpPr>
          <p:cNvPr id="177" name="Google Shape;177;p28"/>
          <p:cNvSpPr/>
          <p:nvPr/>
        </p:nvSpPr>
        <p:spPr>
          <a:xfrm>
            <a:off x="3861906" y="2796140"/>
            <a:ext cx="4256293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sng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https://youtu.be/uths1TU1N_c</a:t>
            </a:r>
            <a:endParaRPr sz="2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28"/>
          <p:cNvSpPr/>
          <p:nvPr/>
        </p:nvSpPr>
        <p:spPr>
          <a:xfrm>
            <a:off x="2834371" y="167788"/>
            <a:ext cx="7276351" cy="800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600" b="0" i="0" u="none" strike="noStrike" cap="none">
                <a:solidFill>
                  <a:schemeClr val="lt1"/>
                </a:solidFill>
                <a:latin typeface="Jim Nightshade"/>
                <a:ea typeface="Jim Nightshade"/>
                <a:cs typeface="Jim Nightshade"/>
                <a:sym typeface="Jim Nightshade"/>
              </a:rPr>
              <a:t>Regulation of Transcription</a:t>
            </a:r>
            <a:endParaRPr sz="4600" b="0" i="0" u="none" strike="noStrike" cap="none">
              <a:solidFill>
                <a:srgbClr val="000000"/>
              </a:solidFill>
              <a:latin typeface="Jim Nightshade"/>
              <a:ea typeface="Jim Nightshade"/>
              <a:cs typeface="Jim Nightshade"/>
              <a:sym typeface="Jim Nightshade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9"/>
          <p:cNvSpPr/>
          <p:nvPr/>
        </p:nvSpPr>
        <p:spPr>
          <a:xfrm>
            <a:off x="3476627" y="2634790"/>
            <a:ext cx="5161991" cy="1261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600" b="0" i="0" u="none" strike="noStrike" cap="none">
                <a:solidFill>
                  <a:schemeClr val="lt1"/>
                </a:solidFill>
                <a:latin typeface="Jim Nightshade"/>
                <a:ea typeface="Jim Nightshade"/>
                <a:cs typeface="Jim Nightshade"/>
                <a:sym typeface="Jim Nightshade"/>
              </a:rPr>
              <a:t>Translation</a:t>
            </a:r>
            <a:endParaRPr sz="7600" b="0" i="0" u="none" strike="noStrike" cap="none">
              <a:solidFill>
                <a:srgbClr val="000000"/>
              </a:solidFill>
              <a:latin typeface="Jim Nightshade"/>
              <a:ea typeface="Jim Nightshade"/>
              <a:cs typeface="Jim Nightshade"/>
              <a:sym typeface="Jim Nightshade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" name="Google Shape;188;p30"/>
          <p:cNvPicPr preferRelativeResize="0"/>
          <p:nvPr/>
        </p:nvPicPr>
        <p:blipFill rotWithShape="1">
          <a:blip r:embed="rId3">
            <a:alphaModFix/>
          </a:blip>
          <a:srcRect l="23016" r="22272"/>
          <a:stretch/>
        </p:blipFill>
        <p:spPr>
          <a:xfrm>
            <a:off x="7207660" y="1153887"/>
            <a:ext cx="3950194" cy="535576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3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485148" y="1153886"/>
            <a:ext cx="4364074" cy="5355769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30"/>
          <p:cNvSpPr/>
          <p:nvPr/>
        </p:nvSpPr>
        <p:spPr>
          <a:xfrm>
            <a:off x="4695828" y="196390"/>
            <a:ext cx="3196709" cy="800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600" b="0" i="0" u="none" strike="noStrike" cap="none">
                <a:solidFill>
                  <a:schemeClr val="lt1"/>
                </a:solidFill>
                <a:latin typeface="Jim Nightshade"/>
                <a:ea typeface="Jim Nightshade"/>
                <a:cs typeface="Jim Nightshade"/>
                <a:sym typeface="Jim Nightshade"/>
              </a:rPr>
              <a:t>Translation</a:t>
            </a:r>
            <a:endParaRPr sz="4600" b="0" i="0" u="none" strike="noStrike" cap="none">
              <a:solidFill>
                <a:srgbClr val="000000"/>
              </a:solidFill>
              <a:latin typeface="Jim Nightshade"/>
              <a:ea typeface="Jim Nightshade"/>
              <a:cs typeface="Jim Nightshade"/>
              <a:sym typeface="Jim Nightshade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Google Shape;195;p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160850" y="968828"/>
            <a:ext cx="4047806" cy="57331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3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38358" y="1240971"/>
            <a:ext cx="4904073" cy="5148944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31"/>
          <p:cNvSpPr/>
          <p:nvPr/>
        </p:nvSpPr>
        <p:spPr>
          <a:xfrm>
            <a:off x="4695828" y="196390"/>
            <a:ext cx="3196709" cy="800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600" b="0" i="0" u="none" strike="noStrike" cap="none">
                <a:solidFill>
                  <a:schemeClr val="lt1"/>
                </a:solidFill>
                <a:latin typeface="Jim Nightshade"/>
                <a:ea typeface="Jim Nightshade"/>
                <a:cs typeface="Jim Nightshade"/>
                <a:sym typeface="Jim Nightshade"/>
              </a:rPr>
              <a:t>Translation</a:t>
            </a:r>
            <a:endParaRPr sz="4600" b="0" i="0" u="none" strike="noStrike" cap="none">
              <a:solidFill>
                <a:srgbClr val="000000"/>
              </a:solidFill>
              <a:latin typeface="Jim Nightshade"/>
              <a:ea typeface="Jim Nightshade"/>
              <a:cs typeface="Jim Nightshade"/>
              <a:sym typeface="Jim Nightshade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2" name="Google Shape;202;p32"/>
          <p:cNvPicPr preferRelativeResize="0"/>
          <p:nvPr/>
        </p:nvPicPr>
        <p:blipFill rotWithShape="1">
          <a:blip r:embed="rId3">
            <a:alphaModFix/>
          </a:blip>
          <a:srcRect l="21583" r="22205"/>
          <a:stretch/>
        </p:blipFill>
        <p:spPr>
          <a:xfrm>
            <a:off x="1768052" y="1371600"/>
            <a:ext cx="4044919" cy="5350328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3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966857" y="1324082"/>
            <a:ext cx="4478158" cy="5397846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32"/>
          <p:cNvSpPr/>
          <p:nvPr/>
        </p:nvSpPr>
        <p:spPr>
          <a:xfrm>
            <a:off x="4695828" y="196390"/>
            <a:ext cx="3196709" cy="800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600" b="0" i="0" u="none" strike="noStrike" cap="none">
                <a:solidFill>
                  <a:schemeClr val="lt1"/>
                </a:solidFill>
                <a:latin typeface="Jim Nightshade"/>
                <a:ea typeface="Jim Nightshade"/>
                <a:cs typeface="Jim Nightshade"/>
                <a:sym typeface="Jim Nightshade"/>
              </a:rPr>
              <a:t>Translation</a:t>
            </a:r>
            <a:endParaRPr sz="4600" b="0" i="0" u="none" strike="noStrike" cap="none">
              <a:solidFill>
                <a:srgbClr val="000000"/>
              </a:solidFill>
              <a:latin typeface="Jim Nightshade"/>
              <a:ea typeface="Jim Nightshade"/>
              <a:cs typeface="Jim Nightshade"/>
              <a:sym typeface="Jim Nightshade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9087" y="923073"/>
            <a:ext cx="4219546" cy="5891387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33"/>
          <p:cNvSpPr/>
          <p:nvPr/>
        </p:nvSpPr>
        <p:spPr>
          <a:xfrm>
            <a:off x="1330505" y="98418"/>
            <a:ext cx="3196709" cy="800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600" b="0" i="0" u="none" strike="noStrike" cap="none">
                <a:solidFill>
                  <a:schemeClr val="lt1"/>
                </a:solidFill>
                <a:latin typeface="Jim Nightshade"/>
                <a:ea typeface="Jim Nightshade"/>
                <a:cs typeface="Jim Nightshade"/>
                <a:sym typeface="Jim Nightshade"/>
              </a:rPr>
              <a:t>Translation</a:t>
            </a:r>
            <a:endParaRPr sz="4600" b="0" i="0" u="none" strike="noStrike" cap="none">
              <a:solidFill>
                <a:srgbClr val="000000"/>
              </a:solidFill>
              <a:latin typeface="Jim Nightshade"/>
              <a:ea typeface="Jim Nightshade"/>
              <a:cs typeface="Jim Nightshade"/>
              <a:sym typeface="Jim Nightshade"/>
            </a:endParaRPr>
          </a:p>
        </p:txBody>
      </p:sp>
      <p:pic>
        <p:nvPicPr>
          <p:cNvPr id="211" name="Google Shape;211;p3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590239" y="901303"/>
            <a:ext cx="5283200" cy="5922963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33"/>
          <p:cNvSpPr/>
          <p:nvPr/>
        </p:nvSpPr>
        <p:spPr>
          <a:xfrm>
            <a:off x="6729819" y="22663"/>
            <a:ext cx="2614818" cy="800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600" b="0" i="0" u="none" strike="noStrike" cap="none">
                <a:solidFill>
                  <a:schemeClr val="lt1"/>
                </a:solidFill>
                <a:latin typeface="Jim Nightshade"/>
                <a:ea typeface="Jim Nightshade"/>
                <a:cs typeface="Jim Nightshade"/>
                <a:sym typeface="Jim Nightshade"/>
              </a:rPr>
              <a:t>Summary</a:t>
            </a:r>
            <a:endParaRPr sz="4600" b="0" i="0" u="none" strike="noStrike" cap="none">
              <a:solidFill>
                <a:srgbClr val="000000"/>
              </a:solidFill>
              <a:latin typeface="Jim Nightshade"/>
              <a:ea typeface="Jim Nightshade"/>
              <a:cs typeface="Jim Nightshade"/>
              <a:sym typeface="Jim Nightshade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4"/>
          <p:cNvSpPr/>
          <p:nvPr/>
        </p:nvSpPr>
        <p:spPr>
          <a:xfrm>
            <a:off x="1066864" y="3166255"/>
            <a:ext cx="1032045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https://www.biointeractive.org/classroom-resources/translation-basic-detail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26cf14e2d54_3_0"/>
          <p:cNvSpPr txBox="1"/>
          <p:nvPr/>
        </p:nvSpPr>
        <p:spPr>
          <a:xfrm>
            <a:off x="578025" y="2266300"/>
            <a:ext cx="61947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lt1"/>
                </a:solidFill>
              </a:rPr>
              <a:t>https://youtu.be/Pv4Ca-f4W9Q?t=23</a:t>
            </a:r>
            <a:endParaRPr sz="26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8"/>
          <p:cNvSpPr txBox="1"/>
          <p:nvPr/>
        </p:nvSpPr>
        <p:spPr>
          <a:xfrm>
            <a:off x="3657600" y="2656114"/>
            <a:ext cx="7445827" cy="1261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600" b="0" i="0" u="none" strike="noStrike" cap="none">
                <a:solidFill>
                  <a:schemeClr val="lt1"/>
                </a:solidFill>
                <a:latin typeface="Jim Nightshade"/>
                <a:ea typeface="Jim Nightshade"/>
                <a:cs typeface="Jim Nightshade"/>
                <a:sym typeface="Jim Nightshade"/>
              </a:rPr>
              <a:t>Thank you</a:t>
            </a:r>
            <a:endParaRPr sz="7600" b="0" i="0" u="none" strike="noStrike" cap="none">
              <a:solidFill>
                <a:schemeClr val="lt1"/>
              </a:solidFill>
              <a:latin typeface="Jim Nightshade"/>
              <a:ea typeface="Jim Nightshade"/>
              <a:cs typeface="Jim Nightshade"/>
              <a:sym typeface="Jim Nightshad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esh">
  <a:themeElements>
    <a:clrScheme name="Mesh">
      <a:dk1>
        <a:srgbClr val="000000"/>
      </a:dk1>
      <a:lt1>
        <a:srgbClr val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210</Words>
  <Application>Microsoft Office PowerPoint</Application>
  <PresentationFormat>Widescreen</PresentationFormat>
  <Paragraphs>34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Jim Nightshade</vt:lpstr>
      <vt:lpstr>Century Gothic</vt:lpstr>
      <vt:lpstr>Mesh</vt:lpstr>
      <vt:lpstr>INTRODUCTION  TO  BIOENGINEERING (BBL1020)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Neha Jain</dc:creator>
  <cp:lastModifiedBy>AYAN SADHUKHAN</cp:lastModifiedBy>
  <cp:revision>4</cp:revision>
  <dcterms:created xsi:type="dcterms:W3CDTF">2023-02-23T06:30:25Z</dcterms:created>
  <dcterms:modified xsi:type="dcterms:W3CDTF">2025-09-21T12:30:51Z</dcterms:modified>
</cp:coreProperties>
</file>