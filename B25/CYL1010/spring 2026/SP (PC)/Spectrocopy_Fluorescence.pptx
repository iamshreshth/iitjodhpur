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306" r:id="rId3"/>
    <p:sldId id="289" r:id="rId4"/>
    <p:sldId id="290" r:id="rId5"/>
    <p:sldId id="307" r:id="rId6"/>
    <p:sldId id="291" r:id="rId7"/>
    <p:sldId id="292" r:id="rId8"/>
    <p:sldId id="295" r:id="rId9"/>
    <p:sldId id="309" r:id="rId10"/>
    <p:sldId id="308" r:id="rId11"/>
    <p:sldId id="303" r:id="rId12"/>
    <p:sldId id="304" r:id="rId13"/>
    <p:sldId id="293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687.51575" units="1/cm"/>
          <inkml:channelProperty channel="Y" name="resolution" value="1222.19324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2-10T02:34:09.5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22770 13068 653 0,'0'0'119'0,"-7"10"16"0,7-10 28 0,-8 19 31 16,4-4 35-16,-1 2 35 0,0 2 52 15,1 1 63-15,-2 5 62 0,4-3 72 16,1-2 103-16,1-4 105 0,1-1-778 0,5-5 38 15,-1 0 8-15,-5-10-7 0,17 10 15 16,-17-10-5-16,0 0 29 0,30-2 27 16,-30 2 38-16,22-11 88 0,-11 5 92 15,0-1 670-15,0-2 170 0,-2-1-687 0,0 0-192 0,0 1 54 16,-2 1-281-16,0 0 0 0,-7 8 0 16,14-16 0-16,-14 16 0 0,13-10 0 0,-13 10 0 15,0 0 0-15,18-4 0 0,-18 4 0 16,14 11 0-16,-6-1 0 0,-1 5 0 15,0 2 0-15,0-2 0 0,-1 6 0 16,-1-1 0-16,-1-1 0 16,0 0 0-16,-2-5 0 0,1-1 0 15,0-1 0-15,0 0 0 0,-3-12 0 16,2 14 0-16,-2-14 0 0,0 0 0 16,1 13 0-16,-1-13 0 0,0 0 0 0,0 0 0 15,0 0 0-15,-1-13 0 0,1 13 0 16,3-14 0-16,-1 2 0 0,3 0 0 15,0 1 0-15,1-1 0 0,-1 2 0 0,3-3 0 0,2 1 0 16,-3 0 0-16,2 1 0 0,2 1 0 16,-4 2 0-16,4-2 0 0,-11 10-64 15,15-14-415-15,-6 6-92 0,-9 8-410 0,13-11 147 16,-13 11 103-16,14-15 100 0,-8 6 94 16,0-1 82-16,1-3 56 0,1-3-185 15,2-3 145 1,0-2 93-16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687.51575" units="1/cm"/>
          <inkml:channelProperty channel="Y" name="resolution" value="1222.19324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2-10T03:11:28.2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3438 2969 418 0,'0'0'73'0,"0"0"16"16,0 0 16-16,0 0 18 15,-13 5 20-15,13-5 29 0,0 0 33 0,0 0 32 16,0 0 42-16,-12-6-62 0,12 6-192 15,0 0-99-15,-9-9 126 0,9 9 326 0,-5-10-168 16,5 10-196-16,-9-8 453 16,9 8-386-16,-7-8-50 0,7 8 161 0,-6-10-364 15,6 10 252-15,-3-14-29 0,3 14 18 0,-4-19-37 16,2 6 28-16,1-1-4 16,0-2-5-16,0-3-35 0,1-3 41 0,0-2 32 15,0-8 26-15,0-2 9 16,0-8-7-16,-2-2 4 0,-1-10-5 0,1-2 33 15,-1 2 75-15,1 0 638 0,0 10-618 16,2 3-237-16,-2 3 13 0,2 5 19 0,-2 4 59 16,2 3-3-16,0 4 61 15,0 2 4-15,0 2 2 0,-2 2 46 0,2 2-40 16,-1-1-31-16,1 2-26 0,0 13-79 0,-1-20 5 16,1 20-4-16,-1-19-9 15,1 19-5-15,0-16-6 0,0 16 2 0,0-12-4 16,0 12 2-16,0 0-2 15,-2-15 2-15,2 15-3 0,0 0-2 0,-2-11-7 16,2 11 0-16,0 0 22 0,0 0-5 16,0-13-34-16,0 13 89 0,0 0-71 0,0-14 0 15,0 14-9-15,2-11 23 16,-2 11-10-16,0-13 0 0,0 13-3 0,-2-13 6 16,2 13-2-16,-2-17-2 0,2 17 0 0,-6-17 17 15,6 17 48-15,-4-14 44 16,4 14 219-16,-9-9-333 0,9 9 0 0,0 0 0 15,-21-2 0-15,21 2 0 16,-17 8 0-16,7-2 0 0,-1 1 0 0,0 4 0 16,0 0 0-16,-3-1 0 0,3 2 0 0,-1-2 0 0,1 3 0 0,-1-4 0 15,3 1 0-15,2-3 0 0,7-7 0 16,-14 13 0-16,14-13 0 0,-11 8 0 16,11-8 0-16,0 0 0 0,0 0 0 15,0 0-53-15,-9-8 45 0,9 8 9 0,5-14 5 16,-5 14-5-16,4-18-13 0,0 8 22 15,-4 10 0 1,7-20-12-16,-7 20-1 0,8-18 3 0,-8 18 4 16,6-13-5-16,-6 13 6 0,5-13-36 15</inkml:trace>
  <inkml:trace contextRef="#ctx0" brushRef="#br0" timeOffset="300.7">3435 1957 0 0,'9'8'8191'0,"-9"-8"-8191"0,0 0 0 15,17 9-264-15,-17-9-296 16,19-3-898-16,-4-4-1645 0,-15 7 3103 16,19-6 0-16,-19 6 0 15,0 0-2806-15,30-19 2806 0,-30 19 0 16,0 0 0-16,32-34 0 0,-32 34 0 15,25-31 0-15,-25 31 0 0,25-40 0 16,-25 40 0-16,17-49 0 0,-17 49 0 16,11-54 0-16,-11 54 0 0,4-56 0 15,-4 56 0-15,-4-52 0 0,4 52 0 16,-11-44 0-16,11 44 0 0,0 0 0 0,-32-49 0 16,32 49 0-16,-39-26 0 15</inkml:trace>
  <inkml:trace contextRef="#ctx0" brushRef="#br0" timeOffset="1156.06">2123 1076 22 0,'0'0'3'0,"-9"-10"1"0,9 10 1 0,-16-7 1 16,16 7 2-16,-16-4 2 0,16 4 1 0,0 0 1 15,-27 2 4-15,27-2 3 0,-20 10 3 16,8-3 5-16,1 4 6 0,-1-1 6 15,1 2 8-15,3 0 10 0,-1 2 10 16,3-1 5-16,2 0 14 0,0-1 16 16,3 1 19-16,-1 0 18 15,2 0 27-15,2 2 34 0,3-2 34 16,-1-3 36-16,2 3 55 0,3 3 64 16,1-6 59-16,-1 2 79 0,3-2 105 0,-1 2 126 15,2-2 117-15,2 0-739 0,0 0-126 16,2 2-1-16,1 1-9 0,-3-4 69 15,4 5-129-15,-3-1 144 0,2 2-83 16,-3-2 17-16,0 3 60 0,-7-3 396 0,1 0-172 0,1 0-68 16,-6 0-118-16,-1-1-86 0,-1 2-18 15,-2 1-5-15,-4 0 6 0,1 0 13 16,-4 0-7-16,0 0 15 0,-2-1-22 0,0-2 21 16,-3 0-8-16,4-4 17 0,8-8 9 15,-18 6-29-15,18-6-3 0,0 0 1 16,-21-1-18-16,21 1-15 0,-12-7 24 0,12 7-25 15,0 0-25-15,-9-8 64 0,9 8-11 0,0 0-65 16,0 0-37-16,0 0-80 0,0 0-374 16,0 0-93-16,0 0 48 0,0 0-41 15,0 0-55-15,0 0-284 0,26-1 231 0,-26 1 156 16,20-7 146-16,-20 7 91 16</inkml:trace>
  <inkml:trace contextRef="#ctx0" brushRef="#br0" timeOffset="1498.92">2468 1463 1131 0,'0'0'207'0,"6"-10"33"16,-6 10 40-16,0 0 57 0,6-10 67 0,-6 10 55 15,0 0 87-15,0 0 109 0,5-12 130 16,-5 12 115-16,0 0 180 0,0 0-403 16,0 0-187-1,0 0-490-15,0 0 0 0,0 0 0 0,6 10 0 16,-6-10 0-16,1 15 0 0,-1-15 0 16,2 14 0-16,-2-14 0 0,3 17 0 15,-3-17 0-15,1 17 0 0,-1-17 0 16,3 19 0-16,-3-19 0 0,2 15 0 0,-2-15 0 15,0 14-429-15,0-14-70 0,0 0-498 16,-5 13 138-16,5-13 111 0,0 0 98 16,0 0 97-16,0 0-230 0,-22-5 157 0,22 5 157 15,-12-15 105-15</inkml:trace>
  <inkml:trace contextRef="#ctx0" brushRef="#br0" timeOffset="1699.66">2415 1261 1131 0,'0'0'207'0,"-3"-16"33"0,3 16 40 0,0-14 57 16,0 14 67-16,0-14 55 15,0 14 87-15,0 0 109 0,-2-18 130 0,2 18 115 16,0 0-855-16,-3-15-532 16,3 15-119-16,0 0-79 0,-2-13 102 0,2 13 87 15,0 0 75-15,0 0-212 16,0 0 156-16,0 0 108 0</inkml:trace>
  <inkml:trace contextRef="#ctx0" brushRef="#br0" timeOffset="2109.07">2533 1487 291 0,'0'0'58'0,"0"0"9"0,0 0 7 16,7-13 13-16,-7 13 18 15,6-11 18-15,-6 11 18 0,5-13 29 16,-5 13 34-16,6-13 33 0,-6 13 40 16,8-13 55-16,-8 13 65 0,11-10 59 0,-11 10 82 15,11-6 108-15,-11 6 129 16,14-7 113-16,-14 7-692 0,0 0-159 0,25-1 9 0,-25 1-13 15,16 5-8-15,-16-5-14 16,18 8 35-16,-18-8 7 0,16 11 10 0,-16-11 3 16,14 15-41-16,-14-15 32 15,11 17-1-15,-7-7 206 0,-4-10-197 0,6 18-42 16,-6-18-10-16,8 16-53 0,-8-16 16 0,3 13 36 16,-3-13-7-16,0 0 16 15,6 10-3-15,-6-10 6 0,0 0-100 0,0 0 128 16,11-10 55-16,-6 0-173 15,2-1 144-15,-2-3-111 0,3 1 10 0,2-2 83 0,-1 2-123 16,0 0 44-16,-2 1 33 16,3 0 20-16,-2 4 0 0,-8 8 22 0,13-13 69 15</inkml:trace>
  <inkml:trace contextRef="#ctx0" brushRef="#br0" timeOffset="2968.25">3118 1405 0 0,'0'0'0'15,"0"0"0"-15,0 0 0 0,34-10 0 0,-34 10 0 16,0 0 0-16,31-12 0 16,-31 12 0-16,0 0 0 0,0 0 0 0,39-9 0 15,-39 9 0-15,0 0 0 0,0 0 0 16,0 0 0-16,0 0 0 0,0 0 0 15,52-4 0-15,-52 4 0 0,0 0 0 0,0 0 0 16,70-33 5570-16,-78 23-5163 16,8 10-922-16,0 0 773 0,-3-15-551 0,3 15 885 15,-3-13-1245-15,3 13 1256 16,0 0-443-16,0-13 31 0,0 13 710 0,0 0-631 16,0-14 223-16,0 14-286 0,-3-11-207 15,3 11 0-15,0 0 0 0,-5-9 0 16,5 9 0-16,0 0 0 0,0 0 0 15,0 0 0-15,-20 0 0 0,20 0 0 16,-12 10 0-16,5-2 0 0,-2 2 0 0,0 1 0 16,2 2 0-16,0 0 0 15,-1-2 0-15,2 3 0 0,-1 1 0 0,5-3 0 16,-2 1 0-16,4-13 0 16,0 20 0-16,0-20-41 0,0 18-73 0,0-18-6 15,4 14 197-15,-4-14-39 0,8 10-50 16,-8-10 106-16,0 0-195 0,0 0 90 0,0 0 15 15,17-4 28-15,-17 4 16 0,7-13-78 0,-7 13 166 16,7-13-136-16,-7 13 0 16,5-12 0-16,-5 12 0 0,0 0 0 0,3-13 0 15,-3 13 0-15,0 0 0 16,0 0 0-16,4-10 0 0,-4 10 0 16,0 0 0-16,0 0 0 0,0 0 0 15,0 0 0-15,0 0 0 0,0 0 0 16,11 10 0-16,-11-10 0 0,4 16 0 15,-2-4 0-15,0 1 0 0,4 3 0 16,-2 1 0-16,-1 3 0 0,1 6 0 0,1-1 0 16,1 3 0-16,-5 3 0 0,3 0 0 0,-2 0 0 15,-1 1 0-15,-2-1 0 0,-2 0 0 16,-1 4 0-16,-1-6 0 0,-1-5 0 16,-1 3 0-16,-5-1 0 0,4-4 0 15,-1-4 0-15,-3-6 0 0,3 1 0 16,-4-6 0-16,13-7 0 0,-23 6 0 0,23-6 0 15,-28 0 0-15,28 0 0 0,-27-6 0 0,27 6 0 16,-23-8 0-16,23 8-64 0,-22-8-762 16,22 8-1459-16,-17-10 150 0,17 10 2135 0,-10-9 0 15,10 9 0-15,0 0-2881 16,0 0 2881-16,0 0 0 0,0-35 0 0,0 35 0 16,0 0 0-16,22-33 0 0,-22 33 0 15,22-24 0 1,-22 24 0-16,30-30 0 0,-30 30 0 15,30-29 0-15,-30 29 0 0</inkml:trace>
  <inkml:trace contextRef="#ctx0" brushRef="#br0" timeOffset="3438.24">3707 1431 1131 0,'0'0'207'0,"0"0"33"16,0 0 40-16,4-11 57 0,-4 11 67 0,0 0 55 16,0 0 87-16,2-12 109 0,-2 12 130 15</inkml:trace>
  <inkml:trace contextRef="#ctx0" brushRef="#br0" timeOffset="4718.09">3831 652 0 0,'-12'14'8191'0,"6"-2"-8191"15,6-12 0-15,-11 23 0 0,4-12 0 16,-1 3 0-16,2 0 0 0,-3 1 0 15,3 1 0-15,0-3 0 0,2 4 0 16,-3 1 0-16,3 2 0 0,-3 3 0 16,3 5 0-16,-1 1 0 0,2 3 0 0,1 0 0 15,2-3 0 1,2 0 0-16,1 2 0 0,6 2 0 16,-2-7 0-16,4 5 0 0,3-12 0 15,1 6 0-15,2-2 0 0,-2-4 0 16,4-3 0-16,-3-6 0 0,2 3 0 15,-3-4 0-15,1-3 0 0,3-2 0 16,-4-1 0-16,-15-3 0 0,30-3 0 0,-16-4 0 16,-1-2 0-16,-2-4 0 0,1-1 0 0,-2-4 0 15,0-1 0-15,-2 2 0 0,-2 1 0 16,-1 3 0-16,-1 0 0 0,1 1 0 0,-3 0 0 16,-2 12 0-16,1-19 0 0,-1 19 0 15,3-14 0-15,-3 14 0 0,0 0 0 16,0-15 0-16,0 15 0 0,0 0 0 15,0 0 0 1,0 0 0-16,-9 8 0 0,9-8 0 0,-4 20 0 16,4-9 0-16,-2 4 0 0,2 0 0 0,0 2 0 0,0 1 0 15,2 0 0-15,0 0 0 16,1-1 0-16,1-5 0 16,0 2 0-16,2 1 0 0,0 1 0 0,1-6 0 15,-1 3 0-15,-6-13 0 0,17 16 0 0,-17-16 0 16,18 6 0-16,-18-6 0 15,21-3 0-15,-9-4 0 0,1-3 0 0,3-7 0 16,-5-4 0-16,4-4 0 16,-2-6 0-16,0 0 0 0,1 0 0 0,-3 1 0 0,0-2 0 15,-1 7 0-15,-1-6 0 0,-1 5 0 16,0 2 0-16,-1 1 0 0,-1 0 0 16,-1 4 0-16,-1 2 0 0,0 1 0 15,-2 0 0-15,1 0 0 0,-1 1 0 0,1 2 0 16,-1 0 0-16,-2 13 0 0,0-19 0 15,0 19 0 1,2-17 0-16,-2 17 0 0,0 0 0 16,1-12 0-16,-1 12 0 0,0 0 0 15,0 0 0-15,4 18 0 0,-4-4 0 16,2 2 0-16,0 3 0 0,-2 4 0 0,3 5 0 16,1 4 0-16,0 3 0 0,2 1 0 15,0-1 0-15,3 1 0 0,0 1 0 16,3-6 0-16,1-5 0 0,3 3 0 0,0-3 0 15,2 0 0-15,0-7 0 0,1-5 0 0,1-2 0 16,0-1 0-16,3-2 0 16,-2-4 0-16,1-3 0 0,-1-4 0 0,4-5 0 15,-2-2 0-15,-3-3-445 0,1-1-1352 16,-1-6 1654-16,-2 6-3521 0,-4-3 3664 16,-3 3 0-16,-2-3 0 0,-9 16-2142 0,14-23 2142 0,-14 23 0 15,0 0 0-15,0 0 0 0,9-48 0 16,-9 48 0-16,0 0 0 0,0 0 0 15,-11-44 0-15,11 44 0 0,0 0 0 16,-20-32 0-16,20 32 0 0,0 0 0 16,-28-32 0-16,28 32 0 0,0 0 0 15,-34-26 0 1,34 26 0-16,0 0 0 0,-34-21 0 16,34 21 0-16,0 0 0 0,0 0 0 15,-41-18 0-15,41 18 0 0,-145-12 8191 16,145 12-8191-16,0 0 0 0,0 0 0 15,0 0 0-15,0 0 0 0,0 0 0 0,0 0 0 16,0 0 0-16,0 0 0 16,20-3 0-16,-20 3 0 0,20-6 0 0,-4-4 0 15,2 1 0-15,5-3 0 16,4-2 0-16,1 0 0 0,1-1 0 0,-1-1 0 16,0 3 0-16,-2 1 0 0,-3 1 0 0,-5 5 0 15,-2-1 0-15,0 0 0 0,-16 7 0 16,23-8 0-16,-23 8 0 15,18-7 0-15,-18 7 0 0,0 0 0 0,18-6 0 16,-18 6 0-16,0 0-858 0,0 0-1843 0,0 0 2701 16,0 0 0-16,0 0 0 15,0 0-4632-15,0 0 4632 0,0 0 0 0,0 0 0 16,0 0 0-16,0 0 0 16,0 0 0-16,-80 23 0 0,80-23 0 0,0 0 0 15,0 0 0-15,-93 35 0 16,93-35 0-16,-87 34 0 0,87-34 0 0,-113 48 0 15</inkml:trace>
  <inkml:trace contextRef="#ctx0" brushRef="#br0" timeOffset="5267.86">2867 1413 519 0,'0'0'94'15,"0"0"18"-15,0 0 16 16,0 0 24-16,-5-11 29 0,5 11 38 0,0 0 28 15,0 0 48-15,0 0 60 0,0 0 67 16,0 0 58-16,0 0 95 0,0 0 115 0,0 0 125 16,0 0 133-16,0 0 122 0,0 0-570 15,0 0-509-15,0 0 11 0,0 0-9 16,0 0 7-16,0 0-19 0</inkml:trace>
  <inkml:trace contextRef="#ctx0" brushRef="#br0" timeOffset="5588.72">2979 1763 0 0,'0'0'8191'0,"0"0"-8191"0,9-12 0 16,-9 12 0-16,11-18 0 0,-4 9 0 15,-1-3 0-15,1 2 0 0,1 1 0 16,2-4 0-16,-3 2 0 0,2-4 0 15,-1 2 0-15,0 1 0 0,1-1 0 16,-1-1 0-16,0 3 0 0,-1 0 0 16,-3-5-681-16,4 5-1375 0,-4 1 2095 0,-4 10-39 15,9-19 0-15,-6 8 0 0,-3 11-5493 0,0 0 5493 16,0 0 0-16,10-30 0 0,-10 30 0 16,0 0 0-16,0 0 0 0,21-33 0 15,-21 33 0-15,0 0 0 0,0 0 0 16,34-35 0-16,-34 35 0 0,0 0 0 15,0 0 0-15,46-32 0 0,-46 32 0 16,0 0 0-16,0 0 0 16</inkml:trace>
  <inkml:trace contextRef="#ctx0" brushRef="#br0" timeOffset="7986.61">16874 7242 133 0,'0'0'27'0,"-6"-8"5"0,6 8 5 16,0 0 9-16,0 0 9 0,0 0 11 15,0 0 4-15,0 0 13 0,-16-6 17 16,16 6 18-16,0 0 17 0,0 0 26 0,-13-8 33 15,13 8 34-15,-7-9 34 0,7 9 53 16,-9-12 62 0,9 12 62-16,-12-20 70 0,5 8 103 0,1-3 122 15,-3-2 119-15,1 0-189 0,2-6-625 16,-3-2-38-16,-1-7 13 0,2-4 8 16,1-10 3-16,-1-3-7 0,2-5-12 15,5-4 61-15,0-5-119 0,2-4 72 0,7-11-19 16,1 4 43-16,4 2-13 0,3 5 7 15,4 3 15-15,1 1-19 0,0 14 0 0,0 1-8 16,-3 3-3-16,3 4 22 0,-1 2-8 0,-3 5 17 16,0 4-9-16,-2 3 207 0,-1 2-211 15,-3 4 18-15,0 1-25 0,-1 4 19 16,-1 0-38-16,-2 4-6 0,-1-1-11 16,2 5 4-16,-4-3 1 0,-4 11 3 0,9-14-4 15,-9 14 12 1,7-15-22-16,-7 15 38 0,6-11-47 0,-6 11 17 15,6-10-61-15,-6 10-285 0,5-10-110 0,-5 10-438 16,0 0 124-16,6-14 93 0,-6 14-283 0,0 0 228 16,4-16 156-16,-4 16 144 0,2-14 91 15</inkml:trace>
  <inkml:trace contextRef="#ctx0" brushRef="#br0" timeOffset="8434.44">17014 5593 107 0,'0'0'20'16,"-26"1"5"-16,26-1 5 0,0 0 6 16,-16 4 7-16,16-4 9 0,0 0 9 15,0 0 8-15,-13 7 9 0,13-7 16 0,0 0 20 16,0 0 15-16,-5 9 24 0,5-9 30 16,0 0 37-1,0 0 28-15,16 3 49 0,-16-3 61 16,23-3 65-16,-23 3 59 0,29-9 98 15,-11 4 115-15,3-3 124 0,2 0-365 0,0 0-456 16,-3 0 2-16,-1 2 45 0,-1 1 43 16,-2 1 75-16,0 0 59 0,-16 4 112 15,22-4 161-15,-22 4-162 0,20-3-107 16,-20 3-41-16,17 4-18 0,-17-4-33 0,11 6-103 0,-11-6-31 16,7 9 0-16,-7-9 0 0,4 13 0 15,-4-13 0-15,0 18 0 0,0-18 0 0,-4 23 0 16,1-9 0-16,0 3 0 0,-2 1 0 15,0 1 0-15,1 0 0 0,-3 1 0 16,2 0 0-16,-1 3 0 0,1-3 0 0,0-1 0 16,0 1 0-1,3-1 0-15,-1-5 0 0,1 1 0 16,2-1 0-16,-1-1-100 0,1-13-290 16,2 14-53-16,-2-14-560 0,0 0-435 15,0 0 315-15,0 0 280 0,18-7 182 0,-12-3 156 16,-1 0 119-16</inkml:trace>
  <inkml:trace contextRef="#ctx0" brushRef="#br0" timeOffset="9020.29">17079 4906 1131 0,'0'0'207'0,"0"0"33"0,-8-8 40 15,8 8 57-15,0 0 67 0,-10-8 55 16,10 8 87-16,0 0 109 0,0 0 26 0,0 0-624 15,3-13 0-15,-3 13-3 0,18-6 2 16,-18 6 8-16,31-7 14 0,-10 4 66 16,9-1 50-1,4-3 37-15,4 3 19 0,1 0 867 0,3 1-812 16,0-1-263-16,-1 0-22 0,-1 1 63 16,0 0-128-16,-9 1 52 0,0-1 8 15,-2 1-6-15,0 2-16 0,-5-1 47 0,-2 1-42 16,0-1 1-16,-22 1 4 0,36-2 1 15,-36 2-5-15,32-2-7 0,-32 2-44 16,26-1-543-16,-26 1 45 0,20-1 54 0,-20 1-30 16,0 0 44-16,19-3 87 0,-19 3-132 0,0 0-37 15,0 0 84-15,0 0 70 0,0 0 40 16,0 0 57-16,-11 11-131 0,11-11 95 16</inkml:trace>
  <inkml:trace contextRef="#ctx0" brushRef="#br0" timeOffset="9336.65">17705 4855 247 0,'0'0'48'0,"0"0"11"0,-17-3 9 15,17 3 7-15,0 0 13 0,0 0 19 16,0 0 17-16,0 0 20 0,0 0 29 0,-18 3 35 16,18-3 31-16,0 0 42 0,0 0 55 15,0 0 69-15,-10 8 55 0,10-8 87 0,0 0 110 16,-7 16 129-16,7-16 115 0,-8 21 180 15,4-8-410-15,-1 4-185 0,0 2-486 0,-1 5 0 16,-2 1 0-16,2 1 0 0,0 3 0 16,-1 6 0-16,-1 1 0 0,2-1 0 15,-1 3 0-15,1-3 0 0,1 1 0 0,1-1 0 16,-3-4 0-16,6-3 0 0,-2-1 0 0,2-3 0 16,-1-3 0-16,2-2 0 0,-2-3 0 0,2-3 0 15,0 0-251-15,0-13-274 0,-1 15-316 16,1-15-64-16,0 0-408 0,0 0 305 15,-2 11 248-15,2-11 156 0,0 0 150 16,0 0 99-16</inkml:trace>
  <inkml:trace contextRef="#ctx0" brushRef="#br0" timeOffset="9875.62">17619 5420 1131 0,'11'-10'207'0,"-11"10"33"15,0 0 40-15,3-11 57 0,-3 11 67 16,0 0 55-16,1-17 87 0,-1 17 109 16,0 0 130-16,5-15 115 0,-5 15 180 0,4-13-403 15,-4 13-647-15,10-16-2 0,-10 16 72 16,11-16-57-1,-2 8-20-15,-2 0-20 0,4 1 0 0,-11 7 21 16,20-12-8-16,-20 12 1 0,26-8 38 16,-26 8-64-16,27-2 29 0,-27 2 32 15,29 3-45-15,-12 2 11 0,-2 3-8 0,1 0-9 16,-2 2-7-16,0 1 13 0,-1 5-2 16,-3-4 17-16,1 1-1 0,-4 0-21 15,0 0 0-15,-1 1 0 0,-2 0 0 0,0-1 0 0,0-3 0 16,-2 1 0-16,-2-11 0 0,2 20 0 15,-2-20 0-15,2 14 0 0,-2-14 0 16,0 0 0-16,2 13 0 0,-2-13 0 0,0 0 0 16,0 0 0-16,5-17 0 15,-3 5 0-15,2-4 0 0,1-2 0 0,1-1 0 16,1 2 0-16,3-3 0 0,0 1 0 0,3 0 0 16,-2 3 0-16,4 0 0 0,-1 3 0 0,1 3 0 15,0 1 0-15,0-2 0 0,0 4 0 16,2 0 0-16,0 0 0 0,-3 0-227 15,1 1-188-15,2 0-120 0,-17 6-436 0,23-10 146 16,-23 10 98-16,22-9 102 0,-22 9 94 16,23-7-227-1,-23 7 156-15,18-4 151 0,-18 4 98 16</inkml:trace>
  <inkml:trace contextRef="#ctx0" brushRef="#br0" timeOffset="10260.98">18319 5280 97 0,'10'6'19'0,"-10"-6"3"0,0 0 5 16,0 0 6-16,0 0 6 0,0 0 8 15,0 0 10-15,17-5 10 0,-17 5 5 0,0 0 14 16,0 0 16-16,0 0 19 0,9-7 18 16,-9 7 27-16,0 0 34 0,0 0 34 15,0 0 36-15,0 0 55 0,0 0 64 0,0 0 59 16,0 0 79-1,0 0 105-15,12 6 126 0,-12-6 117 16,-2 16 167-16,0-6-252 0,-1 3-183 0,1 1-607 16,0 1 0-16,1 0 0 0,1 0 0 15,0 0 0-15,0 1 0 0,1-1 0 16,2-1 0-16,3 0 0 0,-2-2 0 16,3-1 0-16,-1 1 0 0,-6-12 0 0,17 14 0 15,-17-14 0-15,20 5 0 0,-20-5 0 0,23-2 0 16,-23 2 0-16,29-12 0 0,-15 4-56 0,-1-2-293 15,-1-1 42-15,0-3-223 16,-2 0-185-16,1-3-99 0,-3 3 66 0,-1-1 95 16,-1 0-271-16,-1 1 214 0,-3 2 156 15,-2-2 139-15,0 0 84 0</inkml:trace>
  <inkml:trace contextRef="#ctx0" brushRef="#br0" timeOffset="10439.34">18512 5113 1131 0,'-4'-13'207'0,"1"1"33"16,-1 0 40-16,1 2 57 0,3 10 67 16,-4-19 55-16,4 19 87 0,-4-13 109 15,4 13 130-15,-4-13 115 0,4 13 180 0,0 0-403 0,-7-15-187 16,7 15-490-16,0 0 0 0,-6-9-347 16,6 9-165-16,0 0-413 0,-9-11 45 15,9 11 120-15,0 0-351 0,-8-10 278 0,8 10 177 16,0 0 157-16,-4-12 116 0</inkml:trace>
  <inkml:trace contextRef="#ctx0" brushRef="#br0" timeOffset="10824.7">18560 4912 897 0,'0'0'161'0,"5"-9"31"0,-5 9 36 16,0 0 33-16,6-11 51 0,-6 11 64 0,0 0 61 16,0 0 70-16,4-11 102 0,-4 11 122 15,0 0 120-15,0 0 152 0,0 0-98 16,0 0-415-16,0 0-495 0,13 9 14 0,-13-9 7 16,6 18 77-16,-6-5-54 0,2 1-37 15,-2 7 24-15,1 1 5 0,-1 4-11 0,-1 5-20 16,1 3 0-16,-2 7 0 0,0 3 0 0,-1 7 0 15,0 3 0-15,0 0 0 0,1 1 0 16,-1 1 0-16,-2-2 0 0,3 1 0 16,-3-2 0-16,1-1 0 0,2-1 0 0,-4-1 0 15,1-10 0-15,0 2 0 16,0-5 0-16,1-1 0 16,-1-7 0-16,1-2 0 0,0-6 0 15,0-1-101-15,1-4-447 0,-3-3-163 16,2-1-862-16,4-12 348 0,-8 14 298 0,8-14 215 15,0 0 155-15,0 0 140 0,0 0 85 16</inkml:trace>
  <inkml:trace contextRef="#ctx0" brushRef="#br0" timeOffset="11194.43">18535 5610 875 0,'2'-19'156'15,"0"1"31"-15,-2 2 36 0,0 0 31 16,1 2 49-16,1-1 62 0,-2 1 65 0,1 0 64 0,3 0 97 16,-2 2 119-16,1 0 123 0,1 1 142 15,2 0 13-15,-1 1-879 0,3 1-91 16,2 1-2-16,1 0 6 0,1-2-10 0,1 5 6 16,1-1-4-16,4 2-2 0,-18 4-11 15,27-3 9-15,-27 3 1 0,28 5-1 16,-15-1-1-16,1 4 4 15,-4-1 7-15,-10-7 12 0,14 17 14 16,-8-8 388-16,-3 1-434 0,-3-10 0 16,-1 22 0-16,-3-10 0 0,-4 1 0 0,-1 0 0 15,0-1 0-15,-1 1 0 16,-2-2 0-16,1-1 0 0,1-3-303 0,-1 0-44 16,11-7-172-16,-19 11-281 0,19-11-53 15,0 0 111-15,0 0-334 0,-15 3 269 0,15-3 168 0,0 0 156 16,8-9 110-16</inkml:trace>
  <inkml:trace contextRef="#ctx0" brushRef="#br0" timeOffset="13374.26">18983 5285 1131 0,'7'-11'207'15,"0"0"33"-15,0 0 40 0,-1 0 57 16,1-1-4-16,-2 3-194 0,1-3-38 16,-2 1-6-16,3-2 9 0,-3 3 424 0,0 0 105 15,0 0 127-15,-4 10 117 0,5-16 167 0,-5 16-540 16,6-15-274-16,-6 15-41 0,4-12-15 0,-4 12 111 16,0 0-285-16,6-13 0 0,-6 13 0 15,0 0 0-15,0 0 0 0,0 0 0 16,0 0 0-16,0 0 0 0,0 0 0 0,0 0 0 15,-12 16 0-15,7-5 0 0,-1 2 0 16,-1 3 0 0,0 2 0-16,-2 6 0 0,2 0 0 15,-1 1 0-15,1 2 0 0,1-1 0 0,3 1 0 16,0 0 0-16,1-3 0 0,2 0 0 16,2-1 0-16,0-3 0 0,3 1 0 15,1-1 0-15,4-3 0 0,-1-1 0 0,2-4 0 16,3 0 0-16,1-4 0 15,4-1 0-15,-1-3 0 0,1-3 0 0,2-1 0 0,1-2 0 16,-2-3 0-16,3-3 0 0,2 0 0 16,-5-2 0-16,0-2 0 0,1-2 0 0,-3 3 0 15,-4 0 0-15,-1 2 0 0,-1-1 0 16,-2 2 0-16,-10 8 0 0,15-14 0 16,-15 14 0-16,11-12 0 0,-11 12 0 0,7-12 0 15,-7 12 0-15,0 0 0 0,0 0 0 0,7-10 0 16,-7 10 0-16,0 0 0 0,0 0 0 15,0 0 0-15,0 0 0 0,0 0 0 0,0 0 0 16,0 0 0-16,0 0 0 0,0 0 0 16,0 0 0-16,0 0 0 0,0 0 0 15,0 0 0-15,16 4 0 0,-16-4 0 0,0 0 0 16,0 0 0 0,0 0 0-16,0 0 0 0,10 7 0 15,-10-7 0-15,0 0 0 0,0 0 0 16,0 0 0-16,0 0 0 0,0 0 0 0,0 0 0 15,0 0 0-15,20-2 0 0,-20 2 0 16,0 0 0-16,0 0 0 0,0 0 0 0,11-6 0 16,-11 6 0-16,0 0 0 15,0 0 0-15,0 0 0 0,0 0 0 0,0 0 0 16,0 0 0-16,11-6 0 0,-11 6 0 16,0 0 0-16,0 0 0 0,0 0 0 15,0 0 0-15,0 0 0 0,0 0 0 0,0 0 0 16,0 0 0-16,5-10 0 0,-5 10 0 15,0 0 0-15,0 0 0 0,0 0 0 16,0 0 0-16,0 0 0 0,0 0 0 16,0 0 0-16,-5-11 0 0,5 11 0 0,0 0 0 15,0 0 0-15,0 0 0 0,0 0 0 16,0 0 0-16,0 0 0 0,0 0 0 0,0 0 0 0,0 0 0 16,-11-6 0-16,11 6 0 0,0 0 0 15,0 0 0-15,0 0 0 0,0 0 0 16,0 0 0-16,0 0 0 0,0 0 0 0,0 0 0 15,0 0 0-15,0 0 0 0,0 0 0 16,0 0 0-16,-7 8 0 0,7-8 0 16,0 0 0-1,0 0 0-15,0 0 0 0,0 0 0 16,0 0 0-16,0 0 0 0,0 0 0 0,0 0 0 16,0 0 0-16,0 0 0 0,0 0 0 15,0 0 0-15,0 0 0 0,0 0 0 0,0 0 0 16,0 0 0-16,0 0 0 15,0 0 0-15,0 0 0 0,0 0 0 0,0 0 0 16,0 0 0-16,0 0 0 0,0 0 0 0,0 0 0 16,0 0 0-16,0 0 0 0,7-10 0 0,-7 10 0 15,0 0 0-15,0 0 0 0,0 0 0 16,0 0 0-16,0 0 0 0,0 0 0 16,0 0 0-16,0 0 0 0,0 0 0 0,0 0 0 15,0 0 0-15,0 0 0 0,0 0 0 16,0 0 0-16,0 0 0 0,0 0 0 0,0 0 0 15,0 0 0-15,0 0 0 0,0 0 0 0,0 0 0 16,0 0 0-16,0 0 0 0,0 0 0 16,0 0 0-16,0 0 0 0,0 0 0 15,0 0 0-15,0 0 0 0,0 0 0 0,0 0 0 16,0 0 0-16,0 0 0 0,0 0 0 16,0 0 0-1,0 0 0-15,0 0 0 0,0 0 0 0,0 0 0 16,0 0 0-16,0 0 0 0,0 0 0 15,0 0 0-15,0 0 0 0,0 0 0 16,0 0 0-16,0 0 0 0,0 0 0 16,0 0 0-16,0 0 0 0,0 0 0 0,0 0 0 15,0 0 0-15,0 0 0 0,0 0 0 16,0 0 0-16,0 0 0 0,0 0 0 16,0 0 0-16,0 0 0 15,0 0 0-15,0 0 0 0,0 0 0 0,0 0 0 0,17 3 0 16,-17-3 0-16,0 0 0 0,0 0 0 0,0 0 0 0,0 0 0 15,0 0 0-15,0 0 0 0,0 0 0 16,0 0 0-16,0 0 0 0,0 0 0 16,0 0 0-16,0 0 0 0,0 0 0 0,0 0 0 15,6-9 0-15,-6 9 0 0,0 0 0 16,0 0 0-16,0 0 0 0,0 0 0 16,0 0 0-16,0 0 0 15,0 0 0-15,0 0 0 0,0 0 0 16,0 0 0-16,-21 3 0 0,21-3 0 15,-10 9 0-15,10-9 0 0,-14 13 0 0,14-13 0 16,-10 13 0-16,10-13 0 0,-11 15 0 16,11-15 0-16,-12 15 0 0,12-15 0 15,-6 13 0-15,6-13 0 0,-5 13 0 16,5-13 0-16,-2 12 0 0,2-12 0 0,0 0 0 0,2 12 0 16,-2-12 0-16,0 0 0 0,0 0 0 15,13 6 0-15,-13-6 0 0,0 0 0 0,14-6 0 16,-14 6 0-16,9-8 0 0,-9 8 0 15,10-9 0-15,-10 9 0 0,11-9 0 16,-11 9 0-16,9-8 0 0,-9 8 0 16,0 0 0-1,14-6 0-15,-14 6 0 0,0 0 0 0,0 0 0 16,0 0 0-16,20 4 0 0,-20-4 0 16,8 8 0-16,-8-8 0 0,10 11 0 0,-10-11 0 15,11 10 0-15,-11-10 0 0,11 13 0 16,-11-13 0-16,12 10 0 0,-12-10 0 15,9 9 0-15,-9-9 0 0,12 9 0 16,-12-9 0-16,11 6 0 0,-11-6 0 0,0 0 0 0,21 3 0 16,-21-3 0-16,12-5 0 0,-12 5 0 15,15-9 0-15,-6 1 0 0,0-3 0 16,0-3 0-16,1-1 0 0,0-1 0 0,0-7 0 16,3 1 0-16,-2-5 0 0,4-2 0 15,-4 2 0-15,-2 1 0 0,2 4 0 16,-2 0 0-16,0 1 0 15,-2 3 0-15,0 1 0 0,-2 2 0 16,-1 2 0-16,0-1 0 0,-1 0 0 16,-1 2 0-16,-2 1 0 0,2 0 0 15,-2 11 0-15,0-19 0 0,0 19 0 0,0-15 0 16,0 15 0-16,-1-14 0 0,1 14 0 16,0 0 0-16,0 0 0 0,0 0 0 15,0 0 0-15,0 0 0 0,0 0 0 0,0 0 0 0,-10 11 0 16,10-11 0-16,-2 16 0 0,0-5 0 15,2-11 0-15,-3 21 0 0,3-21 0 16,-3 19 0-16,3-19 0 0,-2 19 0 0,2-19 0 16,-2 17 0-16,2-17 0 0,0 15 0 15,0-15 0-15,0 13 0 0,0-13 0 16,0 0 0-16,3 14 0 0,-3-14 0 0,0 0 0 0,0 0 0 16,7 9 0-16,-7-9 0 0,0 0 0 15,0 0 0-15,0 0 0 0,0 0 0 16,11 8 0-16,-11-8 0 0,0 0-85 0,0 0-423 15,0 0-143-15,0 0-311 0,0 0 145 16,4-10 97-16,-4 10 101 0,0 0-257 16,-4-11 195-1,4 11 155-15,0 0 127 0</inkml:trace>
  <inkml:trace contextRef="#ctx0" brushRef="#br0" timeOffset="14307.7">19451 5548 1131 0,'0'0'207'16,"-11"-10"33"-16,11 10 40 0,-11-8 57 15,11 8 67-15,0 0 55 0,-12-5-397 16,12 5 174-16,0 0 64 0,0 0 55 16,0 0-129-16,-16 5-12 0,16-5-6 0,-7 9 69 15,7-9 42-15,-4 10 1 0,4-10-13 0,-7 10-8 16,7-10 16-16,0 0-5 0,-7 12 475 15,7-12-719-15,0 0-41 0,-5 13-7 0,5-13 131 16,0 0 35-16,0 0-118 0,0 0-5 16,0 0-30-16,0 0-31 0,0 0 0 15,0 0 0-15,0 0 0 0,0 0 0 16,5-14 0-16,-5 14 0 0,7-20 0 0,-7 20 0 0,5-20 0 16,-5 20 0-16,2-17 0 0,-2 17 0 15,2-15 0-15,-2 15 0 0,-1-15 0 0,1 15 0 16,-3-11 0-16,3 11 0 0,0 0 0 15,-9-11 0-15,9 11 0 0,0 0 0 16,0 0 0-16,0 0 0 0,-21 2 0 16,21-2 0-16,-10 12 0 15,10-12 0-15,-11 18 0 0,7-7 0 16,-1 2 0-16,1-1 0 0,2 2 0 16,0 0 0-16,-1 2 0 0,3-4 0 0,0-12 0 15,0 25 0-15,3-14 0 0,-1 0 0 16,-2-11 0-16,9 16 0 0,-9-16 0 15,17 8 0-15,-17-8 0 0,23 0 0 16,-8-4 0-16,0-3 0 0,3-3 0 0,2-2 0 0,-1-5 0 16,2-7 0-16,-2-1 0 0,5-4 0 15,-2-3 0-15,-2 5 0 0,-3-1 0 16,0 2 0-16,-4 5 0 0,0 0 0 0,-2-1 0 16,-2 3 0-16,-2 3 0 0,1-1 0 15,-3 2 0-15,0 1 0 0,0 1 0 0,-3 2 0 16,1 0 0-1,-3 11 0-15,4-19 0 0,-4 19 0 16,5-16 0-16,-5 16 0 0,4-11 0 16,-4 11 0-16,3-11 0 0,-3 11 0 15,0 0 0-15,0 0 0 0,0 0 0 0,0 0 0 16,0 0 0-16,2 13 0 0,-2-13 0 16,-4 20 0-16,3-5 0 0,-1 4 0 15,0 3 0-15,0 1 0 0,2 2 0 0,-3 4 0 0,6 0 0 16,-3 0 0-16,2 0 0 0,2-2 0 15,1 0 0-15,1-2 0 0,1-3 0 16,3-1 0-16,-1-4 0 0,2-3 0 0,1-1 0 16,1-4 0-16,-2-2 0 0,-11-7 0 15,27 7 0-15,-27-7 0 0,28 1 0 16,-28-1-480-16,27-7-34 16,-27 7-485-16,23-11-426 0,-11 4 313 15,0-2 277-15,-2 0 179 0,-1-1 156 16,1 2 118-16</inkml:trace>
  <inkml:trace contextRef="#ctx0" brushRef="#br0" timeOffset="14677.43">19894 5370 1131 0,'0'0'207'0,"-11"-13"33"0,11 13 40 15,-11-8 57-15,11 8 67 0,-11-8 55 16,11 8 87-16,0 0 109 0,-9-10 130 0,9 10 115 15,0 0 180-15,0 0-403 0,0 0-187 16,0 0-490-16,0 0 0 0,6-11 0 0,-6 11 0 0,25-3 0 16,-3 1 0-16,7-2 0 0,2 0 0 15,8 0 0-15,0 0 0 0,1-2 0 16,1 2 0-16,0-1 0 0,-3 0 0 0,-3 0 0 16,-5 1 0-16,-4 0 0 0,-3 2 0 15,-3-1 0-15,-3 0 0 0,-17 3 0 16,29-4 0-1,-29 4 0-15,22-4 0 0,-22 4 0 16,16-5 0-16,-16 5 0 0,0 0 0 0,17-3 0 16,-17 3 0-16,0 0 0 0,0 0 0 15,23-5 0-15,-23 5 0 0,18-8-384 0,-18 8-121 16,23-8-452-16,-7 0 86 16,2-1 117-16,3-4 95 0,1 3 97 0,5-5-231 15,0 0 161-15,5 0 156 0,2-7 107 0</inkml:trace>
  <inkml:trace contextRef="#ctx0" brushRef="#br0" timeOffset="-82835.69">23019 5704 187 0,'0'0'36'0,"-23"-2"8"0,23 2 10 16,-23-3 9-16,23 3 5 0,0 0 12 15,-27-3 17-15,27 3 19 0,0 0 15 16,-24-1 25-16,24 1 31 0,0 0 36 0,0 0 31 16,-23-2 50-16,23 2 60 0,0 0 66 15,0 0 64-15,0 0 98 0,0 0 118 16,-7-10 122-16</inkml:trace>
  <inkml:trace contextRef="#ctx0" brushRef="#br0" timeOffset="-82682.06">24699 5782 8191 0,'21'-3'0'16,"-21"3"0"-16,32-7 0 0,-32 7 0 16,23-2 0-16,-23 2 0 0,20-3 0 0,-20 3 0 15,20-1 0-15,-20 1 0 0,18-3 0 16,-18 3 0-16,0 0 0 0,25-1 0 16,-25 1 0-16,0 0 0 0,21-1 0 15,-21 1 0-15,0 0 0 0,0 0 0 16</inkml:trace>
  <inkml:trace contextRef="#ctx0" brushRef="#br0" timeOffset="-81685.11">23075 5779 1131 0,'-22'3'207'16,"22"-3"33"-16,-18 3 40 0,18-3 57 15,-18 2-641-15,18-2 46 0,0 0 37 16,-30 2-110-16</inkml:trace>
  <inkml:trace contextRef="#ctx0" brushRef="#br0" timeOffset="-81284.13">22922 5773 521 0,'-23'-3'94'0,"23"3"20"0,0 0 15 0,-20-6 24 16,20 6 30-16,0 0 37 0,-16-3 28 16,16 3 49-16,0 0 61 0,0 0 65 15,-16-3 59-15,16 3 98 0,0 0 115 0,0 0 124 0,0 0 136 16,0 0-486-16,0 0-384 0,0 0 12 15,0 0-19-15,0 0 250 0,0 0-296 16,25-5-5-16,-25 5 71 0,40-3 0 0,-11 0-85 16,8-2 0-16,4 1-13 0,8-3 26 15,4 3-65-15,4-2 63 0,2 2-24 16,1-1 2-16,-3 3-12 16,-1-1 21-16,2 2 3 0,-1 1-17 15,-1-2 0-15,-1 2-1 0,0 2 8 16,-9-1 0-16,6 1-4 0,-9 0 13 15,-1-1-10-15,-2-1-6 0,0 1 6 0,3-1-2 16,-1 0 3-16,0 0-1 0,-8 0 29 16,8-1 12-16,-9 0 22 0,-1 1 324 15,-1-1-390-15,-2 1 0 0,-4 0 0 0,-3 0 0 0,-22 0 0 16,36-1 0-16,-36 1 0 0,27 0 0 16,-27 0 0-16,26-2 0 0,-26 2 0 15,20-1 0-15,-20 1-73 0,16-3-480 16,-16 3-133-16,0 0-265 0,18-7-417 0,-18 7 309 15,0 0 264-15,14-10 163 0,-14 10 156 16,0 0 107-16</inkml:trace>
  <inkml:trace contextRef="#ctx0" brushRef="#br0" timeOffset="-80470.9">23037 7087 1131 0,'-20'1'207'15,"20"-1"33"-15,0 0 40 0,0 0 57 0,-25 2 67 0,25-2 55 16,0 0 87-16,0 0 109 0,0 0 130 0,-18-5 115 16,18 5-392-16,0 0-308 0,0 0 5 15,9-7 28-15,-9 7-26 0,0 0-82 16,21-7 33-16,-21 7-8 0,28-8 311 0,-8 3-461 16,4 1 0-16,4-1 0 0,3 1 0 15,10-2 0 1,7 2 0-16,5 0 0 0,3-3 0 0,1 3 0 15,2 1 0-15,0-1 0 0,1 0 0 16,1 2 0-16,-3-3 0 0,0 0 0 16,-2 2 0-16,-1 1 0 0,0-2 0 15,-5 2 0-15,-5 1 0 0,-2-1 0 0,-1 1 0 16,-8 0 0-16,0 1 0 0,4-3 0 16,-6 3 0-16,-4-1 0 0,-3 1 0 0,0 0 0 0,-5 0 0 15,-20 0 0-15,36 0 0 0,-36 0 0 16,28-2 0-16,-28 2 0 0,24 0 0 15,-24 0 0-15,0 0 0 0,25-3 0 16,-25 3 0-16,17-8 0 0,-17 8 0 0,11-8-254 16,-11 8-271-16,7-11-318 0,-7 11-62 15,4-15 131 1,-4 15 89-16,0-17 102 0,0 17-241 0,2-18 173 16,-2 18 157-16,1-16 114 0</inkml:trace>
  <inkml:trace contextRef="#ctx0" brushRef="#br0" timeOffset="-79769.19">24830 7145 916 0,'0'0'165'0,"-5"-13"33"16,5 13 32-16,0 0 37 0,-2-13 54 0,2 13 63 16,0 0 61-16,-3-16 75 15,3 16-297-15,0 0 5 16,-2-16 52-16,2 16 79 0,0 0 82 16,-3-16-23-16,3 16-24 0,0 0-21 15,-2-11-46-15,2 11-62 0,0 0-34 0,-3-10-39 16,3 10-86-16,0 0-42 0,0 0-23 15,0 0 4-15,0 0-11 0,0 0-7 16,-18 11 5-16,18-11-6 0,-10 18 1 0,5-7 106 16,-2 2-137-16,2-1-2 0,-2 4-10 0,1-1 31 15,-2 2 7-15,1 1-19 0,-1 0 28 16,2 1-47-16,-1 0 9 0,0-2 5 0,-2 1-13 16,2 2 21-16,-2-5-33 0,2 0 42 15,1 1 14-15,-2-5-49 0,1-1-327 16,7-10-537-16,-8 15-8 0,8-15 124 0,0 0 92 15,-12 6 102-15,12-6 85 0,0 0 73 0,-7-10 40 16,7 10-155-16,-4-16 128 0</inkml:trace>
  <inkml:trace contextRef="#ctx0" brushRef="#br0" timeOffset="-79521.83">24581 7109 270 0,'0'0'54'0,"0"0"10"0,5-14 6 16,-5 14 11-16,0 0 18 0,9-11 18 0,-9 11 16 15,12-13 25-15,-2 6 33 0,0 1 35 16,3-3 31-16,2-1 52 0,1 2 62 16,-1 0 63-16,3-1 68 0,-2 2 99 0,-1-1 120 0,3 0 121 15,-3 2 150-15,-1-1-51 0,0 1-935 16,1-1-280-16,-15 7-477 0,21-6 23 0,-21 6 133 15,16-8-117-15,-16 8 104 0,14-5-254 16,-14 5 189-16,0 0 157 0,15-7 123 16</inkml:trace>
  <inkml:trace contextRef="#ctx0" brushRef="#br0" timeOffset="-79221.11">24671 7180 455 0,'0'0'80'0,"-6"12"17"0,6-12 19 0,0 0 16 15,7 13 25-15,-7-13 31 0,0 0 37 16,17 6 29-16,-17-6 53 0,20 2 60 15,-20-2 64-15,24 4 65 0,-24-4 99 0,22 1 120 0,-22-1 121 16,20 2 146-16,-20-2-394 0,0 0-1560 16,21 2 145-16,-21-2 101 0,0 0 99 15,18 7 95-15,-18-7-227 0,0 0 157 0,11 8 151 16,-11-8 97-16</inkml:trace>
  <inkml:trace contextRef="#ctx0" brushRef="#br0" timeOffset="-78998.48">24650 7439 945 0,'-10'11'170'0,"1"-2"34"16,9-9 33-16,-11 13 38 0,11-13 57 16,-4 10 66-16,4-10 56 0,0 0 83 0,0 0 108 0,9 7 129 15,-9-7 114-15,0 0 175 0,31-3-336 16,-31 3-185-16,30-6-542 0,-12 1 0 15,0 1-417-15,1-2-84 0,1 2-486 16,-2-2 125-16,3 1 113 0,-3 1-338 0,2 0 270 16,0-1 173-16,-1 0 154 0,0 2 113 15</inkml:trace>
  <inkml:trace contextRef="#ctx0" brushRef="#br0" timeOffset="-78550.63">25077 7454 1131 0,'0'0'207'0,"11"9"33"0,-11-9 40 16,11 7 57-16,-11-7 67 0,0 0 55 0,12 8 87 16,-12-8 109-16,0 0 130 0,0 0 115 0,0 0 180 15,9 9-424-15,-9-9-456 0,0 0-38 0,0 0-21 16,0 0-133-16,0 0-8 0,0 0 0 16,0 0 0-16,0 0 0 0,0 0 0 15,0 0 0-15,0 0 0 0,0 0 0 16,0 0 0-16,0 0 0 0,0 0 0 0,-6 16 0 15,6-16 0 1,-6 16 0-16,1-4 0 0,1 1 0 16,1 2 0-16,0 3 0 0,1 0 0 0,-1 2 0 15,3 0 0-15,0-2 0 0,1 1 0 16,1-3 0-16,2 2 0 0,0-1 0 16,-1-2 0-16,4-1 0 0,-1-4 0 15,1-1 0-15,2-1 0 0,-9-8 0 0,17 10 0 16,-17-10 0-16,0 0 0 0,30-6 0 0,-20-3 0 15,2-4 0-15,-1-5 0 0,0-2 0 0,-1-2 0 16,-1-1 0-16,-2-2 0 0,1 3 0 16,-6 2 0-16,2 2 0 0,-4 3 0 15,0 0 0-15,-6 2 0 0,0 2 0 16,-3 0 0-16,0 4 0 0,-4-1 0 0,2-1 0 16,-4 4 0-16,-1-1-82 0,16 6-469 0,-35-4-142 15,35 4-889-15,-32-3 352 0,32 3 297 0,-30-3 218 16,30 3 156-16,-27-4 141 0,27 4 83 15</inkml:trace>
  <inkml:trace contextRef="#ctx0" brushRef="#br0" timeOffset="-77795.55">24930 6872 262 0,'-9'13'52'0,"0"-1"11"0,1-1 7 16,2-2 9-16,-1-1 16 0,7-8 18 16,-10 16 17-16,10-16 25 0,-8 11 29 15,8-11 38-15,-5 10 28 0,5-10 50 0,0 0 60 16,-7 11-126-16,7-11-94 0,0 0-31 16,0 0 22-16,-7 10 6 0,7-10 415 0,0 0-324 0,0 0-237 15,0 0 76-15,0 0 24 0,0 0 30 16,0 0 641-16,0 0-97 0,0 0-378 15,-13-5-54-15,13 5-98 0,0 0 20 16,0 0-7-16,0 0 10 0,0 0 55 0,-5-10 34 16,5 10-62-16,0 0-75 0,0 0 365 15,0 0-437 1,0 0 4-16,-11-7-5 0,11 7 5 0,0 0-15 16,0 0 69-16,0 0-96 0,0 0 0 15,0 0 0-15,0 0 0 0,0 0 0 16,0 0 0-16,0 0 0 0,0 0 0 15,0 0 0-15,0 0 0 0,0 0 0 0,11-8 0 16,-11 8 0-16,20-8 0 0,-6 1 0 16,-1 1 0-16,4-1 0 0,-1-1 0 0,0 2 0 15,0-3 0-15,-1 3 0 0,1 0 0 0,-1 0 0 16,-4 0 0-16,-11 6-305 0,20-10-213 16,-20 10-370-16,17-5-3 0,-17 5 124 15,15-4 91-15,-15 4 103 0,0 0-239 16,6-15 169-16,-6 15 156 0,1-16 113 0</inkml:trace>
  <inkml:trace contextRef="#ctx0" brushRef="#br0" timeOffset="-76846.48">24848 5413 1131 0,'0'0'207'16,"-2"-14"33"-1,2 14 40-15,-1-13 57 0,1 13 67 16,0 0 55-16,-1-16 87 0,1 16 109 0,0 0 130 15,0-15 115-15,0 15-690 0,0 0-91 16,0 0 4-16,1-12-6 0,-1 12 29 16,0 0 30-16,0 0 543 0,0 0-669 15,0 0-26-15,-2 14-1 0,2-14 11 0,-7 21-16 16,3-8-2-16,-2 4 0 0,2 2-3 0,-3 5 55 16,0 2-104-16,-1 1 42 0,-1 4-11 0,0 0 15 15,0-4-14-15,1-1 7 0,1 0 2 16,-1-4-11-16,1 0 9 0,3-4-15 15,-5-1 13-15,3-2 9 0,4-4-27 16,-3-1-138-16,5-10-477 0,-8 17-336 0,8-17 146 16,0 0 98-16,0 0 101 0,0 0 94 0,0 0 79 15,-15-11-215-15,15 11 156 0,-4-19 121 0</inkml:trace>
  <inkml:trace contextRef="#ctx0" brushRef="#br0" timeOffset="-76561.38">24790 5438 277 0,'0'0'55'16,"0"0"11"-16,5-12 3 0,-5 12 14 16,0 0 17-16,0 0 19 0,4-12 17 15,-4 12 26-15,0 0 33 0,0 0 34 16,8-8 34-16,-8 8 53 0,14-8 64 0,-14 8 60 0,18-11 73 15,-5 5 102-15,1-1 124 0,1 0 118 16,2-3 157-16,-3 2-141 0,4-3-260 0,-4 5-536 16,0-1-77-16,-1 1 0 0,-13 6-389 15,18-10-116-15,-18 10 184 0,13-6-107 16,-13 6-260-16,0 0 89 0,0 0-132 0,0 0-320 16,0 0 262-1,0 0 160-15,-4 11 157 0,4-11 104 16</inkml:trace>
  <inkml:trace contextRef="#ctx0" brushRef="#br0" timeOffset="-76298.39">24839 5559 552 0,'-2'12'99'0,"2"-12"21"0,-1 13 15 0,1-13 27 15,0 0 33-15,-4 14 34 0,4-14 35 16,0 0 52-16,0 0 63 0,-1 13 61 16,1-13 73-16,0 0 102 15,0 0 124-15,0 0 118 0,1 13 158 16,-1-13-143-16,0 0-260 0,0 0-535 16,0 0-77-16,0 0-103 0,0 0-299 15,24-5-159-15,-24 5-428 0,16-9 149 0,-6 1 106 16,3-2-325-16,-2 2 264 0,-2 0 162 15,0 0 158-15,1-3 106 0</inkml:trace>
  <inkml:trace contextRef="#ctx0" brushRef="#br0" timeOffset="-75897.41">25120 5718 716 0,'0'0'128'0,"5"10"21"0,-5-10 30 15,0 0 37-15,8 11 29 0,-8-11 46 16,0 0 59-16,9 7 68 0,-9-7 55 16,0 0 95-1,0 0 113-15,12 6 127 0,-12-6 128 0,0 0 170 16,0 0-540-16,0 0-205 0,0 0-361 15,0 0 0-15,0 0 0 0,0 0 0 16,0 0 0-16,0 0 0 0,0 0 0 0,8 8 0 16,-8-8 0-16,-2 10 0 0,2-10 0 15,-6 17 0-15,2-5 0 0,2 5 0 16,-3 1 0-16,2 2 0 0,0 0 0 0,-1 2 0 0,-1 2 0 16,2-2 0-16,0 4 0 0,1-3 0 15,0 0 0-15,1-2-126 0,0 0-418 16,1-4-188-16,2 1-205 0,2-4 140 0,1-5-384 15,-5-9 294-15,11 10 198 0,-11-10 158 16,0 0 128-16</inkml:trace>
  <inkml:trace contextRef="#ctx0" brushRef="#br0" timeOffset="-74190.89">23268 6863 34 0,'0'0'6'0,"0"0"2"0,0 0 2 16,0 0 1-16,0 0 1 0,0 0 4 16,0 0 3-16,9-9 3 0,-9 9 5 15,0 0 6-15,0 0 6 0,0 0 8 0,0 0 10 0,0 0 10 16,0 0 5-16,0 0 14 15,0 0 16-15,-6-9 19 0,6 9 18 0,0 0 27 16,0 0 34-16,0 0 34 16,0 0 36-16,0 0 55 0,0 0 64 0,0 0 59 15,0 0 79-15,0 0 105 0,0 0 126 16,0 0 117-16,0 0-650 0,0 0-91 16,-19-1-8-16,19 1-36 0,0 0 4 15,0 0-29-15,6-10-31 0,-6 10 147 0,8-8-161 16,-8 8-29-16,14-13 62 0,-4 6-72 0,1-2-2 15,2 0 21-15,1-2-7 16,1 1 18-16,-1-1 34 0,0 1 46 0,-2-1 85 16,1 2 59-16,-4 2 333 15,3 1-285-15,-12 6-225 0,17-13-52 0,-17 13-6 0,16-10 0 16,-16 10 0-16,10-8 0 0,-10 8 0 0,0 0 0 16,12-8 0-16,-12 8 0 0,0 0 0 15,0 0 0-15,11-8 0 0,-11 8 0 0,0 0 0 16,0 0 0-16,0 0 0 15,0 0 0-15,0 0 0 0,0 0 0 0,15 4 0 16,-15-4 0-16,0 0 0 16,5 11 0-16,-5-11 0 15,3 13 0-15,-3-13 0 0,2 20 0 0,-1-6 0 16,0 0 0-16,-1 2 0 0,0 1 0 16,0 4 0-16,-1 1 0 0,0 5 0 15,-2 3 0-15,-1 1 0 0,0 6 0 0,-1 1 0 16,1 1 0-16,-1 0 0 0,1-1 0 15,-1 0 0-15,1-2 0 0,-2 2 0 0,2-8 0 16,2 1 0-16,0-4 0 0,-1 0 0 0,1-5 0 16,0-1 0-16,2-2 0 0,-2-3 0 15,1-1 0-15,1-3 0 0,0 1 0 16,0-13 0-16,0 19-44 0,0-19-278 0,-1 17-98 16,1-17-358-16,0 0-136 0,0 17 134 15,0-17-372-15,0 0 288 0,0 0 189 0,0 0 157 0,0 0 125 16</inkml:trace>
  <inkml:trace contextRef="#ctx0" brushRef="#br0" timeOffset="-73326.44">23851 6781 771 0,'9'-14'135'15,"-9"14"27"-15,7-13 33 0,-7 13 34 0,7-9 35 16,-7 9 52-16,5-10 63 0,-5 10 61 15,0 0-26-15,7-11-383 0,-7 11-38 16,0 0 50-16,5-9 245 16,-5 9 100-16,0 0-183 0,0 0-12 15,5-10 17-15,-5 10 4 0,0 0 51 16,0 0 653-16,0 0-72 0,0 0-549 0,0 0-219 16,5-10-27-16,-5 10-11 0,0 0 8 15,0 0-7-15,0 0 7 0,0 0-8 16,0 0 11-16,0 0-10 0,0 0 10 15,0 0-9-15,0 0-1 0,0 0 2 0,0 0 164 0,0 0-207 16,0 0 30-16,0 0-26 0,0 0 5 16,0 0 22-16,0 0 0 0,0 0-31 0,0 0 17 15,0 0 34-15,0 0-51 0,0 0 0 16,0 0 0-16,0 0 0 0,0 0 0 16,5 11 0-16,-5-11 0 0,0 14 0 15,0-14 0-15,0 19 0 16,0-6 0-16,-3 2 0 0,2 1 0 15,0-1 0-15,-1 5 0 0,-1 1 0 16,1 2 0-16,-1 4 0 0,0 3 0 0,0 2 0 16,-1 5 0-16,1 3 0 0,-1 1 0 15,0-1 0-15,-1 1 0 0,0 1 0 16,1 0 0-16,-1-2 0 0,2-2 0 16,0-7 0-16,1-3 0 0,-3 0 0 0,4-6 0 0,-1-3 0 15,0-1 0-15,2-4 0 0,0 0 0 16,-1-1 0-16,1-13 0 0,-1 20 0 0,1-20 0 15,-2 19 0-15,2-19 0 0,-1 12 0 16,1-12 0-16,-2 13 0 0,2-13 0 16,0 0 0-16,-2 14 0 0,2-14 0 15,0 0 0-15,-1 12 0 0,1-12 0 0,0 0 0 0,0 0 0 16,-1 11 0-16,1-11 0 0,0 0 0 16,0 0 0-16,0 0 0 0,0 0 0 0,0 0 0 15,-1 11 0-15,1-11 0 0,0 0 0 16,0 0 0-16,0 0 0 0,0 0 0 15,0 0 0-15,0 0 0 0,0 0 0 0,10-6 0 16,-10 6 0 0,16-16 0-16,-3 6-16 0,7-2-264 15,-1-4 44-15,7 0-8 0,2-4-269 16,6 0-209-16,1 1-125 0,-1-2-393 16,3 1 297-16,1 1 222 0,-2 0 156 0,-5 2 142 15,0 0 87-15</inkml:trace>
  <inkml:trace contextRef="#ctx0" brushRef="#br0" timeOffset="-67329.19">23979 852 273 0,'0'0'54'15,"0"0"10"-15,-18 3 6 0,18-3 11 16,0 0 17-16,0 0 20 0,0 0 14 16,-7-10 28-16,7 10 31 0,0 0 36 15,0-12 31-15,0 12 52 0,3-16 62 0,-3 16 63 16,4-18 68-16,3 7 100 0,-1-2 122 15,1-3 120-15,2 1 31 0,3-2-931 16,0-1 65-16,2-2-10 0,-2 2 2 0,1 0 111 0,0 2-241 16,-3 0 163-16,0 3-61 0,0 0 208 15,-2 1 219-15,1 2-406 0,-5-1 56 16,4 1 20-16,-8 10 14 0,8-14 20 0,-8 14-44 16,7-12-23-16,-7 12 3 0,0 0 3 15,9-11-14-15,-9 11-2 0,0 0-1 16,10-12-21-16,-10 12 4 15,0 0 6-15,4-9-14 0,-4 9 3 16,0 0 4-16,0 0 2 0,0 0-10 16,10-10 9-16,-10 10-14 0,0 0 4 15,0 0 5-15,11-6-8 0,-11 6 3 0,0 0 0 16,0 0 1-16,0 0-4 0,13-7 3 16,-13 7 6-16,0 0-10 0,0 0 8 15,0 0 74-15,0 0-104 0,0 0 16 0,0 0-5 0,0 0 23 16,0 0-7-16,0 0-5 0,0 0-7 15,0 0-4-15,0 0-255 0,0 0-57 16,7 10 153-16,-7-10-323 0,0 0 361 0,0 13 48 16,0-13 57-16,0 0 15 0,2 12 8 15,-2-12 1-15,0 0-9 0,0 0 10 16,7 13-4-16,-7-13 6 16,0 0 17-16,0 0-20 0,7 10 15 15,-7-10-13-15,0 0 102 0,0 0-193 16,0 0 184-16,4 9-109 0,-4-9-43 0,0 0 76 15,0 0 10-15,0 0 60 0,0 0-96 16,0 0 61-16,0 0 1 0,0 0-36 16,0 0 28-16,0 0 69 0,0 0-3 15,0 0-39-15,0 0-6 0,0 0-23 0,0 0 14 0,0 0-26 16,20-1-4-16,-20 1 1 0,0 0-21 16,0 0 23-16,0 0-19 0,0 0 68 0,0 0-96 15,0 0-89-15,8 8 199 0,-8-8-75 16,2 13 0-16,-2-13-7 0,5 19-15 15,0-3 13-15,0 3-5 0,1 0-9 16,-2 9 17 0,4 5-11-16,0 2 17 0,-1 4-17 0,3 5 3 15,0 1-20-15,-3-6-19 0,2 5-271 16,-4-3-124-16,1-3-163 0,-1 1-154 0,-1-3 98 16,-2-4-275-16,1-4 216 0,-1-6 157 15,1-5 139-15,-3-5 84 0</inkml:trace>
  <inkml:trace contextRef="#ctx0" brushRef="#br0" timeOffset="-64063.75">24541 440 220 0,'0'0'44'0,"0"0"8"15,0 0 11-15,0 0 6 0,0 0 10 0,0 0 16 0,0 0 20 0,-12-7 15 16,12 7 24-16,0 0 32 0,0 0 36 15,0 0 29-15,0 0 50 0,0 0 60 16,0 0-11-16,0 0-184 0,0 0-99 0,0 0 82 16,0 0-143-16,0 0 168 0,0 0-46 15,0 0-324-15,0 0 159 0,0 0 82 16,0 0-94 0,0 0 100-16,0 0 85 0,0 0-149 0,0 0 25 15,-3-10-21-15,3 10-14 0,0 0 248 16,0 0-393-16,0 0 135 0,0 0 41 15,0 0-8-15,0 0 29 0,0 0-9 0,0 0 41 16,0 0 48-16,0 0-12 0,0 0-10 16,0 0 37-16,0 0 4 0,0 0-1 15,0 0 35-15,0 0-17 0,0 0 15 0,0 0 10 0,0 0-18 16,0 0 10-16,0 0 7 0,0 0-19 16,0 0-6-16,0 0-10 0,0 0-17 15,0 0-16-15,0 0-4 0,0 0-6 0,0 0 7 16,0 0 9-16,12 5-7 0,-12-5 492 15,0 0-593-15,0 0 24 0,0 0-6 16,5 12-6-16,-5-12 0 0,0 0 4 0,3 16-1 0,-3-16-4 16,4 14-3-16,-4-14 12 0,7 20 6 15,-5-9 9-15,0 1 3 0,0 1-55 16,0 3-20-16,3 2 19 0,-4 2 24 0,2-1-7 16,0 4 7-16,1 2 3 0,-1 1-19 15,1 3 26-15,-1-3-15 0,0 2 9 16,0 0-4-16,2-2-5 15,-1 0-18-15,0 0 31 0,-3-7 296 16,2-3-262-16,-1 3 114 0,-2-6-106 16,2 0-46-16,0-1 22 0,-2-12 2 15,0 19 269-15,0-19-198 0,2 17-104 0,-2-17 0 16,3 15 0-16,-3-15 0 0,2 11 0 16,-2-11 0-16,0 0 0 0,2 15 0 15,-2-15 0-15,0 0 0 0,2 13 0 0,-2-13 0 0,0 0 0 16,0 0 0-16,0 12 0 0,0-12 0 15,0 0 0-15,0 0 0 0,0 0 0 16,2 13 0-16,-2-13 0 0,0 0 0 0,0 0 0 16,0 0 0-16,0 0 0 0,0 0 0 15,0 0 0-15,1 11 0 0,-1-11 0 16,0 0 0-16,0 0 0 16,0 0 0-16,0 0 0 0,0 0 0 15,0 0 0-15,0 0 0 0,0 0 0 16,0 0 0-16,0 0 0 0,0 0 0 15,0 0 0-15,0 0 0 0,0 0 0 0,6 11 0 16,-6-11 0-16,0 0 0 0,0 0 0 16,0 0 0-16,0 0 0 0,0 0 0 0,0 0 0 15,0 0 0-15,0 0 0 0,0 0 0 0,0 0 0 16,0 0 0-16,0 0 0 0,0 0 0 16,0 0 0-16,0 0 0 0,0 0 0 0,0 0 0 15,0 0 0-15,0 0 0 0,0 0 0 16,0 0 0-16,0 0 0 0,0 0 0 15,0 0 0-15,0 0 0 0,0 0 0 0,0 0 0 16,0 0 0 0,0 0 0-16,2-15 0 0,4 5 0 15,-3-5 0-15,7-5 0 0,8-16-206 16,1-11-218-16,7-13-250 0,11-12-279 0,2-3 144 16,15-32 93-16,6-11 103 0,-8 6 92 15</inkml:trace>
  <inkml:trace contextRef="#ctx0" brushRef="#br0" timeOffset="-33056.24">23676 8748 725 0,'0'0'128'0,"0"0"24"16,0 0 29-16,7-9 38 0,-7 9 28 0,0 0 48 15,0 0 60-15,0 0 67 0,0 0 58 16,9-7-454-16,-9 7-20 0,0 0-17 0,0 0 15 16,0 0 11-16,0 0-14 15,0 0 12-15,0 0 18 0,0 0 42 0,0 0-140 16,0 0 79-16,0 0 36 15,0 0-65-15,0 0 31 0,0 0-5 0,0 0 129 16,0 0-84-16,0 0 78 0,0 0-12 16,0 0-13-16,0 0-17 0,0 0 14 15,0 0-33-15,4-12-19 0,-4 12 5 0,0 0-16 0,4-13-2 16,-4 13-12-16,3-12 0 16,-3 12-10-16,4-14 161 0,-4 14-56 0,5-18 105 15,-5 18-115-15,4-17 0 16,-4 17 12-16,1-14-16 0,-1 14-7 0,1-12-6 15,-1 12-15-15,0 0-12 0,-1-16-14 16,1 16-27-16,0 0 17 0,-10-8-8 0,10 8-15 16,0 0-8-16,0 0 4 0,-28 1 1 15,28-1-5-15,-17 8 0 0,17-8-13 16,-20 12 4-16,20-12-2 0,-18 15-19 16,9-8 48-16,0 1-64 0,2 1 21 0,1 0 1 15,-2 1 33-15,2 0-3 0,1 0-17 0,1 0-4 16,-2-1-16-16,6-9 30 0,-6 19-13 0,6-19 0 15,0 16-2-15,0-16 6 0,0 15 4 16,0-15-7-16,5 13 2 0,-5-13-4 16,10 12 4-16,-10-12 6 0,13 12 4 0,-13-12-11 15,18 13-5-15,-18-13 36 16,17 10-63-16,-7-3 35 16,-1 1 12-16,0 0-13 0,-1 1 4 15,0 0-22-15,-1 2 19 0,1-1-2 16,-2 1-4-16,1 0 12 0,-2-1-4 0,-1 2 1 15,0-2 8-15,-2 0-2 0,-2-10-1 16,1 21 0-16,-1-21 0 0,-3 17-1 16,3-17-7-16,-9 16 9 0,9-16-7 15,-13 11-9-15,13-11 30 0,-15 10-15 0,15-10-12 0,-16 3-2 16,16-3 18-16,0 0-9 0,-23 3-90 16,23-3-126-16,0 0-127 0,-21 5-78 0,21-5 14 15,-11 7-56-15,11-7-147 0,-13 10 90 16,13-10-224-16,-9 10 158 0,9-10 143 15,0 0 93-15</inkml:trace>
  <inkml:trace contextRef="#ctx0" brushRef="#br0" timeOffset="-32530.8">24020 8854 1131 0,'0'0'207'16,"0"0"33"-16,0 0 40 0,0 0 57 15,0 0 67-15,0 0 55 0,0 0-171 0,-14 4-262 16,14-4 4-16,0 0 288 0,0 0-378 15,0 0 276-15,0 0 147 0,0 0-26 16,0 0-243-16,0 0 166 0,0 0-147 16,5 10 21-16,-5-10 27 0,0 0 6 0,20-2-11 15,-20 2-37-15,18-5-27 0,-18 5-11 16,22-3-18-16,-22 3 196 16,22-4-318-16,-22 4 157 0,16-2-92 0,-16 2 52 15,0 0 58-15,22-2-230 0,-22 2-30 0,0 0-157 16,0 0-164-16,13 7-131 15,-13-7-87-15,0 0-283 0,0 0 230 0,0 12 156 0,0-12 146 16,0 0 91-16</inkml:trace>
  <inkml:trace contextRef="#ctx0" brushRef="#br0" timeOffset="-32270.97">24036 9011 719 0,'-10'10'128'16,"10"-10"23"-16,-7 9 30 0,7-9 36 15,-6 9 28-15,6-9 48 0,0 0 58 16,-2 10 69-16,2-10 55 0,0 0 95 0,0 0 115 16,8 8-216-16,-8-8-329 0,0 0-22 15,23-4-17-15,-23 4-15 0,23-6-32 16,-23 6-5-16,26-7 203 0,-26 7-556 0,30-8-442 15,-15 3 96-15,1-1 144 0,-16 6 30 0,24-7-219 16,-24 7 155-16,23-6 134 0</inkml:trace>
  <inkml:trace contextRef="#ctx0" brushRef="#br0" timeOffset="-31785.37">24600 8673 1131 0,'-5'-10'207'0,"5"10"33"0,0 0 40 16,0 0 57-16,-7-12 67 0,7 12 55 0,0 0 87 15,0 0-183-15,-7-9 365 0,7 9 120 16,0 0-407-16,0 0-342 0,0 0-83 15,0 0 70-15,-9-7-97 0,9 7 41 16,0 0 33-16,0 0-14 0,0 0-47 0,-4 11 30 16,4-11 19-16,-4 11-18 0,4-11 7 0,-1 17 122 15,1-17-160-15,-2 22 46 0,1-10-65 0,0 2 28 16,1 0-25-16,0 0 24 0,0 0-9 16,-2-2 10-16,2-12 0 0,0 23-4 15,0-23 1-15,0 20-8 0,0-20 11 16,2 16-899-16,-2-16 93 0,0 13 88 0,0-13 105 15,0 0-250-15,0 0 185 0,0 0 156 0,0 0 122 16</inkml:trace>
  <inkml:trace contextRef="#ctx0" brushRef="#br0" timeOffset="-31522.38">24472 8800 1131 0,'0'0'207'0,"-16"3"33"0,16-3 40 16,-17 4 57-16,17-4 67 0,-16 5 55 0,16-5 87 16,0 0 109-16,-17 7-272 0,17-7-224 15,0 0-5-15,-8 7 11 0,8-7-5 16,0 0 557-16,0 0-591 0,11 6-113 16,-11-6-3-16,0 0-11 0,31-2-3 0,-31 2 4 0,30-1 8 15,-12-2-20-15,1-1 22 0,2 2-3 16,-1-2-16-16,2 2-198 0,-3-2-118 15,-1 1-444-15,-18 3 91 0,31-4 101 0,-31 4 87 16,21-4 73-16,-21 4 41 0,0 0-158 16,0 0 130-16</inkml:trace>
  <inkml:trace contextRef="#ctx0" brushRef="#br0" timeOffset="-31221.65">24519 9074 1025 0,'0'0'186'0,"0"0"37"15,0 0 28-15,-1 12 51 0,1-12 61 0,0 0 65 16,0 0 62-16,0 0 99 0,9 8 116 15,-9-8-191-15,0 0-407 0,0 0 79 0,21-1-164 0,-21 1 2 16,17-3-34-16,-17 3 5 0,22-5-200 16,-22 5-195-16,21-4 56 0,-21 4-249 15,23-5 63-15,-23 5 79 0,21-8 55 16,-21 8 50-16,16-9 51 0,-16 9-122 16,18-13 83-16</inkml:trace>
  <inkml:trace contextRef="#ctx0" brushRef="#br0" timeOffset="-30118.97">24930 8485 1131 0,'4'-11'207'0,"-4"11"33"0,0 0 40 0,0 0 57 16,0-12 67-16,0 12 55 0,0 0-327 0,0 0-101 15,0 0 2-15,1-15 11 0,-1 15 18 0,0 0 25 16,0 0 20-16,0 0 22 0,-3-12 49 16,3 12-17-16,0 0 6 0,0 0-2 15,0 0-6-15,0 0-6 0,-4-11 8 16,4 11 5-16,0 0-5 0,0 0-6 15,0 0-14-15,0 0-23 16,0 0-22-16,0 0-17 0,0 0-18 16,0 0 161-16,0 0-178 0,0 0 40 15,-7 14-107-15,7-14 14 0,-3 19 0 0,1-8-3 16,2 2 32-16,0 0 3 0,0 1-6 16,0 0-10-16,2 1 8 0,1-1 10 15,-3-1-11-15,0 0 5 0,1 0-6 16,0-2 1-16,-1-11-7 0,2 21-2 0,-2-21 0 0,2 16 5 15,-2-16-9-15,2 16 15 0,-2-16-17 16,1 14-865-16,-1-14 115 0,2 13 95 0,-2-13 98 16,0 0 84-16,3 16 67 0,-3-16 42 15,1 13-151-15,-1-13 123 0</inkml:trace>
  <inkml:trace contextRef="#ctx0" brushRef="#br0" timeOffset="-29648.99">24911 8911 152 0,'0'0'30'0,"0"0"6"16,0 0 7-16,-18 3 9 0,18-3 9 0,0 0 8 0,0 0 9 15,0 0 16-15,-17 4 20 0,17-4 15 16,0 0 24-16,0 0 30 0,0 0 37 16,0 0 28-16,0 0 49 0,-12 6 61 15,12-6 65-15,0 0 59 0,0 0 98 0,0 0 115 16,0 0 124-16,0 0 136 0,0 0-732 15,0 0-195 1,0 0-6-16,0 0-6 0,0 0 5 0,19-2-7 16,-19 2-5-16,21-10 6 0,-21 10-14 15,23-10 0-15,-23 10 2 0,21-10 6 16,-21 10 28-16,19-10 9 0,-19 10 111 16,14-6 13-16,-14 6-217 0,12-6 149 15,-12 6-157-15,0 0-66 0,14-7-158 0,-14 7-446 16,0 0 60-16,0 0-65 0,12-6 100 0,-12 6 95 15,0 0 79-15,0 0-216 0,0 0 157 0,0 0 123 16</inkml:trace>
  <inkml:trace contextRef="#ctx0" brushRef="#br0" timeOffset="-29179.01">24911 9049 584 0,'0'0'106'0,"0"0"18"0,-2 14 20 16,2-14 29-16,0 0 34 0,0 0 33 0,-3 11 40 0,3-11 57 16,0 0 67-16,0 0 55 0,0 0 87 15,0 0 109-15,4 10 130 0,-4-10 115 0,0 0-147 16,0 0-782-16,0 0 73 0,17 4-57 15,-17-4 3-15,0 0 19 0,14 3-7 16,-14-3-9-16,0 0 15 0,18 9 17 16,-18-9-18-16,10 8-3 0,-10-8 11 0,10 13-5 0,-10-13 6 15,8 17-8-15,-8-17 13 0,5 22-12 16,-3-9 5-16,0 0 4 0,-1 1-12 16,-1-1 16-16,-1 0-9 0,0 1 5 0,0-1-17 15,1-13 10-15,-1 20-11 0,1-20 25 16,-1 16-6-16,1-16 1 0,0 14 159 15,0-14-93 1,0 0-61-16,5 10 7 0,-5-10-15 0,0 0-54 16,0 0 50-16,26-5-13 0,-26 5 4 15,16-8 1-15,-16 8-7 0,23-11-6 16,-23 11-13-16,22-8-549 0,-22 8-355 0,22-10 138 16,-22 10 86-16,16-8 106 0,-16 8 88 15,16-8-222-15,-16 8 156 0,10-11 143 16,-10 11 90-16</inkml:trace>
  <inkml:trace contextRef="#ctx0" brushRef="#br0" timeOffset="16134.58">23149 11057 78 0,'0'0'16'0,"0"0"3"0,0 0 3 0,18-3 5 15,-18 3 4-15,0 0 7 0,23-1 8 16,-23 1 9-16,27-3 11 0,-8 0 3 0,1 0 14 16,6 0 17-16,2-1 19 0,4-1 17 0,5 1 26 15,6 0 33-15,6-1 34 16,1 1 34-16,3 0 53 0,2 0 64 0,-1 0 60 15,0 1 73-15,0 0 102 16,0 0 124-16,-9 1 19 0,5-3-557 0,-8 4 4 16,-2-1 15-16,0 1 19 0,-8 1 24 15,-1 0-16-15,0-2-12 0,-5 1-71 16,-2 1-86-16,-1 0-4 0,-23 0-21 16,35-1-15-16,-35 1-2 0,31 0-13 0,-31 0 7 15,25 1 1-15,-25-1-11 0,0 0 63 0,23 1-111 16,-23-1 16-16,0 0-84 15,0 0-73-15,18 2-152 0,-18-2-442 0,0 0-111 16,0 0 118-16,0 0 94 16,0 0 99-16,0 0 84 0,0 0 70 0,-7 10 41 15,7-10-153-15,0 0 125 0</inkml:trace>
  <inkml:trace contextRef="#ctx0" brushRef="#br0" timeOffset="16784.4">23151 13100 425 0,'-12'7'74'0,"12"-7"16"16,-11 9 18-16,11-9 16 15,0 0 22-15,-12 6 28 0,12-6 35 16,0 0 31-16,0 0 43 0,-8 7 56 16,8-7 68-16,0 0 56 0,0 0 87 15,0 0 111-15,9 7-506 0,-9-7-107 0,0 0 23 16,27 5 36-16,-27-5 86 0,37 2 31 15,-12-3 686-15,4 1-502 0,6 0-289 16,7-1-29-16,11 1-28 0,2-3 442 0,2 1-375 0,2-1-116 16,4-1 4-16,0 1 81 0,-2-1-33 15,2-2 213-15,-6 0 86 0,1 0-321 16,-1 2-43-16,-4-5 0 0,-2 3 0 0,-4 0 0 16,-7-1 0-16,-7 4 0 0,-5 0 0 15,-2-1 0-15,-5 1 0 0,-1 2 0 16,-20 1 0-16,30-5 0 0,-30 5 0 0,25-6 0 0,-25 6 0 15,16-4 0-15,-16 4 0 0,15-6 0 16,-15 6 0-16,14-9 0 0,-14 9-472 16,9-9-56-16,-9 9-1134 0,8-11 379 15,-8 11 303-15,4-19 236 0,-4 5 156 0,-4-1 147 16,4-4 94-16</inkml:trace>
  <inkml:trace contextRef="#ctx0" brushRef="#br0" timeOffset="18684.94">23449 12908 1131 0,'0'0'207'0,"0"0"33"0,0 0 40 0,0 0-253 15,0 0-154-15,0 0 193 0,0 0 41 16,0 0-173-16,1-13 52 0,-1 13 33 16,0 0-4-16,0 0-14 0,0 0 9 15,0 0 11-15,0 0-7 0,0 0 28 16,0 0-102-16,0 0 110 0,0 0-49 0,0 0 22 16,6-9 135-16,-6 9-184 0,0 0 187 15,19-9-102-15,-19 9 10 0,22-11 58 0,-6 3-9 0,-1 1-115 16,4-4-8-16,1-1 87 0,-2 0-170 15,1 3 100-15,1-2-8 0,-2-1 25 16,-3 4 39-16,1 0-2 0,-2-1-18 16,2 3 18-16,-5-1 17 0,-11 7 33 0,19-8 102 15,-19 8 62-15,15-9 18 0,-15 9-9 16,12-7-50 0,-12 7-47-16,0 0-44 0,14-6-25 15,-14 6-25-15,0 0-8 0,12-6-27 0,-12 6-18 16,0 0-5-16,0 0-2 0,0 0-14 15,0 0 12-15,14-4 10 0,-14 4-11 16,0 0 52-16,0 0 1 0,0 0 455 16,0 0-455-16,0 0-74 0,0 0 1 0,0 0-9 15,0 0 23-15,15-5-33 0,-15 5 9 0,0 0 11 16,0 0-11-16,0 0 3 0,0 0 8 0,0 0 36 16,0 0-22-16,0 0 47 0,0 0-14 15,0 0 13-15,0 0-6 0,0 0 38 16,0 0-15-16,0 0 17 0,0 0 296 15,8 10-276-15,-8-10-79 0,0 0-7 16,0 0 1-16,0 12 148 16,0-12-168-16,0 0 10 0,-1 16-5 15,1-16 96-15,-2 16-120 0,2-16 11 16,-3 22-5-16,2-8 1 0,-1 5 5 0,1 2-20 16,-2 2 10-16,2 3-8 0,-1 5 0 15,0-1 0-15,0 10 0 0,1 2 0 16,0 0 0-16,0 3 0 0,1 0 0 15,-1 3 0-15,1-4 0 0,0-2 0 0,0 0 0 0,1-7 0 16,0 4 0-16,0-5 0 0,0-4 0 16,1 1 0-16,-1-2 0 0,0-1 0 0,1-5 0 15,2-4-89-15,-3 0-209 0,-1-5-126 16,3-3-453-16,-3-11-17 0,3 11-406 16,-3-11 304-16,0 0 241 0,0 0 159 15,-3-10 148-15,-1-1 97 0</inkml:trace>
  <inkml:trace contextRef="#ctx0" brushRef="#br0" timeOffset="19922.42">23519 10911 1131 0,'0'0'207'0,"0"0"33"15,0 0 40-15,0 0 57 0,0 0 67 16,0 0 47-16,0 0-419 0,0 0-19 15,0 0 125-15,0 0-184 0,0 0 55 0,0 0 1 16,-16-4 67 0,16 4-110-16,0 0 48 0,0 0 69 15,7-10-195-15,-7 10 156 0,10-12 71 16,-4 2-169-16,5 0 138 0,0-1-100 0,1-2-3 16,3-4 2-16,0-2 28 0,1 0-11 15,2-3-9-15,-2 3 9 0,-1 2-9 16,-1-2 14-16,0 2-8 0,-1 0-12 15,-2 3 14-15,-1 2 14 0,0-1 17 0,-2 3 51 0,-1 1 101 16,-7 9 68-16,13-17 55 0,-13 17 28 16,10-13-31-16,-10 13-28 0,6-10-33 0,-6 10-43 15,5-10-39-15,-5 10-31 0,0 0-23 16,10-13-15-16,-10 13-28 0,0 0-14 16,0 0-4-16,9-7-6 0,-9 7-6 15,0 0-16-15,0 0 8 16,0 0-16-16,0 0 9 0,0 0-10 15,16 6-12-15,-16-6 8 0,0 0 70 16,9 13-52-16,-9-13-9 0,4 13-29 16,-4-13 98-16,3 15-104 0,-3-15 25 0,4 18 6 15,-4-18 0-15,2 22 9 0,-2-9-6 16,0 0 2-16,1 2-6 0,-1 0 23 16,-1 3-2-16,1 2 76 0,0-1-231 0,-2 3 160 0,2 1-38 15,0 5 6-15,-2 1 14 0,1 4-20 16,-1 0 12-16,2 1-1 0,-1 0 0 15,0 1 1-15,2-3-26 0,-2-3 21 16,1 0-10-16,0-3 8 0,0-2 1 0,1-3 1 16,-1 1-21-16,1 0 19 0,-1-5-143 15,2-2-358-15,1 1-208 16,-3-2-534-16,2-2 299 0,-2-12 220 0,3 19 158 16,-3-19 142-16,0 0 86 15</inkml:trace>
  <inkml:trace contextRef="#ctx0" brushRef="#br0" timeOffset="20900.86">24798 13148 1131 0,'0'0'207'0,"-3"-19"33"16,3 19 40-16,-1-18 57 0,1 18 67 0,-3-17 55 0,3 17 87 15,-3-15 109-15,3 15 130 0,-4-13-37 0,4 13-590 16,0 0 135-16,-6-16-279 0,6 16 75 16,0 0-95-16,0 0 15 0,-7-8-6 15,7 8-8-15,0 0 12 0,0 0-4 16,-2 16 35-16,2-16-24 0,0 16-14 0,0-16-6 16,2 22 7-1,-2-22 1-15,2 23-2 0,-2-10-5 16,0 0-14-16,0 0 31 0,1 0-13 15,-2-1 7-15,1-12-6 0,0 22 8 0,0-22-10 16,-2 17-4-16,2-17-58 0,-2 16-208 16,2-16-230-16,-4 12-124 0,4-12-65 15,0 0 102-15,0 0 89 0,0 0 75 16,-14-7 45-16,14 7 53 0,-10-21-137 0,6 8 103 0</inkml:trace>
  <inkml:trace contextRef="#ctx0" brushRef="#br0" timeOffset="21101.34">24710 13079 1046 0,'-3'-13'191'0,"3"13"35"15,-5-17 31-15,5 17 52 0,-3-15 62 16,3 15 63-16,0-14 68 0,0 14-1 16,1-13-348-16,-1 13 11 15,9-13 7-15,-9 13 20 0,13-18-21 16,-6 11-16-16,5-3-25 0,-1 1-29 16,1 0-20-16,0 1-20 0,0 0-20 15,-1 1-3-15,0 1-9 0,-11 6-1 0,24-9-13 16,-24 9-8-16,19-10-85 0,-19 10-210 15,17-4-47-15,-17 4-176 0,0 0-61 16,17-4-239-16,-17 4 169 0,0 0 156 0,0 0 112 16</inkml:trace>
  <inkml:trace contextRef="#ctx0" brushRef="#br0" timeOffset="21348.7">24815 13069 1097 0,'-6'16'200'0,"6"-16"33"15,-4 12 38-15,4-12 55 0,-3 12 64 16,3-12 59-16,0 0 79 0,0 0 105 16,5 11 127-16,-5-11-306 0,0 0-364 0,12 6-19 15,-12-6-18-15,0 0-8 0,20 0-91 0,-20 0-272 16,0 0-88-16,23 2-264 0,-23-2-289 0,0 0 227 15,19-2 158-15,-19 2 143 0,0 0 90 16</inkml:trace>
  <inkml:trace contextRef="#ctx0" brushRef="#br0" timeOffset="21533.57">24805 13366 1131 0,'-3'13'207'0,"1"-2"33"0,2-11 40 15,-2 15 57-15,2-15 67 0,0 0 55 16,2 13 87-16,-2-13 109 0,0 0 130 16,0 0 115-16,15 4-334 15,-15-4-778-15,0 0-652 0,19-2 115 16,-19 2 94-16,15-6-272 0,-15 6 215 16,18-4 157-16,-18 4 139 0,18-5 84 0</inkml:trace>
  <inkml:trace contextRef="#ctx0" brushRef="#br0" timeOffset="21965.79">25039 13435 1131 0,'0'0'207'0,"0"0"33"16,0 0 40-16,0 0 57 0,0 0 67 0,0 0 55 16,0 0 87-16,0 0 109 15,0 0 130-15,0 0 115 0,-1-14 180 0,1 14-438 16,0 0-616-1,0 0-37-15,0 0 26 0,0 0-52 16,0 0 51-16,0 0-1 0,0 0-14 0,-21 6 5 16,21-6-6-16,0 0-3 0,-3 18 6 15,3-18-9-15,-3 17 8 0,3-17-2 16,0 22 1-16,0-9 3 0,3-1 11 16,-3 2-20-16,3-1 19 0,1-2-15 0,-2 0 8 15,2 1-11-15,3-2 8 0,-4 0-4 0,-3-10-1 16,12 15 0-16,-12-15 0 0,12 11 2 0,-12-11 2 15,0 0-3-15,19 2-3 0,-19-2 5 16,11-6 0-16,-11 6-1 0,9-16 3 16,-5 6 3-16,2-2-4 0,-4-1-7 0,0 0 10 15,-2 1 5-15,1-1-1 16,-1 13-38-16,-3-22 49 0,3 22-11 0,-5-17-10 0,5 17 4 16,-15-12-6-16,15 12-203 0,-16-4-426 15,16 4-153-15,-26 4-42 0,26-4 100 0,-27 3 100 16,27-3-260-16,-26 7 199 0,13-2 157 15,13-5 130-15</inkml:trace>
  <inkml:trace contextRef="#ctx0" brushRef="#br0" timeOffset="22589.38">24711 10575 1131 0,'0'0'207'0,"0"0"33"0,0 0 40 16,-5-11 57-16,5 11 67 16,0 0 55-16,0 0-272 0,-7-10-139 15,7 10 7-15,0 0 56 0,0 0 171 16,0 0-415-16,0 0 112 0,0 0 11 15,0 0 13-15,0 0 34 0,-11 8-22 0,11-8-14 16,-2 21 9-16,2-6 16 0,0 0-9 16,-2 6-21-16,2-1 5 0,-1 3 50 15,0 0-57-15,1 1 23 0,0-1 19 0,0 2 90 0,-2-1-171 16,1 4-11-16,1-5 38 0,-2 1-7 16,2-2 17-16,-2-1 0 0,-2-2 3 15,4-3-18-15,-4-1-17 0,2-1-73 0,2-14-374 16,-6 19 74-16,6-19-211 0,-8 10 156 15,8-10 104-15</inkml:trace>
  <inkml:trace contextRef="#ctx0" brushRef="#br0" timeOffset="22952.6">24622 10657 1131 0,'0'0'207'16,"0"-14"33"-16,0 14 40 0,0 0 57 16,-1-18 67-16,1 18 55 0,0 0-336 0,0 0-163 15,0 0 37-15,1-13 40 0,-1 13-34 16,0 0-9-16,0 0 55 0,0 0-12 16,0 0 49-16,22-3 61 0,-22 3-23 0,20-9-7 15,-5 5-15-15,1-3 3 0,1 1-14 0,-1-2-30 16,1 1-8-16,0 1-15 0,0 1-6 15,-1 0 3-15,-16 5-18 0,23-8 8 0,-23 8-8 16,19-6 20-16,-19 6 254 0,15-5-345 16,-15 5-36-16,0 0 118 0,0 0-24 15,0 0 1-15,0 0 9 0,0 0-3 0,0 0-18 16,0 0-72 0,0 0-126-16,18 3-25 0,-18-3-189 15,0 0-75-15,0 0 74 0,-3 13 42 16,3-13 54-16,0 0 50 0,0 0-119 15</inkml:trace>
  <inkml:trace contextRef="#ctx0" brushRef="#br0" timeOffset="23284.59">24693 10856 603 0,'0'0'111'16,"-4"12"16"-16,4-12 22 0,-5 9 31 0,5-9 35 0,0 0 30 16,-2 11 47-16,2-11 56 0,0 0 71 15,0 0-26-15,-4 12-255 0,4-12-12 16,0 0 13-16,0 0-19 0,0 0-10 16,0 0 7-16,0 0 11 0,15 7-30 0,-15-7-5 15,0 0-17-15,0 0-27 0,23-3 7 16,-23 3-13-1,0 0-14-15,23 0-7 0,-23 0 18 16,0 0-30-16,20-3-34 0,-20 3 42 0,0 0-6 16,0 0 26-16,26-1-15 0,-26 1-12 15,0 0-133-15,0 0 146 0,22 3-473 16,-22-3 112-16,0 0 25 0,0 0-144 16,14 4-216-16,-14-4 157 0,0 0 123 0</inkml:trace>
  <inkml:trace contextRef="#ctx0" brushRef="#br0" timeOffset="23611.88">24729 11083 1131 0,'0'0'207'0,"-11"13"33"0,11-13 40 15,-7 9 57-15,7-9 67 0,-9 10 55 16,9-10 87-16,0 0-95 0,-6 8-336 0,6-8 7 15,0 0-11-15,0 0 3 0,0 0-12 16,0 0-11-16,0 0-19 0,0 0-22 16,20 5 16-16,-20-5-23 0,0 0 9 0,23-3-33 15,-23 3-10-15,17-3 7 16,-17 3-9-16,21-4 2 0,-21 4-1 0,0 0-7 0,28 0 6 16,-28 0 6-16,0 0-4 0,25 0-35 15,-25 0 26-15,0 0-6 0,22 0 28 0,-22 0-33 16,0 0 1-16,0 0-80 0,20-1-203 15,-20 1-1-15,0 0-315 0,13-6 92 16,-13 6 77-16,0 0 51 0,0 0-176 16,13-8 142-16,-13 8 86 15</inkml:trace>
  <inkml:trace contextRef="#ctx0" brushRef="#br0" timeOffset="34111.71">22433 14782 209 0,'0'0'41'0,"0"0"8"0,0 0 10 0,0 0 9 16,0 0 7-16,0 0 15 15,0 0 17-15,0 0 19 0,-12 5 20 0,12-5 29 16,0 0 35-16,0 0 31 15,0 0 43-15,0 0 58 0,0 0-272 0,0 0 80 16,0 0-124-16,0 0-30 0,0 0 10 16,0 0 1-16,0 0-38 0,-11 7 91 15,11-7 70-15,0 0-156 0,0 0 40 0,0 0-3 16,-13 8 173-16,13-8-162 0,0 0 59 16,0 0-46-16,-15 6-15 0,15-6 18 0,0 0-24 15,0 0 15-15,-13 6 46 16,13-6-50-16,0 0 51 0,0 0-140 0,0 0 111 15,0 0 1-15,-22 0-235 16,22 0 291-16,0 0-144 0,-10-7 94 0,10 7-54 16,-5-12-9-16,5 12 27 0,-4-12 137 0,4 12-183 15,-2-21 34-15,1 10-35 16,1-2 23-16,2 0 10 0,3-1-2 0,-1-2 11 16,2 1-8-16,-1-1-11 0,3 3 12 15,2-1-4-15,1 0 1 0,0 1-32 0,1 0 23 16,3 0 2-16,-1 2 7 15,2 2-11-15,-1-1 13 0,0 1 0 0,3 2 1 16,-4 1 12-16,1 0-15 16,-1 0 9-16,-14 6-18 0,26-4-4 0,-26 4 4 15,24 0 55-15,-24 0-101 0,21 4 62 16,-21-4-4-16,22 13-7 0,-12-5 48 0,1 5-105 16,-3-2 175-16,1 4-141 0,1 0 23 15,-3 2-7-15,-1-1 59 0,0 3-65 16,-1 0 15-16,1 1-29 0,-4 0 82 15,0 1-84-15,-2 1-16 0,-1-1 49 0,-2 0 14 16,-1 4-3-16,-2-1-11 0,-1 2-38 0,1-1 67 16,-6 4-21-16,1-4 21 0,0-2-34 15,-5 3-44-15,2-1 126 0,-2 0-88 0,2-6-86 16,-1 0 216-16,1-2-126 0,-3 1 43 16,2-4 38-16,-1 1-242 0,-1-2 242 15,0 1-62-15,-1-3 12 0,2-1-20 16,0-1-9-1,0-1-19-15,0-1 45 0,0 1-129 0,1-4 219 16,15-4-110-16,-25 8 70 0,25-8-14 16,-19 2-40-16,19-2 12 0,0 0-25 15,-17-7 22-15,17 7-14 0,-4-14 40 16,4 14-97-16,2-18 146 0,4 9-98 0,-1-1-11 16,1 1-86-16,1 1 100 0,2 0 2 15,-9 8 93-15,15-13-132 0,-15 13-21 0,19-10 55 0,-19 10 22 16,18-6-30-16,-18 6 0 0,19-2 11 15,-19 2-2-15,0 0-43 0,31 4-67 16,-31-4 338-16,23 9-536 0,-13-3 350 16,2 4 102-16,0 0-204 0,-1 0 59 15,0 1 57-15,1 0-47 0,-2 1-11 0,0-1-26 16,0-1 35-16,-3 3 0 0,0-4-40 0,2 1 43 16,-9-10-53-16,11 18 60 0,-11-18-7 0,11 14 3 15,-11-14-16-15,7 15-12 0,-7-15-12 16,8 11 11-16,-8-11-71 0,4 11-73 15,-4-11-299-15,0 0 5 0,0 0 55 0,0 0 49 16,0 0 51-16,0 0-122 16,2-12 84-16</inkml:trace>
  <inkml:trace contextRef="#ctx0" brushRef="#br0" timeOffset="35056.58">23183 14609 176 0,'8'-12'34'0,"-8"12"7"16,0 0 10-16,8-10 9 0,-8 10 8 0,0 0 8 16,8-11 15-16,-8 11 19 0,0 0 16 15,6-12 22-15,-6 12 30 0,0 0 35 0,4-12 30 16,-4 12 45-16,0 0 57 0,0 0 70 15,2-12-55-15,-2 12-291 0,0 0-58 16,-2-10-18-16,2 10 18 0,0 0 22 16,-9-11-26-1,9 11-17-15,0 0 20 0,-9-8 21 16,9 8 11-16,0 0-27 0,-14-5-13 0,14 5-20 16,0 0 68-16,0 0-45 15,-28 2 1-15,28-2-37 0,-16 6-15 0,16-6 32 16,-21 9-20-16,11-3 27 0,-2 1 73 0,0 2-118 15,0 1-229-15,0 0 518 16,-1 1-243-16,1 0-3 0,1 2-7 0,1 0 17 16,-1 0 31-16,4 0-37 0,-1 2 60 15,3-2-56-15,1-1-4 0,0 0 29 0,2 2 0 16,1-1-58-16,2-1 39 16,2 1 7-16,1-1-45 0,0-1 26 0,1 2 1 15,2 0-20-15,-1 0 35 0,3-1-47 0,-2 0 70 0,1-1-125 16,0 1 123-16,3 1-60 0,-3-1 37 15,1 1 23-15,1-2-13 0,-1 1-6 0,0 1 8 16,-1 2 23-16,0-1 13 0,-1-1-72 16,-1 0 41-16,-1-1-43 0,0 1-6 15,-3 0 14-15,1 0 38 0,-1 0 20 16,-2 0-28-16,0-1-52 16,-2 3-76-16,-2-2 181 0,0-2-13 15,-1 1-78-15,-1 1 20 0,-3 0-14 16,-2-3 20-16,1-1-10 0,-3 2 0 15,-1-2 10-15,1-1 4 0,-4-1 22 0,2 0 147 16,-1-2-8-16,16-5-193 0,-32 5 376 16,32-5-461-16,-27 2 189 0,27-2-69 15,-21 3-68-15,21-3 58 0,0 0 8 0,-27 0-50 0,27 0-200 16,0 0-64-16,0 0 117 0,-19-5-239 16,19 5 44-16,0 0-163 0,-4-10 134 15</inkml:trace>
  <inkml:trace contextRef="#ctx0" brushRef="#br0" timeOffset="35687.88">23542 14705 1131 0,'0'0'207'0,"0"0"33"0,0 0 40 16,0 0 57-16,0 0 67 0,0 0-247 16,0 0-106-16,0 0 3 0,0 0-2 0,0 0 3 15,16 4-14-15,-16-4 9 0,0 0 17 0,-2 16 4 16,2-16 1-16,-2 22 4 0,1-9 16 16,-2 3 317-16,0 2-118 0,1 3-287 0,-1 0 68 15,1 1-21-15,0 2-4 0,0-2 9 16,-1 7 18-16,2 1-40 0,1 0 264 15,-2-1-330-15,4 0 118 0,-2-5-73 16,0-1-10 0,4-1-10-16,-4-2 7 0,1-1 4 15,0-5-5-15,-1 1-8 0,0-2 4 0,1-1 17 16,-1-12-19-16,0 17-16 0,0-17-218 0,-1 11-70 16,1-11-278-16,0 0 87 15,0 0-222-15,-6-11 157 0,6 11 141 0,-4-19 87 16</inkml:trace>
  <inkml:trace contextRef="#ctx0" brushRef="#br0" timeOffset="36034.65">23328 14973 1131 0,'0'0'207'0,"0"0"33"0,-20 4 40 15,20-4 57-15,0 0 67 0,-15 6 55 16,15-6 87-16,0 0 109 0,0 0 130 0,0 0-456 16,-8 9-289-16,8-9 75 0,0 0 69 0,0 0 61 15,0 0 23-15,23 2-40 0,-23-2 642 16,23-4-872-16,-23 4 10 0,34-3-8 16,-11 2 0-16,-1-2 4 0,5 0-2 0,3 0-19 15,-3-1 51-15,1 1-25 0,1 1-17 16,1-1 12-16,-7 2-10 0,-1-1-1 15,-3 1 9-15,1 0-12 16,-20 1 13-16,32-2-10 0,-32 2-4 16,25-3-15-16,-25 3-937 0,18-3 93 15,-18 3 118-15,0 0 93 0,16-7 99 16,-16 7 85-16,7-9-219 0,-7 9 156 16,2-13 131-16</inkml:trace>
  <inkml:trace contextRef="#ctx0" brushRef="#br0" timeOffset="36535.89">23845 14728 1131 0,'0'0'207'0,"0"0"33"0,0 0 40 16,0 0 57-1,17 5 67-15,-17-5 55 0,0 0 87 16,24 5 109-16,-24-5 130 0,25 2 115 0,-25-2 140 15,26 0-1035-15,-26 0 6 0,28-3 106 16,-28 3-226-16,32-5 92 0,-16 1 41 16,2 0 10-16,-4-2-31 0,4-1-22 15,-2-2 17-15,0 0-59 0,2-1 74 0,-1-3-8 16,-4 2-17-16,0-1 8 0,-2 0 13 0,0-1-8 16,-3 0-2-16,1 0 1 0,-5 1 55 15,3 1 54-15,-7 11-1 0,7-18-52 0,-7 18-3 16,6-15-15-16,-6 15-10 0,3-11-3 15,-3 11-8-15,0 0-2 0,0 0 0 16,2-12-4-16,-2 12-1 0,0 0-4 16,0 0-1-16,0 0 3 15,-4 18 23-15,2-8 2 0,0 3-27 16,-4 3 5-16,3 1 110 0,0 4-56 16,-2 3-37-16,1 1-14 0,0 3 57 0,0-2-106 15,1 3 66-15,1 3-40 0,-4 3 22 16,3 1-1-16,0 2-1 0,1 2 0 15,4-5-2-15,-5-1-5 0,3-1 5 16,1-2-7-16,1 0 4 0,0-3-10 0,-1-5-73 0,0-4-80 16,1 1-121-16,0-1-296 0,-2-6-379 15,1 0 142-15,-1-13 94 0,0 19 103 16,0-19 92-16,-4 12-225 0,4-12 157 0,0 0 147 16,-12 7 95-16</inkml:trace>
  <inkml:trace contextRef="#ctx0" brushRef="#br0" timeOffset="36905.61">23920 15284 1131 0,'0'0'207'0,"-23"6"33"0,23-6 40 0,-20 6 57 16,20-6 67-16,-17 5 55 0,17-5 87 16,0 0 109-1,-15 4 74-15,15-4-685 0,0 0 54 0,0 0 227 16,-14 5-28-16,14-5-19 0,0 0-40 15,0 0 9-15,0 0 4 0,0 0 542 16,15-6-741-16,-15 6-27 0,22-5-2 16,-2 0-8-16,-2 2-9 0,4-1-7 15,6 1 9-15,-1-1-25 0,5 1 67 0,2-3-41 16,1 3-8-16,2-3 13 0,-1 2-12 0,-5 1 25 16,-1-1 40-16,0 2 284 0,-1-2-351 0,-7 2 0 15,-1-1 0-15,-2 0 0 0,-2 1 0 16,-17 2 0-16,30-5 0 0,-30 5 0 15,23-3 0-15,-23 3 0 0,0 0 0 16,25-4 0-16,-25 4 0 0,0 0-212 0,17-6-320 16,-17 6-275-1,9-8-109-15,-9 8-409 0,3-14 306 16,-3 14 252-16,0-20 156 0,-2 5 154 16,0-2 98-16</inkml:trace>
  <inkml:trace contextRef="#ctx0" brushRef="#br0" timeOffset="105664">23128 16127 1131 0,'0'0'207'15,"0"0"-47"-15,-13-5-89 0,13 5 208 0,0 0-218 16,-17-6 38-16,17 6-38 0,0 0 279 16,-17-7-227-16,17 7-51 0,-13-7 209 15,13 7-151-15,-10-9-66 0,10 9-5 16,-9-9-19-16,9 9-14 0,0 0-24 0,-12-11 51 0,12 11 23 16,0 0-7-16,-9-11-21 0,9 11 3 15,0 0-8-15,0 0 8 0,-4-11-19 16,4 11 2-16,0 0-1 0,13-6-9 0,-13 6 98 15,27-3-130-15,-6 0 34 0,9 0-24 16,5-2 13-16,6 2 45 0,12 0-39 16,4-2 3-1,5 5 25-15,1-4-22 0,3 0 50 0,2 2 3 16,0-1 10-16,12 0 0 0,-14 0 14 16,3 0-22-16,-3 2 223 0,-1-2-196 15,-3 2 7-15,-5-1-28 0,-4 2 7 0,-9 0-21 16,-4 0-9-16,-7 0-8 15,-4 0-18-15,-3 3 1 0,-3-3-1 0,-4 2-17 16,-19-2 4-16,32 2-10 0,-32-2-3 0,28 4 6 16,-28-4-2-16,21 7-153 0,-21-7-204 0,0 0-306 15,19 4 98-15,-19-4 84 0,0 0 67 16,0 0 42-16,0 0 55 0,-11-9-129 16,11 9 93-16</inkml:trace>
  <inkml:trace contextRef="#ctx0" brushRef="#br0" timeOffset="106303.21">23118 17159 1131 0,'-12'11'207'16,"12"-11"33"-16,-12 10 40 0,12-10 57 0,-9 10 67 16,9-10 55-16,0 0-320 15,-9 10-98-15,9-10-47 0,0 0 25 0,0 0-26 16,-6 12-2-16,6-12 11 0,0 0 23 15,0 0-29-15,9 9 21 0,-9-9 14 16,15 4 3-16,-15-4 21 0,26 6 3 0,-6-3 10 0,6 0-8 16,2 0 11-16,10-1 28 0,4 1 310 15,9 0-171-15,6 0-203 0,0 0 61 0,6 1-45 16,5-1 2-16,-3-2 8 16,1 1 5-16,1 0-25 0,-1-2-2 0,-1 0 41 15,-4 0 65-15,-3-3 48 0,-3 3 19 16,-10 0 5-1,-9 0-17-15,-4-2 12 0,-9 2 107 0,1-1 116 16,-24 1 1-16,39-1-272 0,-39 1-28 16,26-1 393-16,-26 1-539 0,24-2 8 15,-24 2-278-15,21-2-228 0,-21 2-432 16,0 0 64-16,25-7 118 0,-15 0 95 0,-2-2 100 16,0-5 83-16,-2-3-219 0,-1-3 157 15,-3-2 134-15</inkml:trace>
  <inkml:trace contextRef="#ctx0" brushRef="#br0" timeOffset="107703.58">23435 15760 1131 0,'0'0'207'15,"0"0"33"-15,0 0 40 0,0 0 57 0,0 0 3 16,0 0-300-16,18-5-27 0,-18 5-5 16,0 0 2-16,0 0-32 0,17-4 91 15,-17 4-117-15,0 0 77 0,0 0 353 0,15-6-153 0,-15 6-275 16,0 0 77-16,0 0 56 16,0 0 34-16,0 0 23 0,0 0 20 0,14-5 12 15,-14 5 9-15,0 0 571 16,0 0-371-16,0 0-329 0,0 0 26 0,9-9-16 15,-9 9-26-15,0 0 0 0,0 0 11 0,0 0-12 0,0 0 147 16,0 0-219-16,9-8 13 16,-9 8-34-16,0 0 74 0,0 0-17 0,0 0 8 15,0 0 14-15,0 0-16 16,0 0-7-16,0 0 19 0,9 6-1 0,-9-6 18 16,0 0 6-16,1 16 7 15,-1-16 3-15,0 13 30 0,0-13 355 0,1 22-255 16,-1-9-131-16,-1 3 7 15,1 2-21-15,-1 2 98 0,0 1-34 0,0 0-129 16,1 3 32-16,0-1 148 0,0 0-182 16,0-2-26-16,0 0 92 0,0-2-20 0,1 0-8 15,-2-3 30-15,1 0-3 0,-2-1 5 0,1-2 5 16,0-1 187-16,1-12-109 16,-1 20-86-16,1-20 43 0,-1 19-54 0,1-19-20 15,0 16-11-15,0-16 1 16,-2 16-1-16,2-16 10 0,-1 16-13 0,1-16 16 15,-2 15-21-15,2-15 33 0,1 20-22 0,-1-20-5 16,1 17 6-16,-1-17-42 0,2 19 79 16,-2-19-42-16,0 16 3 15,0-16-10-15,1 13 31 0,-1-13-24 0,0 15 0 16,0-15 15-16,0 0-23 0,1 14 18 0,-1-14-5 16,0 0-2-16,1 13 12 15,-1-13-14-15,0 0 4 0,0 0-3 0,2 12 10 16,-2-12-13-16,0 0 5 15,0 0 11-15,0 0 4 0,8 9-18 0,-8-9 6 16,0 0-5-16,0 0 3 0,17-5-1 16,-17 5-1-16,12-6 0 0,-12 6 3 0,19-10 29 15,-19 10-48-15,24-13 14 16,-11 6-10-16,2 1 52 0,-2-1-84 0,1 0-120 16,-2-1-152-16,-1 0-295 0,-1 0-333 0,-3-2-416 15,-3-1 309-15,1-1 263 16,-3-5 160-16,-2-4 156 0,1 1 106 0</inkml:trace>
  <inkml:trace contextRef="#ctx0" brushRef="#br0" timeOffset="108601.67">23276 16893 539 0,'0'0'99'0,"0"0"18"0,-13-6 16 15,13 6 25-15,0 0 33 0,-9-9 35 0,9 9 31 16,0 0 52 0,0-14 62-16,0 14 63 0,5-13 68 15,-5 13 99-15,11-15-385 0,-3 5-7 0,-1 0-129 16,5 2-245-16,-3-1 266 16,-1 0-97-16,2 0-6 0,-2 2 67 0,-8 7 33 15,13-13 77-15,-13 13 100 0,12-11 50 16,-12 11 13-16,8-9-14 0,-8 9-30 15,0 0 755-15,11-9-909 0,-11 9-126 0,0 0-5 0,7-9 0 16,-7 9-5-16,0 0 1 0,0 0 0 16,0 0-6-16,0 0 2 0,0 0 8 0,8-7 7 15,-8 7 6-15,0 0 3 0,0 0 80 16,0 0-49-16,0 0-43 0,3 14 17 16,-3-14 3-16,0 0 4 0,1 18 208 15,-1-18-154 1,1 17-91-16,-1-17 0 0,0 25 0 0,0-10 0 15,0 3 0-15,0 3 0 0,0 1 0 16,1 2 0-16,-1 1 0 0,2 6 0 16,-2-1 0-16,0 10 0 0,0 2 0 15,0 1 0-15,1 1 0 0,-1 1 0 0,-1 0 0 16,1-1 0-16,0-1 0 0,-2-3 0 16,2-7 0-16,-1-1 0 0,1-4 0 0,-1-6 0 0,1 0 0 15,-1-2 0-15,1-6 0 0,0-14 0 16,-1 19-202-16,1-19-331 0,0 0-985 15,0 0 148-15,0 0 308 0,3-19 267 0,-4-4 162 16,0-6 156-16,1-3 108 16</inkml:trace>
  <inkml:trace contextRef="#ctx0" brushRef="#br0" timeOffset="109790.71">24564 17186 1131 0,'0'0'207'16,"0"0"33"-16,0 0 40 0,-10-7 57 0,10 7 67 15,0 0 55-15,0 0 87 0,0 0 109 16,-12-8 10-16,12 8-744 0,0 0 250 0,0 0-191 16,0 0 17-16,0 0-5 15,0 0 17-15,0 0-15 0,-4 14 30 0,4-14-16 16,1 21-2-16,-1-6 25 0,-1 1 254 0,0 4-220 16,0 0 72-16,1 2-68 15,-2 1-8-15,-1 1-2 0,2-1 179 0,0-2-219 16,-1 0-8-16,0-2 2 15,0 0-1-15,2 1 16 0,-4-6 5 0,3-1-20 0,0-2 0 16,1-11-3-16,0 19-11 16,0-19 14-16,-2 15-18 0,2-15-59 0,0 0-257 15,0 0-133-15,0 0 2 16,0 0-84-16,0-19 66 0,0 19 39 0,0-25 112 16,2 11-96-16,-2-3 41 0,0-1 241 0,-2 0 244 15,2 2 13-15,-1 0 0 16,0 0 51-16,-4 0-43 0,2 4 3 0,0-1 27 15,-2 0 77-15,1 3 368 16,-1-2 121-16,-1 2-101 0,6 10-496 0,-7-17-37 0,7 17 265 16,-5-15-333-16,5 15-3 15,-2-13-14-15,2 13 7 0,1-14 0 0,-1 14 11 16,8-11 23-16,-8 11 27 16,18-13 32-16,-8 6 24 0,4 0 668 0,4 1-703 15,2 0 7-15,2-1-76 0,1-1 16 0,0 1-12 16,-6 3-21-16,2-2 23 15,-1 0-2-15,-3 2 1 0,-15 4 19 0,23-7 311 0,-23 7-290 0,22-5-39 16,-22 5-33-16,11-6 4 0,-11 6-19 16,0 0-160-16,11-8-145 0,-11 8-87 15,0 0-601-15,0 0-428 0,0 0 314 16,0 0 280-16,-11-6 180 0,11 6 156 16,0 0 119-16</inkml:trace>
  <inkml:trace contextRef="#ctx0" brushRef="#br0" timeOffset="110028.95">24496 17279 426 0,'-5'11'75'0,"-2"-2"15"16,7-9 17-16,-1 12 19 0,1-12 20 0,0 0 29 16,14 11 35-16,-14-11 31 0,20 1 43 0,-20-1 58 15,23 4 67-15,-23-4 55 0,24 3 89 16,-24-3 111-16,24 2 129 0,-24-2 119 0,20 5 183 15,-20-5-462-15,19 4-615 0,-19-4-48 16,17 4-134-16,-17-4-19 0,0 0-65 16,19 4-307-16,-19-4-41 0,0 0 29 15,8 10-79-15,-8-10-22 0,0 0-277 0,-7 13 222 0,7-13 155 16,-11 14 144-16,3-6 86 0</inkml:trace>
  <inkml:trace contextRef="#ctx0" brushRef="#br0" timeOffset="110213.82">24471 17552 1054 0,'-7'8'192'0,"7"-8"35"16,-8 13 33-16,8-13 51 0,0 0 62 15,7 15 64-15,-7-15 68 0,18 9 100 16,-18-9 122-16,25 6 121 0,-8-3 128 16,-17-3-967-16,32 6-18 0,-32-6-5 0,31 3-60 15,-31-3-810-15,30 2 123 0,-30-2 92 16,28 0 100-16,-28 0-236 0,27-5 167 15,-27 5 155-15,22-6 110 0</inkml:trace>
  <inkml:trace contextRef="#ctx0" brushRef="#br0" timeOffset="110646.05">24786 17597 1131 0,'2'10'207'16,"-2"-10"33"-16,0 0 40 0,0 0 57 15,-6 12 67 1,6-12 55-16,0 0 87 0,0 0 109 15,0 0 130-15,-8 10 115 0,8-10 180 16,0 0-403-16,-9 8-187 0,9-8-490 0,0 0 0 16,-9 11 0-16,9-11 0 0,-4 14 0 15,4-14 0-15,-5 18 0 0,3-6 0 16,-2 1 0-16,2 2 0 0,-3 2 0 0,1 1 0 16,1 2 0-16,0 0 0 0,1 2 0 0,0 0 0 15,2-3 0-15,1 3 0 0,0-5 0 0,2 2 0 16,2-1 0-16,0-4 0 0,1 1 0 15,0-5 0-15,0-1 0 0,-6-9 0 16,12 10 0-16,-12-10 0 0,0 0 0 16,16-9 0-16,-9 0 0 0,-1-1 0 0,-2-3 0 15,1-3 0 1,-1-1 0-16,-2 2 0 0,1-4 0 16,-2 5 0-16,0-1 0 0,-1 0 0 0,-1 2 0 15,0 0 0-15,-2 3 0 16,3 10 0-16,-7-13 0 0,7 13 0 0,-17-10 0 15,17 10 0-15,-21-4 0 0,21 4 0 16,0 0 0-16,-25-1 0 0,25 1-8 16,-18-4-554-16,18 4-68 0,-12-5-337 0,12 5 144 0,-5-17-390 15,5 17 297-15,3-24 211 0,-1 3 156 16,0-5 136-16,6-6 84 0</inkml:trace>
  <inkml:trace contextRef="#ctx0" brushRef="#br0" timeOffset="111332.13">24781 15943 466 0,'-16'-26'83'0,"2"6"17"15,2 2 18-15,0 2 17 0,1 5 26 16,2-1 33-16,0 0 34 0,4 3 34 16,-2 1 53-16,7 8 62 0,-10-16 62 0,10 16 66 0,-10-9-504 15,10 9-16-15,0 0 15 0,-11-9-14 16,11 9 0-16,0 0 56 0,0 0 16 0,-15 10 382 15,15-10-92-15,-9 14-5 0,9-14-224 16,-4 24-58-16,2-9 27 0,2 1-22 16,-3 3-24-16,3 0-1 0,0 1 1 15,0-4-5-15,3 4-5 16,-1-1 3-16,-1-4-23 0,0 1 13 16,0-3-22-16,1-1 8 0,0-1 0 15,0 0 1-15,-2-11 40 0,2 15 47 16,-2-15-23-16,0 0-16 0,0 0-14 0,0 0-14 15,0 0-160-15,0 0-228 0,0 0-5 16,4-24-137-16,2 5-64 0,-3-3 60 16,5-3-223-16,-4-2 157 0,4 2 142 0,-2 0 88 0,-3 6 338 15,-1 0 0-15,0 0 0 0,-3 6-153 16,0 0 325-16,-2 1 35 0,3 12 31 16,-6-17 41-16,6 17 25 0,-6-10-159 15,6 10 277-15,0 0-121 0,-8-12-412 0,8 12 322 16,0 0-191-16,0 0-72 0,0 0 45 15,0 0 28-15,0 0 90 0,0 0-144 0,18 3-4 0,-18-3 53 16,21 3-198-16,-21-3 363 0,26 2-183 16,-26-2-27-16,27 0 200 0,-27 0-378 15,26 0 259-15,-26 0-44 0,23 1-6 16,-23-1 1-16,0 0-31 0,25-1 106 16,-25 1-182-16,0 0 166 0,20-1-75 0,-20 1 35 15,0 0-121 1,0 0-314-16,21-5 38 0,-21 5-155 15,0 0 128-15</inkml:trace>
  <inkml:trace contextRef="#ctx0" brushRef="#br0" timeOffset="111601.62">24602 15889 1131 0,'-13'9'207'0,"1"1"33"0,5-2 40 15,7-8 57-15,-11 13 67 0,11-13 55 16,0 0-29-16,0 14-305 0,0-14-21 16,0 0 8-16,13 8 439 0,-13-8-341 15,19 7-153 1,-19-7-87-16,23 4 32 0,-23-4 22 0,26 7-32 16,-26-7 8-16,25 5-7 0,-8-2 22 15,-17-3-10-15,25 4 10 0,-25-4-82 16,22 9 128-16,-22-9-85 0,22 7-504 15,-22-7 156-15,14 6-140 0,-14-6 77 0,0 0-214 16,0 0 158-16,0 0 113 0</inkml:trace>
  <inkml:trace contextRef="#ctx0" brushRef="#br0" timeOffset="111864.59">24599 16090 1131 0,'-10'12'207'16,"2"-2"33"-16,1 0 40 0,3 0 57 16,4-10 67-16,-4 16 55 0,4-16 87 0,2 15 109 15,-2-15-452-15,5 12-65 0,-5-12 24 16,15 11 8-16,-15-11-9 0,23 8-27 16,-7-3-22-16,-1-2-29 0,-15-3-13 0,33 6-13 15,-33-6-9-15,27 4-18 16,-27-4 7-16,27 3-9 0,-27-3-4 0,19 3-16 0,-19-3 2 15,0 0-39-15,22 0-153 0,-22 0-577 16,0 0 92-16,0 0 100 0,14-4 87 0,-14 4-222 16,0 0 158-16,0 0 134 0,4-12 84 15</inkml:trace>
  <inkml:trace contextRef="#ctx0" brushRef="#br0" timeOffset="112218.7">24805 16193 1131 0,'0'0'207'0,"0"0"33"0,0 0 40 0,-5 11 57 16,5-11 67-16,0 0 55 0,0 0 87 16,0 0 109-16,0 0 130 0,0 0 115 15,0 0 180-15,0 0-403 16,0 0-402-16,1 11-160 0,-1-11-15 16,0 0-100-16,0 0 0 0,0 0 0 15,0 0 0-15,6 15 0 0,-6-15 0 16,5 9 0-16,-5-9 0 0,6 15 0 15,-3-4 0-15,1 0 0 0,1 3 0 0,1 1 0 16,-1 2 0-16,2 0 0 0,-1 0 0 16,0 2 0-16,-1-2 0 0,-2 0 0 0,1-1 0 0,-1-2 0 15,0-1 0-15,-1-1 0 0,-1-1 0 16,-1-11 0-16,3 17 0 0,-3-17 0 16,3 13 0-16,-3-13 0 0,0 0-173 15,0 0-364-15,0 0-237 0,11-16-151 0,-10 2 138 16,-2 1-381-16,-1-8 292 0,-1-7 194 15,-2-2 158 1,4-10 125-16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2-12T02:57:27.3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5234 16701 399 0,'0'0'70'0,"0"0"-11"0,0 0-19 0,0 0-14 16,0 0-8-16,0 0-6 0,0 0 0 31,0 0-4-31,0 0-1 0,0 0-2 16,0-1 2-16,0 1-2 0,0 0 2 0,-2 0-1 16,2 0-2-16,-1 0 0 15,1 0-3-15,-2 0 2 0,2 0-2 0,-1 0 1 16,1 0 2-16,-2 0 0 0,2 0 2 0,0 0-2 15,0-2-1-15,0-10-2 0,8-4-1 16,2-11 2-16,-2-5-2 0,3-3 3 16,0-7-4-16,-1 0 5 0,-1-2-2 0,0 1 5 15,-1 6 5-15,-3 11 3 16,-4 4 5-16,-1 10 0 0,0 6-3 0,3 2-3 16,-3 2-5-16,-3-3-4 0,-6 2-3 0,-8 3 0 15,-3 0-2-15,-5 13 1 0,-1 4-2 16,-1 2 0-16,-5 6 0 0,-3 2 0 15,0 4-2-15,-2 4 2 16,1 0 4-16,1 4-6 0,5-2 7 0,1 1-6 16,6-4 0-1,4-2 0-15,3-8-1 0,10-6 3 16,3-1-2-16,3-5 3 0,5-1-3 0,7 4 2 16,3-8 2-16,7 1-1 0,2 0 2 15,1-1-2-15,6 2 0 0,0 2 0 16,1 1 0-16,4 2 1 0,-3 1 0 15,0 1 1-15,1 4-2 0,-4 5-2 16,-4-4-1-16,-1 3 1 0,-5 0 1 0,-4-1 2 16,-9 2-1-16,-7-5 0 0,0 4 0 0,-15-2 2 15,-5 1-2-15,-10-3 3 0,-5 0-1 16,-8-7-1-16,-2-2 0 0,-4-5 1 16,0-6 0-16,0 0 2 15,1-6-1-15,0-8-2 0,4-6 2 0,0-2-6 16,6-4 4-16,5-1-5 0,7 3 2 0,11 11-2 15,7 3-1-15,7 6-1 0,1 4-1 0,8 0 0 16,11 9-4-16,4 5-13 0,6 4-22 31,1 2-42-31,-1-2-133 0,-1-1-76 16</inkml:trace>
  <inkml:trace contextRef="#ctx0" brushRef="#br0" timeOffset="515.91">5639 17215 666 0,'0'0'62'0,"0"0"-7"0,0 0-16 15,0 0-10-15,0 0-10 16,0 0-3-16,0 0-2 0,20-82-4 0,-20 75-1 16,0 1-3-1,0 1-1-15,0 0-1 0,0 5-3 16,0-2-2-16,0 2-3 0,0 0 2 0,-12 5 1 16,-1 7 0-16,-3 8 3 0,-1 5-4 15,2 7 8-15,3 3 7 0,0 2-6 16,3 1 6-16,2-2-11 0,3 0-4 15,4-2 1-15,0-1-1 0,6-3 3 16,5-2 1-16,2-4 0 0,6-7-2 0,0-2-1 16,2-3-1-16,5-1 3 0,0-7 0 0,0-1 0 15,0-3 0-15,-4 0-4 0,1-10 3 16,-3-4 1-16,-2-2 0 0,-1-6 0 16,-5-5 0-16,-3-5-2 15,-4-4 0-15,-5-4 1 0,0-4 0 0,-5-3-10 16,-6 0-3-16,-2 4 6 0,-1 6-6 0,-1 6 13 15,-2 10 0-15,7 8-2 0,-7 8-1 0,-4 5 2 16,-2 6-2-16,-9 11 2 0,2-1-1 31,1 7-3-31,6 3 3 0,5 3-25 16,1 1-35-16,4-3-80 0,2-5-158 0,6-4 5 16</inkml:trace>
  <inkml:trace contextRef="#ctx0" brushRef="#br0" timeOffset="949.28">6489 16998 562 0,'0'0'67'15,"0"0"-13"-15,0 0-13 16,0 0-9-16,0 0-7 0,0 0-2 0,0 0-2 16,0 0-3-1,0 0-2-15,-25-7-3 0,21 7-3 16,4 0-1-16,-3 0-3 0,3 0 1 0,0 0 1 16,0 0 0-16,10 3 0 0,12 1-3 15,11 0 1-15,12-4-2 0,9 0-1 16,11 0 0-16,8-1-4 0,4-4 1 0,2-1-3 15,-2 2 3-15,-3 0 1 16,-8 0 0-16,-11-1-1 0,-10 1 1 0,-16 1-2 16,-12 1 4-16,-9 2 5 0,-8 0 2 0,0 0 0 15,0-2-2-15,0-1-7 0,-9-2 0 16,-7-2 2-16,-4-2-2 0,5 5 4 16,0-1-6-16,6 2-3 15,4 3-4-15,-3-3-12 0,3 2-19 0,0-1-39 16,2 1-117-16,3 1-124 0,8 0-2 0</inkml:trace>
  <inkml:trace contextRef="#ctx0" brushRef="#br0" timeOffset="1365.53">7902 16537 822 0,'0'0'36'0,"0"0"2"0,0 0-10 16,0 0-9-16,0 0-8 0,0 0-5 16,0 0-4-16,0 0-2 0,0 0-2 0,27-60-1 15,-39 63 3-15,-6 11-2 16,-7 10 5-16,-1 3-6 0,3 8 5 0,-2-3-6 16,5 3 1-16,3-2 1 0,4 0-1 0,4 1 0 15,2-2 2-15,6-3 0 0,1-2 1 16,5-1 0-16,8-3-1 0,6-3-1 15,1-1 2-15,5-2 1 16,4-2-1-16,1-1 2 0,-1 1-2 0,4 2 2 16,1-2-3-1,-4-2 3-15,5 4-1 0,-6 0 1 16,-3 0-1-16,-5 1-1 0,-9-8 1 0,-6 4-1 16,-6 1 2-16,-5-1 2 0,-8 3-3 15,-8-4 2-15,-5 1 0 0,-3-7 3 16,0-2-4-16,-3-2 0 0,6-3-2 15,0 0-4-15,1-2 5 0,8-2-5 16,1-1 2-16,0 1-2 0,7-2-7 0,-1 1-4 16,6 4-23-16,4 1-21 0,0-2-40 0,0 1-76 15,6-4-121-15</inkml:trace>
  <inkml:trace contextRef="#ctx0" brushRef="#br0" timeOffset="1682.16">8496 17120 917 0,'0'0'32'0,"0"0"-6"0,0 0-7 0,0 0-8 16,0 0-5-16,0 0-2 15,0 0-2-15,0 0-1 0,0 0-2 0,0 0 1 16,-4-27-1-16,-1 36 2 0,-2 7-1 0,-3 6 1 15,3 1-1-15,-1 3 5 0,3 1-5 16,-2 2 0-16,2 0 0 0,2-2 0 16,2-1 0-16,-1-6 0 0,2-2 0 15,0-2 0-15,0-5 0 0,2 1 0 16,1-3 0-16,-2-4 0 0,2 1 0 0,-3-3 0 16,0-3 0-16,0 0 0 0,0 0 0 0,2 0-37 15,5 0-90-15,-3 0-192 0,-3-8-32 16</inkml:trace>
  <inkml:trace contextRef="#ctx0" brushRef="#br0" timeOffset="2148.89">6917 16736 737 0,'0'0'42'0,"0"0"6"0,0 0-16 16,0 0-15-16,0 0-4 0,0 0-1 16,0 0 2-16,0 0 1 15,0 0-2-15,6 31-4 0,11-10-4 0,3 2 1 16,5 1-4-16,5-1 0 0,5 3 0 0,5-6-3 15,1 2 0-15,2-2 0 0,3 1-2 0,-2 0 4 16,2-5-3-16,-1-1 0 0,-8-3 2 31,-4-3-1-31,-12-5 1 0,-8 0 3 16,-9-1-1-16,-4-3 1 0,0 0 0 0,0 0 1 16,-4-3-2-16,-9-2 0 15,-3-2 0-15,0 0 1 0,0 3 1 0,2 1 1 16,2 3 2-16,-2-2-1 0,2 2-3 0,2 0 0 15,-1 2-3-15,-1 5 1 0,1 2 0 16,-4 4 0-16,6 0-2 0,-2 3 2 16,-1-1-1-16,-2 3 1 0,1-1 1 15,-2 1-2-15,-2 3-4 0,-1-1 0 16,4-5-7-16,2-2-51 0,3-3-211 0,6-6-63 16</inkml:trace>
  <inkml:trace contextRef="#ctx0" brushRef="#br0" timeOffset="7698.01">12023 17526 384 0,'0'0'43'0,"0"0"9"0,0 0 9 0,0 0-7 16,0 0-13-16,0 0-12 0,0 0-6 31,0 0-6-31,0 0-1 0,-5-40-2 16,5 40 2-16,0-3 0 0,0 3 2 0,0 0 1 15,0 0-3-15,0 3 1 0,0 9-6 0,0 5 0 16,3 9 0-16,2 1 1 0,-1 2-2 15,1 4 1-15,-4-1-5 0,3 3 1 16,0 0 0-16,-3-3 0 0,0 1 3 16,2 1 2-16,-2 1 0 0,1 1-5 15,1-1-7-15,0-3 2 0,-2-11-4 0,-1-7 2 16,3-10 0-16,-3-4-1 0,0 0 2 0,0 0-1 16,1 0 1-16,-1 4-3 0,2-4-8 15,-2 0-22-15,1 0-45 0,1 0-115 16,-1 0-122-16,2 0 5 0</inkml:trace>
  <inkml:trace contextRef="#ctx0" brushRef="#br0" timeOffset="8548.84">12312 17126 545 0,'0'0'53'0,"0"0"-4"15,0 0-11-15,0 0-12 0,0 0-7 0,0 0-5 16,0 0-1-16,0 0 0 0,108-21-1 15,-52 14 0-15,11-3-3 0,7 2-3 16,11-2 1-16,5 0-3 0,3 1 1 16,-1-2-2-16,-4 2 1 0,-6 0-2 15,-9 3-1-15,-12-2 2 0,-13 1-2 0,-11 2 1 16,-15 0 3-16,-6 4 0 0,-10 1 6 0,-6 0 1 16,0-2-1-16,0 2-1 0,0 0-5 15,1-2-4-15,-1-3 0 0,-1 0-2 16,-8-1 1-16,0 2 0 0,1-1 1 15,-1 0-1-15,3 4 1 0,2 0-1 16,0-2 0-16,-1 1 1 0,1 0-3 0,-4-2 1 31,6 1 1-31,-5-3-4 0,-4-5 3 0,3 0-1 16,-7-4 0-16,1 2 2 0,-2-6-1 16,-2 4-1-16,-2 2 1 0,-1-1-1 15,-3 3 2-15,0 2 2 0,-1 3-2 16,8 3 0-16,-2 0 1 0,7 2-2 15,0 1 1-15,-6 1 1 0,10 5-2 0,-6 3 2 16,9 7-2-16,1-3 0 0,4 8 1 0,0-1 0 16,11-2-1-16,5-1 0 0,6-5 1 15,5-1 1-15,5-2 0 0,3 2 0 16,2-6 0-16,3 3-2 0,0-2 2 16,-4-1-1-16,-3-1-1 0,-4 0 1 15,-6 0-1-15,-8-1 2 0,-1 5-1 0,-5-1 0 16,-2 1 0-16,0 2 1 0,-3 7 1 0,-4-2-2 15,-1 8 1-15,-9 1 1 0,-5-3-1 16,-3 2 0-16,-4 3 0 0,-1-4 8 31,-2 3 6-31,1-2-6 0,-2-1 6 16,1-2-16-16,2-5 0 0,0-1-2 16,0 0 0-16,4-3 0 0,3-4-15 0,3 2-20 15,-1-1-42-15,5-2-70 0,0 0-153 0,6-2 12 16</inkml:trace>
  <inkml:trace contextRef="#ctx0" brushRef="#br0" timeOffset="8982.19">14031 16884 643 0,'0'0'22'0,"0"0"9"15,41-79 4-15,-35 61 0 0,-2 5-8 16,-4 7-8-16,1 1-4 0,-1 1-6 0,0 0-3 31,-6-1-7-31,-8 2 1 0,-3 3 0 0,-9 5-1 16,-3 6 3-16,-3 6-3 0,0 5-1 16,-1 5 2-16,2 0-4 0,-1 4 3 15,5 1 1-15,3-5-2 0,2 0 1 16,9 1 1-16,3-10-4 0,7 0 4 15,3 0 0-15,6-1 1 0,10 2 0 0,5-2 0 16,6 0-2-16,7-2 3 0,2-3-1 0,2 4 0 16,1-4 0-16,0 3-1 0,-4 5 16 15,-5-2-8-15,-6 3 6 0,-4-1-6 16,-9-2-11-16,-4-3 5 0,-7 5-1 16,-5-5 1-16,-11 8 0 0,-9-5-2 15,-5-4-1-15,-5-2 1 0,-1-5 0 0,-2-2 3 16,1-2-3-16,5-3 0 0,-1 0-1 0,5 0-4 15,11 0-7-15,5-3-21 0,2 0-43 16,6 1-77-16,-2 2-143 0,6-7 15 31</inkml:trace>
  <inkml:trace contextRef="#ctx0" brushRef="#br0" timeOffset="9399.06">14428 17445 787 0,'0'0'24'16,"0"0"6"-16,0 0 3 0,0 0-9 15,0 0-9-15,0 0-8 0,0 0-2 0,0 0-1 16,0 0-4-16,29-42 1 0,-29 40-3 0,0 2-2 16,0 0 5-16,-3 0 0 0,-7 10-1 15,-3 5 2-15,-5 6-2 0,2 0 2 16,1 2 1-16,0-1 2 0,2 1-3 15,-1 4-1-15,5 1-1 0,2 4 0 16,4-5 1 0,3 0 2-16,7-2-2 0,5-4 1 15,4 0-1-15,4-3 3 0,3-2-3 0,1-4 4 16,1-5-4-16,4-7-2 0,-1 0 2 16,2-11-1-16,2-3 1 0,-2-6 0 15,-3-5 0-15,-2-2-1 0,-6-3 3 16,-8-2-2-16,-5-3 5 0,-6-5-2 15,0 3 3-15,-9-1-1 0,-3 4-2 0,-4 6 1 16,-5 6-1-16,-1 7-3 0,-5 7 0 0,-2 4-3 16,-4 4-2-16,-6 9 3 0,1 9-2 15,-2 8-5-15,-3 7-22 0,1 4-69 16,2 4-213-16,6-6-25 0</inkml:trace>
  <inkml:trace contextRef="#ctx0" brushRef="#br0" timeOffset="10883.28">11536 16840 373 0,'0'0'67'0,"0"0"2"16,0 0-16-16,0 0-8 0,0 0-7 15,0 0-3-15,0 0-5 0,0 0-10 0,0 0-6 16,0 0-3-16,20-26-2 0,-12 9 1 0,3 2 1 15,1 0-2-15,2-5-1 0,-1 0 0 16,3 1-1-16,-5-3 2 0,2 2-2 31,-6 5 1-31,-2-1-2 0,-1 7 2 16,-2 2 0-16,-2-3 1 0,0 4-1 16,0-3-1-16,-9-2 0 0,2 8-2 0,-9-3-2 15,-5 6-2-15,-5 0 0 0,-10 7-2 0,-2 6 1 16,-2 2-1-16,-3 5 0 0,-2 1-1 15,0 3 1-15,2 7 0 0,2-1 1 16,4 7-1-16,2 2 1 0,3 0 0 16,6-1 0-16,3 0-1 0,8-8 2 15,6-5-1-15,6-5 3 0,3-4 0 0,4 3 0 16,13-3 0-16,5-2 1 0,4-5-2 0,3-1 0 16,8-3 0-16,2 2-2 0,2-3 0 15,4 2 0-15,-2 2 1 0,1-2 1 16,-1 3 1-16,-4 3 0 0,-3-1-2 15,-5 3 3-15,-4 1-3 0,-4 0-1 16,-5 0 1 0,-4 2 5-16,-4 1 11 0,-1-4-9 15,-8 4 7-15,-1-3-9 0,0 0-6 16,-4 5 2-16,-5-3 2 0,-5 1-2 0,-5-6 1 16,-7 0-2-16,0-1-2 0,-9-4 0 15,-4 1 3-15,-3-2 1 0,-3 0-4 16,0-4 3-16,2-2-3 0,6 0 1 15,2 0 1-15,3-2-1 0,13-4-1 0,3 1-3 16,6 3-2-16,6 0-5 0,1 2-8 0,3 0-11 16,0-5-20-16,7 2-48 0,8-4-182 15,5-1-27-15</inkml:trace>
  <inkml:trace contextRef="#ctx0" brushRef="#br0" timeOffset="159098.99">15382 18646 141 0,'0'0'46'15,"0"0"2"-15,0 0-3 0,0 0-3 16,0 0-7-16,0 0-8 0,0 0-1 0,0 0-7 15,0 0-6-15,-14-12-2 0,14 12 3 0,0-3 5 16,0 3 6-16,0 0-4 0,0 0-1 16,0 0-3-16,3 0-1 0,8 3 1 15,1 1-1-15,2 4-5 0,-1-6 0 16,3-2-3-16,0 0 1 0,7-7 1 16,-1 0-4-16,-2-1-2 0,2 1 0 0,-1-4 1 15,0-3 5-15,0-2 0 0,2-3 1 0,-1-3-8 16,3-4 1-16,-2 2 1 0,0-4 0 15,-4 1 1-15,0 1 0 0,-1 0-4 16,-2 1 1-16,2 0 1 0,-4 3-2 31,2-3 4-31,-1 4 1 0,0-3-1 16,0-4-1-16,1-2 3 0,0-2-2 0,1-3-2 16,2-4 0-16,3-1-5 0,-1-1-1 0,3 2 4 15,0 2-5-15,1 4 0 0,-2 3 1 16,-3 0-2-16,2 0 3 0,-4 2-1 15,0-1 2-15,-2 1-1 0,-2-2 2 16,2-2-2-16,-3-3 2 0,0-1-3 16,0-4 1-16,0 2-1 0,0-2 2 0,-1-2 1 15,2 2-3-15,-1-3-5 0,3-1-8 0,0-1 4 16,3-1 1-16,1 0 9 0,0-1 4 16,3-2-4-16,2-2 4 0,-2 0-2 15,2-7 3-15,2 5-1 0,1 1 1 16,4 5-4-16,1 1 2 0,3 4-1 15,3 1 2-15,1-2-1 0,1 0-5 0,2-2 5 16,-1-2-6-16,1 0 6 0,-1 0 2 0,2 0-4 31,1-4 3-31,1-1-3 0,2 0 2 16,1 2-3-16,0 6 3 0,2 2 0 16,-2 5 0-16,1 4-1 0,-2 3-5 15,1 1 3-15,-3 1-2 0,-2 3 5 16,-2 0 0-16,1 1 3 0,-1 1-1 0,0 1-1 15,3-1 1-15,-1-2 0 0,2 4 0 0,2 0 0 16,1 2-1-16,1 3-1 0,4 4 0 16,-2 2-3-16,-2 3 2 0,-5 2 0 15,-1 5-1-15,-4 0 2 0,-2 5-2 16,-4 4 0-16,0 4 0 0,-2 2 0 16,-4 3 1-16,1 2 1 0,-3 4-3 0,0 0 3 15,0 4-4-15,-1 2 2 0,0 0 0 0,1 5 1 16,1 0 6-16,1 2-7 0,-1-1 7 15,-1 2-11-15,0 0 3 0,-1 4 2 16,-2-1-3-16,0 3 3 0,-2 0-3 31,1-1 2-31,1-1 0 0,-1-2 0 16,0 1 0-16,0-2 1 0,-1 4 5 0,1-1-6 16,1 4 6-16,-1-1-7 0,1 1-1 0,-3 1 1 15,2 0-1-15,1 0 4 0,-1 3-3 16,2 0 2-16,1 0-2 0,-1-3 2 15,1 0-1-15,0 1 1 0,-1-6-1 16,1-1 2-16,-1 0-3 0,-1-2 12 16,1 2 7-16,0-1-7 0,-1-1 4 0,0-2-14 15,-1-2-1-15,1-2 0 0,0 1 1 0,2-3 1 16,-1 0-3-16,1-3 5 0,1 0-4 16,3-1 1-16,0-4 0 0,1 1 2 15,2-5-5-15,0 0 3 0,1 1-2 16,1-1 5-16,0 5-3 0,5-1 2 15,-1-3 0-15,2 3-3 0,5 0 2 0,0 1 1 16,3 3-2-16,2-1-2 0,2 3 4 0,3 3-4 31,-1 2 3-31,2-3-4 0,1 1-1 16,-2-3 2-16,-1-4 3 0,-1-6 1 16,-1-4 3-16,-2-2-4 0,-5-2-7 15,-3 0 6-15,-3-2-7 0,-6-1 4 16,-2-2 1-16,-12 0-1 0,1-3 3 0,-6 0-3 15,1-3-1-15,-2 0-5 0,1 0-12 0,11 1-29 16,-11 3-70-16,11-4-171 0,-7 0-14 16</inkml:trace>
  <inkml:trace contextRef="#ctx0" brushRef="#br0" timeOffset="159599.29">21191 18239 592 0,'0'0'40'0,"0"0"3"0,0 0-12 0,0 0 0 16,0 0-9-16,0 0-8 0,0 0-2 16,0 0-2-16,0 0 2 0,0 0 6 15,-6 14-4-15,31-5 5 0,7 3-5 16,9-1-6-16,7-1 1 0,10-5-7 15,9-2 1-15,7-1 0 0,6 1-1 0,9-2 0 16,2 0 3-16,1 4-1 0,4-4-2 0,-1 6 3 31,-2-3-5-31,-5 1 5 0,-4-2 2 16,-8-3-1-16,-6 0 2 0,-11 0 3 16,-7-6-4-16,-9 0 2 0,-10 1 0 15,-12 2 2-15,-4 0-2 0,-6 1-4 16,-3 0-4-16,2-5-3 0,-2 1 0 0,-1-1-3 15,-4 2-4-15,4 3-14 0,1 2-34 0,0 7-108 16,-1-3-150-16,4-4-19 0</inkml:trace>
  <inkml:trace contextRef="#ctx0" brushRef="#br0" timeOffset="160249.19">13684 18827 365 0,'0'0'52'0,"0"0"8"15,-83-7-4-15,58 7-8 0,9 0-11 0,-1 0-10 16,2 5 0-16,4 0-1 0,-4 0 2 16,5 0-3-16,6-5-5 0,0 5-6 15,-1-5 5-15,1 3-9 0,-1 1-3 16,2-1 2-16,3 2-6 0,5 4 6 16,9 6 11-16,14 3-1 0,13-5-2 0,12-3-5 15,14-1-11-15,15 2-2 0,12-4 0 0,13 3 0 31,10 0 1-31,9-5-5 0,10 2 4 0,4 1-6 0,3-3 0 0,2 2 2 16,-2 1-15-16,0-8-9 0,-8 0-21 31,-3 0-32-31,-12-8-65 0,-9-1-113 16,-15-2 14-16</inkml:trace>
  <inkml:trace contextRef="#ctx0" brushRef="#br0" timeOffset="161716.87">16228 17888 88 0,'0'0'29'0,"0"0"-1"15,0 0 0-15,0 0 5 0,0 0-4 16,0 0 11-16,0 0 4 0,0 0 1 0,0 0 2 15,0 0-9-15,20-21-7 0,-20 20-2 0,0 1-1 16,3-5-9-16,0-1 3 0,-1 3-3 31,1-1-2-31,-3 4 6 0,0-2-4 16,0 2 0-16,1 0-1 0,-1 0-2 16,2 0 1-16,0 0-3 0,1 3 3 15,-2 12-7-15,2 5 3 0,-1 2-7 0,-2 10 1 16,1-1 4-16,-1 4-7 0,0 3 3 0,2 6-6 15,-1 0-1-15,1 3 1 0,-1 2 1 16,2-7-1-16,0 5 4 0,1-3-7 16,2 2 0-16,0-7 2 0,-2-1-1 15,1-6 3-15,-1-2-1 0,-1-10-2 16,1-3-3-16,-1-5 2 0,-3-6 3 0,2-1 0 16,-2-5 1-16,0 0-2 0,0 0-5 15,0 0 2-15,0 2-1 0,0-2-1 0,0-10-1 16,-2-5-8-1,-4-8-6-15,5 2-12 0,-1-7-9 0,2-2-34 0,0-2-58 16,6-1-121-16</inkml:trace>
  <inkml:trace contextRef="#ctx0" brushRef="#br0" timeOffset="162249.94">16594 17016 135 0,'0'0'25'0,"0"0"-6"0,0 0-8 15,0 0 1-15,0 0 6 0,0 0 9 16,0 0 6-16,0 0 10 0,0 0 4 0,19-61 2 31,-19 61-2-31,1 0-6 0,1 0-6 16,-2 0-5-16,0 0-5 0,1 0-2 16,-1 0-6-16,0 4 0 0,0 10-2 15,0 6-2-15,2 4 0 0,-1 2-2 0,0 3 0 16,1 6-2-16,1 6-2 0,0 8 4 15,1 8-6-15,-2 5 5 0,2 6-5 0,-1 4-2 16,-1 1 3-16,3 1-4 0,-2 2 4 16,0 0-4-16,0-2-1 0,0-1 1 15,1-2 1-15,3-1-3 0,-1-4 1 16,1-4-1-16,0-3 0 0,0-8 0 0,-1 0 0 16,-3-4-3-16,-1-4 1 0,-2-6 1 0,0-2 1 15,-5-5 3-15,1-2-5 0,-4-2-2 16,3-5 0-1,1-6-3-15,-2-1 5 0,3-4 1 0,-2-2-9 0,0 0-2 16,2-6-13-16,2 3-13 0,1-5-21 31,-2 0-33-31,2 0-34 0,0 0-55 0,0 0-42 16</inkml:trace>
  <inkml:trace contextRef="#ctx0" brushRef="#br0" timeOffset="162799.04">17070 16288 117 0,'0'0'31'0,"0"0"9"16,0 0 1-16,0 0 2 0,0 0 1 15,0 0-4-15,0 0 0 0,0 0-4 0,0 0-2 16,0 0 3-16,8 13-5 0,-8-1-6 15,0 0-4-15,0 0-3 0,0 1-3 0,0 6 0 16,0 1-4-16,2 7 2 0,-1 5-7 16,1-1 4-16,-1 8-4 0,-1 0 2 15,2 8 0-15,-1 7-2 0,1 5-2 16,1 7-4-16,1 9 3 0,1 5-4 0,3 5 1 16,1 5 4-16,1 5-5 0,1 4 4 15,2 3-1-15,1 0-6 0,1-2 2 0,-1-6-6 16,-3-9 0-1,-3-11 1-15,-3-4 1 0,-4-7 2 0,-1-9 2 0,0-1 0 16,-7-1-2-16,-2-5 4 0,-3-5 0 31,1 1 0-31,-1-4 0 0,4-1 1 0,-2-1 1 16,1-4-3-16,3-1-5 0,2-3-1 0,0-1-4 16,2-1-8-16,2-9-10 0,0-2-20 15,0 3-54-15,4-10-62 0,-1 1-78 16</inkml:trace>
  <inkml:trace contextRef="#ctx0" brushRef="#br0" timeOffset="163300.34">17588 15759 170 0,'0'0'31'0,"0"0"8"0,0 0-1 0,0 0 0 16,0 0-1-16,0 0-1 0,0 0 2 0,0 0-3 15,0 0 0-15,0 82-2 0,1-65-1 16,2 1-4 0,-2 1-3-16,-1 1-1 0,1 6-3 0,-1 0 0 0,0 2-3 15,0 6 3-15,0 6-5 0,0 8 0 16,0 8-3-16,0 8-3 0,0 9-1 0,0 10-3 16,0 4 0-16,6 5-4 0,2 7-2 15,1 3 3-15,6 4-5 0,-2 5 6 0,3 4 1 16,0 5-4-1,1 6 2-15,-2 6 0 0,-1 2-8 0,-5-2 4 0,-2-5-2 16,-6-4-3-16,-1-5 0 0,0-5-6 31,-4-8-3-31,0-8 3 0,1-15 4 0,2-9 8 16,1-11-1-16,-2-7-3 0,1-8 1 16,-1-18-3-16,1-11 0 0,1-11-12 0,0-7-15 15,-2 0-12-15,-1 0-23 0,-1-3-43 16,2-9-70-16,-3-8-57 0</inkml:trace>
  <inkml:trace contextRef="#ctx0" brushRef="#br0" timeOffset="163900.06">18171 15744 456 0,'0'0'72'15,"0"0"-19"-15,0 0-17 0,0 0-11 16,0 0-9-16,0 0-1 0,0 0-5 16,0 0 0-16,0 0-4 0,0 0 1 0,-7 39 3 15,7-38 0-15,0-1-4 0,-1 2 7 16,1-2-1-16,0 2 0 0,0-2 3 0,0 1-3 16,-1-1-2-16,1 2-1 0,0-2-2 0,0 1-2 15,-2 7 6-15,1 7-5 0,-1 6 1 16,-1 11 0-16,0 3 1 15,0 7 1-15,2 7-2 0,-2 11 0 0,2 8-5 16,-2 9 3-16,2 10 0 0,-2 8-3 31,1 8 7-31,-1 8-7 0,0 6-2 0,2 9 4 16,1 9-1-16,0 7 0 0,0 5 4 16,3 4-5-16,3 1-1 0,1-5 3 0,0-7-5 15,-1-8 0-15,-2-14-3 0,0-10 2 16,-1-8 2-16,-1-8 1 0,-2-7-2 15,0-13-4-15,-3-5 0 0,-4-12-3 16,-2-8 1-16,-2-9 3 0,-1-6-6 0,0-13-7 16,2-3-2-16,4-9-10 0,3-5-8 15,3-2-6-15,-4 0-18 0,1-9-41 0,-4-11-57 16,1-8-102-16</inkml:trace>
  <inkml:trace contextRef="#ctx0" brushRef="#br0" timeOffset="164350.28">18663 15847 417 0,'0'0'61'16,"0"0"-10"-16,0 0-9 16,0 0-11-16,0 0-6 0,0 0-4 0,0 0-1 15,0 0-3-15,-40 78 1 0,40-68 1 16,0 2-2-16,3-1 0 0,1 4 0 0,1-1 2 16,1 4-4-16,0 0 1 0,0 2-3 15,0 2 0-15,-1 6 0 0,3 5-2 0,-4 7-2 16,1 2 0-16,-2 8-4 15,-1 8 1-15,0 7 1 0,-1 9-5 0,1 10 3 16,1 6-4-16,0 7-1 0,2 6 3 31,1 3-4-31,0 10 3 0,3 1 1 0,2 7-1 16,-1 0 3-16,2 1 0 0,2-1-2 16,-1-7 1-16,2 0-5 0,-5-4-3 0,-1-10 2 15,-2 0 0-15,-4-6 1 0,-2-6-2 16,-1-1-3-16,-4-5-6 0,-6-8-9 15,-3-7-6-15,-2-8-2 0,-1-7-8 16,1-11 3-16,-3-6-8 0,-1-8-35 0,6-10-58 16,-3-11-118-16,6-3 13 0</inkml:trace>
  <inkml:trace contextRef="#ctx0" brushRef="#br0" timeOffset="164898.81">19189 17105 165 0,'0'0'28'0,"0"0"4"0,0 0-2 15,0 0-3-15,0 0 6 0,0 0 7 16,0 0 3-16,0 0 4 16,0 0-9-16,11-59-2 0,-5 51-3 0,-1 3-8 15,0-5-4-15,3-4-6 0,-2 1-5 16,1-7-5-16,1-1-2 0,-2 0-2 0,0-2-2 16,0 3-1-16,-1 2 5 0,-2 9 5 0,-2 4 9 15,-1 5 9-15,0-1 2 0,0 1-2 16,0-2-6-16,0 2-4 15,0-2-4-15,0 0-1 0,0 0-1 0,2 1 1 16,-2 1 1-16,0 0-1 0,0 0-1 31,0 12 2-31,-5 8-2 0,-1 5 0 0,0 7 1 16,0-1-5-16,0 5 1 0,0 7 0 16,1 7-4-16,1 6 7 0,1 9-6 0,2 8 6 15,1 3-2-15,0 10-4 0,0 4 4 16,3 4-9-16,2-1 5 0,3 0 0 15,-1-2 1-15,3-1-2 0,-1 3-2 16,0-4-4-16,-1 0 1 0,-1-7-2 0,-2-5-2 16,-2-8-1-16,-3-9-12 0,0-10-13 15,-6-10-5-15,-6-11-15 0,1-7-24 0,-4-4-39 16,4-4-106-16,-1-6-62 16</inkml:trace>
  <inkml:trace contextRef="#ctx0" brushRef="#br0" timeOffset="165366.97">19803 17759 424 0,'0'0'71'15,"0"0"-9"-15,0 0-18 0,0 0-7 0,0 0-6 16,0 0-6-16,0 0 3 15,0 0 2-15,0 0 2 0,0 0 1 0,-12 0-4 16,12 0-4-16,-1 8-5 0,-1 9-3 31,1 8-4-31,-4 6-2 0,2 2-1 0,-2 4-4 16,1 2-2-16,-2 9 2 0,1 2 0 0,0 4-1 16,0 2-2-16,0 5-1 0,2-3-2 15,1 6 3-15,1 1-3 16,1 2-1-16,0-7 2 0,0-5-5 0,3-7 1 15,0-5 0-15,1-2-1 0,0-5-4 16,-2-11-1-16,-1-10-3 0,0-8-6 0,-1-7-11 16,0 0-27-16,3 0-43 0,0-7-80 15,3-8-117-15</inkml:trace>
  <inkml:trace contextRef="#ctx0" brushRef="#br0" timeOffset="165733.34">20390 18079 511 0,'0'0'5'0,"0"0"8"0,0 0 4 16,0 0 9-16,0 0 5 0,0 0 10 0,0 0-3 15,0 0-1-15,0 0-5 0,23-20-2 16,-23 20 3-16,0 1-8 16,0 13 0-16,0 7-8 0,-4 6 0 0,1 3 1 15,-2 5-8-15,1 8 5 0,1 0-2 16,-1 7-5-16,4-3 2 0,-3 5-6 0,2 0-2 16,1 0-4-16,0 1-2 0,0-1 3 0,0-2-2 15,1 0 2-15,2-6-4 0,1-2 3 16,-1-7-5-16,-2-4 13 15,2-10 3-15,-1-3-10 0,-1-6-1 0,-1-7-24 16,2 1-26-16,-2-6-36 0,0-3-79 31,-3-8-125-31,1-3 11 0</inkml:trace>
  <inkml:trace contextRef="#ctx0" brushRef="#br0" timeOffset="166033.31">20952 18424 632 0,'0'0'25'0,"0"0"19"0,0 0 2 0,0 0-4 16,0 0-15-16,0 0-3 16,0 0-1-16,0 0-6 0,0 0-1 0,0 0 0 15,39 72-2-15,-33-45 7 0,-1 2-3 16,-1 3-6-16,-4-3-2 0,0 1-3 0,0 0-3 15,0-1 2-15,-4 4-3 0,-1-1-6 0,-1 3 4 16,1-2-1-16,-1-1 2 0,1-7 11 31,0-5-10-31,3-10-3 0,2-2 0 16,0-8 0-16,0 0-8 0,0 0-21 16,5 0-30-16,13-6-65 0,7-11-178 15,4-13-29-15</inkml:trace>
  <inkml:trace contextRef="#ctx0" brushRef="#br0" timeOffset="-94701.95">2256 5288 45 0,'0'0'11'0,"0"0"-3"0,0 0-3 15,0 0-1-15,0 0-2 0,0 0 2 16,0 0-2-16,0 0 3 0,0 0 1 0,6-15-1 16,-6 15 3-16,0-2-1 15,0 2 1-15,0-1 0 0,0 1 1 0,0-2 2 16,0 2-1-16,0-1 6 0,0 1-2 0,0-1 0 16,0 1 3-16,0-2-8 0,0 2 0 15,0-1-1-15,0 1-5 0,0-2 3 16,0 2 0-16,0 0 1 0,0 0-1 0,1 0 2 15,1 0 0-15,5-2 1 16,-1 2 1-16,8-1 1 0,-2-1 0 0,1-1 0 31,3 0-1-31,-6 0 2 0,4-3-3 0,1 0 1 16,-5 3 0-16,3-3-2 0,4 0-1 16,-8 3-1-16,11-3-3 0,-4 1 1 15,1-1-7-15,4-2 6 0,-1 1-6 0,0-1 7 16,-1 1-2-16,3-1 0 0,-2 0 2 15,0 0-4-15,2-2 3 0,1 1-1 16,-4-1 1-16,3-1-1 0,-1 0-1 0,-2-1 0 16,0 2 1-16,-2-3 1 0,-2 3-2 15,-1-2 1-15,-1-1 0 0,1 0 0 16,1-1 0-16,1-2 0 0,0-1-1 0,-3 0 0 16,4-1 0-16,-4-1 1 15,3 1-1-15,-3-1 2 0,0-1 0 0,2 0 0 16,-1 2 1-16,-4 0 0 0,-1 0 0 0,2-1 0 15,-2 0-2-15,-3 1 0 0,3-1-1 16,-1-1 1-16,-2-1-2 0,3 0-3 16,1-3 1-1,0 0-1-15,0-1-4 0,3 0 4 16,2-2-4-16,-3 3 6 0,3 0 1 16,1 0-2-16,-2-1 3 0,0 1-1 15,0 1 1-15,-1-1 0 0,1 0 0 0,1 1-2 16,-1-1 2-16,1 0-1 0,-2-1 0 15,3 4 2-15,-2 0-2 0,2 1-1 16,0 2 1-16,3-1-2 0,-2 4 3 0,2 2 1 16,0-1-2-16,-2 2 0 15,2 1-1-15,-2 1-2 0,-5 3 2 0,1 1-1 16,1 1 1-16,-5 1 1 0,8 0-2 0,-1-1 1 16,-4 4-3-16,7-2 2 0,-1 3 1 15,1 0-1-15,6 0 0 0,-2 0 1 16,-3 3 0-16,-1 1 0 0,0 2 0 0,-2 1 0 15,-1 0 0-15,3 2 1 16,-3 0-2-16,-1 0 2 0,0 0-1 0,2 2 1 31,-2 0-1-31,2-1 1 0,-2 2-1 0,-1 1 0 16,2 1 0-16,0-1 0 0,0 2 1 16,1 2 0-16,-1 1 0 0,1 0-1 15,1 1-1-15,2-1 1 0,2 1 0 0,-3 1 1 16,2 0-1-16,-1-2 0 0,-2 0 0 15,1-1 1-15,-2 0-2 0,0-2 2 16,-2 2-2-16,-1-4 2 0,-2 3 0 0,1-3 0 16,-3 2 4-16,-1-1-3 0,-1-3 2 15,1-1-2-15,0 1-1 0,2 0 2 16,1-3-2-16,-2 2 1 0,0-4 0 0,-1 0-1 16,1 3 1-16,-3-3 0 15,6 0-1-15,-6-2 2 0,-4-2 1 0,5 1-1 16,-3-1 3-16,-2-1 1 0,7-1 1 0,-1 0-1 15,5-1 1-15,1-7-3 0,1-2 1 16,-5-2 0-16,4-4 1 0,-4 1 0 16,1-3-4-1,1 0 3-15,-1-1-5 0,0-2 3 16,-1 0-1-16,0 0-1 0,2-4-1 16,0 0 1-16,3-3-1 0,2-1 0 15,0-3 0-15,3 0 0 0,0-3 0 0,1 1 0 16,-2-2 1-16,-1 1-2 0,3-2 1 15,-5 2-1-15,3 0 1 0,-1-1 0 16,-3-1-5-16,4 2 4 0,-2-1-4 0,-1-1 4 16,0 1 1-16,1-2-1 15,0-2-1-15,0-3 0 0,2-3 0 0,3-1-1 16,-4-3 3-16,3 2 0 0,-2-1 0 0,-1 0 0 16,1 2 2-16,0 2-4 0,-1-1-1 15,0 4 1-15,0-1-2 0,-1 4 4 16,1-1 1-16,-1 1-1 0,2-1 2 0,1-2-2 15,0 1 2-15,2 0-2 16,0 1 0-16,0 2 0 0,2 4 1 0,-1-1-1 31,1 1 0-31,1 1-8 0,1-2 5 0,0 0-8 16,0 1-3-16,4-1 7 0,3 5-6 16,2 0 9-16,0 4 2 0,-1 2 2 15,-2 2-1-15,-2 3 2 0,-4 4-1 0,-1 1 1 16,-4 3-1-16,-6 4-1 0,-2 2 1 15,-2 4-1-15,-1 1-3 0,5 0 2 16,2 7 1-16,2 6-1 0,-3 2 1 0,-1 2-2 16,1 2 1-16,-2 4 1 0,-2 0-1 15,1 4 2-15,-2 1 9 0,4 6-4 16,-3 3 4-16,3 1-3 0,-2 2-8 0,2 3 2 16,3 3-2-16,0 1 0 15,1 4 0-15,0 2 2 0,5 2 0 0,-1-2 0 16,4 0-2-16,-2-3 2 0,0-1 4 0,-1 0-2 15,-2-1 1-15,-2 1-2 0,-2-1-3 16,0 2 1-16,-3 2-2 0,0-1 3 16,-2-1-1-1,1 1 0-15,-4-5 1 0,4 0 0 16,-4-1-1-16,2-5 2 0,0 2 1 16,-1-4 0-16,1 1 0 0,-3-1-1 15,6-1-2-15,-3 0 1 0,0 0 0 0,1-1 0 16,1 2 0-16,-2 1 0 0,0 1-1 15,0-1 0-15,-3 1 1 0,0-1-2 16,0-1 4-16,-4 1-2 0,1-2 0 0,1 1 0 16,-4-1 2-16,3 0-2 15,-1 0 2-15,0-4-2 0,1 0 0 0,1-2 0 16,1-1-1-16,0-1 2 0,5 2-1 0,-2-1 0 16,1 2-1-16,1 1 1 0,0 2 0 15,1 1 1-15,1 1-1 0,3-2 1 16,0 0-2-16,1-2 2 0,2-1-1 0,-1-2 2 15,1-3 3-15,1 0-4 16,0-4 2-16,0 0-3 0,-2-3 0 0,-1-3 1 31,3-3 2-31,-2-2-1 0,0-2 0 0,1-2 0 16,0-2 2-16,1-3-1 0,3-2-2 16,1-1 0-16,2 0-2 0,0 0-2 15,3 0-2-15,1 0-7 0,2-2-17 0,4-3-37 16,3-3-133-16</inkml:trace>
  <inkml:trace contextRef="#ctx0" brushRef="#br0" timeOffset="-93814.18">7759 5416 199 0,'0'0'12'0,"0"0"-7"16,0 0-3-16,0 0-2 0,0 0-2 15,0 0 4-15,0 0 0 0,0 0 2 0,0 0-1 16,76-20 3-16,-46 20-1 15,4 0-2-15,3 0 1 0,7 0-2 0,6 0-1 16,7 0 0-16,5 0-1 0,6 0 0 0,7 0 0 16,5 0 0-16,3 0-1 0,7 0 1 15,4 0 0-15,6 0 0 0,4-1-1 16,6 1 0-16,4 0 0 0,6-2 0 0,6-1 1 16,0 1 0-16,1-1 1 15,3 0 0-15,-1 0 1 0,1 0-1 0,2 0 1 16,-1 0-1-16,1 0-2 0,2 0 1 0,-1 0-2 15,-1 2 0-15,1-4 0 0,-1 2-2 16,-4-1 1-16,1-1 0 0,1 0 3 16,-1 1 0-1,-1-1 2-15,3-1 0 0,-1 1 0 16,3 1 3-16,-2 1-2 0,4 0 0 16,2 1-1-16,1 1-2 0,2 1-1 15,-1 0-1-15,5 0-1 0,1 0 1 0,-2 1-2 16,3 6 0-16,-3-2-3 0,-1 2-2 15,-2-1 2-15,-2-1 4 0,-1 2 0 16,-4-1 5-16,-4 0 0 0,-4 0 3 0,-3-1-1 16,-5-1 0-16,-6 1 1 15,-5-1-2-15,-6 2 2 0,-10-1-2 0,-8 0 1 16,-9-2-1-16,-6 1-1 0,-13-1 0 0,-8-1 0 16,-11 1 2-16,-11-3 4 0,-12 1 5 15,-6-1 1-15,-6 0-5 0,0 0-12 16,0 0-31-16,6 0-133 0</inkml:trace>
  <inkml:trace contextRef="#ctx0" brushRef="#br0" timeOffset="-91946.8">7753 5393 35 0,'0'0'9'0,"0"0"0"16,0 0 0-16,0 0 2 15,0 0-3-15,0 0 2 0,0 0-2 16,0 0-4-16,0 0-1 0,23 36 2 16,-7-28-2-16,1-3 1 0,6-2 3 15,7 2 0-15,2 0 2 0,9 1-22 16,1-3-3-16</inkml:trace>
  <inkml:trace contextRef="#ctx0" brushRef="#br0" timeOffset="-88764.15">8745 5422 313 0,'0'0'-13'16,"0"0"10"-16,0 0 6 0,0 0 0 0,0 0-1 15,0 0-4-15,0 0 2 0,0 0 0 16,0 0 2-16,0 0-2 0,101 18 1 16,-78-18 0-1,2-2 4-15,2-5 0 0,2-2 6 16,6-2-1-16,1-2 4 0,6-4 0 16,-2-3 0-16,4-1 0 0,2-5 0 0,0-2-1 15,2-2-1-15,0-2-4 0,2-3-3 16,-1-2 0-16,1-5-4 0,-1 0 4 15,-1-5-2-15,2-3-1 0,1-5-2 16,-3-1 0-16,2-2 0 0,-2-1-2 0,-2-2 2 16,3-1 0-16,2-2-3 0,-2-2 3 15,-1-4-2-15,-1-1-1 0,-2-1 3 0,0 0-2 16,-4-2 3-16,-3 2-2 0,0-1 0 16,1 0 0-16,-3-1 0 0,1-1 4 15,-3 4 3-15,1 2-2 0,1 6 2 16,0 2-4-16,3 5 1 0,2 3-2 0,5 3-1 15,-1 1-2-15,0 5-1 0,-3 3 2 32,-2 3-3-32,-1 5 4 0,-1 4 0 0,0 3 1 15,-3 5-1-15,3 1 2 0,-3 3-2 16,-2 4 1-16,5-1-2 0,-2 5 2 16,3 2 0-16,6 0-1 0,-1 6 3 15,7 1-2-15,3 0-2 0,2 3 1 0,1 7-3 16,2 3 1-16,0 3-1 0,-2 5 0 15,-3 2 2-15,-4 4 2 0,-3 4 3 0,1 2-1 16,-3 4 2-16,1-1-3 0,-1 4-3 16,1 1 2-16,3 1-1 0,0 2 2 15,2 4-2-15,1 0 0 0,2 4 0 16,-2 0 0-16,1 3-2 0,-1 1 2 0,-2 2 3 16,0 3-4-16,-1 2 3 0,-2 1-4 15,-3 4-2-15,0 2 3 0,-3 1-2 0,0-2 3 16,0-2-1-16,1-5 3 0,2-4 0 15,1-5-1-15,3-6 4 0,0-3-3 16,2-4 0-16,4-3 1 0,1 1-2 16,-2-1 2-1,2 1-1-15,-1-2 1 0,-2 1-2 16,-3 1 1-16,3-3-2 0,-3-1 0 16,3 0-2-16,0-4 1 0,-1-1 0 0,1-2 1 15,3-4 0-15,0-2-2 0,4-6 1 16,0-1 0-16,3-5 1 0,2-2 3 15,1-5-1-15,2-2 1 0,-2 0-3 16,-1 0 2-16,-2 0 3 0,-6 0-1 0,-2-1 0 16,-6 1-1-16,-5 0 0 0,-4 0-2 15,-6 0 2-15,-4 1 1 0,-2 2 0 0,-4 0-3 16,-6 1 5-16,1-1-4 0,-3 1 3 16,-4-1-5-16,-1 0 0 0,-5-1 0 15,-5-2 3-15,0 0 2 0,0 0 2 16,1 1 0-16,1-1-1 0,-1 2-1 0,-1-2-3 15,0 7-1-15,-4 7-1 0,-9 3-4 32,-6 5-2-32,1 1-16 0,0 0-42 0,1 1-95 15,2-2-82-15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2-12T03:04:07.1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988 15961 465 0,'0'0'57'0,"0"0"-6"16,0 0-12-16,-45-82-4 0,39 66-13 15,2 3-3-15,1 4-5 0,-2 4-2 16,5 2-4-16,0 3-3 0,0-3-3 15,0 3-1-15,0 0-2 0,0 0 0 0,0 3 6 16,0 12-5-16,0 13 6 0,0 9-6 0,6 8-1 31,-3 3 1-31,0 4-2 0,2 4 1 16,-1 3-1-16,5 2 2 0,1 1-2 16,0-3 3-16,3-1 1 0,-3-3-6 15,2-5 6-15,-5-6-5 0,4-7 2 16,-5-7 2-16,-3-11-2 0,0-8 1 0,-3-5 0 15,0-6 0-15,0 0-1 0,0 0-8 0,0 1-53 16,3-1-128-16,-3 0-97 0</inkml:trace>
  <inkml:trace contextRef="#ctx0" brushRef="#br0" timeOffset="317.11">705 15759 684 0,'0'0'26'0,"0"0"-4"0,0 0 0 16,0 0-2-16,-15-94-4 0,31 71-6 0,13 3-5 16,7 3 1-16,10 7-3 0,9 2-1 0,6 5 0 15,1 3-3-15,6 5 1 0,-3 7 1 16,0 5-2-16,-4 4 0 0,1 6-1 15,-7 4 0-15,-3 2-3 0,-10 3 2 16,-10 4 3-16,-12-1-6 0,-11 2 5 16,-9 0-4-16,-22-1 0 0,-14-2 4 0,-9-3 0 15,-10-2 2-15,-7-6 2 0,0-2 0 0,0-6-2 16,1-7 1-16,6-2-4 0,6-4-5 16,10-2-15-16,7-1-45 0,11 0-141 15,10 3-86-15</inkml:trace>
  <inkml:trace contextRef="#ctx0" brushRef="#br0" timeOffset="1333.74">1536 16460 471 0,'0'0'48'0,"0"0"3"0,0 0-6 16,0 0-13-16,0 0-7 0,0 0-6 15,0 0-5-15,0 0-3 0,0 0-4 16,-26-23-4-16,13 31-3 0,-6 10 5 0,5 5-5 16,-2 9 5-16,1-2-3 0,1 6-2 15,5 1 2-15,2 0-3 0,7 2 1 0,0-1-2 16,9 0 2-16,8-2-2 0,2-1 2 15,7-6-2-15,3-8 4 0,1-4-1 16,2-12 1-16,4-5 2 0,-1-11-2 16,5-9 2-1,-5-9-1-15,0-4 0 16,-8-3-2-16,-2-8 3 0,-8-1-4 0,-4-2 1 16,-7-1 1-16,-6-1-4 0,0-1 5 0,-10 3-5 15,-6 3 3-15,-3 6 1 0,0 8 1 16,-4 8-2-16,-1 6-2 0,-2 7 2 15,1 7-2-15,-3 2 2 0,1 5 1 16,5 5 0-16,2 2 1 0,6 3-2 16,3-2 0-16,3 1-1 0,8 2 2 0,0 3 0 15,8 1 0-15,7-1-2 0,8-3 0 0,6 0 4 16,6-4-6-16,4-1 9 0,1-3-10 16,5 0-3-16,-3-3 1 0,1-2-2 15,-5-3 0-15,-3 0 0 0,-3-3 0 16,-5-6-2-16,-1-2 7 0,-6-1-1 15,-1 0 6-15,-5 3 0 0,-2-1-1 0,-6 6 3 16,-2 0-2-16,1 0 2 0,-5 4 0 0,0-1-1 31,0 1-1-31,2 0-1 0,0 0 1 16,2 0 0-16,2 6 1 0,6 6 0 16,2 6 1-16,-1 4 2 0,4 2-8 15,1 2 6-15,2-1-7 0,3 2 2 16,3 0 0-16,-2 0 0 0,8-1 1 0,-4 1-3 15,-2-1 2-15,-3 1-3 0,-5-3 3 0,-4 1-3 16,-7-1 3-16,-7 0 0 0,0-6-2 16,-13 1 5-16,-7-6-1 0,-6 0 0 15,-4-9 2-15,-5 0-2 0,3-4 2 16,-1 0 1-16,1-5-2 0,5-5 0 16,2-2 0-16,9 5 1 0,6-5-3 0,6-2 1 15,4-3-4-15,4-4 1 0,15 0 1 0,5 1 0 16,8-1 1-16,6-1 0 0,5 1-1 15,3 2 1-15,5-6-1 0,1 3 2 16,0 0 0-16,-3-1-1 0,-2 2 2 16,-4 1-2-1,-7 1 1-15,-4 5 1 16,-8 2-1-16,-9 4-2 0,-6 4 6 0,-1-1-4 16,-5 2 5-16,0 0-1 0,1 1-3 0,-4 2-2 15,0-1 0-15,5 1-1 0,5 1-2 16,0 9 8-16,3 5-7 0,-4 5 8 15,1-1-4-15,-6 4-4 0,2 1 2 16,0 1-2-16,-2-1 3 0,-2 2-2 16,-2-2 3-16,0 0-1 0,0-5 1 0,0-1-1 15,0-4-2-15,0-2 1 0,0 0 0 0,0-6 0 16,0 0 2-16,0-6-2 0,0 0-1 16,0 0 0-16,2 1-2 0,-2 1-1 15,2-2-14-15,-2 0-45 0,0 0-104 16,-8-14-150-16,-6-8-3 0</inkml:trace>
  <inkml:trace contextRef="#ctx0" brushRef="#br0" timeOffset="1500.32">2697 16138 691 0,'0'0'12'0,"0"0"-2"15,0 0-6-15,0 0-6 0,0 0-9 0,0 0-11 16,0 0-38-16,0 0-142 0,0 0-68 16</inkml:trace>
  <inkml:trace contextRef="#ctx0" brushRef="#br0" timeOffset="1817.06">3082 15712 731 0,'0'0'19'0,"0"0"6"0,0 0 5 15,0 0-6 1,0 0-8-16,0 0-10 0,0 0-5 16,0 0 0-16,0 0 0 0,79-46 0 0,-60 74 0 15,-4 5 1-15,0 8 0 0,-1 4-1 16,-2 8 4-16,0 7-3 0,-2 7 3 15,1 4-4-15,0 5-3 0,-2 3 1 16,1-2-3-16,-2-4 4 0,1-5 1 16,-3-6-4-16,1-4 5 0,-1-7-5 0,-2-12 1 15,-1-6 1-15,0-12 0 0,-3-9-1 0,3-5 2 16,-3-7 0-16,0 0-5 0,0 0-5 16,0 0-23-16,0-2-31 0,0-11-62 15,-3-7-104-15,-13-7-61 0</inkml:trace>
  <inkml:trace contextRef="#ctx0" brushRef="#br0" timeOffset="2116.86">3154 16425 633 0,'0'0'42'0,"0"0"3"16,0 0-1-16,0 0-11 0,100-52-12 16,-59 42-8-16,6 1-4 0,5 0-3 15,3 0 0-15,0 1-4 0,-3 3-2 16,-4 2 0-16,-2 3-1 0,-8 0 1 0,-5 8-1 15,-7 4 0-15,-6 2-1 0,-5 1 2 0,-2 2-1 16,-9-5 2-16,2 3 0 0,-2 0 0 16,-2-3 0-16,-1 7 1 0,1 1 5 15,-1 0-6-15,-1 8 5 0,2-2-7 16,-1-2 2-16,2 2 1 0,1-2-1 0,0-1-1 16,2 1 1-16,0-1 0 0,0-3 1 15,-1-5 2-15,0 0-3 0,-2-6 0 0,-2-4-1 16,1 1 0-16,-2-6-1 0,0 0 2 15,0 0-6-15,0 1-8 0,0 1-27 16,0-2-61-16,-3 0-198 0,-13-3-17 16</inkml:trace>
  <inkml:trace contextRef="#ctx0" brushRef="#br0" timeOffset="2283.64">3757 15866 748 0,'0'0'21'0,"0"0"-1"16,0 0-6-16,0 0-7 0,0 0-10 0,0 0-7 15,0 0-13-15,0 0-48 0,0 0-139 0,0 0-83 16</inkml:trace>
  <inkml:trace contextRef="#ctx0" brushRef="#br0" timeOffset="3183.28">4107 16471 674 0,'0'0'50'0,"0"0"-3"0,0 0-10 16,0 0-16-16,0 0-12 0,0 0-3 0,0 0-3 15,0 0 0-15,0 0 0 0,19-16 2 0,-20 33 4 16,-8 10-8-16,-3 4 5 0,1 0-8 16,-1 0 0-16,1 1 3 0,5 0-2 15,0-2 1-15,6-1-2 0,0-1 1 0,8-4-1 16,7-4 2-16,4-4 0 16,4-4 1-16,3-5 0 0,3-7 0 0,4-7-1 15,2-6-1-15,0-7 3 0,0-3-2 0,-5-4 2 16,0-4-2-16,-7 0 0 0,-4-4 2 15,-7-3-2-15,-8 0 2 0,-4-2-6 16,0 4 6 0,-6 1-5-16,-4 5 6 0,-4 5 1 15,-1 7-2-15,-2 5-1 16,4 3-1-16,-7 8 0 0,-3 2 1 0,-1 2-2 16,-6 9 3-16,1 4-3 0,4 2 2 0,2 3-2 15,6-1 0-15,1 2 0 0,6-1-1 16,1 2 6-16,5 0-8 0,4-5 7 15,0 0-5-15,0-5 1 0,7-5 1 0,-3 2 0 16,5-6 1-16,7 1 0 16,1-4 1-16,8-2 0 0,-1-4 0 0,1-9-2 15,0-2 4-15,4-2-8 0,1-3 5 0,2-1-2 16,1 2 0-16,-1 3 1 0,5 3 2 16,-5 3-3-16,0 4 2 0,-3 7 1 15,-3 1-2-15,0 3-1 0,-1 9 3 0,-4 4-5 16,2 4 4-16,-4 4 5 15,0 4-7-15,0 1 8 0,-5-2-8 0,-5 0 0 16,0-1 1-16,-4-3-1 0,-5-2 2 0,0-1 0 31,-6 0 0-31,-3-7-1 0,0-2 1 16,0 0-1-16,1-7 2 0,3-3 4 16,2 2-2-16,0-3 2 0,2-3-2 0,1-10-6 15,0-8 4-15,7-5-2 16,10-11 0-16,4 2 4 0,5-1-4 0,0 0-5 15,3 1 8-15,1 4-10 0,-1 7 7 0,1 6 3 16,-1 5-2-16,-3 6 0 0,-2 4 1 16,-1 3-1-16,-3 3 1 0,-2 8 1 15,-3 4-1-15,-1 3-1 0,-2 5-1 0,1 3 3 16,0 1-3-16,-4 2 6 0,0 1-6 16,-3-1 1-16,6-2-2 0,-4-1 0 15,-1-3 1-15,-1-8-1 0,4-3 1 0,3-4 1 16,1-8-2-16,11 0 1 0,1-3 0 15,1-13-2-15,4-3 0 0,1-5 3 16,-2-3-4 0,0-3 3-16,-1-2-1 0,-1-1-8 15,-2 3 5-15,-3 2-7 16,-6 7 4-16,-3 7-2 0,-6 8-6 0,-5 5-10 16,-3 1-15-16,0 0-32 0,-5 7-89 0,-10 7-134 15,-7 6 10-15</inkml:trace>
  <inkml:trace contextRef="#ctx0" brushRef="#br0" timeOffset="3549.16">2908 17379 759 0,'0'0'24'0,"0"0"6"31,0 0-1-31,0 0-3 0,0 0-3 16,0 0-2-16,102 54-2 0,-30-43-7 16,19-4 0-16,17 0-3 0,12-2-5 0,12-3 1 15,10-2-2-15,4 0-1 16,6-4 0-16,0-4-1 0,-2 2-1 0,-1 3 3 15,-14 3 1-15,-10-3 2 0,-18 3-2 0,-20-2-1 16,-22 1 3-16,-26-1 5 0,-16 2-6 16,-13 0-5-16,-10 0 0 0,0 0 0 15,-1-5 0-15,-12 3 0 0,-10-1 0 0,-8 1 0 16,2 2-10-16,-2 3-125 16,2 3-187-16,-3-6-36 0</inkml:trace>
  <inkml:trace contextRef="#ctx0" brushRef="#br0" timeOffset="4565.72">7939 15815 312 0,'0'0'-25'0,"0"0"4"16,-24-99 8-16,19 62 13 0,1 0 7 15,1-1 5 1,3 4 8-16,0 4 7 0,-1 9 5 0,1 3 6 0,0 5 2 0,0 8-1 15,0-2 0-15,0 7-5 0,0-1-6 16,0 1-7-16,-2-2-9 0,2 1-2 0,0 1 1 31,-4 0 5-31,-3 14 5 0,-2 8 0 16,-1 10-1-16,2 5-3 0,0 5-3 16,5 4-4-16,3 5 0 0,0 6 3 0,0 5-7 15,6 9 3-15,4 8-5 16,2 12-4-16,2 12 3 0,2 11 2 0,1 13-5 15,2 6 0-15,3 11 0 0,1 2-6 0,3 2 14 16,0-2 1-16,0-6 1 0,0-8 2 16,-3-15-8-16,0-13-3 0,-8-10 9 15,-5-9-1-15,-5-7-2 0,-3-11-2 0,-2-8-7 16,-3-13 6-16,-4-19-4 16,4-15 2-16,-1-1-9 0,1-7-32 0,0-2-53 15,-3-2-134-15,3-9-74 0</inkml:trace>
  <inkml:trace contextRef="#ctx0" brushRef="#br0" timeOffset="6683.63">7650 14780 68 0,'0'0'35'0,"0"0"9"0,0 0 8 0,0 0 3 15,0 0 3-15,-10-80-4 16,10 67-5-16,0 9-5 0,0-3-5 0,0 0-4 15,4 4-4-15,-1 0-3 0,4-3-5 0,-2 4-1 16,-2 1-4-16,1-1 0 0,-4 2 0 16,0-1 1-16,0 1-3 0,0 0 2 15,7 0-1-15,-1 0-1 0,1 1 1 0,2 7-2 16,-4-2-3-16,4 8 0 16,-3 1-4-16,0 6 0 0,3 6-1 0,-1 5-3 15,4 5-1-15,-2 5 1 0,1 6-2 0,0 6 1 16,1 5-3-16,0 6-1 0,0 3 5 15,-1 6-4-15,1 3 4 0,0 3 0 16,-1 6-7-16,-1 1 2 16,0 5-1-16,0-2-4 0,-2 5 4 0,-1-3-6 15,-1 1-2 1,2-3 0-16,-2-4-4 0,4-6-3 16,3-2-11-16,0-6-16 0,3-8-28 0,3-3-65 15,4-12-144-15</inkml:trace>
  <inkml:trace contextRef="#ctx0" brushRef="#br0" timeOffset="8033.36">8126 17356 209 0,'0'0'15'31,"0"0"12"-31,0 0 11 0,0 0 7 16,0 0 7-16,0 0-2 0,0 0 5 16,0 0-5-16,0 0-3 0,0 0-6 0,-9-8-1 15,8 7-8-15,1 1-2 16,-2-3-10-16,2 1-5 0,0 1 0 0,0-1-1 15,0 2 3-15,2 0 1 0,9-3-5 0,8 3 2 16,8-2-4-16,5 1-3 0,4-2 2 16,5-3-4-16,8 1 0 0,9-1 0 15,4-1-5-15,6 0 4 16,6 0-4-16,8 1 1 0,2 0 2 0,7 3-4 0,3-5 0 16,3 4 0-16,3-4-2 0,7 0-1 0,4-2 5 15,6 1-7-15,8-4 7 0,4 4-3 16,6 0-1-16,3 5 0 0,6-4 0 15,2 1-3-15,2 2 6 0,2-1-1 16,4 0 1-16,-1 3-1 16,2-3-1-16,1 0 1 15,3 0 0-15,1-2 5 0,2 0-6 16,2 0 1-16,2 0-1 0,2-3-6 0,4 2 7 16,-1-1 0-16,2 0 0 0,-1-2-1 15,2 2 1-15,-2-1-2 0,-6 0 1 16,1 1 3-16,-6 2-3 0,-3-2 1 15,-3 0-1-15,-4 3 0 0,0 0 0 16,-5 0 1-16,0 1 0 0,0 0 0 0,-2 0 0 16,0 0 2-16,-3 1-2 0,1-1 1 0,-2 1-3 15,1 4 1-15,-4-3-1 0,-1 1 1 16,0 0 1-16,-3 1 0 0,-1-1-1 16,-2 3 1-16,-3 0 0 0,0 0 1 15,-2 0 0-15,-1 0-2 16,-1-3 0-16,1 1 1 0,-1 2 0 0,0-1 2 0,-1 1 0 15,-1-3-2-15,0 0-3 0,-1-2 2 0,0 2 1 16,-3-1-1-16,-3 1 1 0,-3-2-1 31,-6 0 1-31,1 1 1 0,-8-1 0 16,-4 1 0-16,-4-1 0 0,-6-1-1 16,-2 0 0-16,-5 2-1 0,-3-2 1 0,-5-2 0 15,-1 4 0-15,-2-4 1 0,-5 2-1 16,-3 1 2-16,-3 1-2 0,-3-1 0 0,-3-1 0 15,-4 1-2-15,-6 1 2 0,-2-1-1 16,-13 4 1-16,-1 0-4 0,-10 1-3 16,0 0-12-16,0 0-18 0,-8 0-48 15,1 0-93-15,-7 0-131 0</inkml:trace>
  <inkml:trace contextRef="#ctx0" brushRef="#br0" timeOffset="8883.31">7776 17480 289 0,'0'0'61'0,"0"0"-7"0,0 0-11 15,0 0-6-15,0 0-10 0,0 0-3 0,0 0-3 16,0 0 1-16,0 0-4 0,10 14 5 16,-2-14-5-16,6 0 0 0,3 1 1 0,0-1-5 15,6 0-3-15,-3-3 0 0,1-3-3 16,-5 1 0-16,0 3 1 0,1-1-6 16,-7 3-1-16,9-3-2 0,-7 1-4 15,-2 2 6-15,3-5-2 0,-3 2 1 16,2 3 0-16,-4-4-2 0,2 1-2 0,-2-2 2 15,0 1-1-15,-2-4-4 0,1 2-2 0,-2-6-23 16,0-6-50-16,0-4-132 0,3-5-55 31</inkml:trace>
  <inkml:trace contextRef="#ctx0" brushRef="#br0" timeOffset="10316.76">8120 17394 294 0,'0'0'26'0,"0"0"13"0,0 0 8 15,0 0-5-15,0 0-7 0,0 0-9 16,0 0-5-16,0 0 0 0,0 0-2 16,49 9-1-16,-36-9-2 0,9 0-1 15,-3-2-1-15,10-1-3 0,0 0 0 16,4 0-5-16,3 0 2 0,4-3 1 0,4 0-1 15,3 0 2-15,6-2-2 0,5 2-2 0,4-3-1 16,4 0-1-16,5-3 0 0,0 0-1 31,3-4-1-31,1 1-2 0,3-4 4 16,1-2 0-16,4-1-5 0,-2-3 7 16,3 0-9-16,-2 1 3 0,0 1 1 0,-2-1-2 15,1 1 2-15,-3-4-2 0,2-1 2 16,-4-2-1-16,1-2 5 0,-2-3-4 0,2-4 4 15,-3-3-4-15,-2 0 0 0,3-2 1 16,-4-2 1-16,-3-1-1 0,4 2-1 16,-5-2 2-16,-4-1-6 0,-1-1 7 15,-2 0-6-15,-4 1 2 0,-3 1 2 16,-2-2-3-16,0 1 3 0,-5-4-3 0,2 0 2 16,0-1-2-16,1-1 2 0,-1-1 0 0,2 0-4 15,-1-1 5-15,1 1-3 0,-1 1 0 16,-1-1 2-16,-1 0-1 0,2 2-1 15,2 3 0-15,1 1 2 0,1 2-2 16,1 2 2-16,1 1-2 0,3 1 2 31,1 1 0-31,0 0-4 0,2 2 3 0,0 0-2 16,1 4 2-16,0 3 0 0,0 0 1 0,-1 3-1 16,1 3 0-16,-1 3 1 0,-2 1-1 15,2 3 1-15,-2 5-1 0,-1 2 1 16,0 2 0-16,0 3 0 0,1 4 0 15,0 2 0-15,2 2-2 0,0 0 1 16,0 3 2-16,1 7-1 0,0 2 3 0,0 1-2 16,-1 5-1-16,0 1 0 0,-1 3 2 0,0 3-3 15,-1-1 3-15,0 3-2 0,2 2 0 16,-2 0 3-16,0 3-7 0,-3 0 7 16,0 2-4-16,-3 5 2 0,1-1-2 15,-5 1 0-15,0 2 1 0,-2 1-2 16,0 4 3-16,1-2-3 0,-3 3 3 0,2-1-3 15,1-1 1-15,3 1-2 0,0-1 2 0,0-1 3 16,3 0-5-16,-3 0 6 0,2-1-5 31,-2 1 1-31,1 0-1 0,-3 3 1 16,0 0 1-16,0 2-2 0,0-2 4 16,-1 0-3-16,3-2 2 0,1-2-2 15,1 1 3-15,1-2 1 0,2-1-5 0,2 0 5 16,3-4-6-16,2-4 3 0,1-4-1 0,4-2 0 15,4-3 1-15,2 1-2 0,1-6 2 16,5-1-1-16,1-1 1 0,0-3-1 16,4 0 0-16,-1 0 0 0,1-1 0 15,-1 2 1-15,0 0 0 0,0 1-1 16,-3-1 1-16,1 0 0 0,2-1 1 0,-1-1-2 16,3-4-1-16,1 0-2 0,1-2 3 0,-1-3 0 15,1-1 1-15,-2 0 1 0,0-3-1 16,1-3 0-16,0-4-3 0,-2-2 4 15,-2-4-2-15,-1-1-1 0,-3-2 1 16,-3-1 0-16,-2 0 1 0,-1 1 1 16,-3-1 0-1,-2 0 1-15,-4 4-2 0,-1-4 1 16,-3 2 1-16,0 1 1 0,-4-1-3 0,-1 2 2 16,-1-1-3-16,-3 0 0 0,-2 2 2 15,-3 2 0-15,-6 1-1 0,-4 1 2 16,-4 1-2-16,-9 4 4 0,-5 2 0 15,-5 1-2-15,-7-3 1 0,-1 3-2 16,-5 0 1-16,0 0 2 0,0 0 1 0,2 0-2 16,-1 0-1-16,1 0-3 0,-1 0 0 0,1 0 1 15,-1 0 1-15,2 0-2 0,-3-1 0 16,0-1-3-16,0 0-1 0,0 2-1 16,0-6-14-16,0 2-32 0,-6-1-80 15,-5-4-181-15,-1 6 0 0</inkml:trace>
  <inkml:trace contextRef="#ctx0" brushRef="#br0" timeOffset="11032.47">18535 17113 31 0</inkml:trace>
  <inkml:trace contextRef="#ctx0" brushRef="#br0" timeOffset="11550.34">18535 17113 64 0,'-37'70'30'0,"37"-64"15"15,0 0 19-15,0-2 12 0,0 1 10 16,0-1-9-16,0 3-6 0,0-7-14 16,0 0-8-1,0 0-8-15,6 0-4 0,6 0-3 16,5-10-14-16,8 0 6 0,4-1-11 0,5 2 3 16,6 4 2-16,7 4-7 0,8 1-1 15,2 0-1-15,5 9-7 0,-1 5 7 16,0 9 3-16,-7 4-9 0,-3 5 8 15,-6 6-11-15,-4 4 2 0,-6 5 2 16,-3 0-4-16,-3 3 3 0,-7 2-5 0,-2 1 5 16,-6-4-3-16,-2-1 2 0,-6-7 1 0,-2-12 0 15,-2-12 3-15,-1-7 0 0,-1-10-2 16,0 0 3-16,0 0-7 0,0 0 2 16,0 0-2-16,-4 0-4 0,-5-4 3 15,-3-10-2-15,-2-3 1 0,7-5 0 16,1-2-3-16,3-4 0 0,-1-2 0 0,3 2-1 15,-1 4 4-15,0 3-1 0,1 9 1 0,-2 1 1 16,-4-3-2-16,-1 8-1 0,-7 0 1 31,-7 5 2-31,-4 1-1 0,-15 1 4 16,-2 7 0-16,-6 3-3 0,-3 4 6 16,-5 5-3-16,-1 5 3 0,-1 0-2 15,1 2-1-15,1 2 1 0,2 2-4 0,5 4 6 16,3 2-7-16,6 1 0 0,3 1 0 0,5 0 0 15,4 0 0-15,5-5 0 0,5-3 0 16,4-3 0-16,7-6 0 0,1-5 0 16,4-9 0-16,3-1 0 0,0-7 0 15,0 3 0-15,0 2-9 0,0-1-11 16,1 4-14-16,4-8-51 0,5-5-146 0,0-10-100 16</inkml:trace>
  <inkml:trace contextRef="#ctx0" brushRef="#br0" timeOffset="12900.4">5780 15265 429 0,'0'0'71'0,"0"0"-6"0,0 0-14 16,0 0-10-16,0 0-10 0,0 0-1 0,0 0-3 15,0 0-8-15,0 0-2 0,-27-36-3 16,27 33 0-16,9-1 3 0,12-3 0 16,14 1-2-16,11 0-2 0,10 0-10 15,12 0 2-15,8-2-7 0,6 2 4 16,2 2-1-16,-4-1-2 0,-4 4 1 0,-8-1-2 15,-6 1-3-15,-10 1-1 0,-11 0-5 0,-14 0-9 16,-12 0-12-16,-7 0-14 0,-8 0-21 31,0 0-41-31,-14 6-80 0,-6 1-77 16</inkml:trace>
  <inkml:trace contextRef="#ctx0" brushRef="#br0" timeOffset="13933.73">6122 15229 616 0,'0'0'25'0,"0"0"11"16,0 0 3-16,0 0-6 0,0 0-7 15,10 97-4-15,-9-66-6 0,-1 5 2 16,0 8-4-16,-7 3-3 0,3 6 2 0,-2 3 0 16,0 5-3-16,1 1 2 0,0 1-4 0,5-1-5 15,0 0 3-15,0-3-6 0,5-1 0 16,3-8 0-16,2-4-1 0,0-8 2 15,3-10-2-15,-1-4 0 0,-2-11-1 16,-6-6 0-16,0-2-1 0,-4-5 1 16,0 0 0-1,2 0 0-15,1-3 1 0,-3-9-1 16,0-6-1-16,-13-4-1 0,-9-3 0 0,-2 3-1 16,-5 4 3-16,-3 6-1 0,-3 4 3 15,0 7 1-15,-1 1 0 0,0 7 1 16,0 8 3-16,4 4-3 0,5-1 2 15,5 0 0-15,6-6-1 0,7 2-1 16,8-1 0-16,1 1-3 0,9 0 3 0,11-2-1 16,10-6 1-16,9-2 0 0,9-4-3 0,4 0-2 15,6-2-2-15,1-9-3 0,-1 2-4 16,-3-7-4-16,-7 0-3 0,-2-4-4 16,-8-1 0-16,-7-3-1 0,-5-4 7 15,-6 1 7-15,-8-3 7 0,-6 0 5 16,-3-1 5-16,-3 4 0 0,0 3 5 0,0 5 4 15,-3 4 4-15,0 6 2 0,2 5 0 0,-1 1-4 16,2 3-6-16,-1-2-5 0,1 2-3 31,0 0 1-31,0 0-4 0,0 0 1 16,0 12-1-16,0 6-3 0,3 7 2 16,1-1 0-16,-1 0 0 0,0 2 0 15,1-2-1-15,0-1-1 0,-2-5 0 0,1-3 1 16,-2-3-1-16,-1-5 2 0,2-1-1 0,-2-6 1 15,0 0 0-15,0 0-1 0,1 1-1 16,-1-1 0-16,6 0 2 0,4-9 0 16,3-9 1-16,5-8 0 0,3-3 0 15,4-1-1-15,1-1 2 0,1 3-3 16,-2 2 3-16,-2 6-1 0,0 5-1 0,-7 6 3 16,-2 6 0-16,1 3-1 0,-4 0 2 0,4 7 0 15,-2 7-3-15,-3 3 1 0,-1 3-1 16,-1 1-1-16,-2 1 0 0,0 0 1 15,-3-7-1-15,1 0 2 0,-2-4-2 16,1 0-1-16,0 0 1 0,2-1-2 31,-2-1 1-31,-2-6 1 0,2 1-2 0,-3-4 1 16,5 0 0-16,5 0-4 0,6-7 3 0,3-5-1 16,-1-6 0-16,-2-7 0 0,2-4 0 15,-3-6-3-15,0-4-2 0,2-5 5 16,-2-5-5-16,1-4 7 0,-2-3 0 15,-1 0 0-15,-4 1 4 0,-2 5-2 16,-4 7 3-16,0 10 0 0,-3 11 3 0,0 5-1 16,0 6 4-16,-4 2-3 0,-2 0-2 0,3 6-1 15,0 0-3-15,-3 3 1 0,-5 0-1 16,-4 9 1-16,1 9-2 0,2 8 0 16,-1 10-2-16,3 9 4 0,3 6-4 15,-1 5 4-15,3 5 1 0,1 3-4 16,4-2 3-16,0 0-3 0,0-4-1 0,8-4 3 15,2-5-3-15,3-4-2 0,3-10 1 0,6-6 1 16,-2-8-1-16,6-9 2 0,3-9 0 31,1-3-2-31,4-11 2 0,-1-11-2 16,6-2-5-16,-7-8-7 0,2-1-15 16,-3-5-26-16,-9-3-37 0,-2 0-67 15,-10 0-128-15</inkml:trace>
  <inkml:trace contextRef="#ctx0" brushRef="#br0" timeOffset="14117.03">6976 15522 795 0,'0'0'34'0,"0"0"6"0,0 0-7 0,96-41-10 15,-50 28-10-15,10-1-7 0,8 0-2 16,8 0-6-16,2 4-6 0,-6 1-15 15,-6 3-46-15,-8 3-137 0,-17-2-115 16,-12 0 2-16</inkml:trace>
  <inkml:trace contextRef="#ctx0" brushRef="#br0" timeOffset="14749.21">6398 17043 729 0,'0'0'10'0,"0"0"4"0,0 0-1 16,0 0-3-16,-80 12-6 0,63 3-2 0,1 8-3 15,-3 6 2-15,3 4 6 0,-1 4-6 16,0 4 5-16,2 0-6 0,1-2-1 16,3-1 1-16,4-6-3 0,2-9 1 15,3-3-4-15,2-8 0 0,0-6 2 16,0 1-2-16,4-7 6 0,9-4-1 0,9-7-1 16,4-6 4-16,1-5-3 0,1-7 0 0,1-3 1 15,1-5-2-15,-1-3-7 0,-1-3 6 16,-4 2-2-16,-5-1 7 0,-3 7 4 15,-1 7 3-15,-7 9 4 0,-2 8 5 16,-3 7 4-16,-3 4-3 0,0 0-2 16,0 0-6-1,0 0-5-15,1 0 0 0,1 0 0 16,1 15 1-16,0 7-4 0,1 10-2 0,4-4 0 16,-2 1 3-16,2-1 5 0,0 1-4 15,2-3 3-15,-1-2-5 0,3-1-1 16,-2-11-1-16,0-1 1 0,-3-5-4 15,3 0 1-15,-1-3-3 0,-5-2 1 16,2 1-8-16,0-2-14 0,1 0-27 0,-1 0-61 16,1-4-89-16,-7-6-106 0</inkml:trace>
  <inkml:trace contextRef="#ctx0" brushRef="#br0" timeOffset="14933.76">6853 17237 773 0,'0'0'24'16,"0"0"4"-16,0 0-2 0,0 0-9 31,0 0-10-31,0 0-10 0,0 0-4 16,0 0-9-16,0 0-15 0,0 0-21 16,2 2-54-16,-2-1-88 0,0-1-102 15</inkml:trace>
  <inkml:trace contextRef="#ctx0" brushRef="#br0" timeOffset="15365.62">7028 16993 739 0,'0'0'36'0,"0"0"5"16,0 0-11-16,0 0-13 0,0 0-7 0,0 0-5 15,0 0 0-15,0 0-2 0,0 0 0 16,-8 70-3-16,8-42 2 0,0 6-4 15,0-4 5-15,1 5 4 0,-1-1-5 16,3-4 5-16,-3-3-10 0,4-2 1 16,0-10 2-1,-1-2-5-15,0-3 1 0,3-5-1 16,-3 2 0-16,7-6 2 0,6-1 1 0,-1-3 3 16,8-10-2-16,0-6 0 0,0-4-2 15,0-2 2-15,-1-7-3 0,-2-2-4 16,-4-2 6-16,0-2-7 0,-3 2 9 15,-2-2 2-15,-2 6 0 0,-3 12 5 16,-3 0 0-16,0 10 4 0,-3 5 2 0,0-7 3 16,0 7-3-16,0 0 1 0,0 0-6 0,0 5-2 15,0 0-4-15,0 0 0 0,0 0 1 16,0 0-3-16,1 13 2 0,2 10-1 16,3 6 0-16,-2 3 0 0,2 0 1 15,0 1-4-15,1 4 4 0,0-2 4 16,0 0-5-1,2-1 3-15,1-3-12 0,2-2-5 0,-5-9-11 0,-1-7-30 0,4-7-55 0,0-6-202 16,6-9-9-16</inkml:trace>
  <inkml:trace contextRef="#ctx0" brushRef="#br0" timeOffset="16815.96">12979 14895 147 0,'0'0'19'15,"0"0"3"-15,0 0 1 0,0 0-3 16,0 0-2-16,0 0 4 0,0 0 4 15,0 0 11-15,0 0 7 0,-5-8 5 16,5 8-3-16,0-1-3 0,0 1-6 0,0-2-10 16,0 2-1-16,0 0-7 0,0 0 0 0,0 0 0 15,0 0-1-15,0 0-1 0,0 0 0 16,2 0-4-16,-1 5 1 0,1 0-1 16,1 1 1-16,0 3 1 0,-1 0 0 15,1 0-2-15,0 8 0 0,0 1-2 16,0 4 0-16,-1 7-2 15,0 3-1-15,0 2-2 0,-1 2 0 0,-1 4 3 0,2 0-5 0,-1 3 3 16,2 1-4-16,1 0-1 0,2 0 1 31,0 2 0-31,2-1 0 0,0 2-1 16,-2 2 1-16,0-1-1 0,2 2 1 16,-4-1 6-16,1 1-7 0,-1-1 3 15,-1-1-5-15,0 1-2 0,0-2 4 0,2 0-4 16,1-1 3-16,-1-2-2 0,-1-1 2 0,0-1 2 15,-2-2-2-15,-1-1-1 0,-1-1 3 16,0-5-5-16,0 0 4 0,0-2-2 16,0-2 1-16,0-2 2 0,0 2-5 15,0 0 6-15,0-2-6 0,3 0 4 16,0-1 0-16,2 0 1 0,1 1-3 0,-1 2 1 16,1 0-1-16,-2 1-2 0,-2 0 4 0,-1 2-3 15,-1-1 3-15,0-1 0 0,0-2-2 16,0-9 0-16,0-1 0 0,-1-5 0 15,1-6 0-15,0 5 1 0,0-4-1 16,0 2 0-16,0 3 2 0,0-1 0 31,0 5 0-31,0-6 0 0,0 6-1 0,0-6-1 16,1-2 2-16,1 1-2 0,-1-3-1 0,-1-2 2 16,0-5-4-16,0 0 3 0,0 0 1 15,3 2-2-15,-3-2 2 0,1 2-1 16,-1-1-1-16,3 1 3 0,-3 1-2 15,0-3 1-15,1 0 2 0,-1 0-3 16,0 2 0-16,0-2 0 0,2 1-1 0,-2 1 2 16,0-1-1-16,0 5 0 0,1 2 0 0,1 1 1 15,-1 0-2-15,-1-5 0 0,2 2-4 16,-2-6-6-16,0 0-6 0,0 0-17 16,0 0-25-16,0 0-59 0,0-6-129 15,-3-12-67-15</inkml:trace>
  <inkml:trace contextRef="#ctx0" brushRef="#br0" timeOffset="18116.04">12977 14993 227 0,'0'0'42'0,"0"0"4"16,0 0 2-16,0 0-7 0,0 0-5 0,0 0-6 16,0 0 0-16,0 0-2 0,0 0 1 0,6-81 1 15,-3 78-2-15,-2 0-4 0,2-1-3 16,-3 4-4-16,0-1-1 0,0 1 0 16,0-1-1-16,0 1-1 0,0-2-3 15,-3 2-1-15,-2 0-2 0,-7 2-1 16,1 7-2-16,5-2-2 15,-3 6 1-15,2-6-1 0,4 4 4 0,-1-2-4 0,1 0-1 0,-2 0 0 16,4-6-1-16,-1 2 3 0,2-5-1 31,-1 0 1-31,-2 2 0 0,0 2-3 16,-1 1 1-16,3-3 1 0,1-2-3 16,-6 0 3-16,1 2-1 0,1-1-1 15,-8-1 0-15,-2 0 0 0,4 0 0 0,-9 0-1 16,2-3 2-16,-4 2-2 0,-5-2 0 0,2 1 0 15,-3 2 0-15,0 0 1 0,-3 0 0 16,1 0-1-16,-1 0 0 0,-1 0 0 16,1 0-3-16,-1 0 3 0,3 0 1 15,7 0-1-15,-1 0 2 0,10 0 0 16,-4 0-1-16,6 0 1 16,4 0 0-16,0 0 0 0,6 0 0 0,-1 0-1 0,1 0-1 0,0 0 1 15,0 2 0-15,1-2 1 0,14 0 2 16,9 0-2-16,11-2-1 0,8-3 0 15,9-2-3-15,12-2 3 0,11-3-2 16,8 0 3-16,11-2-1 0,7 0 0 16,3 2-1-1,4 2 0-15,-5 0-1 0,-5 5 1 16,-9 0 3-16,-13 3-3 0,-12 1 0 0,-13 1 0 16,-11 0-2-16,-14 0 2 0,-13 0 1 15,-7 0 2-15,-6 0 1 0,0 0 1 16,0 0-2-16,0 0 0 0,0 0-2 15,-5-6 1-15,-9 0 0 0,-5-2 1 16,-2 2-3-16,-4 1 0 0,4 2 0 0,-3 0 0 16,-2 2 1-16,4-2-1 0,-3 2-1 0,1-3 1 15,-3 3 0-15,-4-1 0 0,-2 0 2 16,-3 2-2-16,-6 0-1 0,0 0 1 16,-6 0-3-16,-1 0 3 0,-7 2 0 15,-5 1 0-15,-4 4 2 0,-8-3-2 16,-4 4 0-16,-6-1 0 15,-2 1 0-15,1-1 0 0,-1 1 1 0,4 0 0 0,5-3-1 0,5 3-1 16,3-2 0-16,8 0 1 0,8 0 0 31,6-1 0-31,9 1 0 0,14-3 0 16,10 0-2-16,9-1 0 0,4-2 0 16,-2 0 1-16,2 0 0 0,0 0 1 15,0 0-1-15,0 0 1 0,2 0 0 0,4 0-1 16,5 0 0-16,2 0 1 0,-1 0 0 0,8 1-1 15,1 0 2-15,7 3-1 0,3-3 0 16,6 1 1-16,8-2-2 0,8 0 2 16,13 0-1-16,6-3-1 0,16-3 0 15,9-4-1-15,13 1 0 0,10-3 2 16,7 2 0-16,9-2 0 16,6-1 0-16,-1 1 0 0,-3 3-1 0,-11 1-1 0,-11 3 0 0,-15 2 0 15,-16-1-1-15,-17 1 1 0,-13 0-3 16,-16 2-12-16,-14-1-12 0,-13 2-47 15,-12 0-130-15,-16 3-96 0</inkml:trace>
  <inkml:trace contextRef="#ctx0" brushRef="#br0" timeOffset="19300.32">13177 17568 345 0,'0'0'68'0,"0"0"-11"16,0 0-12-16,0 0-10 15,0 0-7-15,0 0 2 0,0 0-6 16,0 0-4-16,0 0-1 0,0 0-4 16,20-48-1-16,-13 41 3 0,-2 7 0 0,6-2 2 15,7 2-3-15,2 0 2 0,7 4-3 0,1 7-5 16,-2 4 1-16,1 0-6 0,1 6 1 15,-2 5-1-15,0 3-1 0,-5 4-3 16,-2-1 0-16,-3 2 0 0,-4-3 4 16,-3-3 2-16,-2-9 0 0,-6-4 3 15,2-2-2-15,-3-2 0 0,0 1 3 0,0-8-3 16,0 4-3-16,0-8 7 16,0 0-5-16,0 0-3 0,0 0 3 0,0 1-8 0,0-1 4 15,0 0 0-15,0 0-5 0,-6-7 3 16,-4-7-5-16,0-7-1 0,0 1 2 15,-3-1 1-15,1 0-1 0,-3-1 4 16,-2 6 1-16,-1 1-1 0,-4 4 1 0,0 6-1 31,-4 1-5-31,-3 4 6 0,-1 0-2 0,0 9 2 16,-2 3 2-16,-1 6-1 0,1 2-1 16,3-1 2-16,1 4 2 0,4 0-2 15,5 3 9-15,2 0-7 0,3 1-3 16,2 0 3-16,4-4-6 0,1-6 0 15,4 1-3-15,0-9 2 0,1 2 1 0,0 1-1 16,2-4 2-16,0-4-1 0,0 1 1 0,0 1-1 16,0-2-1-16,0 4-1 0,0-8-3 15,0 3-10-15,0 2-12 0,4 3-25 16,6 4-48-16,-2-5-76 0,7-6-127 16,0-1 7-16</inkml:trace>
  <inkml:trace contextRef="#ctx0" brushRef="#br0" timeOffset="20983.42">13959 17901 498 0,'0'0'71'0,"0"0"-8"0,0 0-13 0,0 0-13 0,0 0-13 15,0 0-6-15,0 0-3 0,0 0-7 16,0 0 5-16,0 0 0 0,-7-20 2 15,7 20 0-15,0 0-4 0,2 0 5 16,6 2-8-16,2 10 2 0,2 8-1 0,-2 2-6 31,-3 4 2-31,0 3-6 0,-2 3 0 0,-2-1 5 16,-2 0-4-16,-1-8 1 0,0-7 1 16,0 1-2-16,-2-2 3 0,-3 0-1 15,1-1 1-15,1-5-1 0,1-5-2 16,1 1 2-16,-1-6-2 0,2-11 3 15,0-8-1-15,0-10-5 0,0-5 4 0,9-4-4 16,4-4 0-16,1 0 5 16,5 0-4-16,2 7-2 0,0 3-1 0,-1 5-2 0,-2 6 6 15,-4 7-1-15,-7 8 1 0,2 4 3 16,-1 3-1-16,1 8 2 0,3 3 1 16,-3 5 0-16,-1 1-2 0,3 9 0 15,-3-2 4-15,1 3-2 0,-3 4-1 0,1-4 0 16,-3-7-2-16,-1-1-1 15,0-8-3-15,-1-7 6 0,-1 3-3 0,-1-2-2 0,0 0 3 16,0 2-1-16,3-3 1 0,-3-4 3 31,0 0 2-31,0 0-7 0,1 0 3 16,1 0-7-16,3-8 2 0,3-8 4 16,6-7-3-16,2-5 2 0,4-5 0 0,2 0-6 15,0-2 3-15,2 4-2 0,-2 12 5 0,-8 4 1 16,1 6 3-16,-8 5-4 0,-3 0 5 15,5 4 1-15,-1 0-2 0,3 6 3 16,2 7-4-16,-3-3 0 0,0 2 6 16,0 2 0-16,3-5-3 0,2 9-5 15,1-1-1-15,-2 1-2 0,0-2 0 0,1 3 4 16,-2-3-4-16,3-1 2 16,-3 1-3-16,-3-7-1 0,2 2-4 0,-2-2 1 0,0-3-2 15,3 2-2-15,3-8-2 0,-2-4 4 16,8-8 0-16,0-7 1 0,-2-5 1 15,0-3-6-15,2 0 5 0,-5-1 2 16,2 6 1-16,-7 7 3 0,0 2 0 0,-1 3 8 31,-4 4-3-31,2-5 2 0,-2 6-2 0,-6 0 2 16,2-5 2-16,-1 3 1 0,-2 2 0 16,1-1-1-16,-1 6-3 0,0-1-3 15,-9-3 2-15,-5 0-2 0,-5-4 0 16,-1 8 2-16,-3 0-4 0,-1 12 0 15,1 6 2-15,0 2 3 0,2 4 0 0,3 0 0 16,4 0-4-16,4 2 0 16,4 1-5-16,4-3 5 0,2 0-1 0,5-5 1 0,5-2 5 15,3-2-5-15,0-4-4 0,3-7 4 16,0-4 0-16,1-1-2 0,8-7 4 16,-5-3-1-16,-4-1-2 0,-2-7 2 15,-2-3-1-15,-2-2-2 0,-1 3 1 0,0-1-1 16,-1 3 0-16,1-1-3 15,-2 5 0-15,-1 1 4 0,-3 5 2 0,-2 4-1 0,2 2 2 16,-3 3-1-16,0-1-1 0,0 1 0 31,2 0-1-31,0 0 2 0,0 0 4 16,2 0 0-16,3 1-2 0,4 10 4 16,1 4-5-16,-1 2 0 0,-3 1 3 0,2 0-3 15,-4 2 0-15,0 0-1 0,-2 0-1 0,1 1-1 16,-2-3 1-16,2-3 1 0,-2 2 0 15,-1-5-1-15,-1-2 0 0,1-1 0 16,-2-9 2-16,0 0-2 0,0 0 1 16,1 0 2-16,-1 0 0 0,1 0-2 15,1 0-3-15,2-12 3 0,1-4-3 0,1-4 2 16,0 1 0-16,2-8-4 16,1-1 2-16,2-1 2 0,1 0 0 0,0 6-1 0,5 7-4 15,-1 2 1-15,1 2 2 0,1 2 1 16,2 5 4-16,1 3-4 0,2 2 4 15,-2 0 0-15,0 2-2 0,-8 1 2 16,3 1 1-16,-2 7-1 0,-2 4 1 0,1 0 3 31,-5 1-8-31,-2-4 5 0,-3-3-2 0,-1 3 1 16,-2 6-5-16,0-7-1 0,-2 7 3 16,-5-3 2-16,-4-3 2 0,-1 3-1 15,1-4-7-15,2-2 2 0,5-1 0 16,1-2 4-16,0-3 3 0,3-3-5 15,-2 0-2-15,2 0-1 0,0 1 0 0,0-1 4 16,0 0 1-16,6-10-2 16,8-11-3-16,4-7 0 0,2-7 6 0,-1 5-6 0,0 4 2 15,-4 5-3-15,2 1-4 0,-6-1 9 16,-1 7-1-16,-6 6 0 0,-1 4 2 16,0 1-1-16,2 3 0 0,-2-5 1 15,1 5-1-15,-4 0 1 0,0-3 1 0,0 3-3 16,3 0 1-16,-3-1 3 15,2 1-3-15,0 0 3 0,1 0 1 0,-2 4-2 0,-1 10 0 16,0 8 1-16,0 0 1 0,0 10-5 31,-4-2 2-31,-3 2 1 0,4 0-4 16,0-1 6-16,2-1-2 0,1-2-1 16,0 0-3-16,6-5-1 0,5-3-3 0,2-9 9 15,6 0-8-15,4-3 0 0,6-3-12 0,7-5-12 16,0-8-19-16,0-8-35 0,2 0-54 15,-6-5-108-15,-3-5-57 0</inkml:trace>
  <inkml:trace contextRef="#ctx0" brushRef="#br0" timeOffset="64500.39">6686 7627 26 0,'0'0'42'0,"0"0"10"31,0 0-4-31,0 0-11 0,0 0-11 16,0 0-9-16,0 0-3 0,0 0 2 16,0 0 0-16,14 4-1 0,-13-4-1 15,1 0-2-15,-1 0-2 0,1 0 0 0,-2 0-2 16,1 0 2-16,-1 0 0 0,2 0 4 0,-2 0-1 15,7 4-2-15,0 2-1 16,6 2-29-16,0-1 1 0</inkml:trace>
  <inkml:trace contextRef="#ctx0" brushRef="#br0" timeOffset="66816.92">6995 7650 416 0,'0'0'9'0,"0"0"2"0,0 0 2 0,0 0 6 16,0 0 6-16,0 0 5 0,0 0-2 16,0 0-4-16,0 0-7 0,0 0-5 15,-69-50-4-15,67 49 1 0,2 1 3 16,-6 0 3-16,0 0 3 0,-1 0-1 0,3 0-1 31,4 0-1-31,0 0-3 0,0 0-4 0,0 0 2 0,0 0-1 0,2 0 1 0,16 0-1 31,10 0-2-31,11-2 0 0,5 2 0 16,7-1-2-16,9 1-1 0,6-2-1 16,9 0-2-16,10 1 2 0,8-1-2 15,7 1-1-15,4 1 1 0,10 0-1 0,3 0 1 16,3 0 0-16,3 1-1 0,0 2 0 0,3 2-1 15,3-2 0-15,-1 1 2 0,4-2-1 16,2-1 0-16,2-1 1 0,3 0 0 16,6-7 0-16,1-2-1 0,1-2-1 15,2-1 0-15,0 0 1 0,-3-2 0 16,0 2 1-16,-1 2-1 0,-8-1 1 0,-5 4-2 16,-4-1 1-16,-10 2 0 0,-5 1 0 0,-7 0 1 15,-6 2 0-15,-6 0-1 0,-6 1 1 16,-5-1-1-16,-6 1 0 0,-6-3 0 15,-3 2 0-15,-6-1 0 0,-1-2 0 16,-4 1 0-16,1-1 0 0,-3 0 0 16,0 1 0-16,-3 1 0 0,-3 1 0 0,-1 0 0 31,-3 1 0-31,-2 2 1 0,0-1-1 0,-3 1 0 16,0 0 0-16,-3 0 0 0,-2 1 0 15,-3 4 0-15,-2 1 1 0,-1 0 0 16,-5 2-1-16,-7-4 0 0,0 1 0 15,-8-2 0-15,0 0 0 0,-2 1 0 16,0-2 1-16,0 1-2 0,-2 0 1 0,-2-1-1 16,1 1 1-16,-4-3 0 0,0 0 0 0,0 0-2 15,1 1 2-15,1-1-1 0,0 1-1 16,-1-1 0-16,0 0-7 0,2 2-13 16,-3-2-28-16,0 3-74 0,-13-2-164 15,-10-1-3-15</inkml:trace>
  <inkml:trace contextRef="#ctx0" brushRef="#br0" timeOffset="70932.3">19012 4875 180 0,'0'0'0'16,"0"0"3"-16,0 0 3 0,0 0 6 0,0 0 7 0,0 0 8 31,0 0 7-31,0 0 7 0,0 0 1 16,-35-77-2-16,28 71-4 0,0 1-6 16,-1 0-5-16,0 1-2 0,-1 1-4 15,0 0-3-15,1 0-2 0,3 1-3 0,-6-1-1 16,5 3-1-16,-6-1 0 0,0 1 0 0,-2 0-3 15,-4 0 0-15,-1 1-2 0,-6 7-3 16,2 1 1-16,-3 2 1 0,0 3-3 16,0 2 1-16,0 1-1 0,-2 1-2 15,2 0 2-15,2 0 0 0,1 2-1 16,2 2 3-16,0 2-2 0,1 0-1 0,-1 5 1 16,1 0 2-16,0 3-1 15,1 1 5-15,0 2 0 0,2 1-4 0,1 4 2 0,3-3-4 16,2 2 1-16,2-3 2 0,1 3 0 15,5 1 0-15,2 0-1 0,1 1 0 16,3 1 0-16,6-1 1 0,3 0-1 31,8-3 1-31,0-3-1 0,3-2 0 0,5-4 2 16,3-2 0-16,4-2 5 0,5-3-2 0,2-2 1 16,6-2-6-16,3-4 0 0,2-3-1 15,1-2-1-15,0-6 1 0,-3-1-1 16,0-2 1-16,-4-2 1 0,-3-7-2 15,-2-2 2-15,-4-4 0 0,-3-3-4 16,-3-5 6-16,-3-1-6 0,-4-3 5 0,1-5 0 16,-3-3-2-16,-3-2 1 15,-1-5-1-15,0-3 1 0,-3-2-3 0,0-1 2 0,-5-2-2 16,1-2 1-16,-3 1-1 0,-5-2 1 16,-3-1 0-16,-1 1-5 0,-4 2 4 15,-12 2-2-15,-3 5 2 0,-8 3 2 16,-4 5-1-16,-3 4 2 0,-4 3-3 0,-1 6 3 15,0 3-1-15,0 5-1 16,-3 3-1-16,3 3-2 0,0 3 0 0,3 1-1 0,1 4 2 31,6 1-3-31,2 0-7 0,5 1-7 16,2 4-15-16,2 2-22 0,3 4-23 16,0 1-40-16,2 3-53 0,4-4-50 15</inkml:trace>
  <inkml:trace contextRef="#ctx0" brushRef="#br0" timeOffset="71482.35">19048 4324 387 0,'0'0'-23'0,"0"0"3"16,0 0 10-1,0 0 6-15,0 0 4 0,0 0 1 16,0 0 4-16,0 0 2 0,0 0 3 0,0 0 5 16,55 18 1-16,-51-8 0 0,-1-1 0 15,-1 1-1-15,-2 3 1 0,0 3 0 16,0 0 3-16,-6 3 0 0,-1-1 0 15,2 0 2-15,0 1-5 0,-1 1 2 16,0-1-4-16,0 4-2 0,-1 0 1 0,3 2-4 16,-1 2 2-16,2 1-3 15,0 2-2-15,0 4 1 0,2 4 2 0,-3 3-2 0,0 3 2 16,-2 2-1-16,0 4 2 0,-1 1-2 16,-2 5 3-16,-1 5 0 0,0 7-1 15,-1 7-1-15,-1 8-3 0,-2 8-3 16,-1 11 0-16,1 4 4 0,0 6-2 0,1 2 2 15,0 1-1-15,5-2-3 0,0-2 6 16,2-8 0-16,5-6-3 0,1-9 2 0,0-9-5 31,0-7 0-31,1-12 1 0,2-5-1 16,0-9 1-16,-3-7-3 0,2-13 0 16,-2-11-1-16,0-7 1 0,0-4 1 15,0 1-1-15,0-1 1 0,0 2-1 0,-2-3-3 16,-1 0 0-16,0 1-4 0,2-2-8 15,1-2-12-15,-2 0-31 0,2 0-78 0,0 2-156 16,0-1-2-16</inkml:trace>
  <inkml:trace contextRef="#ctx0" brushRef="#br0" timeOffset="73066.64">20107 5434 316 0,'0'0'6'0,"0"0"0"0,0 0-1 0,0 0-4 15,0 0 2-15,0 0 5 0,0 0 5 16,0 0 5-16,0 0 4 0,17 0-3 0,-14 1 1 31,3 6-1-31,-1-1-3 0,-1 1 1 16,2-1-2-16,-1 2-1 0,0-2-2 16,3 1 0-16,5 1 1 0,0 0 2 15,8-2 0-15,3-3 1 0,6-1-1 0,3-2-2 16,8 0 1-16,-1 0-1 0,5-5-1 15,-3 0-2-15,-3-1-3 0,-4 2-2 0,-5 0 1 16,-8 1 3-16,-2 2 2 0,-8-1 0 16,-6 2-4-16,2 0-3 0,-8 0-1 15,0 0-1-15,0 0 0 0,1 0 1 16,1 0-3-16,-1 0-2 0,1 0-5 0,-1 0-10 16,1 0-24-16,-1 0-41 0,1 0-88 15,-2 0-103-15</inkml:trace>
  <inkml:trace contextRef="#ctx0" brushRef="#br0" timeOffset="73483.33">20098 5785 649 0,'0'0'-38'0,"0"0"5"0,0 0 9 0,0 0 8 16,0 0 6-16,0 0 7 0,0 0 3 15,0 0 3-15,0 0 1 0,0 0 4 0,13 12 0 16,-11-11 1-16,-1-1-1 0,0 2 0 16,2-2-1-16,-2 1 5 0,5 1 0 15,0-2 3-15,4 3 1 0,7-2 0 16,1-1-2-16,7 0-2 0,3 0-3 0,6 0-1 15,3-1-3-15,8-1 0 0,2 2-1 16,0 0-3-16,-2 0-2 0,0 0 1 0,-6 0-2 31,-3 0 2-31,-5 0 3 0,-6 0-2 16,-3 0 1-16,-9-1 2 0,-6 1 3 16,0 0 1-16,-7 0 1 0,0 0-2 15,0 0 1-15,2 0-2 0,-1 0-1 0,1 0-2 16,-1 0-4-16,1-2-5 0,4 1-16 15,-2-2-38-15,3-3-74 0,2-5-151 0</inkml:trace>
  <inkml:trace contextRef="#ctx0" brushRef="#br0" timeOffset="74700.39">21085 4746 582 0,'0'0'-11'16,"0"0"2"-16,0 0 4 0,0 0 4 16,0 0 4-16,0 0 0 0,0 0 3 15,0 0-2-15,0 0 0 0,0 0-1 16,21-24 3-16,-21 24 3 0,1 0 1 0,0 3 3 15,2 9-3-15,-3 8-2 0,0 3-5 0,0 8 0 16,0 1-1-16,-1 3 0 0,-2 2-1 31,2-1 1-31,1 1-3 0,0 0 4 16,0-2-2-16,0 2 1 0,0-4 2 16,2-1-6-16,1-2 5 0,-1-4-4 15,1-8 2-15,-2-1 1 0,1-6-1 0,-2-7 2 16,1 2 0-16,-1-6 2 0,0 0 0 0,0 0 5 15,0 2 5-15,2 0 3 0,-2-2-1 16,3 0-6-16,1-8-6 0,3-10-4 16,3-8-5-16,4-6 5 0,1-3-5 15,1-1 5-15,4-2-2 0,2 1-1 16,-2 2 2-16,3 2-2 0,-1 1 2 0,0 5-2 16,-3 1 1-16,-1 6 0 0,-6 6 1 0,-5 7 0 15,-1 4 2-15,-6 3-2 0,0-2 0 16,0 2-1-16,1 0-1 0,1-1 2 15,-1 1-1-15,1 0 1 0,-1 0-1 16,1 0 1-16,0 0-1 0,3 9 3 31,-1 8-1-31,1 5 0 0,0 5 0 0,-2 0-1 16,1 0-1-16,-1 3 1 0,0 1 0 0,0-1 0 16,0 1 3-16,0-1-5 0,0-2 5 15,1 1-5-15,0-1 1 0,1-3 2 16,2-1-2-16,0-3 1 0,5-2 0 15,0-1 1-15,1-3 0 0,1 1 0 16,1-2-1-16,0-2 1 0,-1-2-1 0,0-3 0 16,-1-2 1-16,-3-2 1 0,1-3-2 0,8 0 1 15,-1 0 0-15,5-5-2 0,-4-6 3 16,1-4-3-16,0-4 3 0,1-2-3 16,-1-5 1-16,1-2-1 0,-2-3 0 15,1-2 1-15,0-2-5 0,-2 0 6 16,1 3-4-16,-4 2 3 0,-3 2 3 0,-3 6-3 15,-3 5 1-15,-2 2-1 0,0 4 2 0,-2 5 0 16,-1 1-1-16,-1 5 1 0,0-1-2 31,0 1 0-31,0-2-2 0,2 1 1 16,-2 0-2-16,0-1-1 0,0 1 0 16,0-1-1-16,0 2 4 0,0 0-1 15,-2 14 2-15,-5 8 1 0,0 10-2 0,0 3 1 16,-1 4 3-16,0 4-4 0,2 1 2 0,2 2-3 15,-1-1 0-15,4 1 1 0,1-2 0 16,0-4 1-16,0-1 1 0,3-4-1 16,4-5-1-16,0-4 1 0,3-7-1 15,0-2 2-15,-1-6 0 0,-2-5 1 16,0-5 1-16,4-1-1 0,4-7 0 0,3-10-1 16,-1-7 0-16,1-10-3 0,0-5 2 0,1-7-4 15,-3-4 3-15,1-3-2 0,-4-1 2 16,-4-1 2-16,0 0-3 0,-6 4 4 15,-3 4-3-15,0 4 2 0,-3 8 1 16,-9 8-2-16,1 4 1 0,-6 5-3 31,-1 3 1-31,-4 4 0 0,1 2-1 0,0 3-1 16,4 1-2-16,-1 5 0 0,-2 0-4 0,0 2-2 16,-3 10-9-16,1 6-16 0,1 5-31 15,-1 9-55-15,2 1-130 0</inkml:trace>
  <inkml:trace contextRef="#ctx0" brushRef="#br0" timeOffset="74916.83">22187 5509 741 0,'0'0'-25'16,"0"0"-1"0,0 0 1-16,0 0-1 0,0 0-3 15,0 0 1-15,0 0 3 0,0 0 5 16,0 0 8-16,0 0-1 0,5-34-21 16,-8 31-56-16,0-2-136 0</inkml:trace>
  <inkml:trace contextRef="#ctx0" brushRef="#br0" timeOffset="75831.53">22919 5007 466 0,'0'0'-3'0,"0"0"2"16,0 0-1-16,0 0 2 0,0 0 0 16,0 0 0-16,0 0 2 0,0 0 4 0,-88 16 2 15,66 0 2-15,-2 4-1 0,-1 3 3 16,2 4-5-16,-2 3-1 0,1 2-4 16,1 1-2-16,4-1-3 0,0 0 1 15,2-1 2-15,5-4-2 0,0-3 3 0,7-7-1 16,-2 0 1-16,4-8 2 0,1-4-1 15,1 0 1-15,1-1 2 0,0-1 0 0,0 0 1 32,7 0-2-32,4-3-1 0,3-5 1 15,4-6-3-15,-3-4 2 0,-1-4-1 16,-2-6 1-16,-2-2 0 0,-2-5 1 16,0-1 0-16,-2-5-5 0,-3-2 4 0,0 3-1 15,-2 2 3-15,-1 3 5 0,0 4-1 16,0 9 0-16,-3 2-4 0,0 6-1 0,-1 2 0 15,-2 1-2-15,3 6 1 0,-7-1-3 16,-2 3-2-16,-2 1 0 0,-3 8 1 16,6-1 0-16,1 2-1 0,6-2 0 15,1-4 1-15,2 9 0 0,1-4 2 0,3 3 1 16,7 3 1-16,6-6 0 0,5-3 0 16,5-5-2-16,6-1-1 0,3 0 1 0,2-4-2 15,4-5 0-15,4-3-1 0,-2-5 0 16,2-4-2-16,-2-5 0 0,-1-4 0 15,0-5 0-15,-7-5-1 0,-3 0 3 16,-5-2-1-16,-5 4 5 0,-6 5 1 0,-6 12 3 31,-9 3 0-31,-1 4-1 0,-5 5 0 16,-9-2 0-16,-4 5 1 0,-4 5 0 0,0 1 1 16,-2 0 0-16,-2 2 2 0,-2 6-1 15,2 1 0-15,3 2-1 0,-2 1 1 16,2 3 0-16,4 4 3 0,2 3-3 15,0 7-1-15,2 5-2 0,1 6 1 0,2 7-4 16,1 5 1-16,-1 3-2 0,2 4 1 16,1 3 1-16,-1 5-5 0,2 3 4 15,0 4-5-15,1 4-2 0,0 2 2 0,1-1-5 16,0-2 0-16,0-3-1 0,1-8-6 16,-2-7 6-16,1-7-4 0,0-10-1 15,-3-7-11-15,2-12-29 0,1-5-55 0,1-9-102 16,2-4-40-16</inkml:trace>
  <inkml:trace contextRef="#ctx0" brushRef="#br0" timeOffset="76100.23">22747 5253 744 0,'0'0'-7'16,"0"0"2"-16,97-10 0 0,-50 6-3 15,6 1-6-15,2-1-2 0,0-2-3 0,-1-3 0 16,-3-2 9-16,0-3 1 0,-1-4 4 16,1 0-7-16,1-4-5 0,-2-2-9 0,-2 2-14 15,-2-2-22-15,-3 4-12 0,-7-1-15 16,-1 2-43-16,-7 1-43 0</inkml:trace>
  <inkml:trace contextRef="#ctx0" brushRef="#br0" timeOffset="76348.89">23516 4690 709 0,'0'0'5'16,"0"0"-2"-16,0 0-4 0,0 0 0 15,0 0 1-15,0 0 0 0,-49 79 1 0,43-41 0 16,-2 9 2-16,-1 8-1 0,-1 7 2 16,1 5 0-16,-1 4-4 0,-1 2 1 0,-1 1-4 15,2-1-2-15,-3-3 4 0,3-5-3 16,-2-4 4-16,4-9-1 0,0-7 2 16,1-8-1-16,0-5-1 0,3-13-2 15,1-2-6-15,0-6-9 0,1-7-14 0,2 0-37 16,0-4-97-16,-4 0-96 0</inkml:trace>
  <inkml:trace contextRef="#ctx0" brushRef="#br0" timeOffset="78500.09">23176 4713 622 0,'0'0'11'0,"0"0"-8"16,0 0-4-16,0 0 0 0,0 0 0 16,106-68 1-16,-70 68 1 0,5 1 0 15,-1 8 1-15,1 2 0 0,2 3 0 0,-2 2 0 16,-1 4-1-16,0 4 0 0,-3 2 0 16,-4 3-2-16,-6 3 2 0,-4 2-3 0,-8 1 1 15,-6 0 0-15,-4 2 1 0,-5-4-1 16,-4-1 3-16,-6-1-2 0,-6-3 1 15,-6 0 2-15,-4-1-5 0,-2-3 5 16,-4-1-5-16,-3-1 1 0,0-4 2 0,2-3-1 31,0-1 2-31,2-3 0 0,4-1 0 16,8-3-1-16,3 0 0 0,5-5 0 0,6 0 0 16,1 1 0-16,4-3 2 0,0 0-3 15,3-7 1-15,13-9-1 0,7-7 2 16,6-2-4-16,6-6 2 0,3-2-7 15,5-5 1-15,-1-5-6 0,2-1-5 0,-2-4 1 16,1-3 1-16,-3-2 2 0,-3-3 2 16,-3 1 5-16,-4 3-1 0,-6 2 9 15,-5 7 4-15,-9 6 7 0,-4 13 7 0,-4 6-1 16,-2 8 1-16,0 5-5 0,-5 0-3 16,-5 5-2-16,-4 3-4 0,-4 6 0 15,2 5-2-15,3 3-1 0,-1 1 0 0,2 5 0 16,2 3 3-16,-1 3-2 0,2 3 2 15,2 4-4-15,-4 5 0 0,3 3-1 0,1 1 0 16,-2 4-2 0,1 1 2-16,0-1-3 15,1-4 1-15,-1-4 1 0,3-4-3 16,-2-7 5-16,4-9-3 0,0-2 0 16,1-9 1-16,1-5-1 0,1 0-1 0,0-5 4 15,-2 0-1-15,4 0 0 0,11-7 2 16,7-6-2-16,6-7 1 0,2-5-4 0,1-2 0 15,-1-2-1-15,3 0-1 0,-3 2 4 16,1 3 0-16,-2 4 1 0,-1 5 1 16,-3 4-2-16,-7 4 2 0,1 5-2 15,-1 2-1-15,0 0 1 0,4 8 0 0,-4 4-1 16,0 3 3-16,-4 2-2 0,-3 1 1 16,2 2-1-16,-4-2-1 0,1 0 1 15,-4 2 0-15,3-2 2 16,-3 0-4-16,1 1 3 0,-1-6-3 0,2 1 2 0,-2-6 0 15,3-1-1-15,5 2-2 0,-5-3 2 16,7 0 0-16,0-4 0 0,3-2-1 0,2-3 2 16,1-8 1-16,2-4-2 0,-3-3 3 15,-1-2-4 1,-1 0 2-16,0 0-2 0,-7 7 2 16,1-1 2-16,-5 6-1 0,-3 4 0 15,0 1 0-15,-3 3-1 0,0-2 0 16,0 2 0-16,0-1 1 0,0 1-1 15,-2-2 0-15,-9 2 0 0,-5 2 0 0,-6 7 0 16,5 5 0-16,0 3 2 0,2 1 0 16,-1 3-1-16,3 2-4 0,2-1 2 0,0 3-2 15,4-2 2-15,1 1 1 0,1-8-1 16,5 4 3-16,0-1-3 0,0-3 1 16,5 4 0-16,3-5-2 0,3-3 2 15,4-4 1-15,-5-2 0 0,6-3 2 0,1-3-2 16,2 0 2-16,5-8-3 0,-5-2 1 15,0-6-1-15,-3-3 0 0,-2-4 0 16,-2-3-1-16,-2-4 1 16,-3-4 2-16,-4-1-6 15,-3-1 8-15,0 2-6 0,-10 3 0 16,-3 0 4-16,-3 6-2 0,-7-1 0 16,-2 3 0-16,-2 0-2 0,-3 2 2 0,1-2 0 15,-2 0 0-15,3 1 3 0,-1 0-2 16,3 2 1-16,2 1 2 0,1 2-1 0,5 0 0 15,6 7 2-15,6 4-3 0,3 3 0 16,3-2-2-16,1-2-1 0,11-1-1 16,8-1 1-16,6 3 0 0,8 1 1 15,5 2-3-15,4 0-1 0,5 0 1 0,2-1-1 16,1 1-3-16,3-3 2 0,0 0-1 16,-1-2 2-16,-1-1 3 0,-3-3 0 0,-6-1 1 15,-3-2 1 1,-5 0-1-16,-4 0 4 0,-9 0-2 0,-7 4 4 0,-3-1 2 15,-6 5 0-15,-5 2-2 0,1-2 0 16,-2 2 0-16,-2-2 0 0,-4 2 1 0,-5 2-1 31,-6 1-1-31,-3 2-1 0,-3 2-1 16,0 5-1-16,1 4 1 0,1 4-2 0,-2 2 0 16,1 4 0-16,2 6 0 0,-2 7 0 15,2 5 0-15,1 7-1 0,-1 2 2 16,1 5-4-16,2 2 4 0,0 1-4 15,0 0 2-15,3 1 1 0,4-6-5 0,3-4 4 16,2-6-4-16,5-6 3 0,0-6 1 16,0-5-1-16,5-7 2 0,-3-8-1 0,0-4 0 15,-2-5 1-15,0 0-1 0,4 0 1 16,5-4 0-16,4-9-1 0,2-7-2 16,-3-7 0-16,-1-6-1 0,0-6-1 15,2-1 5-15,-1-2-2 0,-2 2 3 0,3 2-2 16,-1 4-1-16,-1 7 0 0,1 2 0 15,-1 7 2-15,-1 6-3 0,2 3 0 0,-5 5 1 16,5-1-2 0,-2 2 3-16,-4 1 0 15,6 2-1-15,-6 0 2 0,0 0-1 16,8 0-1-16,-8 0 2 0,6 0-1 16,1 0 0-16,-3 0 1 0,2 0-1 0,-2 0 0 15,1 2 0-15,-3 1 0 0,-1 2 0 16,-3 2 2-16,2 1 1 0,-5 4-3 0,-1 4 1 15,0 3-2-15,0 4 2 0,0-2-1 16,-7 0 1-16,0-1-1 0,0 0 0 16,-4 1 3-16,2 0-5 0,-2 0 4 15,3 0-5-15,-1 2 2 0,-1-3 1 0,1 1 0 16,2-1 1-16,-2-2-2 0,4-4 1 16,0-2 1-16,1-5-1 0,2-2 0 0,1 0 1 15,1-5 0 1,0 0 1-16,0 0 0 0,0 1-2 0,-2-1 2 0,2 0-2 15,0 0-1-15,0-14 2 0,2-4-2 16,4-8 1-16,3-1 0 0,-1-2 2 0,4-1-6 16,-2-4 4-16,1 1-5 0,-1-2 3 15,1 1 2 1,1 0-2-16,-1 4 2 0,-1 2 0 16,-2 9 0-16,-2 3 2 0,-1 7-1 15,-4 4 0-15,2 3-1 0,-3 2 0 16,0-2-2-16,2 2 2 0,-2 4 0 15,1 10 1-15,-1 7 2 0,0 3-2 0,0 4-1 16,0 1 1-16,0 0-2 0,0 1 2 16,0 1 1-16,0-1-4 0,0 2 4 15,0-2-5-15,0-1 2 0,0-1 2 0,0-3-1 16,0-7-1-16,0 1 2 0,0 1-1 16,0-7 0-16,0 5 1 0,0-6-1 15,0-5 0-15,0-2 1 0,0-5 2 0,0 0 0 16,0 0 0-16,0 0-1 0,3-13-2 15,7-9-1-15,4-10-1 0,4-1 2 0,2-2-1 16,5 1 2 0,1-1 3-16,0 1-6 15,-2 4 4-15,-1 1-4 0,1 5 1 16,-6 2 2-16,-5 10-1 0,-5 5 0 16,-4 4 0-16,-4 3-2 0,0-2 0 0,0 2 1 15,3 0 0-15,-2 2 1 0,2 10 1 16,-2 6-1-16,4 6 0 0,-1 1 2 0,4 0-6 15,1 3 3-15,2-1-8 0,2 2-8 16,4-1-30-16,-1 2-90 0,6 2-143 16</inkml:trace>
  <inkml:trace contextRef="#ctx0" brushRef="#br0" timeOffset="79148.92">21402 6043 431 0,'0'0'-2'16,"0"0"3"-16,0 0 3 0,0 0 12 16,0 0 7-16,0 0 10 0,0 0 2 0,0 0-3 15,-80-31-5-15,76 31-3 0,4 0-3 16,-2-1-5-16,2 1-4 0,-2 0-5 0,2-2-3 15,0 1 1-15,13-3 3 0,14 0 3 16,15-2-1-16,18-2-1 0,15-1-1 16,22-1 0-16,20 0 0 0,22 0 2 15,24 1-2-15,21 1 0 0,23 0-3 0,15 1-3 16,15 1-1-16,11 0-1 0,6-2 0 16,0 2 1-16,0-3 2 0,-9 0-7 0,-9-2 5 15,-10 3-1 1,-18-2 1-16,-14 1 1 0,-23 1-1 0,-21 3-5 0,-21-2 8 15,-20 1-1-15,-17 3 0 0,-20 0 0 16,-14 0-3-16,-14 0 0 0,-19 0-3 0,-9 2-7 31,-10 1-16-31,-9-5-37 0,-19-1-78 16,-15-2-144-16</inkml:trace>
  <inkml:trace contextRef="#ctx0" brushRef="#br0" timeOffset="80282.25">20662 6425 413 0,'0'0'6'16,"0"0"4"-16,0 0 2 0,0 0 4 0,0 0 0 15,0 0 2 1,0 0 0-16,0 0-2 0,78 96-4 0,-72-74 2 0,-3 3-6 15,0-1-2-15,-1 2-1 0,-2-2-3 16,0 1 1-16,0-4 2 0,0-2 3 0,-4-4 1 31,0-2 5-31,1-4 0 0,1-6 2 16,1 2-1-16,1-5 2 0,-2 0-1 0,2 0 1 16,0 0-2-16,0 0-7 0,0-13-4 15,8-8-5-15,4-8 2 0,6-3 0 16,1-3 1-16,3-2 1 0,2-3-6 15,1 1 4-15,1 1-5 0,0 4 4 0,-4 6 2 16,1 6-1-16,-9 7 1 0,2 6-2 16,-6 3 1-16,-5 4-2 0,6 1 1 0,-2 1 1 15,0 1 1 1,2 8 0-16,-4 4 1 0,-1 3-1 0,-1 5-1 0,1 2 2 16,-3 0-3-16,-1 3 1 0,-1 0 5 15,2-1-9-15,0 1 6 0,0 0-3 0,1 0-2 16,2-2 2-16,1-1 0 0,2-3 0 15,0-4-1-15,2-2 2 0,1-2 1 16,3-3-2-16,3-3 3 16,4-3-2-16,0-1 0 15,4-2-1-15,1 0-1 0,0-5 1 16,2-2 1-16,0-5-1 0,-1-3 0 16,-1-4-1-16,-1-2 0 0,-3-3 1 0,-1-2 1 15,-2-3 1-15,-5 0-3 0,-1-1 4 16,-4 2-5-16,-2 3 2 0,-4 7 2 0,-2 1 0 15,3 6 0-15,-5 5 1 0,1 1-1 16,-1 5-2-16,0-1 0 0,0 1-1 16,0-2-1-16,0 1-1 0,0 1 1 15,-9 1 1-15,-2 10-2 0,-3 6 3 0,2 5 4 16,1 6-5-16,-1 2 7 0,4 2-7 16,0 2 0-16,1-1 3 0,2 1-3 0,3-3 2 15,2 0 0 1,0-4-1-16,2-1-1 0,4-4 2 0,0 0-3 0,0-9 3 15,0-1-1-15,1-4 1 0,-5-5 0 16,2 2 2-16,0-5 0 0,6-2 1 0,5-10 1 31,1-8-3-31,-1-6 1 0,-1-5-3 16,-1-6 1-16,0-4-1 0,-2-4 0 16,1-5-1-16,-5-2-2 0,-1 0 1 0,-2 1-3 15,-2 4 5-15,-2 4 2 0,0 8 0 16,-6 6-1-16,-3 8-4 0,-1 9 1 15,-3 6-1-15,-9 6-1 0,-4 7 2 0,-8 10-2 16,-1 4-1-16,0 7-3 0,0 1-3 16,4 1-5-16,2 4-7 0,4-1-8 0,4 2-19 15,2 1-26 1,5 4-44-16,2-1-78 0,6 2-36 0</inkml:trace>
  <inkml:trace contextRef="#ctx0" brushRef="#br0" timeOffset="80500.17">21801 7022 770 0,'0'0'-22'0,"0"0"-6"16,0 0-15-16,0 0-7 0,0 0-1 15,0 0 10-15,0 0 13 0,0 0 9 0,0 0-2 16,10-73-32-16,-10 67-59 0,0 1-105 16</inkml:trace>
  <inkml:trace contextRef="#ctx0" brushRef="#br0" timeOffset="81266.62">22477 6441 699 0,'0'0'-15'0,"0"0"3"0,0 0-2 0,0 0 4 15,0 0 4-15,0 0 1 0,0 0 4 16,0 0 1-16,-83-5 3 0,67 20 1 15,-1 3 2-15,1 6 5 0,-1 5-7 0,2 3 2 16,2 2-5-16,3 2-1 0,1-1 0 16,5-2 1-16,2-1-1 0,2-2-1 0,0 0 2 15,2-7-3 1,5 1 3-16,1-6-1 0,2-5 2 0,0-2 1 0,3-5 1 16,4-4-1-16,2-2 1 0,7-5-1 15,-3-9 0-15,2-5 1 0,-5-7-2 0,0-5-1 16,-1-3-1-16,-4-6 0 0,-3-4-1 15,-4-3-3-15,-5-3 3 0,-3-2-4 16,-3 2 4-16,-9 3 2 16,-4 4-2-16,-4 10 4 15,-3 7-1-15,-3 10 0 0,-3 7 1 16,-3 6-3-16,2 3 1 0,-2 3-2 16,4 7 1-16,4 4-1 0,2 1 1 0,6-2-1 15,5 0 1-15,3-1 0 0,4-5 0 16,4 4 1-16,0 5 2 0,9-5-2 15,7 5 1-15,7-4-2 0,2-4 0 0,8-4-2 16,4-2 0-16,2-2-3 0,3 0-1 16,1-8 1-16,-2-2 0 0,1-6 2 15,-2-2 1-15,0-2 3 0,-4-1-2 0,-1-2 1 16,-4 2 0-16,-2 1 1 0,-6 3 1 16,-7 5 2-16,-4 3 2 0,-5 3 1 0,-4 3 2 15,0 0 2 1,-3 3-1-16,0-2 2 0,0 2-2 0,0 0-2 0,0-1-2 15,0 1-3-15,-10 6 0 0,-4 9 1 16,-3 8 1-16,3 4 0 0,-2 5 2 0,3 5-1 31,-1 3-1-31,2 6 4 0,-1 6-5 16,3 2 5-16,1 7-6 0,-1 6-3 16,3 3 1-16,1 4-2 0,-1 2 1 0,1-2 3 15,-1 0-3-15,4-8 1 0,-2-5-2 16,4-11 1-16,-2-8-2 0,2-7 0 15,-1-10 0-15,2-12-3 0,0-2 0 0,0-5-3 16,0-2-3-16,0 2-16 0,0-6-25 16,0 0-67-16,-1 0-100 0,-1-15-66 15</inkml:trace>
  <inkml:trace contextRef="#ctx0" brushRef="#br0" timeOffset="81450.39">22524 6622 766 0,'0'0'-6'0,"0"0"5"0,114-15-5 16,-60 12 0-16,8-1-3 0,3 1-7 0,2-2-18 15,-2 2-23-15,-3-1-33 0,-1 0-29 16,-3 0-36-16,0 1-63 0</inkml:trace>
  <inkml:trace contextRef="#ctx0" brushRef="#br0" timeOffset="82400.05">23621 6484 698 0,'0'0'-4'0,"0"0"-1"0,-77-36 0 0,51 24 0 15,-2 1 0-15,-2 2 2 0,-3 2 2 16,-4 0 3-16,0 6 2 0,-2 1 0 0,0 5-1 31,0 8-2-31,1 5-3 0,-1 5-1 16,5 5 2-16,0-1-5 0,5 3 5 0,3-3-4 16,4 1-1-16,5-4 4 0,7-8 0 15,2 1 0-15,3-6 3 0,5 0 1 16,0 0-1-16,9-1 2 0,-1-1 1 15,9-6-2-15,3-3 0 0,4-2-1 0,8-6 0 16,-2-5-1-16,-1-2 0 0,0-5-1 16,-2-1 2-16,1-3-2 0,-1-2 2 0,-2-1 0 15,0 2-3-15,-5 3 5 16,-3 4-4-16,-4 5 5 0,-7 6-2 0,-2 5-2 16,1 2 0-16,4 0 0 0,2 3 4 15,1 9-2-15,-5 3 2 0,0 4-5 0,-4 2 1 16,1 0-3-16,-1 0 3 0,0 1 0 15,2-1 0-15,1 0 1 0,0 1-1 16,0-4 1-16,2-1-1 0,-3-5 1 16,3-1-1-1,2 0 1-15,-5-3 0 0,6 1 1 16,-3-5 0-16,-5-2 2 0,7-2 0 16,1-2-1-16,6-6 1 0,4-9-3 0,-3-6 1 15,0-4-3-15,0-8 1 0,2-5 0 16,0-7-5-16,-4-6 4 0,2-5-3 0,-4-4 3 15,0-1 3-15,-2 0-2 16,-1 7 4-16,-3 6 0 0,-1 9 0 0,-2 13 0 16,-3 9 0-16,1 6-2 0,-3 8-1 15,2 0-2-15,-2 5-2 0,0 0 1 0,0 0 0 16,0 8 1-16,-6 8 0 0,-1 10 1 16,-1 5-1-16,-1 5 2 0,0 3-1 0,0 4-1 15,-1 1 1-15,1 1 1 16,0 2-2-16,-2 1 4 0,1-1 0 0,0 1-4 15,-2 2 3-15,2-2-5 0,1-3 1 16,2-3 3-16,0-5-1 0,4-11 0 0,2-4-1 31,1-8 0-31,0-3 0 0,0-1 2 16,0-5 2-16,6-2 0 0,6-3 1 16,4-8-2-16,7-8-1 0,0-6 0 0,2-2 0 15,-1-5 1-15,0-1-2 0,2 1-1 16,0 2 2-16,-2 2-2 0,-1 7 2 15,-2 4-1-15,-7 6 1 0,2 4-2 0,0 4 1 16,-1 0-1-16,3 2 0 0,-3 5 1 16,-1 4 0-16,-4 0 2 0,-1 2-2 0,-1 2 1 15,-3-3-1-15,-2 4 2 16,-2 1-1-16,-1 1 3 0,0 6-2 0,-3-4 1 16,-5 0-1-16,-2-3-1 0,-5-2 0 15,-3 0 1-15,-3-3-2 0,-1-2 0 0,-1 0 0 16,-1-4-1-16,-1-4 0 0,2 0 0 15,6-2-2-15,-3 0-2 0,2 0-3 0,-1-2-4 16,3 0-7-16,-1-1-7 16,2-2-28-1,4 2-49-15,-3-3-91 0,4 2-67 16</inkml:trace>
  <inkml:trace contextRef="#ctx0" brushRef="#br0" timeOffset="82850.06">24179 6402 644 0,'0'0'-15'0,"0"0"3"0,0 0 1 15,0 0 5-15,0 0 4 16,0 0 4-16,0 0 5 0,0 0 0 0,0 0 1 15,13-60-1-15,-32 60 0 0,-2 0-4 16,-6 3 1-16,1 7-4 0,2 2 1 0,-1 3-1 31,3 1-1-31,2 0 0 0,4 1 1 16,5 1-1-16,3-4 1 0,7 3 5 0,1 2-6 16,6 1 6-16,7 7-4 0,7-2 0 15,3-4 2-15,4 2-1 0,4-2 1 16,1 0 0-16,-1-1 2 0,1 1-2 15,-3 1 1-15,-3-3-1 0,0 1 2 0,-3-2-1 16,-2-1 2-16,-7-2-2 0,-1-4-1 16,-7-4 0-16,-3-3 3 0,-3-4 1 0,0 4 3 15,0 2-3-15,-6 2 1 16,-7-1-5-16,-2-4-3 0,-6-3-1 0,-3 0-2 16,4-1-1-16,-1-7-4 0,-2 2-2 15,2-2-6-15,6 4-1 0,-2-1-2 0,6 4-15 16,-1 1-17-16,0 0-41 0,6 0-41 15,-6 0-60-15</inkml:trace>
  <inkml:trace contextRef="#ctx0" brushRef="#br0" timeOffset="83298.92">24454 6627 437 0,'0'0'-1'0,"0"0"2"15,0 0-1-15,0 0 4 0,0 0 7 0,0 0 10 16,0 0 9-16,0 0 4 0,0 0-7 16,0 0-6-16,9-67-12 0,-9 67-6 0,-4 0-3 15,-4 6 2-15,-4 8 0 16,-4 6 1-16,4 2 2 0,1 3-1 0,1 0 0 15,1 1-1-15,3 1 2 0,3 0-2 16,3-3 1-16,0-1-2 0,3-4 1 0,6-1-1 31,3-2 2-31,3-4-1 0,4-6 2 16,2-3 0-16,3-3 3 0,2-6-3 16,1-8 0-16,-1-4-2 0,-1-5-1 15,0-3 0-15,-4-3 0 0,-2-3 3 0,-6-1 0 16,-2-3-2-16,-6 0-1 0,-2-1 2 15,-3 4-1-15,-4 2-2 0,-6 5 4 0,-4 7-7 16,-3 5-1-16,-3 7 0 0,-3 5-1 16,-3 2-4-16,-2 6 0 0,-1 8-1 0,1 4-10 15,0 2-9-15,2 4-29 16,-1 0-42-16,5 2-48 0,-1-2-93 0</inkml:trace>
  <inkml:trace contextRef="#ctx0" brushRef="#br0" timeOffset="83666.81">24663 6585 695 0,'0'0'-14'0,"0"0"0"16,0 0-2-16,0 0 1 0,0 0 1 15,0 0 5-15,0 0 6 0,0 0 6 16,0 0 1-16,55 1 2 0,-43 11-1 0,-1 3 0 16,1 2-3-16,0 3-2 0,0 1-1 15,-1 0 2-15,0-1-3 0,-2 2 2 0,-5-7-1 16,0 0 0-16,-1-3 2 0,-3 0 1 16,0 0 0-16,0-1 0 0,0 1 1 0,0-8-1 15,0 1 3-15,0-5 1 16,0 0 0-16,-3 0 2 0,-1-8-1 0,0-9-2 15,-1-6 2-15,5-8-1 0,5-2-1 16,8-5-2-16,4-2-1 0,1-1-1 0,3 3-2 31,1 2 0-31,-2 4-6 0,2 5-1 16,-2 5-7-16,-1 7-21 0,0 3-113 0,-4 6-120 16</inkml:trace>
  <inkml:trace contextRef="#ctx0" brushRef="#br0" timeOffset="126299.35">19908 11852 255 0,'0'0'16'0,"0"0"2"0,0 0 6 16,0 0 0-16,0 0 2 0,67-87-7 0,-51 80-1 15,-2 0 1-15,0 2 2 0,3 0 1 16,-3 0 2-16,8-1 0 0,-2 2-3 0,-1 1 0 31,3-1-3-31,-1 3-3 0,0 1-1 16,3 0-1-16,2 0-3 0,3 5 0 16,0 2-3-16,3 4-1 0,1 1 0 15,0 3-4-15,1 5 1 0,-3 3 2 0,0 2-5 16,-4 6 6-16,-1 0-5 0,-1 5 0 15,-5-1 3-15,0 1-3 0,-4 2 2 0,-3-2-1 16,-4-1 2-16,-1-3 1 0,-3-2 3 16,-2-8-1-16,-2-4 3 0,-1-6 1 15,0-6 1-15,2 0 6 0,-2-6 2 16,0 0 2-16,0 0-4 0,0 0-6 0,0 0-6 16,0 0-3-16,0-1-1 0,-3-12-2 15,-3-3 2-15,-2-7 0 0,5 2-2 0,-2 6 0 16,1 0-1-16,-4 0 1 0,0 2 0 15,-1-1 0-15,-1 4-1 0,-3 2 0 16,-4 5-2-16,-6 2 2 0,-2 1 2 31,-1 9 0-31,-2 3 2 0,-5 5-1 0,0 1 0 16,-5 3 0-16,2 2 0 0,0 3 0 16,1 2 0-16,3 1-1 0,1 1 0 0,2-2-1 15,1 1 0-15,2 0-1 0,2 0 3 16,1 1-3-16,4-1 2 0,0 1 3 15,3 0-7-15,2-1 7 0,2-1-5 16,1-6-1-16,5-6 2 0,0-2 0 0,1-7-1 16,4-2-1-16,0-1 1 0,1-4-3 15,-2 0 0-15,2 0-3 0,0 2-5 0,0-1-12 16,0 0-18-16,0 1-42 0,0-2-116 16,2 0-87-16</inkml:trace>
  <inkml:trace contextRef="#ctx0" brushRef="#br0" timeOffset="127433.56">21152 12029 175 0,'0'0'49'16,"0"0"7"-16,0 0-3 0,0 0-15 0,0 0-12 16,0 0-8-16,0 0-1 0,0 0 2 0,0 0 1 15,0 0 4-15,-33 10 3 0,33-10 2 16,0 1 0-16,7 0-1 0,12 1-3 16,7-2-5-16,4 0-2 0,6 0-2 15,6-4-3-15,4-1-1 0,1-1-5 16,3 1-3-16,-3 2-3 0,-4 0-1 0,-5 2-1 15,-12-1 1-15,-3 2-1 0,-10 0 0 16,-7 0 1-16,2 0 0 0,-8 0 0 0,0 0-2 31,0 0-5-31,2 0-5 0,-2 0-2 16,0 0-7-16,0-3-8 0,-6 2-10 16,-7-4-11-16,-5 0-14 0,-2 4-15 15,-6 1-30-15,5 0-54 0</inkml:trace>
  <inkml:trace contextRef="#ctx0" brushRef="#br0" timeOffset="127817.05">21012 12246 480 0,'0'0'-4'16,"0"0"5"-1,0 0 5-15,0 0 6 0,0 0 0 0,0 0-1 0,0 0-4 16,0 0-3-16,0 0 0 0,-12 8 2 16,12-7 1-16,0 5 2 0,0 1-1 0,0 2 3 31,10 3 0-31,0-4 0 0,7-1 1 16,3-3-2-16,3 0 1 0,4-4 0 0,5 0-1 15,3 0 1-15,2 0-1 0,3-2-2 16,3-1 0-16,-4 1-4 0,-4 1 0 15,-4 0-1-15,-8 1 0 0,-3 0 1 16,-8 0 3-16,-6 0-2 0,0 0 1 0,-6 0 1 16,0 0 1-16,0 0 2 0,2 0-3 15,-1 0-5-15,0 0-4 0,2 0-3 0,-2 0-5 16,1-2-3-16,-2 2-12 0,1-1-20 16,-1 1-51-16,2-2-123 0,1-3-43 15</inkml:trace>
  <inkml:trace contextRef="#ctx0" brushRef="#br0" timeOffset="128533.58">22111 11969 388 0,'0'0'10'0,"0"0"15"0,0 0 10 15,0 0 2-15,0 0-3 0,0 0-13 16,0 0-3-16,0 0-1 0,0 0 1 0,0 0 1 16,2-20-4-16,0 20-3 0,0 0-4 15,0 0-1-15,-2 0-1 0,2 0-1 0,-2 3 0 16,-4 3 0-1,-8 3-3-15,-3 0 0 0,-5-3-2 0,-3-3 1 0,0 1-1 16,-2-4 1-16,1 0 2 0,-1 0 0 31,2-7 1-31,3-2 3 0,3-3 0 0,3-3-2 16,5-3 1-16,4-3-2 0,5-6-6 16,0-1 4-16,7-4-6 0,8-3 4 0,2 3 0 15,3 2 0-15,3 5 0 0,0 7 0 16,0 5 2-16,5 5-1 0,0 5 3 15,1 3 0-15,2 6 2 0,1 6 1 16,2 5-1-16,-1 3 0 0,0 1-2 0,0 5 0 16,-2-1-4-16,-2 4 1 0,-5 2 3 15,-1 1-6-15,-7 1 5 0,-3 0-5 0,-8 2 1 16,-5 0 1-16,-2 1-3 0,-14 4 1 16,-6 1-3-16,-8 3 2 0,-8 0-1 15,-6 0 0-15,-7-3 0 0,-3-3 2 16,-3-5-1-16,0-4 3 0,3-6 1 0,3-8 0 15,6-6 2-15,4-7 1 0,7-2-2 0,5-5 1 16,6-7-1-16,9 3 0 0,6-5-1 31,8-1 0-31,3-1 0 0,13-6-2 16,5 5 2-16,10 1 1 0,2 4 2 16,6 1-2-16,3 3-1 0,3 4 1 15,-2 4-4-15,2 0 2 0,-3 6 0 0,-3 4 0 16,-3 4 0-16,0 3 0 0,-5 0-2 15,-6 1 2-15,-1 1-1 0,-4 3 1 0,-3-2 1 16,-2-2-2-16,-2 0 4 0,0 0-5 16,-3-3 1-16,-2-4-5 0,0 0-2 15,-2-5-15-15,-3-3-25 0,5 0-54 16,-1-3-160-16,5-8-12 0</inkml:trace>
  <inkml:trace contextRef="#ctx0" brushRef="#br0" timeOffset="128965.78">22723 11864 596 0,'0'0'1'16,"0"0"2"-16,0 0 8 0,0 0 2 15,0 0 0-15,0 0-6 0,0 0-3 16,-80-32-2-16,57 41 1 0,1 5 4 0,6 1-7 16,-1 3 6-16,2 4-6 0,1-2 2 0,2 2 0 15,1-1-1-15,4 0 0 0,2 1-2 16,2 1 2-16,3-2 0 0,0-2 2 16,8 3-1-16,3-1 0 0,6 0-1 15,4 0 1-15,-1 1-1 0,5 0 1 16,-1 3 1-16,1-3-1 0,-3 1 0 0,-2 0-1 15,-2-2 0-15,-4 0 1 0,-2 1 1 16,-6-8 1-16,-3 1 1 0,-3 0 1 0,0-2 0 31,-6 4 2-31,-7-5-1 0,-1-2-1 16,-3-3-2-16,-2-1-2 0,-4-3 1 16,-1-1-4-16,1-2-1 0,1 0-3 15,-1-8-5-15,3-1-2 0,7 1-13 0,1-4-17 16,1-3-35-16,4 3-61 0,-1-9-114 15</inkml:trace>
  <inkml:trace contextRef="#ctx0" brushRef="#br0" timeOffset="129932.57">22610 11893 688 0,'0'0'-1'15,"0"0"7"-15,0 0 0 0,85-26 1 16,-55 23-1-16,2 1-3 0,3 1-3 0,1 1-2 0,2 0-1 31,1 0-4-31,2 0 0 0,0 0-2 0,0 3-4 16,1-3-4-16,-2 0-3 0,-4 0-2 16,-1 0 1-16,-5-2 5 0,-2-2 6 0,-11 1 6 15,0 0 7-15,-5 1 9 0,-8 0 5 16,0 2-1-16,-4 0 5 0,0-1-8 15,0 1 5-15,0 0 2 0,-2 0-4 16,-14 0 3-16,-7 8-7 0,-7 2-2 0,5 5-3 16,-3 2-2-16,2 4-1 0,0 4-1 15,-1 4-1-15,-1 4-1 0,1 3 0 0,1 7-3 16,2 2 2 0,3 5-1-16,1 4 1 0,5-1-1 0,0 0 1 0,7-3-4 15,2-3 1-15,6-3 5 0,0-6-5 16,6-6 7-16,7-4-3 0,3-9-1 0,4-7 2 15,4-6-1-15,3-6 2 0,3-3 1 16,1-11-1-16,-1-6-1 0,0-8 1 0,-2-8-6 31,-2-7 5-31,-3-7-5 0,-5-6 3 16,0-5 2-16,-8-1-3 0,-1-1 3 16,-8 7-1-16,-1 8 1 0,-4 5-1 15,-6 10 0-15,-5 4 0 0,-5 8 1 0,-1 4-1 16,-5 3 3-16,-1 7 1 0,0 3 0 15,-3 2-1-15,2 2-1 0,2 0-1 0,8 3-2 16,3 3 1-16,6 0-2 0,2 0 0 16,3 2 0-16,4 1 1 0,0 5-1 15,14-2 2-15,8 3 0 0,8-5 0 16,6 0-2-16,3-3 1 0,3-2-1 0,3-2 0 16,1-2 1-16,2-1-1 0,1 0 1 15,2 0-1-15,-2 0 1 0,-3-3-1 0,-6 0 1 16,-2 0 0-1,-7 0 0-15,-12 2 0 0,-7-1 0 0,-6 2 1 0,-6 0 2 16,0 0-1-16,0 0 1 0,2 0-2 31,-1 0-1-31,1 0-1 0,-1 0 0 0,-1 2 1 16,0 8 0-16,-6 8 0 0,-6 7 0 16,-5 2 1-16,-3 5-1 0,1 3 1 0,-2 1-1 15,1 4 0-15,2 1-1 0,1-2 1 16,4 2-1-16,0-3 1 0,4 0 0 15,5-3-1-15,2-3 5 0,2-3-5 16,2-4 5-16,6-4-3 0,7-4 0 0,2-5 2 16,6-4-2-16,3-3 1 0,3-5 1 0,3 0-3 15,3-10 1-15,0-5 0 0,-1-5 2 16,1-3-1 0,-3-6-5-16,-2-5 5 0,-2-2-5 0,-4-4 3 0,-4-4 2 15,-5-4-3-15,-5-4 3 0,-8-1-3 16,-2 1 2-16,-2 5 0 0,-10 8 1 0,-5 5 1 15,-2 7 0-15,-5 4-1 0,-5 8-1 16,-3 3-2-16,-4 6-1 0,-2 6 0 0,-3 0-1 31,3 8-2-31,1 7-3 0,3 4-4 16,2 7-11-16,3 3-12 0,5 4-26 16,4 7-31-16,5-1-70 0,4 5-104 15</inkml:trace>
  <inkml:trace contextRef="#ctx0" brushRef="#br0" timeOffset="130416.92">24017 12565 679 0,'0'0'-1'16,"0"0"7"-1,0 0 1-15,0 0 1 0,0 0-2 0,0 0-1 0,0 0-1 16,0 0 2-16,0 0 4 0,-13-3 0 31,13 3 2-31,0-1 1 0,0 1 1 0,0-3 2 16,7-5-3-16,3-4 0 0,4-7-9 16,1-3 1-16,4-6-6 0,0-6 1 0,5-6 1 15,5-8-2-15,3-10 3 0,1-6-4 16,6-6 3-16,-1-3-2 0,1-2-1 15,-1 0 3-15,-4 4-3 0,-3 7 1 16,-4 11 3-16,-5 12-2 0,-5 10 2 0,-7 15-1 16,-4 7-1-16,-3 6-1 0,-3 3 0 15,1 0 1-15,1 6 0 0,2 9 2 0,0 8-1 16,-1 4 1 0,-1 5-1-16,0 4 0 0,0 4 4 0,-1 5-4 0,2 4 3 15,0 4-4-15,0 5-1 0,0 1 1 16,-1 3-1-1,1 2 1-15,1-4-2 0,-2-1 3 0,1-6-3 0,0-8 2 0,-1-4 1 16,1-5-3-16,-2-11 3 0,-1-4-4 0,2-8-1 31,-2-6-2-31,0-1-4 0,0-6-12 16,0 0-41-16,0 0-87 0,-3-8-143 16,-6-9 4-16</inkml:trace>
  <inkml:trace contextRef="#ctx0" brushRef="#br0" timeOffset="130616.72">23933 12250 792 0,'0'0'-2'0,"0"0"2"16,0 0 7-16,0 0 1 0,107-10 0 0,-59 10-2 15,7 0-3-15,4 0-4 0,5 0 0 16,2 0-2-1,3 5-6-15,-1-2-12 0,-1-3-29 0,-5-2-51 0,-4-10-132 16,-3-6-54-16</inkml:trace>
  <inkml:trace contextRef="#ctx0" brushRef="#br0" timeOffset="131033.53">24417 11107 661 0,'0'0'0'16,"0"0"3"-16,0 0 3 0,0 0 3 0,0 0 1 0,0 0-2 15,0 0-4 1,0 0-2-16,0 0-1 0,0 0 4 0,-21-24-1 0,15 43-1 0,0 7 1 15,-1 3 4-15,-2 3-6 0,1 1 4 0,-1 2-5 16,1 0-2-16,3-1 1 0,1 1-1 31,4-1 0-31,0-3 0 0,5 0 1 16,5-3-2-16,4-8 1 0,3-3 0 16,-6-6 3-16,7-8-1 0,2-3 1 15,2-6 1-15,8-11-1 0,-3-4 1 0,-1-6-1 16,-3-3 1-16,-5-4-1 0,-2-3 2 15,-8-2-2-15,-3 1 2 0,-5 0-4 0,0 3-3 16,-10 3 3-16,-8 8-5 0,-2 8 3 16,-6 4-1-16,-6 8-1 0,-4 4-6 15,-4 6-4-15,-5 5-19 0,0 4-50 0,-6 2-176 16,2 1-14-16</inkml:trace>
  <inkml:trace contextRef="#ctx0" brushRef="#br0" timeOffset="160667">21629 13928 386 0,'0'0'10'0,"0"0"5"15,0 0 6-15,0 0 2 0,0 0-3 0,0 0-9 16,0 0-5-16,0 0 3 0,0 0 1 0,-7-16 5 16,7 16 11-16,-3 0 2 0,3 13 4 15,-4 10-3-15,-2 11-2 0,-3 5-7 16,-4 6 1-16,-1 8-7 0,-5 7 0 16,3 2-6-16,-1 3 1 0,1 4-4 15,0-1 1-15,3 1 1 0,1 2-6 0,2-3 4 16,1-1-4-16,1-3-3 0,1-7 4 0,1-4-3 15,0-6 2-15,0-7-1 0,1-8 0 16,0-11 0-16,4-9-1 0,1-6 1 31,0-6 0-31,-2 0-5 0,1 0-11 16,-1-15-24-16,-1-11-48 0,-1-12-96 0,1-3-95 16</inkml:trace>
  <inkml:trace contextRef="#ctx0" brushRef="#br0" timeOffset="160999.24">21677 13994 544 0,'0'0'17'0,"0"0"8"0,0 0 5 16,0 0 1-16,0 0-8 0,0 0-11 15,0 0-7-15,0 0-4 0,0 0 0 16,0 0 3-16,-9-22 3 0,14 16 3 0,8-3 0 31,10-3-2-31,6 1-1 0,6-1-2 0,6 2-2 16,4-2-1-16,4 1 0 0,2 0-2 16,1 5 0-16,-5 0-1 0,-3 5-2 15,-6-1 1-15,-8 2-1 0,-8 0-1 16,-11 0 0-16,-5 0 0 0,-6 0-1 15,0 0 0-15,0 0-7 0,3 0-13 0,-2 0-27 16,-1 0-31-16,0 0-56 0,0 3-105 0</inkml:trace>
  <inkml:trace contextRef="#ctx0" brushRef="#br0" timeOffset="161282.59">21421 14425 484 0,'0'0'14'31,"0"0"12"-31,0 0 8 0,0 0 2 16,0 0-8-16,0 0-4 0,84-6-6 16,-58 6-3-16,4 0-1 0,1 0-4 0,-1 3 0 15,2 0-2-15,-2-1-2 0,1 0 1 0,-1 1-2 16,-2-3-2-16,-3 0 1 0,0 0-2 15,-1 0 0-15,-2-2 1 0,1-1-2 16,-7 2-1-16,0 0 0 0,-3-1-2 16,-3 1-1-16,2-1-3 0,-8 2-3 15,3 0-9-15,-7 0-22 0,5 0-28 0,1 0-65 16,-2 2-133-16</inkml:trace>
  <inkml:trace contextRef="#ctx0" brushRef="#br0" timeOffset="161599.37">21281 15047 554 0,'0'0'15'15,"0"0"10"-15,0 0 0 0,0 0-2 16,0 0-5-16,0 0-6 0,0 0-2 15,0 0 1-15,88 29-1 0,-65-23-1 0,3 0-2 16,1 0 0-16,5 0-2 0,3-1 1 0,3-2 0 16,4-3 0-16,4 0-2 0,2 0 0 15,4 0-1-15,0-3-1 0,-4-2-1 16,-4 2-1-16,-5 0 0 0,-4 2-1 16,-10 1 1-16,-5-2-1 0,-9 2 0 15,-5 0 1-15,0 0-1 0,-6 0-5 0,0 0-5 16,-7 0-13-16,-8 3-27 0,-6 3-44 0,-7-1-106 15,1-2-71-15</inkml:trace>
  <inkml:trace contextRef="#ctx0" brushRef="#br0" timeOffset="162916.72">22352 14698 317 0,'0'0'32'0,"0"0"6"0,0 0 7 16,0 0-2-16,0 0-8 0,0 0-1 0,0 0-1 16,0 0-4-16,0 0-2 0,113 7-5 15,-74-7-1-15,5 0-4 0,0 0-5 16,3 0-1-16,-1 0-7 0,-4 0-2 15,-3 0-1-15,-6 0-1 0,-9 0-1 16,-3 0 1 0,-9 0 0-16,-5 0-1 0,0 2 0 15,-7-2 1-15,0 0-2 0,0 0-5 0,0 0-11 16,0 1-24-16,-3-1-46 0,-14 0-58 16,-10 0-113-16</inkml:trace>
  <inkml:trace contextRef="#ctx0" brushRef="#br0" timeOffset="163200.06">22258 15003 564 0,'0'0'5'0,"0"0"13"0,0 0 7 15,0 0 2-15,0 0-3 0,0 0-5 0,105 27-3 16,-70-27-1-16,5 0-1 0,0 0-3 0,6 0-2 15,2 0-3-15,4 0-2 0,0 0-2 16,-1 0-2-16,-4 0 0 0,-7 0-2 31,-6 0 2-31,-12 0-4 0,-9 0 0 16,-6 0 1-16,-7 0-1 0,0 0 0 16,0 0-1-16,0 2-5 0,-8 2-9 0,-7 1-13 15,-4 2-25-15,6-2-51 0,-3-2-84 0,0-3-57 16</inkml:trace>
  <inkml:trace contextRef="#ctx0" brushRef="#br0" timeOffset="163898.91">23125 14343 583 0,'0'0'12'16,"0"0"9"0,0 0 2-16,0 0 1 0,0 0-9 15,0 0-9-15,0 0-1 0,0 0 0 0,0 0 1 16,0 0 4-16,-9 19-2 0,10 14 2 16,1 2-2-16,-2 5 1 0,0 2 5 15,-6 4-7-15,-3 3 5 0,-1 2-6 16,0 4 0-16,0 2-3 0,-2 3-1 15,2-3 0-15,1-2-3 0,1-3 3 0,2-8-1 16,2-7 3-16,2-12 5 0,1-4-3 0,1-7 5 16,0-8-3-16,0 1-3 0,0-7 8 15,0 0-5-15,0 0 1 0,0-1-2 16,0-14-5-16,0-11-2 0,0-10 0 16,0-7 1-16,0-5-3 0,-2-7 2 15,-1-4-2-15,0-4 1 0,-1-2 0 0,3 0 3 16,0 0-3-16,1 2-1 0,0 6 1 0,0 9-3 15,2 8 4-15,2 14 0 0,-1 11 1 16,0 5-2-16,0 7 0 0,-1 1 0 31,4 0 0-31,2 2 1 0,4 11 1 16,2 7-1-16,1 5 1 0,-1 6-1 16,2 4 1-16,0 3 3 0,3 4-4 0,-2 1 4 15,3 3-4-15,2 1-1 0,-2 4 1 0,3 1-3 16,0 2 4-16,0 0-3 0,-2-4 2 15,1-1 1-15,-1-6-2 0,-3-6 0 16,-3-7 0-16,-1-5 0 0,-5-7 1 16,-4-9 1-16,-2-3 0 0,-3-4 1 15,0 0 0-15,1-1-1 0,2-13 0 0,0-11 1 16,0-12-3-16,0-10 3 0,2-9-3 0,0-6 4 16,2-7-3-16,2 0 2 0,3-3-2 15,0 2-6-15,3 7 6 0,-2 5-4 16,-1 11 4-16,-1 11 1 0,-5 11-1 15,-2 11-1-15,-2 10-1 0,-2 4 0 16,0-1-3-16,0 1 1 16,0 0-4-16,0 0-5 15,0 0-11-15,-6 10-24 0,-3 7-31 0,-1 4-81 16,4 0-129-16</inkml:trace>
  <inkml:trace contextRef="#ctx0" brushRef="#br0" timeOffset="164500.34">23618 15090 548 0,'0'0'39'0,"0"0"3"15,0 0-4-15,0 0-17 0,0 0-5 16,0 0-2-16,0 0 2 0,0 0 1 31,0 0-2-31,-41 63-1 0,31-31-5 16,-3 5 2-16,0 2-5 0,-3 2 0 16,-2 1-1-16,0 2-1 0,-1 2-2 0,0 0-2 15,1-1 0-15,-2-2-1 0,2-4 1 0,2-4-1 16,3-5 1-16,4-11 0 0,3-8 1 15,4-4 0-15,2-7 4 0,-2 0-2 16,2 0 1-16,0-7-1 0,0-15-2 16,4-13 0-16,4-13 0 0,2-4 1 15,3-5-3-15,0-2 3 0,2 0-2 0,0 0 1 16,4 3 0-16,-3 4-5 0,3 10 4 0,-5 7-2 16,0 9 2-16,-5 11 0 0,-3 7 1 15,-3 6-2-15,2 2 2 0,6 0 1 16,2 2 1-16,6 9 0 0,-3 4 0 15,-1 7 1-15,0 5-1 0,1 4 4 16,-4 5-5-16,-2 3 5 16,0 2-6-16,-3 3-1 15,-3 1 1-15,-2 1-3 0,-2-2 3 0,0-2-3 16,0-2 2-16,-6-3 0 0,-1-6 1 16,-1-4 0-16,-2-3 0 0,5-11-1 15,2-4-1-15,1-4 1 0,-1-2 0 16,2 0 1-16,-2 0-1 0,1 1-2 15,2-4-6-15,-1 0-10 0,-3 0-10 0,1 0-27 16,0-3-40-16,-4-7-81 0,1-1-114 0</inkml:trace>
  <inkml:trace contextRef="#ctx0" brushRef="#br0" timeOffset="164682.51">23285 15534 688 0,'0'0'18'0,"0"0"9"0,0 0-1 16,0 0-3-16,0 0-8 0,0 0-4 16,90-26-4-16,-55 26-3 0,3 0-1 15,3-1-2-15,0-1-3 0,0-1-2 0,-3-1-4 32,-2-1-9-32,-3-2-22 0,-4-4-49 0,-3-1-94 15,-7-8-107-15</inkml:trace>
  <inkml:trace contextRef="#ctx0" brushRef="#br0" timeOffset="165433.5">24038 14147 399 0,'0'0'52'0,"0"0"3"15,0 0-6-15,0 0-10 0,0 0-9 16,0 0-5-16,0 0-4 0,0 0-5 16,0 0-5-16,0 0-3 0,0 11-1 0,0-5-1 15,5 4 2 1,-1 10-1-16,-1 9 1 0,-3 6 2 0,0 4-2 0,0 5 1 0,-6 5-2 15,-3 2 1-15,0 7 2 0,-2 4-5 16,1 3 0-16,-3 5-3 0,2 2-4 31,0-1 2-31,-3 1-2 0,2-6 2 16,-2-4-1-16,2-7 0 0,2-6 4 0,3-9-5 16,-2-8 6-16,5-10-3 0,1-12 0 0,3-3 2 15,0-7 2-15,0 0 1 0,0 0 1 16,0-10-4-16,9-7-1 0,2-10 0 15,2-5-7-15,1-6 6 0,3-2-5 16,1-3 3-16,0 0 1 0,3 4-2 16,1 1 4-16,-1 6-5 0,0 5 3 0,-1 7-1 15,-1 5 0-15,-3 6 1 0,-1 5 0 0,0 4-1 16,0 0 2-16,5 10-1 0,-1 5 1 16,-3 4 3-16,0 1-4 0,0 7 2 15,-2 0-2-15,-1 4 0 0,-3 1 0 16,-2 0 1-16,-3 1-2 0,-2-2 2 15,-3-1 3-15,0-2-6 0,0-3 6 0,-4-2-5 16,-2-6 2 0,0-3-1-16,3-5 0 0,1-5 1 15,0 1-2-15,2-5 1 0,-1 0 0 16,1 0-2-16,-2 2-4 0,2-1-13 16,-1-1-29-16,-1 0-47 0,-1 0-138 15,0-6-57-15</inkml:trace>
  <inkml:trace contextRef="#ctx0" brushRef="#br0" timeOffset="165800.37">24767 14534 586 0,'0'0'9'0,"0"0"13"0,0 0 3 15,0 0 6-15,-2-84-5 0,4 74-5 16,-2 4-4-16,1 1-1 0,-1 5-2 31,0-2-3-31,0 2-6 0,0 0-2 16,-1 0-3-16,-12 5 1 0,-7 9 1 0,-6 9 3 16,-2 5 2-16,-2 7-4 0,1 5 4 0,-1 4-7 15,1 5 2-15,1 1 0 0,5 1-1 16,6 2 0-16,3 0-2 0,8-4 1 15,6-4-2-15,4-3 3 0,13-7-2 16,7-8 4-16,6-6-5 0,7-7 2 16,2-7-2-16,4-6-2 0,1-1 0 0,-2-2-7 15,-2-7-9-15,-5-2-14 0,-7-4-23 0,-5 1-63 16,-6-4-87-16,-8 4-65 0</inkml:trace>
  <inkml:trace contextRef="#ctx0" brushRef="#br0" timeOffset="166082.7">24407 15275 672 0,'0'0'11'16,"0"0"11"-16,0 0 5 0,0 0-3 0,0 0-6 15,0 0-6-15,0 0 0 0,0 0 0 0,100 9 0 16,-59-5-3-16,6 2-1 0,4 1-2 16,-1-1-4-16,1-1-2 0,-3 3 0 15,-4-2-2-15,-1 0 1 0,-6-1-2 16,-1-2-2-16,-6 0-3 0,-11-2-6 16,-6 1-16-16,-3-1-28 0,-5 1-88 0,-1-2-140 15,-4 0-5 1</inkml:trace>
  <inkml:trace contextRef="#ctx0" brushRef="#br0" timeOffset="166549.34">24391 15642 740 0,'0'0'13'16,"0"0"5"-16,83-26 0 0,-53 26-4 16,2 3-5-16,-2 8-2 0,1 6-3 0,-3 4 0 15,-2 3-1 1,-1 5-1-16,-6 3-1 0,-3 3 1 0,-3 3 4 0,-3-1-5 0,-3 1 5 16,-3 1-5-16,-2-2 0 0,-1 0 1 15,-1-1-3-15,0-2 3 0,-1-4-3 16,-1-7 1-16,-1-5 2 0,1-6 2 15,0-6-2-15,2 0 3 0,0-6 1 0,-1 0-1 16,-3 0-1-16,-1-15-3 16,-2-5-1-16,-2-13-1 15,-3 4 2-15,4-3-2 0,-2 5 2 16,-3 4 0-16,1 3 2 0,3 8 1 16,-6 5 1-16,-3 5 0 0,-3 2 0 15,-10 9 0-15,-1 8 0 0,-1 3-1 16,-3 5-2-16,0 6 2 0,-2 2-2 0,2 2 1 15,0 3-1-15,0 1 0 0,-2 1-1 0,5-2 1 16,3-4-3-16,5-4 1 0,3-3-1 16,5-4 1-16,7-6-1 0,4-8 0 15,3-2-2-15,2-2-1 0,-1-1-3 16,1 1-8-16,1-5-13 0,-2 0-60 16,2-3-177-16,0-14-61 0</inkml:trace>
  <inkml:trace contextRef="#ctx0" brushRef="#br0" timeOffset="-162997.8">18159 8896 51 0,'0'0'3'16,"0"0"3"-16,0 0 3 0,0 0 4 0,0 0 5 15,0 0 8-15,0 0 5 0,0 0 6 16,0 0 3 0,0 0 0-16,-3-53-6 15,0 52-5-15,-2-2-8 0,-4 1-5 16,3 2-2-16,-6 0-3 0,-5 0-2 16,2 5-2-16,-5 4-2 0,3 1-3 0,1 4 0 15,0 3-1-15,0 2 1 0,0 4 0 0,-1 4-1 16,-2 4 0-16,3-1 0 0,-1 4 0 15,0-1 0-15,2 2 3 0,2 1-3 16,0 1 6-16,3-1-5 0,2 0 0 16,1 1 1-16,5-4-3 0,2 1 4 15,0-4-1-15,8 0 2 0,4-2-1 0,5-1 0 16,3-2 0-16,5-3-1 0,5-2 0 0,2-5 0 16,4-3-1-16,4-5-1 0,1-4 1 15,0-3 0-15,2-5 0 0,-3-8 1 16,1-3 1-16,1-4-2 0,-3-3 0 15,-3 0 1-15,-3-4 1 0,-5 0 2 16,-5-3 4-16,-6 0 0 0,-2-4 3 0,-7 1-2 31,-3-4 2-31,-5 1 0 0,0-2-5 0,-3 2 4 16,-7 1-3-16,-4-1 2 0,2 3 5 16,-4 3-4-16,0 0 1 0,-4 2-4 15,-1 5-2-15,-2 4-2 0,-3 3-3 16,-1 6-2-16,-5 4-6 0,-4 2 0 15,-6 4-2-15,-9 4-5 0,-2 6-4 0,-5 4-12 16,0 3-17-16,1 4-32 0,3 2-54 0,3 2-108 16</inkml:trace>
  <inkml:trace contextRef="#ctx0" brushRef="#br0" timeOffset="-162296.66">19583 9098 473 0,'0'0'46'15,"0"0"-8"-15,0 0-7 0,0 0-10 16,0 0-7-16,0 0-9 0,0 0-2 15,0 0-3-15,0 0-4 0,-85-33 2 0,55 42 0 16,-1 6-1-16,-5 3 1 0,-3 5 3 0,-6 4-2 16,-4 2 2-16,-3 3-3 0,-1 3 1 15,0 0-3-15,-2 0 2 0,4-2 2 16,4-3-2-16,4-2 3 0,8-5 0 16,6-3 1-16,8-5-1 0,9-3-1 15,4-6-1-15,8 4 0 0,0 3 3 0,9 5 1 16,8 5 0-16,8-2 0 0,4-3-2 0,7 0 0 15,2-1-1-15,4-2 1 0,2 0-1 16,0-1 0 0,0-2 2-16,-1-2-2 15,-1 0 0-15,1-4 0 0,-3 0 0 16,0-1 1-16,-2-2-2 0,0-1 1 16,-3 1 0-16,-3 1-3 0,-3-3 1 0,-2 1-5 15,-3 1-11-15,-4 0-23 0,-2 0-64 0,-3 1-141 16</inkml:trace>
  <inkml:trace contextRef="#ctx0" brushRef="#br0" timeOffset="-161563.45">20232 9273 658 0,'0'0'-8'0,"0"0"4"0,0 0 2 0,0 0 2 16,0 0-4-16,0-85 2 0,0 72-2 0,-5-2 5 31,-4 5 1-31,1 2 0 0,-6 2 1 16,-2 3-1-16,-4 3 0 0,-5 0-1 15,1 7-1-15,0 7 0 0,-1 6 5 16,-1 5-5-16,1 5 5 0,1 3-5 15,3 4-1-15,1 0 2 0,4 6-2 0,3 1 1 16,3 3-1-16,1 0 1 0,7 1-2 0,2-2 3 16,2-5-3-16,11-4 3 0,2-5-2 15,6-5 1-15,5-6 1 0,6-6 0 16,4-6 1-16,5-7-1 0,5-2 0 16,2-11-1-16,1-7 2 0,3-8-2 15,-4-6 0-15,1-5 0 0,-5-8 1 0,-4-3-2 16,-7-7 1-16,-10-1 0 0,-4 0 0 0,-8 0 0 15,-9 2 3-15,-2 3-2 0,-8 4-5 16,-7 3 5 0,-7 4-4-16,-2 6 5 15,-3 2 1-15,0 4-1 0,0 6 1 16,-2 0-1-16,1 6 0 0,2 0-1 16,5 6-1-16,6 2 1 0,5 3-2 0,0 3 1 15,6 0-3-15,-2 1-1 0,-3 1 1 0,7 0 0 16,-3 5 0-16,1 3 2 0,2-3 0 15,1 5-2-15,1-3 4 0,0 3 0 16,0 2-1-16,0-1 3 0,0 1-3 16,1-3-1-16,1 2 2 0,0-1 2 15,0 1 0-15,-1 1 3 0,3 8-2 0,-3 3 1 16,-1 7 5-16,0 5-5 0,0 4 5 0,0 6-4 16,-6 3-5-16,0 5 1 0,-1 5-3 15,-1 4 1 1,0 5-2-16,1 0 2 0,-1-2-3 0,3 0 6 0,-1-4 0 15,2-2-3-15,1-6 4 0,1-3-4 16,2-7-1-16,0-5 2 0,0-5-1 0,3-5-1 31,2-5-1-31,0-7-1 0,2-4-1 0,-2-3-3 16,2-3-4-16,3 0-9 0,-1-3-20 16,0 0-27-16,1-3-64 0,6 0-122 15</inkml:trace>
  <inkml:trace contextRef="#ctx0" brushRef="#br0" timeOffset="-161130.08">21357 9133 763 0,'0'0'-7'0,"0"0"0"16,0 0 2 0,0 0 1-16,0 0 0 15,0 0 1-15,0 0-2 0,0 0-1 16,0 0 3-16,0 0 1 0,-7-40 1 16,-7 56 2-16,-6 7 1 0,-4 5 3 0,-5 4-3 15,-1 6 2-15,-3 1-4 0,-5 3-1 0,2 2 1 16,0 1-2-16,-2 2 2 0,0 0-1 15,4 1 1-15,-1-5-2 0,8-3 4 16,4-7-2-16,5-7 0 0,10-9 0 16,5-2 0-16,3-3 0 0,14-3 2 15,11 3-1-15,8-3 0 0,10-1 1 0,8-2-1 16,7 0 0-16,4 0 0 0,2-1-1 0,1-1-1 16,-3-1 2-16,-3 1-1 0,-4-1 0 15,-4-3 1 1,-8 0-2-16,-5 0-1 0,-5 0-1 0,-7 0-9 0,-7 0-12 15,-2-3-23-15,-1-1-45 0,-3-2-65 16,4-1-98-16</inkml:trace>
  <inkml:trace contextRef="#ctx0" brushRef="#br0" timeOffset="-160697.72">21992 9148 790 0,'0'0'-7'0,"0"0"0"15,0 0 1-15,0 0 2 0,0 0 1 16,0 0-1-16,0 0-4 0,94-51 3 16,-74 43 1-16,-2-1 4 0,-2 0-1 15,1-2 1-15,1-1 0 0,2 0-1 0,0-3-1 16,0 0 1-16,0-2-1 0,0 0 1 0,-3 2 0 15,-5 4 1-15,-4 5 2 0,-4 4 0 16,-4 2 2 0,0-2-2-16,0 2 1 15,2 0-2-15,-1-2 0 0,0 2 1 16,1 0 2-16,-2 0 1 0,0 4 0 16,0 11-1-16,0 8 0 0,-7 9 0 0,-1 2 2 15,-3 1 1-15,1 5-1 0,-1 0 2 0,2 6-4 16,-2 1 3-16,1 2-4 0,0 1-2 15,1 0 2-15,2-3-4 0,1 0 2 16,1-5-2-16,4-3 1 0,-1-6-1 16,2-3-1-16,0-6-2 0,2-7-1 15,3-2-5-15,-2-4-9 0,3-2-21 0,-1 3-29 16,0-3-64-16,-1-1-112 0,-1-4-19 0</inkml:trace>
  <inkml:trace contextRef="#ctx0" brushRef="#br0" timeOffset="-160464.25">21658 9818 801 0,'0'0'-5'0,"0"0"-1"0,0 0 0 15,0 0 0-15,0 0 3 0,0 0 6 16,0 0-2-16,0 0 4 0,0 0-4 15,0 0 1-15,-10 47 0 0,32-38 1 0,5-6-2 16,11-3 0-16,11 0-1 0,12-6-8 0,10-5 6 16,12-1-10-16,10-1 0 0,7-1-10 15,5 1-17 1,2 0-26-16,-1 1-60 0,-4 0-136 0</inkml:trace>
  <inkml:trace contextRef="#ctx0" brushRef="#br0" timeOffset="-140314.48">7463 8810 79 0,'0'0'0'0,"0"0"2"15,0 0 1-15,0 0 1 0,0 0 7 0,0 0 6 16,2-85 10-16,-13 77 4 0,3-2 2 16,1 5-5-16,-9-1-4 0,0 3-2 15,-1 3-1-15,-8 0 1 0,5 0-2 16,-3 0-5-16,0 3-2 0,1 3-4 0,-3 2 0 15,2 1 1-15,0 1 2 0,3 4 0 16,0 1-4 0,2 2-3-16,2 4-4 0,1 4 0 15,1 2-1-15,-1 4 0 16,0 3 0-16,3-1-1 0,-2 4 1 0,2-1-1 16,1 1 0-16,4-1 3 0,1 1 2 15,4-1 0-15,2-1 2 0,0 1-1 0,6-1-2 16,7-2 3-16,3-2-4 0,7-2 2 15,6-2 0-15,4-4-2 0,5-2-1 0,8-4 0 16,2-4 1-16,4-5 0 0,7-5 0 16,-1-3 0-16,3-6-1 0,-3-7 0 15,1-6 0-15,-1-5 0 0,-3-5 2 16,-2-3-1-16,-2-6 2 0,-8-1-3 0,-5-5-2 16,-2-3 2-16,-7-3-2 0,-6-2 2 15,-9-1 2 1,-2-1 1-16,-10 6 5 0,-2 6 2 0,-10 5 4 0,-6 10-2 0,-9 6-3 15,-2 4-5-15,-7 7-2 0,-2 2-2 16,-3 5 1-16,-4 3 0 0,2 0-1 31,1 0 0-31,1 6-2 0,7 0-1 0,-1 3-3 16,7 1-4-16,4 3-4 0,2 1-7 16,4 1-8-16,1 1-14 0,7-4-33 0,2 3-51 15,3-4-79-15</inkml:trace>
  <inkml:trace contextRef="#ctx0" brushRef="#br0" timeOffset="-139881.12">7595 8429 215 0,'0'0'-54'15,"0"0"25"-15,0 0 10 0,0 0 14 16,0 0 10-16,0 0 12 0,0 0 7 16,0 0 5-16,0 0 6 0,0 0 1 15,70 80-1-15,-69-65-1 0,-1 4-1 0,0 2-5 16,0 0-2-16,0 7-6 0,-6-1-2 15,-1 3 0-15,1 2 2 0,-1 6-1 0,-2 4 0 16,-1 7-4-16,3 7-3 0,-6 5-4 16,-2 7 1-16,-2 4-2 0,-3 5-3 15,-2 2 0-15,-1 3-2 0,0 2-4 16,1-4 2-16,-1-5-2 0,3-3 4 0,4-8 0 16,0-7 1-16,9-7 1 0,2-2-2 15,4-7 1 1,1-5-5-16,0-5 1 0,4-6-4 0,2-5-3 0,0-7-1 0,3-2-6 15,-2-3-10-15,-3-5-45 0,5-1-76 16,0-2-84-16</inkml:trace>
  <inkml:trace contextRef="#ctx0" brushRef="#br0" timeOffset="-139281.15">8853 8615 147 0,'0'0'-22'15,"0"0"3"-15,0 0 5 0,0 0 4 0,0 0 6 16,0 0 8-16,0 0 11 0,0 0 7 15,0 0 9-15,0 0 2 0,19-16 0 0,-19 16-5 16,0-2-7-16,2 2-5 0,-2-1 5 16,0 1 7-16,2-1 0 0,-2 1 3 15,0 0-3-15,0 0-3 0,-4 0 0 16,-9 0-4-16,-4 7 0 0,-5 5-4 0,0 5-3 16,-1 4-1-16,-1 5-5 0,-1 4 2 15,-1 7-4 1,0 5 0-16,-2 5 0 0,4 5-3 0,-1 4 0 0,5 3 2 0,1 2 2 15,6-1-4-15,2 1 2 0,5 0-4 16,6 1-1-16,0 0 1 0,7 2-3 31,9 1 4-31,1-1-3 0,8-5 0 0,2-3-1 16,2-4 1-16,2-8 2 0,-1-5-2 16,0-5 3-16,1-8-4 0,-4-7 0 0,1-3-1 15,-2-7-3-15,-2-5-6 0,0-4-14 16,3 0-32-16,-1-7-69 0,1-8-108 15</inkml:trace>
  <inkml:trace contextRef="#ctx0" brushRef="#br0" timeOffset="-138714.46">9225 8974 546 0,'0'0'-3'16,"0"0"-2"-16,0 0 0 15,0 0 7-15,0 0 0 0,0 0 1 16,88-70-1-16,-66 65 1 0,1 2 0 16,-3 3 2-16,3 0 1 0,-1 7-1 15,1 3 3-15,0 3-3 0,0 6-2 0,-2 2 0 16,0 3 1-16,1 4-1 0,-5 1 1 15,2 1-2-15,0 2 2 0,-5 3 3 0,1 1-6 16,1 1 4-16,-3-1-5 0,1-3-1 16,-4-1 3-16,1-4-2 0,-6-10 0 15,2-1 1-15,-4-8 0 0,-1-5 4 16,-1 1 7-16,-1-5 6 0,0 0 2 0,0 0-3 16,0-3-6-16,0-11-6 0,-7-5-1 15,-4-8-2-15,-3 2-1 16,-1 0 0-16,0 4 0 0,-2 2 0 0,1 2 2 0,0 3-1 15,3 6 0-15,-4 4-3 0,-2 4 0 16,-4 1-1-16,-9 10 0 0,0 4 1 31,-1 5 0-31,-4 1 0 0,3 4 2 0,-2 2-1 16,4 0 1-16,2 4-1 0,3-2 1 16,4-1-1-16,2 1 1 0,5 0-1 0,1 0 2 15,4-2-3-15,2-1 1 0,3-8-2 16,3-2 1-16,2-4-1 0,1-7 2 15,0 6-1-15,0-7 0 0,0 1-1 16,0 2-2-16,0-7 0 0,0 0-1 0,0 0-3 16,0 1-4-16,0 3-12 0,3 1-24 15,0 0-45-15,4 3-82 16,-3-3-72-16</inkml:trace>
  <inkml:trace contextRef="#ctx0" brushRef="#br0" timeOffset="-137897.59">9789 9554 501 0,'0'0'-1'0,"0"0"2"0,0 0 3 15,0 0 6-15,0 0 3 0,0 0 2 0,0 0 5 16,0 0 3-16,0 0 0 0,0 0 0 16,35-40-7-16,-35 40-7 0,1 0-5 15,1 0-2-15,-1 0-4 0,4 0 2 16,1 6 0-16,2 8 0 0,-1 4 0 0,-1 2 0 16,-1 1 2-16,0 2-2 0,-1 0 1 15,2-1-1-15,0 0 0 16,1-1-1-16,-1-1 1 0,-2-7-2 0,0 1 4 0,-1-7-4 15,-1-2 4-15,1 0-2 0,-3-5 2 16,0 0 2-16,0 0 4 0,1 1 2 31,2-1 0-31,1 0-1 0,2-8-5 0,4-10-3 16,2-7-2-16,2-6-1 0,2-2-2 16,1-1 2-16,2 3-2 0,3 2 3 0,3 3 0 15,-1 5 0-15,-1 5 0 0,-4 6 0 16,-2 4 1-16,-6 3-3 0,-7 1 2 15,7 2-1-15,-6 0 1 0,2 5 0 16,2 7 2-16,-2 2 0 0,-1 4 0 0,-5-3 0 16,2 2 0-16,-2 2-2 0,-1 2 2 15,0-1-1-15,0 2 1 16,0-4-1-16,0-4 0 0,0 5-1 0,0-7 1 0,0 0-1 16,2 0 2-16,-2-5-1 0,1-1 0 15,-1-6 3-15,0 0 1 0,0 0 3 16,2 0 2-16,1 0-1 0,4-3-3 0,1-9-1 15,4-6 0-15,0-4-1 0,1-2 1 16,0-2 1-16,3 0-2 16,-2-1 1-16,3 1-1 15,1 2 0-15,-1 1-1 0,-1 3 0 16,1 4 0-16,-5 4 0 0,-2 1-1 16,-4 5 1-16,-3 3-1 0,1 0-1 15,-4 3-1-15,0-2-1 0,0 2 1 0,5 0 0 16,-1 9 2-16,4 7-1 0,-2 8 1 15,-1 2-2-15,-2 2 1 0,-2 4 0 0,2 2-1 16,-2 1 0-16,0-2 2 0,1-3-3 16,1-1 4-16,0-4-3 0,-2-7 2 15,2-5-1-15,-1-4 1 0,-1-4 0 16,1 0 0-16,-2-5 0 0,0 0 0 0,0 0 1 16,1 0 0-16,-1 1-2 0,2-1-1 15,-1 0-5-15,3-12-9 16,1-3-19-16,-2-2-35 0,1 0-79 0,-3 7-130 0</inkml:trace>
  <inkml:trace contextRef="#ctx0" brushRef="#br0" timeOffset="-136497.72">10663 8722 190 0,'0'0'10'15,"0"0"-4"-15,0 0 2 0,0 0 5 16,-1-82 2-16,2 71 3 0,1 7 0 0,-1-6 1 16,1 6 4-16,-1-1 5 0,1 1-1 15,-2 4-2-15,0-2-5 0,0 2-2 16,1-1-3-16,-1-1 1 0,2 1-1 0,-1 1 2 16,1-1-2-16,2 1 1 0,9 0-1 15,0 5 1-15,9 8-2 0,-2 6-1 16,6 4-1-16,3 9-1 0,4 4 0 0,2 8-2 15,5 8 0-15,1 5-4 0,-1 6 1 16,1 5-3-16,-7 5-1 0,-2 4 3 16,-7 8-4-16,-8 8 2 0,-6 4 0 15,-7 6-4 1,-4-1 4-16,-6-3 0 0,-7-8-2 16,-4-9 4-16,-1-11-3 0,-3-10 1 15,2-10 4-15,-3-11-2 0,3-10 5 0,2-7-1 16,4-9 0-16,6-7 1 0,4-3-2 15,-2-4-2-15,-1-7-4 0,-2-6-7 16,1-9-9-16,1-3-18 0,3-1-59 0,0-3-176 16,3 3-12-16</inkml:trace>
  <inkml:trace contextRef="#ctx0" brushRef="#br0" timeOffset="-135164.22">9520 9889 160 0,'0'0'3'0,"0"0"8"0,0 0 9 0,0 0 10 16,0 0 3-16,0 0 1 0,0 0-3 15,0 0-4 1,0 0-4-16,56-7-4 0,-51 7 0 15,-5 0 0-15,0-2 0 0,0 2 5 16,1 0 2-16,6-2 0 0,2-2-5 0,4-2-4 16,3-4-8-16,-1-1-1 0,-1-3-6 15,-3-1 3-15,1 0-1 0,-5-2 0 16,3-1-2-16,-4 1 0 0,1 3-1 0,-3-1 2 16,-1 4 2-16,-1-1-2 0,1 0 4 15,-2 1-1-15,1-1 2 0,-2 6 0 16,0-5-3-16,0 6 2 0,0-1-1 0,0 1-3 15,0 5 2-15,0-5-3 0,0 1-3 16,0-1 1-16,0 0 0 0,0 5-1 31,-2-1 1-31,-4 1-1 0,-5 0 1 0,-5 0 0 16,-4 5 0-16,2 4 0 0,1 3 1 16,1 0-1-16,-1 5 1 0,1 1 0 15,0 2-2-15,1 1 2 0,1 2-1 0,2 0 0 16,0 1 0-16,1 0 0 0,1 0 5 15,3 2-5-15,0 0 4 0,2 0-6 16,1-8 1-16,3 0 1 0,1 0-2 0,0-2 2 16,1-1 0-16,8-3 1 0,4-3 1 15,1-4 0-15,11 0-1 0,-1-3-1 16,4-2-2-16,0 0-3 0,2-3-1 0,0-3-5 16,-1 0-1-16,0 0-5 0,-3-2-12 15,-3 1-14-15,-1-2-34 0,-3-2-34 16,-4-1-114-16</inkml:trace>
  <inkml:trace contextRef="#ctx0" brushRef="#br0" timeOffset="110203.43">5504 12429 47 0,'0'0'35'0,"0"0"-1"15,0 0-6-15,0 0-4 0,0 0-4 0,0 0-2 16,0 0 0-16,0 0-2 0,0 0 1 15,0 0-1-15,-20-17 3 0,20 17 1 0,0 0 2 16,4-2 1-16,9 2 3 0,10 0-1 16,6 0 3-16,4-1-6 0,4 1-1 15,5-2-3-15,7-1-3 0,4 2-5 16,5-2-3-16,3 0-1 0,4 1-4 0,-2 2 0 16,-2 0-2-16,-4 0-1 0,-5 0 1 15,-5 0-1-15,-6 0 1 0,-6 0 0 16,-12 0-1-16,-10 0 2 0,-7 0 4 0,-6 0 5 15,0 0 1-15,0 0-1 0,2 0-3 16,0-1-2-16,-2-1-1 0,1 0 1 31,-1-3 0-31,0 0 2 0,-7-3-1 0,1 1 0 16,2 4-1-16,3 0 0 0,1 3 0 16,-2-2-2-16,2 2-2 0,-1 0 0 0,-1-2-1 15,1 2-2-15,-1-1 1 0,-4 1-1 16,-6 0 2-16,-3 0-1 0,-7 5 0 15,1 2 1-15,-3 4 0 0,-3 1 0 16,-2 2 0-16,-3 4 0 0,-1 2 1 0,-3 3-1 16,2 2 1-16,0 4 2 0,5 3-4 15,2 3 5-15,2 1-6 0,3 2 2 0,4 0 0 16,4 0-2-16,4 0 2 0,2 0 1 16,5 0-1-16,3-3 0 0,0 0 1 15,13-3 0-15,3-4 0 0,5-3 1 16,7-3 0-1,2-3-1-15,5-6 2 0,4-2-2 0,2-5 1 0,0-4 0 0,0-2-1 16,-3 0 0-16,-4 0 1 0,-2-4-2 16,-3-1 1-1,-12 2 2-15,-5-1 0 0,-5 4 0 16,-7 0 0-16,0-1-2 0,0 1-1 16,1 0-2-16,-1 0 0 0,2 0-1 15,-2 0-4-15,-7 5-2 0,-2 5-6 0,0 1-34 16,2 1-71-16,4-3-123 0</inkml:trace>
  <inkml:trace contextRef="#ctx0" brushRef="#br0" timeOffset="115603.65">7050 12737 99 0,'0'0'26'0,"0"0"-4"0,0 0-7 0,0 0-4 16,0 0-1-16,0 0 1 0,0 0 2 15,0 0 2-15,0 0 5 0,0 0 4 16,27-32 3-16,-25 32 1 0,-1-2-5 31,1 2-1-31,-2-1-5 0,1 1-1 0,-1-2-3 16,1 2-1-16,-1-2 3 0,2 2 5 16,7 0 3-16,4-1 2 0,8 0-4 15,10-1-4-15,2 1-5 0,5-1-2 0,4 1-4 16,7-1-1-16,3 1 0 0,0 1-1 15,4-2 0-15,-2 0 0 0,-1 1-1 16,-2-1 1-16,-3 1 1 0,-5 0 0 0,-4-1 0 16,-14 2 1-16,-4 0 0 0,-6 0 3 15,-11 0 0-15,3 0 4 0,-7 0 4 0,0 0 0 16,0 0-1-16,2-1-6 0,-1 1-4 16,1 0-8-16,-1-2 0 0,1 2-3 15,-2 0-2-15,0-2-6 0,1 2-9 16,-1-1-24-16,0 1-39 0,0 0-60 0,0 0-91 15</inkml:trace>
  <inkml:trace contextRef="#ctx0" brushRef="#br0" timeOffset="116119.93">7283 12990 138 0,'0'0'55'15,"0"0"-2"-15,0 0-5 0,0 0-6 16,0 0-3-16,0 0-3 0,0 0 1 31,0 0-3-31,0 0-2 0,-16 8-1 0,13-7-2 16,3-1-4-16,-3 0-1 0,3 2-1 16,-1-2-4-16,-1 0-2 0,1 0-6 15,-1 0-4-15,2 0 1 0,0 0-3 0,0 0 2 16,9 0 0-16,13 0-3 0,5 0 0 15,6 0-1-15,2 0-2 0,6 2 2 16,0-1 0-16,1 0 0 0,-1 1 2 0,2-1-1 16,-2-1 0-16,0 2 1 0,-3-2-1 15,-3 1-1-15,-5-1 1 0,-9 2 0 0,-7-2 0 16,-4 0 3-16,-4 0-2 0,1 0 3 16,-1 0 0-16,-6 0 1 0,0 0-1 15,0 0-2-15,1 0-3 0,-1 1-3 16,2-1-3-16,-2 0-2 0,0 0-6 0,0 0-6 15,0 0-21-15,0 2-31 0,0-2-105 16,-2 0-116-16</inkml:trace>
  <inkml:trace contextRef="#ctx0" brushRef="#br0" timeOffset="116836.56">9873 12089 306 0,'0'0'35'0,"0"0"7"0,0 0 6 0,0 0-3 15,0 0-5-15,0 0-2 0,0 0-4 0,0 0-5 16,0 0-4-16,-18-52-6 0,18 50-1 31,-1 1-2-31,1-1-1 0,0 1-2 16,0-1-2-16,0 1-2 0,0 1-3 16,0-2-1-16,0 2 0 0,0 0-1 0,1 6 0 15,4 9 0-15,0 10 0 0,-2 5 0 16,-3 5-2-16,2 4 1 0,-2 4-3 0,0 1 1 15,0 0-2-15,0-1 3 0,1-3-2 16,2 0 3-16,0-2 0 0,1-2-3 16,3-1 1-16,-1-5-4 0,0-2 3 15,0-7 0-15,-2-6 0 0,1-1 2 0,-1-6-2 16,-2-5-3-16,4 3 1 0,-3-3-1 16,0 0-2-16,0 0-3 0,3-3-9 0,0 0-19 15,1 0-35-15,-1 0-64 16,-5 0-138-16</inkml:trace>
  <inkml:trace contextRef="#ctx0" brushRef="#br0" timeOffset="117370.08">9161 12852 253 0,'0'0'41'0,"0"0"13"16,0 0 0-16,0 0-11 0,0 0-12 15,0 0-4-15,0 0-1 0,0 0 2 0,0 0-4 16,0 0-3-16,-32 5-6 0,31-5-1 15,-1 0 0 1,2 0 5-16,-1 1 1 0,1-1 0 0,1 0-1 0,15 0-4 16,12 0-4-16,11 0-1 0,14 0-4 0,14-4 0 31,14-3-1-31,13 0-2 0,17-2-2 16,15 1 0-16,13-1-1 0,14 0 0 0,12 1 1 15,10 1 0-15,12 1 0 0,5 0-1 16,6 1 1-16,3 1-1 0,3-1 1 0,0 2-1 15,-5 0 4-15,-5 0-1 16,-5 0 4-16,-9 1 1 0,-7 2 1 0,-11 0 1 16,-10 0-1-16,-10 5-2 0,-15-1-2 15,-11 2-1-15,-15-1-1 0,-11-2 0 0,-16-1 0 16,-15-2-1-16,-13 0 2 0,-19 0-1 16,-11 0 1-16,-10 0 2 0,-6 0 0 0,0 0 0 15,0 0-2-15,1 0-3 0,1 0-1 16,0 0-4-16,0 0 0 0,0 0-4 15,-1 0-8-15,1 0-20 0,-1 0-48 16,-1-2-148-16,0-6-80 0</inkml:trace>
  <inkml:trace contextRef="#ctx0" brushRef="#br0" timeOffset="118418.93">9443 13207 446 0,'0'0'11'16,"0"0"12"-16,0 0 1 0,0 0-2 0,0 0-9 31,0 0-4-31,0 0 4 0,0 0 2 16,0 0 3-16,0 0 1 0,20-73-4 0,-15 72 2 16,3 1-2-16,0 0 4 0,2 10-2 15,0 7 2-15,-1 5 0 0,-5 5-8 16,0 5 3-16,-1 4-8 0,-3 5-1 15,0 5 0-15,0 2-2 0,-4 4 1 0,0 2-3 16,-2 0 0-16,0-3-1 0,1-2 2 16,1-8-2-16,1-5 4 0,1-12-2 0,2-4 1 15,0-8-1-15,0-6 2 0,0 1 0 16,0-3 0-16,0 0 1 0,0 1-1 16,2 0 0-16,-2-5 0 0,6 0-1 15,7 0-1-15,6-8-1 0,7-2-1 0,0-6 0 16,3-2-1-16,3-2 1 0,2-1 0 15,4-3 0 1,-2-1-1-16,2 0 1 0,-2-1-2 0,-3 0 1 0,-3 5 1 16,-6 2 1-1,-3 6 0-15,-9 4 0 0,-5 3 1 16,2 1-1-16,-6 4 2 0,0-2 0 16,1 1 1-16,-4 2-1 0,0-1-1 0,0 1-1 15,0 0-1-15,0 0 1 0,-1 9-1 16,-8 6-1-16,-7 4 2 0,1 3-2 0,-3 1 1 15,-4-1 0-15,2 1 0 0,-5-2-1 16,2 1 1-16,1-3-1 0,1-2 2 16,2-3-2-16,6-4 1 0,5-4-1 15,0-1 0-15,7-2 0 0,-2 0-1 0,0 0 1 16,3-3 0-16,-2 0 2 0,2 3-1 16,8 2 1-16,7 1 0 0,6 1 0 0,2 1 0 15,3-2 0-15,3 0 0 0,0 1-1 16,-2 0 0-16,3 0 5 0,-2 1-4 15,-3 1 4-15,-2-1-7 0,-6-2 0 16,-7-3 0-16,-1 1-2 0,-4-2-2 0,0-1-3 31,-1 1-5-31,-4-2-13 0,0 0-29 16,0 0-48-16,0 0-86 0,-9-9-91 0</inkml:trace>
  <inkml:trace contextRef="#ctx0" brushRef="#br0" timeOffset="119503.53">10253 13916 157 0,'0'0'46'0,"0"0"4"0,0 0-2 0,0 0-5 0,0 0-4 15,0 0 0-15,0 0-2 0,0 0-4 16,0 0-1-16,0-24-4 0,0 22-2 15,0 2-1-15,3-1-5 0,-3 1-1 16,2-2-3-16,-2 2 1 0,1 0-1 0,-1 0-1 31,1 0-1-31,3 2-3 0,-2 9-1 16,1 5-2-16,0 1 0 0,-2 5-2 0,1 0 0 16,1-1-3-16,-2 2 0 0,3 0-2 15,-2-7 0-15,-1 3 0 0,0-7 1 16,-1-6 0-16,2 8 0 0,-2-9 4 15,0 1-2-15,2 1 1 0,-2-7 0 0,0 0-2 16,0 0 1-16,0 1 0 0,0 1 0 16,0-1-1-16,0 0 1 0,0-1-3 0,0 2 0 15,0-2-1-15,0-2-1 16,-5-8 1-16,1-7-1 0,0-6 0 0,1 3 1 16,0-5-2-16,1 2 1 0,1-1 0 15,1 0 1-15,0 1 0 0,0 6 0 0,0-1-5 16,0 0 3-16,0 6-3 0,1-5 4 15,2 6 1 1,0 2 1-16,4-4-1 0,-3 4-2 0,8-4 2 0,1 4 0 0,3 0 0 31,6-2 2-31,1 3-1 0,0 0-1 16,3 3 0-16,-8 1-3 0,-1 2 4 16,-7 2 0-16,3 0-1 0,0 2 1 0,-6 1-1 15,5 6-1-15,-8-2 2 0,-1 3 0 16,0 0 1-16,-3 2 0 0,0 6 4 0,-6 0-6 15,-1 4 6-15,-6-4-6 0,1-1 0 16,-2-2 1-16,-1-1-1 0,0-2 0 16,-3-1 0-16,1-3-1 0,1 2 1 15,-3-1-1-15,6-3 0 0,-3 0 1 0,7-3 0 16,-3 0-3-16,1 0 4 0,4-1-2 16,-2-2 1-1,2 0 1-15,0 0-2 0,-3 0 0 0,5 0 2 0,0 0 0 16,-1-2 1-16,6 2 1 0,0-1-2 0,0 1-1 15,-1 0 0-15,-1-2-2 0,2 2 2 16,-1 0 0-16,1 0 1 0,0 0-1 0,0 0 2 31,7 0-2-31,9 6 1 0,5 3 1 16,3 2-1-16,6 0 1 0,4 1-1 0,3 0-1 16,0 0 0-16,1 2 0 15,4-1-1-15,-3 1 0 0,-3-2-1 0,2-1-1 16,-6-2-1-16,-5-2 0 0,-8-2-2 15,-9-4 0-15,-1 3-3 0,-5-3-2 0,-1 1-8 16,4 1-9-16,-7-3-24 0,0 0-45 16,0 0-116-16,1 0-60 0</inkml:trace>
  <inkml:trace contextRef="#ctx0" brushRef="#br0" timeOffset="119870">11236 13458 504 0,'0'0'19'15,"0"0"8"-15,0 0-1 0,0 0-3 16,0 0-8-16,0 0-2 0,0 0-1 0,0 0 0 15,0 0 0-15,0 0 0 0,31-46 0 16,-24 52 2-16,0 8 2 0,-4 4-1 16,-2 9-2-16,-1 2-1 0,-3 5-3 15,-1-1-3-15,-3 3-2 0,3-1 1 0,-1 0-2 16,2-3 2-16,2-2-2 0,1-3-1 16,0-8-1-1,0-2 1-15,0-7-1 0,1 1 1 0,2 0 4 0,-1-7-5 0,1 2 3 16,-2-2-7-16,1-2-1 0,-1 1-3 15,2 2-5-15,-3-5-12 0,0 0-34 16,0 0-82-16,0-2-142 0,0-5 1 0</inkml:trace>
  <inkml:trace contextRef="#ctx0" brushRef="#br0" timeOffset="120135.71">10941 13731 607 0,'0'0'24'0,"0"0"5"0,0 0-1 16,0 0-6-16,0 0-6 0,0 0-5 16,0 0 3-16,0 0 1 0,0 0-3 15,0 0-4-15,97 3-2 0,-52-1-5 0,8-1 1 16,7-1-2-16,5 0-3 0,3 0-4 15,4-1-4 1,-1-4-10-16,-3 2-22 0,-1 3-32 0,-8-2-62 0,-4 1-116 0,-12-5 8 31</inkml:trace>
  <inkml:trace contextRef="#ctx0" brushRef="#br0" timeOffset="120519.2">11987 13251 548 0,'0'0'-4'0,"0"0"8"16,0 0 9-16,0 0 0 0,0 0-1 0,0 0-1 15,0 0 7-15,0 0 3 0,0 0 3 16,0 0-2-16,99-7-2 0,-58 10-1 0,4 0-1 31,4 0-2-31,6 0-2 0,1-2-4 16,2 1-4-16,-3-2-1 0,0 1-3 0,-4-1-1 16,-8 0-1-16,-8 0 0 0,-9 0-1 15,-10 0 1-15,-10 0 0 0,-6 0 0 16,0 0 0-16,0 0-8 0,1 0-3 15,-1-1-5-15,-4-2-8 0,-12-3-8 0,-6 1-13 16,-4 5-20-16,-6 0-39 0,-1 0-49 16,-2 0-89-16</inkml:trace>
  <inkml:trace contextRef="#ctx0" brushRef="#br0" timeOffset="121135.75">11906 13298 487 0,'0'0'44'0,"0"0"3"0,0 0-4 16,0 0-9-1,0 0-11-15,0 0-4 0,0 0-2 16,0 0-4-16,0 0-2 0,9 76-4 16,14-54-2-16,4 0-2 0,5 1-2 0,1-2-1 15,3 0 0-15,2-1-1 0,2 0 1 16,-1-3-1-16,-1-4 2 0,-1-1-1 0,0-2 1 15,-4-5 1-15,-7 0 1 0,-6 0-1 16,-7-4 0-16,-7 1 3 0,-6-2 2 16,0 0 1-16,0 0 5 0,0 4-3 15,-8 4-2-15,-7 4-4 0,-11 3-3 0,-6 5 0 16,-7 3-1-16,-3 3 0 0,-1 4 0 16,-2 5 0-1,-3 1-1-15,3 2 4 0,1 2-3 0,3-2 3 0,6-4-5 0,3-2 2 16,8-4-2-16,4-6 1 0,8-6 0 15,6-7-2-15,5 0 2 0,1 0 0 16,6 0 2-16,7 2 2 0,8-7-1 0,8-4 0 31,6 0 1-31,3 0-1 0,5-1 1 16,2-2-1-16,1 0-1 0,-2 1 0 0,-1 2 0 16,-4 0-1-16,-3 0 1 0,-3 6 0 15,-2 2-1-15,-2 1 0 0,-2-2 1 16,-1 1-2-16,-4 0 2 0,-6-4-2 15,-2-1 1-15,-4 0 1 0,-5-3 0 0,0 2 0 16,-5-2 2-16,0 0-1 0,0 0-1 16,2 0 3-16,-1 1-2 0,5-1-1 0,0 0 1 15,1-4-2-15,2-7 0 16,-3-3 1-16,1-5-2 0,-3-1 2 0,2-3-2 16,-2-1 1-16,-1-3 0 0,-1 1 1 15,-2-2 1-15,0 1-6 0,0 9 4 0,0 0-5 16,0 6 4-16,0 5-1 0,0 3-2 15,0 4-4 1,0-1-8-16,-5 1-10 0,-1 0-31 0,-5 7-65 0,1 1-161 0,-2 1-8 31</inkml:trace>
  <inkml:trace contextRef="#ctx0" brushRef="#br0" timeOffset="122053.33">13051 13236 531 0,'0'0'26'0,"0"0"12"0,0 0-2 16,0 0-6-16,0 0-10 0,0 0-8 15,0 0-3-15,0 0 0 16,0 0 0-16,-6-58 2 0,6 58 4 0,2 9-5 0,4 8 5 31,-1 9-6-31,-2 3 1 0,1 4-2 16,-4 4 0-16,0 3-2 0,0 6-3 16,0 3 0-16,0 2-2 0,-4 4 1 0,1 0-2 15,1-5 1-15,-1-3-1 0,1-5 1 16,1-5-1-16,1-5 2 0,0-4 3 0,0-8-4 15,0-3 4-15,1-5-3 0,-1-7-2 16,2 1 1-16,-1-4 1 0,1 3 0 16,-1-2 3-16,9 0-2 0,2-3 0 15,6-7-1-15,9-10-7 0,0-6 4 0,6-4-5 16,3-3 5-16,2-5 0 0,-2-1 0 16,5 3 1-16,-1 0-1 15,-4 4 2-15,-1 6-1 0,-8 5 0 0,-8 6 1 0,-6 6-1 16,-9 5 1-16,-4 1 1 0,0 0 0 15,0 0 1-15,2 0-1 0,-2 0-1 16,0 3 1-16,-4 10-2 0,-9 4 1 0,-6 7-2 31,-4-3 1-31,-3 2 0 0,-1-2 0 16,-3 1 0-16,4-1 0 0,0-1-1 0,2-2 1 16,3-2-1-16,8-3 1 15,3-1 0-15,3-5-1 0,4-2 5 0,2 6-5 16,1-1 4-16,7 4-2 0,6 3-1 15,6-4 0-15,5-1 1 0,7-1-1 0,1-4 0 16,1 1 0-16,0-3 0 0,-5-2-1 16,-8-2 2-16,-9-1-2 15,2 2-2-15,-7-2-3 0,0 0-6 0,0 1-9 0,-6-1-25 16,0 0-32-16,1 0-85 0,1-3-122 16</inkml:trace>
  <inkml:trace contextRef="#ctx0" brushRef="#br0" timeOffset="122752.42">13728 13848 392 0,'0'0'15'0,"0"0"9"0,0 0-2 0,0 0-5 15,0 0-9-15,0 0 1 16,0 0 6-16,0 0 5 0,0 0 2 0,0 0 2 16,20-25-1-16,-16 25 2 0,1 0-1 15,-1 0 2-15,1 0-4 0,-5 0 1 0,0 0-4 16,0 0-4-16,1 0-1 0,1 0-3 16,-1 0-2-16,0 0-1 15,-1 2 0-15,3-2-1 0,-3 1-1 0,1 6 0 0,2-1 5 16,-1 6-7-16,1 5 5 0,-2 1-6 15,1 0 0-15,-2 0 0 0,0 0-2 16,0 0 0-16,0 2-1 0,0-3 0 0,0-5 0 31,-2 0 1-31,1 1 0 0,-1-8 1 16,1 6 0-16,-1-7-1 0,1 1 1 0,-1 0-2 16,2-5 2-16,-1 0 1 0,1 0-1 15,0 0 0-15,-3 0-1 0,3 0-1 16,0 0 1-16,0-3 0 0,0-11-1 15,0-6 0-15,0-4-1 0,3 3 0 0,1-2 2 16,2 2-2-16,0 0-5 0,-2-1 6 16,0 7-7-16,2 0 7 15,-3 6 0-15,2 0 0 0,-1 0 1 0,-4 4-1 16,4 0 2-16,-2 1-2 0,1 1 1 0,-2 0 0 16,3 0 0-16,-4 3-1 0,2-3 1 15,4 1 0-15,-3 1-1 0,1-1 2 0,0 2-1 16,5 0 0-16,1 0 0 0,3 8 1 15,-2 1-1-15,-2 2 0 16,2 2 0-16,-3 2-1 0,1 2 5 0,-2 0-5 16,0 1 5-1,2 0-6-15,-2-4 1 0,-1-1 1 16,0 1-1-16,-2-6 1 0,2 6-2 16,-3-7 1-16,-2-4 0 0,3 6 0 0,-2-4 0 15,-1-1-1-15,1 1 0 0,-2-5 0 16,0 0-3-16,0 0 2 0,1 2-4 0,-1-1-3 15,3 3-10-15,-1 1-15 0,-1 0-26 16,2-1-49-16,-3-4-130 0,0 0-48 16</inkml:trace>
  <inkml:trace contextRef="#ctx0" brushRef="#br0" timeOffset="123352.33">14186 13863 447 0,'0'0'24'0,"0"0"14"0,0 0-3 15,0 0-4-15,0 0-8 0,0 0-1 16,0 0 1-16,0 0 0 0,0 0-3 15,0 0-3-15,8-33 2 0,-7 33-1 0,1 0-1 16,2 0 0-16,0 1-4 0,2 8-1 16,0 6 1-16,-2 2-9 15,2 6 5-15,-4-2-8 0,2 0 0 0,-2 0-1 0,0-5 0 16,-2 2 0-16,1 0-1 0,-1-4 2 16,0 4-2-16,0-6 2 0,0-6-1 15,2 0-1-15,-2-6 2 0,0 0 0 0,0 0 1 16,0 2 0-16,1-1 1 0,-1 1 1 15,0-1 0-15,0 1-2 16,0-2 0-16,0 2-1 0,0-2 0 0,0-2 0 0,0-8 0 31,2-7-1-31,0-5 0 0,3 2-1 16,1-1 1-16,0 0-1 0,3-3 0 16,2-2 1-16,-1 0-5 0,1 2 5 0,1 1-5 15,-2 4 5-15,3 2 0 0,-4 6-1 16,2 2 2-16,-4 3 0 15,4 1 0-15,-1 1 1 0,3 3-2 0,0-3 0 16,0 4 0-16,4 0 0 0,-1 2 0 0,3 4 1 16,-5 5-1-16,-2-1 0 0,-1 2-1 15,-3-1-1-15,-2 1 6 0,-2 1-6 0,-1-2 6 16,-1 5-6-16,0-8-1 0,-2-3 1 16,0 6-1-16,0-5-1 15,0 0-2-15,0 5-4 0,0-7-6 0,0 0-9 0,-2 1-15 16,2 1-24-16,0 0-78 0,8 2-133 15</inkml:trace>
  <inkml:trace contextRef="#ctx0" brushRef="#br0" timeOffset="125301.84">14229 13968 174 0,'0'0'32'0,"0"0"-5"0,0 0-2 15,0 0 1-15,0 0 2 0,0 0 0 0,0 0 4 16,0 0 1-16,0 0 3 0,-1-16 0 16,1 16-2-16,0-1-7 0,0 1-3 15,0-1-3-15,-1 1-2 0,1 0-1 0,0 0-2 16,0 0-2-16,-2 2-3 0,1 11 0 16,-1-3-2-16,1 9-1 0,0-3-2 15,-1-5 1-15,2 8-3 0,0-2 2 0,0-5-2 16,0 6-1-16,0-7 1 0,0-5-1 15,0 6-1-15,0-6-1 0,0 1 1 16,0-2-1-16,-1 0-1 0,-1 0 1 16,1-1-1-1,1 1 0-15,0-5 1 0,-2 0-1 16,2 0 0-16,0 1 1 0,-1 1 0 16,1 0 1-16,-2-1-1 0,2-1 1 0,0 0-1 15,0 0-1-15,0 0 0 0,0-3 0 16,0-9-1-16,0-6 0 0,0-7 2 15,0 3-3-15,2-3 2 0,2 1-2 16,3-4 0-16,0 1 0 0,5 0-1 0,0 0 1 16,1-1-5-16,1 4 5 0,2 1-3 15,0 3 4-15,1 5 0 0,2 2 0 0,1 2 0 16,-1 2 0-16,-4 2 2 0,2 2-1 16,-2-2 1-16,-5 5-1 0,5 0 1 15,-4 1 0-15,0 1 1 0,5 1-1 0,-4 5 1 16,5 5 0-16,-8-4-1 0,-1 4 0 15,-2 1 0-15,-3 4 2 0,3-3 2 16,-5 6-4-16,-1-1 5 0,0-3-5 0,0 6-1 31,0-3 1-31,0 0-2 0,-4-1 2 16,0-2-1-16,-2 0 1 0,-3-1 0 16,-2 1-1-16,-1-1 0 0,-2 0 0 0,-4-4 1 15,1 1 0-15,-1-4-1 0,0 0-1 16,3-4 0-16,-1 1 2 0,-2-3 0 15,4 1 0-15,-7 0-1 0,5-2 1 0,4 0-2 16,-2-7 2-16,5 5 1 0,8-1 0 16,-3 1 0-16,1-3-1 0,1 1 2 15,1 0-2-15,-1-1 1 0,2 5-1 16,-1-2 2-16,1 2 0 0,0-1 0 0,0-1 0 16,0 0-1-16,0 1 2 0,0 1-1 15,0-1 1-15,0 1 1 0,0 0 0 0,6 0 0 16,6 0 1-16,5 0-1 0,7 0 0 15,2 4 0-15,1 2-1 0,4 0 0 16,4 2 1-16,1 2 0 0,3 3-1 0,3 1 0 31,-2 1-2-31,-1 1-2 0,-1 3 1 16,-2-3-1-16,-7 2 1 0,0-2-1 16,-6-3 1-16,-7-2 0 0,-2-5 0 0,-5-2 0 15,-3-2 2-15,0 1-1 0,-2-3 1 16,5 0-1-16,4-7 0 0,0-6 0 15,-3-2-3-15,1-2 2 0,-2-1-1 0,2 0 0 16,1 1-1-16,-2 1 0 0,-1 5-2 16,1 0-2-16,-3 4-2 0,-1 1-3 15,2-1-7-15,-4 4-14 0,0 2-16 0,-4 1-22 16,0-1-37-16,0 1-90 0,1 0-67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FA4BC7-3A74-445F-9D87-DF8D58738629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71EEE-69DF-4F31-BBFA-ECD4D5EAC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58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37522-C40B-4F2F-8DB3-E5DEA5FEC8B1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72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69315-64D3-450A-BBB4-A7E25CEC15F5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10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0F9EB-842C-4C29-9EED-E4A0664DE441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784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6C55A-D395-4ED1-AD97-0C2DAF912A5D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92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738BC-CC30-45CA-AEF0-57FF1CD2BFB8}" type="datetime1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37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19D5E-A098-42A9-AF20-52C48D220154}" type="datetime1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3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B2A0F-1672-4E9A-91BD-86604E2C80D2}" type="datetime1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002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2AB70-83C8-446E-95C7-EAC8AC7C30A4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89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9DCF-B9D7-42CD-9713-9388A3F1A930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952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EFD5-ABA2-49E7-9A66-3EDA98C75AA0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847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AF77-8324-4B93-BD5C-064C79DC200A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3B913-D065-4286-9EC4-54673DE836F7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12BB7-8D9C-46E1-B974-F18ECB648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917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4.wmf"/><Relationship Id="rId7" Type="http://schemas.openxmlformats.org/officeDocument/2006/relationships/image" Target="../media/image2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00200" y="1752600"/>
            <a:ext cx="678537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Comic Sans MS" pitchFamily="66" charset="0"/>
              </a:rPr>
              <a:t>FLUORESCENCE SPECTROSCOPY</a:t>
            </a:r>
          </a:p>
          <a:p>
            <a:pPr algn="ctr"/>
            <a:endParaRPr lang="en-US" sz="2800" dirty="0">
              <a:latin typeface="Comic Sans MS" pitchFamily="66" charset="0"/>
            </a:endParaRPr>
          </a:p>
          <a:p>
            <a:pPr algn="ctr"/>
            <a:endParaRPr lang="en-US" sz="2800" dirty="0">
              <a:latin typeface="Comic Sans MS" pitchFamily="66" charset="0"/>
            </a:endParaRPr>
          </a:p>
          <a:p>
            <a:pPr algn="ctr"/>
            <a:r>
              <a:rPr lang="en-US" sz="2800" dirty="0">
                <a:solidFill>
                  <a:srgbClr val="0070C0"/>
                </a:solidFill>
                <a:latin typeface="Comic Sans MS" pitchFamily="66" charset="0"/>
              </a:rPr>
              <a:t>-An Introductory lecture</a:t>
            </a:r>
          </a:p>
          <a:p>
            <a:pPr algn="ctr"/>
            <a:endParaRPr lang="en-US" sz="2800" dirty="0">
              <a:solidFill>
                <a:srgbClr val="0070C0"/>
              </a:solidFill>
              <a:latin typeface="Comic Sans MS" pitchFamily="66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89A73AB-B365-FDAB-C163-AB9E493C5E51}"/>
                  </a:ext>
                </a:extLst>
              </p14:cNvPr>
              <p14:cNvContentPartPr/>
              <p14:nvPr/>
            </p14:nvContentPartPr>
            <p14:xfrm>
              <a:off x="8182080" y="4704480"/>
              <a:ext cx="166680" cy="123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89A73AB-B365-FDAB-C163-AB9E493C5E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72720" y="4695120"/>
                <a:ext cx="185400" cy="14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2152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1A6A0-AA99-9472-0C87-5BC0A858D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122" name="Picture 2" descr="Exploring the science behind bioluminescence ocean life – Spinnaker Watches">
            <a:extLst>
              <a:ext uri="{FF2B5EF4-FFF2-40B4-BE49-F238E27FC236}">
                <a16:creationId xmlns:a16="http://schemas.microsoft.com/office/drawing/2014/main" id="{5075F4EC-AA9D-A5E2-239F-79732DCB5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9193" y="3807554"/>
            <a:ext cx="3657600" cy="2315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Aleya-Ghost-Lights-Sundarbans - Nature Worldwide">
            <a:extLst>
              <a:ext uri="{FF2B5EF4-FFF2-40B4-BE49-F238E27FC236}">
                <a16:creationId xmlns:a16="http://schemas.microsoft.com/office/drawing/2014/main" id="{1CE667CD-BAB7-C88E-EC4F-428C87490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1" y="3807555"/>
            <a:ext cx="3810000" cy="231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70,000+ Free Red Flower &amp; Nature Images - Pixabay">
            <a:extLst>
              <a:ext uri="{FF2B5EF4-FFF2-40B4-BE49-F238E27FC236}">
                <a16:creationId xmlns:a16="http://schemas.microsoft.com/office/drawing/2014/main" id="{C0D40F13-9C68-5EB9-420B-B7B35E910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37" y="998483"/>
            <a:ext cx="3810000" cy="2430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 descr="Mass of orange algae Trentepohlia aurea on a wall UK Stock ...">
            <a:extLst>
              <a:ext uri="{FF2B5EF4-FFF2-40B4-BE49-F238E27FC236}">
                <a16:creationId xmlns:a16="http://schemas.microsoft.com/office/drawing/2014/main" id="{6D9CD289-AC80-F828-29A8-4CE0E161D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039192" y="980994"/>
            <a:ext cx="3647607" cy="2465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D64B1D-7D46-4AC8-8AD9-90E13EAFD7F3}"/>
              </a:ext>
            </a:extLst>
          </p:cNvPr>
          <p:cNvSpPr txBox="1"/>
          <p:nvPr/>
        </p:nvSpPr>
        <p:spPr>
          <a:xfrm>
            <a:off x="1179311" y="268497"/>
            <a:ext cx="67853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Comic Sans MS" pitchFamily="66" charset="0"/>
              </a:rPr>
              <a:t>Colors of nature</a:t>
            </a:r>
          </a:p>
        </p:txBody>
      </p:sp>
    </p:spTree>
    <p:extLst>
      <p:ext uri="{BB962C8B-B14F-4D97-AF65-F5344CB8AC3E}">
        <p14:creationId xmlns:p14="http://schemas.microsoft.com/office/powerpoint/2010/main" val="2772412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32417" y="154946"/>
            <a:ext cx="68034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Comic Sans MS" pitchFamily="66" charset="0"/>
              </a:rPr>
              <a:t>Principle of Fluorescence spectroscopy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6361" y="2699634"/>
            <a:ext cx="3297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Comic Sans MS" pitchFamily="66" charset="0"/>
              </a:rPr>
              <a:t>Energy level diagrams</a:t>
            </a:r>
          </a:p>
        </p:txBody>
      </p:sp>
      <p:pic>
        <p:nvPicPr>
          <p:cNvPr id="2050" name="Picture 2" descr="File:Dihydrogen-MO-Diagram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61" y="3506872"/>
            <a:ext cx="4186639" cy="2035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upload.wikimedia.org/wikipedia/commons/thumb/0/0e/Franck-Condon-diagram.png/325px-Franck-Condon-diagram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4150" y="1155351"/>
            <a:ext cx="3695476" cy="4559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027621" y="5924490"/>
            <a:ext cx="3320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mic Sans MS" pitchFamily="66" charset="0"/>
              </a:rPr>
              <a:t>Molecular Orbital diagram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5561" y="6019800"/>
            <a:ext cx="28392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mic Sans MS" pitchFamily="66" charset="0"/>
              </a:rPr>
              <a:t>Frank-Condon diagram</a:t>
            </a:r>
          </a:p>
        </p:txBody>
      </p:sp>
      <p:pic>
        <p:nvPicPr>
          <p:cNvPr id="5124" name="Picture 4" descr="Mini Dinosaur Toy Set Party Favors ...">
            <a:extLst>
              <a:ext uri="{FF2B5EF4-FFF2-40B4-BE49-F238E27FC236}">
                <a16:creationId xmlns:a16="http://schemas.microsoft.com/office/drawing/2014/main" id="{28A3D4FC-3678-A878-DF7B-59FA72F23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31" y="882984"/>
            <a:ext cx="1691032" cy="1691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Fluorescent Minerals">
            <a:extLst>
              <a:ext uri="{FF2B5EF4-FFF2-40B4-BE49-F238E27FC236}">
                <a16:creationId xmlns:a16="http://schemas.microsoft.com/office/drawing/2014/main" id="{BDDE4202-AFD6-6EB3-9A4A-9719C9F58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372" y="896938"/>
            <a:ext cx="1738569" cy="1629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070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343251" y="152400"/>
            <a:ext cx="49776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err="1">
                <a:solidFill>
                  <a:srgbClr val="0070C0"/>
                </a:solidFill>
                <a:latin typeface="Comic Sans MS" pitchFamily="66" charset="0"/>
              </a:rPr>
              <a:t>Photophysics</a:t>
            </a:r>
            <a:r>
              <a:rPr lang="en-US" sz="2400" dirty="0">
                <a:solidFill>
                  <a:srgbClr val="0070C0"/>
                </a:solidFill>
                <a:latin typeface="Comic Sans MS" pitchFamily="66" charset="0"/>
              </a:rPr>
              <a:t> – </a:t>
            </a:r>
            <a:r>
              <a:rPr lang="en-US" sz="2400" dirty="0" err="1">
                <a:solidFill>
                  <a:srgbClr val="0070C0"/>
                </a:solidFill>
                <a:latin typeface="Comic Sans MS" pitchFamily="66" charset="0"/>
              </a:rPr>
              <a:t>Jablonski</a:t>
            </a:r>
            <a:r>
              <a:rPr lang="en-US" sz="2400" dirty="0">
                <a:solidFill>
                  <a:srgbClr val="0070C0"/>
                </a:solidFill>
                <a:latin typeface="Comic Sans MS" pitchFamily="66" charset="0"/>
              </a:rPr>
              <a:t> Diagram</a:t>
            </a:r>
          </a:p>
        </p:txBody>
      </p:sp>
      <p:pic>
        <p:nvPicPr>
          <p:cNvPr id="3074" name="Picture 2" descr="http://www.photobiology.info/Visser-Rolinski_files/Fig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33400"/>
            <a:ext cx="8317665" cy="6161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87886DD-7E04-4AC5-E0F8-0DE6D3AE8956}"/>
                  </a:ext>
                </a:extLst>
              </p14:cNvPr>
              <p14:cNvContentPartPr/>
              <p14:nvPr/>
            </p14:nvContentPartPr>
            <p14:xfrm>
              <a:off x="703800" y="145440"/>
              <a:ext cx="8390880" cy="6332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87886DD-7E04-4AC5-E0F8-0DE6D3AE89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4440" y="136080"/>
                <a:ext cx="8409600" cy="635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1754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5B3CF-4288-7AE7-A231-29AA14819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9E2970-A7CE-B60E-B426-15E772B7A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52" y="1652339"/>
            <a:ext cx="8573696" cy="355332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E9D03E0-D473-AD0E-CD69-7C5BCE384244}"/>
              </a:ext>
            </a:extLst>
          </p:cNvPr>
          <p:cNvSpPr/>
          <p:nvPr/>
        </p:nvSpPr>
        <p:spPr>
          <a:xfrm>
            <a:off x="1219200" y="384497"/>
            <a:ext cx="70439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Comic Sans MS" pitchFamily="66" charset="0"/>
              </a:rPr>
              <a:t>Measurement: Fluorescence spectrophotometer</a:t>
            </a:r>
          </a:p>
        </p:txBody>
      </p:sp>
    </p:spTree>
    <p:extLst>
      <p:ext uri="{BB962C8B-B14F-4D97-AF65-F5344CB8AC3E}">
        <p14:creationId xmlns:p14="http://schemas.microsoft.com/office/powerpoint/2010/main" val="2322079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5278582" y="969818"/>
            <a:ext cx="3560618" cy="5126182"/>
            <a:chOff x="3585" y="1344"/>
            <a:chExt cx="1584" cy="2304"/>
          </a:xfrm>
        </p:grpSpPr>
        <p:pic>
          <p:nvPicPr>
            <p:cNvPr id="7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29" t="57574" r="59990" b="18295"/>
            <a:stretch>
              <a:fillRect/>
            </a:stretch>
          </p:blipFill>
          <p:spPr bwMode="auto">
            <a:xfrm>
              <a:off x="3585" y="1344"/>
              <a:ext cx="1584" cy="2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Text Box 1035"/>
            <p:cNvSpPr txBox="1">
              <a:spLocks noChangeArrowheads="1"/>
            </p:cNvSpPr>
            <p:nvPr/>
          </p:nvSpPr>
          <p:spPr bwMode="auto">
            <a:xfrm>
              <a:off x="4704" y="3072"/>
              <a:ext cx="195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S</a:t>
              </a:r>
              <a:r>
                <a:rPr lang="en-US" baseline="-25000" dirty="0"/>
                <a:t>o</a:t>
              </a:r>
            </a:p>
          </p:txBody>
        </p:sp>
        <p:sp>
          <p:nvSpPr>
            <p:cNvPr id="9" name="Text Box 1036"/>
            <p:cNvSpPr txBox="1">
              <a:spLocks noChangeArrowheads="1"/>
            </p:cNvSpPr>
            <p:nvPr/>
          </p:nvSpPr>
          <p:spPr bwMode="auto">
            <a:xfrm>
              <a:off x="4752" y="1680"/>
              <a:ext cx="195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b="1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b="1" kern="1200">
                  <a:solidFill>
                    <a:schemeClr val="tx1"/>
                  </a:solidFill>
                  <a:latin typeface="Times New Roman" pitchFamily="18" charset="0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S</a:t>
              </a:r>
              <a:r>
                <a:rPr lang="en-US" baseline="-25000" dirty="0"/>
                <a:t>1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68482" y="152400"/>
            <a:ext cx="718979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Comic Sans MS" pitchFamily="66" charset="0"/>
              </a:rPr>
              <a:t>Kasha’s rule, Stokes shift and Mirror Image Rule</a:t>
            </a:r>
          </a:p>
          <a:p>
            <a:pPr algn="ctr"/>
            <a:endParaRPr lang="en-US" sz="2400" dirty="0">
              <a:solidFill>
                <a:srgbClr val="0070C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8600" y="995548"/>
            <a:ext cx="838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mic Sans MS" pitchFamily="66" charset="0"/>
              </a:rPr>
              <a:t>Kasha’s Rule</a:t>
            </a:r>
            <a:r>
              <a:rPr lang="en-US" sz="2000" dirty="0">
                <a:latin typeface="Comic Sans MS" pitchFamily="66" charset="0"/>
              </a:rPr>
              <a:t>: Invariance of emission wavelength with excitation wavelength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699" y="2409524"/>
            <a:ext cx="453390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mic Sans MS" pitchFamily="66" charset="0"/>
              </a:rPr>
              <a:t>Stokes Shift</a:t>
            </a:r>
            <a:r>
              <a:rPr lang="en-US" sz="2000" dirty="0">
                <a:latin typeface="Comic Sans MS" pitchFamily="66" charset="0"/>
              </a:rPr>
              <a:t>: The fluorescent wavelength is red-shifted. </a:t>
            </a:r>
          </a:p>
          <a:p>
            <a:r>
              <a:rPr lang="en-US" sz="2000" dirty="0">
                <a:latin typeface="Comic Sans MS" pitchFamily="66" charset="0"/>
              </a:rPr>
              <a:t>Magnitude of Stokes shift is effected by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Comic Sans MS" pitchFamily="66" charset="0"/>
              </a:rPr>
              <a:t>Internal conversion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Comic Sans MS" pitchFamily="66" charset="0"/>
              </a:rPr>
              <a:t>Solvent effects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Comic Sans MS" pitchFamily="66" charset="0"/>
              </a:rPr>
              <a:t>Excited state kinetics</a:t>
            </a:r>
          </a:p>
        </p:txBody>
      </p:sp>
    </p:spTree>
    <p:extLst>
      <p:ext uri="{BB962C8B-B14F-4D97-AF65-F5344CB8AC3E}">
        <p14:creationId xmlns:p14="http://schemas.microsoft.com/office/powerpoint/2010/main" val="862324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44" name="Group 43"/>
          <p:cNvGrpSpPr/>
          <p:nvPr/>
        </p:nvGrpSpPr>
        <p:grpSpPr>
          <a:xfrm>
            <a:off x="5859639" y="1562100"/>
            <a:ext cx="3009900" cy="3530600"/>
            <a:chOff x="5791200" y="969963"/>
            <a:chExt cx="3009900" cy="3530600"/>
          </a:xfrm>
        </p:grpSpPr>
        <p:sp>
          <p:nvSpPr>
            <p:cNvPr id="5" name="Line 6"/>
            <p:cNvSpPr>
              <a:spLocks noChangeShapeType="1"/>
            </p:cNvSpPr>
            <p:nvPr/>
          </p:nvSpPr>
          <p:spPr bwMode="auto">
            <a:xfrm>
              <a:off x="6362700" y="4324350"/>
              <a:ext cx="2057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Line 7"/>
            <p:cNvSpPr>
              <a:spLocks noChangeShapeType="1"/>
            </p:cNvSpPr>
            <p:nvPr/>
          </p:nvSpPr>
          <p:spPr bwMode="auto">
            <a:xfrm>
              <a:off x="6362700" y="3867150"/>
              <a:ext cx="1752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8"/>
            <p:cNvSpPr>
              <a:spLocks noChangeShapeType="1"/>
            </p:cNvSpPr>
            <p:nvPr/>
          </p:nvSpPr>
          <p:spPr bwMode="auto">
            <a:xfrm>
              <a:off x="6343650" y="3486150"/>
              <a:ext cx="17716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9"/>
            <p:cNvSpPr>
              <a:spLocks noChangeShapeType="1"/>
            </p:cNvSpPr>
            <p:nvPr/>
          </p:nvSpPr>
          <p:spPr bwMode="auto">
            <a:xfrm>
              <a:off x="6362700" y="3028950"/>
              <a:ext cx="1752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>
              <a:off x="6781800" y="2019300"/>
              <a:ext cx="17637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>
              <a:off x="6743700" y="1733550"/>
              <a:ext cx="1295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12"/>
            <p:cNvSpPr>
              <a:spLocks noChangeShapeType="1"/>
            </p:cNvSpPr>
            <p:nvPr/>
          </p:nvSpPr>
          <p:spPr bwMode="auto">
            <a:xfrm>
              <a:off x="6762750" y="1504950"/>
              <a:ext cx="1295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3"/>
            <p:cNvSpPr>
              <a:spLocks noChangeShapeType="1"/>
            </p:cNvSpPr>
            <p:nvPr/>
          </p:nvSpPr>
          <p:spPr bwMode="auto">
            <a:xfrm>
              <a:off x="6762750" y="1352550"/>
              <a:ext cx="1295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4"/>
            <p:cNvSpPr>
              <a:spLocks noChangeShapeType="1"/>
            </p:cNvSpPr>
            <p:nvPr/>
          </p:nvSpPr>
          <p:spPr bwMode="auto">
            <a:xfrm>
              <a:off x="6781800" y="1260475"/>
              <a:ext cx="1295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5"/>
            <p:cNvSpPr>
              <a:spLocks noChangeShapeType="1"/>
            </p:cNvSpPr>
            <p:nvPr/>
          </p:nvSpPr>
          <p:spPr bwMode="auto">
            <a:xfrm>
              <a:off x="6781800" y="1181100"/>
              <a:ext cx="1295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Box 16"/>
            <p:cNvSpPr txBox="1">
              <a:spLocks noChangeArrowheads="1"/>
            </p:cNvSpPr>
            <p:nvPr/>
          </p:nvSpPr>
          <p:spPr bwMode="auto">
            <a:xfrm>
              <a:off x="8251825" y="3908425"/>
              <a:ext cx="45561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S</a:t>
              </a:r>
              <a:r>
                <a:rPr lang="en-US" baseline="-25000"/>
                <a:t>0</a:t>
              </a:r>
            </a:p>
          </p:txBody>
        </p:sp>
        <p:sp>
          <p:nvSpPr>
            <p:cNvPr id="16" name="Text Box 17"/>
            <p:cNvSpPr txBox="1">
              <a:spLocks noChangeArrowheads="1"/>
            </p:cNvSpPr>
            <p:nvPr/>
          </p:nvSpPr>
          <p:spPr bwMode="auto">
            <a:xfrm>
              <a:off x="8345488" y="1504950"/>
              <a:ext cx="45561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S</a:t>
              </a:r>
              <a:r>
                <a:rPr lang="en-US" baseline="-25000"/>
                <a:t>1</a:t>
              </a:r>
            </a:p>
          </p:txBody>
        </p:sp>
        <p:sp>
          <p:nvSpPr>
            <p:cNvPr id="17" name="Text Box 18"/>
            <p:cNvSpPr txBox="1">
              <a:spLocks noChangeArrowheads="1"/>
            </p:cNvSpPr>
            <p:nvPr/>
          </p:nvSpPr>
          <p:spPr bwMode="auto">
            <a:xfrm>
              <a:off x="5813425" y="4133850"/>
              <a:ext cx="542925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v=0</a:t>
              </a:r>
            </a:p>
          </p:txBody>
        </p:sp>
        <p:sp>
          <p:nvSpPr>
            <p:cNvPr id="18" name="Text Box 19"/>
            <p:cNvSpPr txBox="1">
              <a:spLocks noChangeArrowheads="1"/>
            </p:cNvSpPr>
            <p:nvPr/>
          </p:nvSpPr>
          <p:spPr bwMode="auto">
            <a:xfrm>
              <a:off x="5810250" y="3676650"/>
              <a:ext cx="542925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v=1</a:t>
              </a:r>
            </a:p>
          </p:txBody>
        </p:sp>
        <p:sp>
          <p:nvSpPr>
            <p:cNvPr id="19" name="Text Box 21"/>
            <p:cNvSpPr txBox="1">
              <a:spLocks noChangeArrowheads="1"/>
            </p:cNvSpPr>
            <p:nvPr/>
          </p:nvSpPr>
          <p:spPr bwMode="auto">
            <a:xfrm>
              <a:off x="5810250" y="3048000"/>
              <a:ext cx="542925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v=3</a:t>
              </a:r>
            </a:p>
          </p:txBody>
        </p:sp>
        <p:sp>
          <p:nvSpPr>
            <p:cNvPr id="20" name="Text Box 23"/>
            <p:cNvSpPr txBox="1">
              <a:spLocks noChangeArrowheads="1"/>
            </p:cNvSpPr>
            <p:nvPr/>
          </p:nvSpPr>
          <p:spPr bwMode="auto">
            <a:xfrm>
              <a:off x="5791200" y="2647950"/>
              <a:ext cx="542925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v=5</a:t>
              </a:r>
            </a:p>
          </p:txBody>
        </p:sp>
        <p:sp>
          <p:nvSpPr>
            <p:cNvPr id="21" name="Text Box 24"/>
            <p:cNvSpPr txBox="1">
              <a:spLocks noChangeArrowheads="1"/>
            </p:cNvSpPr>
            <p:nvPr/>
          </p:nvSpPr>
          <p:spPr bwMode="auto">
            <a:xfrm>
              <a:off x="6232525" y="1828800"/>
              <a:ext cx="619125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v’=0</a:t>
              </a:r>
            </a:p>
          </p:txBody>
        </p:sp>
        <p:sp>
          <p:nvSpPr>
            <p:cNvPr id="22" name="Text Box 25"/>
            <p:cNvSpPr txBox="1">
              <a:spLocks noChangeArrowheads="1"/>
            </p:cNvSpPr>
            <p:nvPr/>
          </p:nvSpPr>
          <p:spPr bwMode="auto">
            <a:xfrm>
              <a:off x="6229350" y="1562100"/>
              <a:ext cx="619125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v’=1</a:t>
              </a:r>
            </a:p>
          </p:txBody>
        </p:sp>
        <p:sp>
          <p:nvSpPr>
            <p:cNvPr id="23" name="Text Box 26"/>
            <p:cNvSpPr txBox="1">
              <a:spLocks noChangeArrowheads="1"/>
            </p:cNvSpPr>
            <p:nvPr/>
          </p:nvSpPr>
          <p:spPr bwMode="auto">
            <a:xfrm>
              <a:off x="6229350" y="1333500"/>
              <a:ext cx="619125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/>
                <a:t>v’=2</a:t>
              </a:r>
            </a:p>
          </p:txBody>
        </p:sp>
        <p:sp>
          <p:nvSpPr>
            <p:cNvPr id="24" name="Text Box 27"/>
            <p:cNvSpPr txBox="1">
              <a:spLocks noChangeArrowheads="1"/>
            </p:cNvSpPr>
            <p:nvPr/>
          </p:nvSpPr>
          <p:spPr bwMode="auto">
            <a:xfrm>
              <a:off x="6210300" y="1192213"/>
              <a:ext cx="522288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400"/>
                <a:t>v’=3</a:t>
              </a:r>
            </a:p>
          </p:txBody>
        </p:sp>
        <p:sp>
          <p:nvSpPr>
            <p:cNvPr id="25" name="Text Box 28"/>
            <p:cNvSpPr txBox="1">
              <a:spLocks noChangeArrowheads="1"/>
            </p:cNvSpPr>
            <p:nvPr/>
          </p:nvSpPr>
          <p:spPr bwMode="auto">
            <a:xfrm>
              <a:off x="6191250" y="1084263"/>
              <a:ext cx="474663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200"/>
                <a:t>v’=4</a:t>
              </a:r>
            </a:p>
          </p:txBody>
        </p:sp>
        <p:sp>
          <p:nvSpPr>
            <p:cNvPr id="26" name="Text Box 29"/>
            <p:cNvSpPr txBox="1">
              <a:spLocks noChangeArrowheads="1"/>
            </p:cNvSpPr>
            <p:nvPr/>
          </p:nvSpPr>
          <p:spPr bwMode="auto">
            <a:xfrm>
              <a:off x="6191250" y="969963"/>
              <a:ext cx="474663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200"/>
                <a:t>v’=5</a:t>
              </a:r>
            </a:p>
          </p:txBody>
        </p:sp>
        <p:sp>
          <p:nvSpPr>
            <p:cNvPr id="27" name="Line 30"/>
            <p:cNvSpPr>
              <a:spLocks noChangeShapeType="1"/>
            </p:cNvSpPr>
            <p:nvPr/>
          </p:nvSpPr>
          <p:spPr bwMode="auto">
            <a:xfrm flipV="1">
              <a:off x="6896100" y="1200150"/>
              <a:ext cx="0" cy="3124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31"/>
            <p:cNvSpPr>
              <a:spLocks noChangeShapeType="1"/>
            </p:cNvSpPr>
            <p:nvPr/>
          </p:nvSpPr>
          <p:spPr bwMode="auto">
            <a:xfrm flipV="1">
              <a:off x="6972300" y="1276350"/>
              <a:ext cx="0" cy="304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32"/>
            <p:cNvSpPr>
              <a:spLocks noChangeShapeType="1"/>
            </p:cNvSpPr>
            <p:nvPr/>
          </p:nvSpPr>
          <p:spPr bwMode="auto">
            <a:xfrm flipV="1">
              <a:off x="7048500" y="1352550"/>
              <a:ext cx="0" cy="297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33"/>
            <p:cNvSpPr>
              <a:spLocks noChangeShapeType="1"/>
            </p:cNvSpPr>
            <p:nvPr/>
          </p:nvSpPr>
          <p:spPr bwMode="auto">
            <a:xfrm flipV="1">
              <a:off x="7124700" y="1504950"/>
              <a:ext cx="0" cy="2819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34"/>
            <p:cNvSpPr>
              <a:spLocks noChangeShapeType="1"/>
            </p:cNvSpPr>
            <p:nvPr/>
          </p:nvSpPr>
          <p:spPr bwMode="auto">
            <a:xfrm flipV="1">
              <a:off x="7200900" y="1733550"/>
              <a:ext cx="0" cy="2590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35"/>
            <p:cNvSpPr>
              <a:spLocks noChangeShapeType="1"/>
            </p:cNvSpPr>
            <p:nvPr/>
          </p:nvSpPr>
          <p:spPr bwMode="auto">
            <a:xfrm flipV="1">
              <a:off x="7277100" y="2038350"/>
              <a:ext cx="0" cy="228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36"/>
            <p:cNvSpPr>
              <a:spLocks noChangeShapeType="1"/>
            </p:cNvSpPr>
            <p:nvPr/>
          </p:nvSpPr>
          <p:spPr bwMode="auto">
            <a:xfrm>
              <a:off x="6343650" y="2876550"/>
              <a:ext cx="1752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37"/>
            <p:cNvSpPr>
              <a:spLocks noChangeShapeType="1"/>
            </p:cNvSpPr>
            <p:nvPr/>
          </p:nvSpPr>
          <p:spPr bwMode="auto">
            <a:xfrm>
              <a:off x="6381750" y="3238500"/>
              <a:ext cx="1752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38"/>
            <p:cNvSpPr>
              <a:spLocks noChangeShapeType="1"/>
            </p:cNvSpPr>
            <p:nvPr/>
          </p:nvSpPr>
          <p:spPr bwMode="auto">
            <a:xfrm>
              <a:off x="7658100" y="2038350"/>
              <a:ext cx="0" cy="228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39"/>
            <p:cNvSpPr>
              <a:spLocks noChangeShapeType="1"/>
            </p:cNvSpPr>
            <p:nvPr/>
          </p:nvSpPr>
          <p:spPr bwMode="auto">
            <a:xfrm>
              <a:off x="7734300" y="2038350"/>
              <a:ext cx="0" cy="1828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40"/>
            <p:cNvSpPr>
              <a:spLocks noChangeShapeType="1"/>
            </p:cNvSpPr>
            <p:nvPr/>
          </p:nvSpPr>
          <p:spPr bwMode="auto">
            <a:xfrm>
              <a:off x="7810500" y="2038350"/>
              <a:ext cx="0" cy="1447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41"/>
            <p:cNvSpPr>
              <a:spLocks noChangeShapeType="1"/>
            </p:cNvSpPr>
            <p:nvPr/>
          </p:nvSpPr>
          <p:spPr bwMode="auto">
            <a:xfrm>
              <a:off x="7886700" y="2038350"/>
              <a:ext cx="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42"/>
            <p:cNvSpPr>
              <a:spLocks noChangeShapeType="1"/>
            </p:cNvSpPr>
            <p:nvPr/>
          </p:nvSpPr>
          <p:spPr bwMode="auto">
            <a:xfrm>
              <a:off x="7962900" y="2038350"/>
              <a:ext cx="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43"/>
            <p:cNvSpPr>
              <a:spLocks noChangeShapeType="1"/>
            </p:cNvSpPr>
            <p:nvPr/>
          </p:nvSpPr>
          <p:spPr bwMode="auto">
            <a:xfrm>
              <a:off x="8039100" y="2038350"/>
              <a:ext cx="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Box 21"/>
            <p:cNvSpPr txBox="1">
              <a:spLocks noChangeArrowheads="1"/>
            </p:cNvSpPr>
            <p:nvPr/>
          </p:nvSpPr>
          <p:spPr bwMode="auto">
            <a:xfrm>
              <a:off x="5829300" y="3367087"/>
              <a:ext cx="52129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v=2</a:t>
              </a:r>
            </a:p>
          </p:txBody>
        </p:sp>
        <p:sp>
          <p:nvSpPr>
            <p:cNvPr id="42" name="Text Box 21"/>
            <p:cNvSpPr txBox="1">
              <a:spLocks noChangeArrowheads="1"/>
            </p:cNvSpPr>
            <p:nvPr/>
          </p:nvSpPr>
          <p:spPr bwMode="auto">
            <a:xfrm>
              <a:off x="5841403" y="2833687"/>
              <a:ext cx="52129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800" dirty="0"/>
                <a:t>v=4</a:t>
              </a:r>
            </a:p>
          </p:txBody>
        </p:sp>
      </p:grpSp>
      <p:pic>
        <p:nvPicPr>
          <p:cNvPr id="43" name="Picture 2" descr="http://blog.reseapro.com/wp-content/uploads/2013/09/Anthracene-abs-and-emission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24" y="2195513"/>
            <a:ext cx="4600575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/>
          <p:cNvSpPr txBox="1"/>
          <p:nvPr/>
        </p:nvSpPr>
        <p:spPr>
          <a:xfrm>
            <a:off x="691933" y="511314"/>
            <a:ext cx="78874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mic Sans MS" pitchFamily="66" charset="0"/>
              </a:rPr>
              <a:t>Mirror Image Rule</a:t>
            </a:r>
            <a:r>
              <a:rPr lang="en-US" sz="2000" dirty="0">
                <a:latin typeface="Comic Sans MS" pitchFamily="66" charset="0"/>
              </a:rPr>
              <a:t>: The fluorescence emission spectrum is mirror image of the absorption spectrum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C912BB5-6AAB-BE6A-EB9A-6418BE1497EE}"/>
                  </a:ext>
                </a:extLst>
              </p14:cNvPr>
              <p14:cNvContentPartPr/>
              <p14:nvPr/>
            </p14:nvContentPartPr>
            <p14:xfrm>
              <a:off x="812160" y="836640"/>
              <a:ext cx="7395120" cy="6008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C912BB5-6AAB-BE6A-EB9A-6418BE1497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2800" y="827280"/>
                <a:ext cx="7413840" cy="602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2506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44333" y="2362200"/>
            <a:ext cx="78874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mic Sans MS" pitchFamily="66" charset="0"/>
              </a:rPr>
              <a:t>Fluorescence Quantum Yield</a:t>
            </a:r>
            <a:r>
              <a:rPr lang="en-US" sz="2000" dirty="0">
                <a:latin typeface="Comic Sans MS" pitchFamily="66" charset="0"/>
              </a:rPr>
              <a:t>: Intrinsic property – ratio of photons emitted in the </a:t>
            </a:r>
            <a:r>
              <a:rPr lang="en-US" sz="2000" dirty="0" err="1">
                <a:latin typeface="Comic Sans MS" pitchFamily="66" charset="0"/>
              </a:rPr>
              <a:t>radiative</a:t>
            </a:r>
            <a:r>
              <a:rPr lang="en-US" sz="2000" dirty="0">
                <a:latin typeface="Comic Sans MS" pitchFamily="66" charset="0"/>
              </a:rPr>
              <a:t> way upon photons absorbed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4333" y="3657600"/>
            <a:ext cx="78874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mic Sans MS" pitchFamily="66" charset="0"/>
              </a:rPr>
              <a:t>Fluorescence life time</a:t>
            </a:r>
            <a:r>
              <a:rPr lang="en-US" sz="2000" dirty="0">
                <a:latin typeface="Comic Sans MS" pitchFamily="66" charset="0"/>
              </a:rPr>
              <a:t>: The fluorescence emission spectrum is mirror image of the absorption spectrum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8080" y="312003"/>
            <a:ext cx="591059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Comic Sans MS" pitchFamily="66" charset="0"/>
              </a:rPr>
              <a:t>The important Fluorescence parameters</a:t>
            </a:r>
          </a:p>
          <a:p>
            <a:pPr algn="ctr"/>
            <a:endParaRPr lang="en-US" sz="2400" dirty="0">
              <a:solidFill>
                <a:srgbClr val="0070C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5115" y="1295400"/>
            <a:ext cx="78874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mic Sans MS" pitchFamily="66" charset="0"/>
              </a:rPr>
              <a:t>Fluorescence Intensity: </a:t>
            </a:r>
            <a:r>
              <a:rPr lang="en-US" sz="2000" dirty="0">
                <a:latin typeface="Comic Sans MS" pitchFamily="66" charset="0"/>
              </a:rPr>
              <a:t>Function of excitation wavelength and emission wavelength.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333" y="4953000"/>
            <a:ext cx="7887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mic Sans MS" pitchFamily="66" charset="0"/>
              </a:rPr>
              <a:t>Position of the emission maxima: </a:t>
            </a:r>
            <a:r>
              <a:rPr lang="en-US" sz="2000" dirty="0">
                <a:latin typeface="Comic Sans MS" pitchFamily="66" charset="0"/>
              </a:rPr>
              <a:t>depends on environment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77722D0-35CC-237C-3A59-A583AAECB37C}"/>
                  </a:ext>
                </a:extLst>
              </p14:cNvPr>
              <p14:cNvContentPartPr/>
              <p14:nvPr/>
            </p14:nvContentPartPr>
            <p14:xfrm>
              <a:off x="248400" y="1556640"/>
              <a:ext cx="9071640" cy="4997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77722D0-35CC-237C-3A59-A583AAECB37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9040" y="1547280"/>
                <a:ext cx="9090360" cy="501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3672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1BF84-81A9-5D49-5C60-EBA2E96D8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61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3E663-319D-121C-0B10-BDAE1EECB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03E7A9-2710-647B-A3F8-0F0A55847D79}"/>
              </a:ext>
            </a:extLst>
          </p:cNvPr>
          <p:cNvSpPr/>
          <p:nvPr/>
        </p:nvSpPr>
        <p:spPr>
          <a:xfrm>
            <a:off x="603810" y="2057400"/>
            <a:ext cx="7071167" cy="3046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Comic Sans MS" pitchFamily="66" charset="0"/>
              </a:rPr>
              <a:t>Fluorescence quenching </a:t>
            </a:r>
          </a:p>
          <a:p>
            <a:endParaRPr lang="en-US" sz="2400" dirty="0">
              <a:solidFill>
                <a:srgbClr val="0070C0"/>
              </a:solidFill>
              <a:latin typeface="Comic Sans MS" pitchFamily="66" charset="0"/>
            </a:endParaRPr>
          </a:p>
          <a:p>
            <a:endParaRPr lang="en-US" sz="2400" dirty="0">
              <a:solidFill>
                <a:srgbClr val="0070C0"/>
              </a:solidFill>
              <a:latin typeface="Comic Sans MS" pitchFamily="66" charset="0"/>
            </a:endParaRPr>
          </a:p>
          <a:p>
            <a:endParaRPr lang="en-US" sz="2400" dirty="0">
              <a:solidFill>
                <a:srgbClr val="0070C0"/>
              </a:solidFill>
              <a:latin typeface="Comic Sans MS" pitchFamily="66" charset="0"/>
            </a:endParaRPr>
          </a:p>
          <a:p>
            <a:endParaRPr lang="en-US" sz="2400" dirty="0">
              <a:solidFill>
                <a:srgbClr val="0070C0"/>
              </a:solidFill>
              <a:latin typeface="Comic Sans MS" pitchFamily="66" charset="0"/>
            </a:endParaRPr>
          </a:p>
          <a:p>
            <a:endParaRPr lang="en-US" sz="2400" dirty="0">
              <a:solidFill>
                <a:srgbClr val="0070C0"/>
              </a:solidFill>
              <a:latin typeface="Comic Sans MS" pitchFamily="66" charset="0"/>
            </a:endParaRPr>
          </a:p>
          <a:p>
            <a:endParaRPr lang="en-US" sz="2400" dirty="0">
              <a:solidFill>
                <a:srgbClr val="0070C0"/>
              </a:solidFill>
              <a:latin typeface="Comic Sans MS" pitchFamily="66" charset="0"/>
            </a:endParaRPr>
          </a:p>
          <a:p>
            <a:r>
              <a:rPr lang="en-US" sz="2400" dirty="0">
                <a:solidFill>
                  <a:srgbClr val="0070C0"/>
                </a:solidFill>
                <a:latin typeface="Comic Sans MS" pitchFamily="66" charset="0"/>
              </a:rPr>
              <a:t>Fluorescence resonance energy transfer (FRET)</a:t>
            </a:r>
          </a:p>
        </p:txBody>
      </p:sp>
    </p:spTree>
    <p:extLst>
      <p:ext uri="{BB962C8B-B14F-4D97-AF65-F5344CB8AC3E}">
        <p14:creationId xmlns:p14="http://schemas.microsoft.com/office/powerpoint/2010/main" val="1016842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447800" y="304800"/>
            <a:ext cx="61077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Comic Sans MS" pitchFamily="66" charset="0"/>
              </a:rPr>
              <a:t>Fluorescence Resonance Energy Transfer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6611" y="1066800"/>
            <a:ext cx="8791189" cy="50167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 err="1">
                <a:solidFill>
                  <a:srgbClr val="FF0000"/>
                </a:solidFill>
                <a:latin typeface="Comic Sans MS" pitchFamily="66" charset="0"/>
              </a:rPr>
              <a:t>Electrodynamic</a:t>
            </a:r>
            <a:r>
              <a:rPr lang="en-US" sz="2000" dirty="0">
                <a:solidFill>
                  <a:srgbClr val="FF0000"/>
                </a:solidFill>
                <a:latin typeface="Comic Sans MS" pitchFamily="66" charset="0"/>
              </a:rPr>
              <a:t> phenomenon – “Spectroscopic ruler”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000" dirty="0">
              <a:latin typeface="Comic Sans MS" pitchFamily="66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Comic Sans MS" pitchFamily="66" charset="0"/>
              </a:rPr>
              <a:t>Occurs between donor (D) molecule in excited state and an acceptor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Comic Sans MS" pitchFamily="66" charset="0"/>
              </a:rPr>
              <a:t>(A) molecule in the ground state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000" dirty="0">
              <a:latin typeface="Comic Sans MS" pitchFamily="66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Comic Sans MS" pitchFamily="66" charset="0"/>
              </a:rPr>
              <a:t>Energy transfer occur without photon emission 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000" dirty="0">
              <a:latin typeface="Comic Sans MS" pitchFamily="66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Comic Sans MS" pitchFamily="66" charset="0"/>
              </a:rPr>
              <a:t>Long range dipole-dipole interaction  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000" dirty="0">
              <a:latin typeface="Comic Sans MS" pitchFamily="66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Comic Sans MS" pitchFamily="66" charset="0"/>
              </a:rPr>
              <a:t>Energy transfer efficiency - donor-to-acceptor diffusion, distance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000" dirty="0">
              <a:latin typeface="Comic Sans MS" pitchFamily="66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Comic Sans MS" pitchFamily="66" charset="0"/>
              </a:rPr>
              <a:t>Rate of energy transfer depends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omic Sans MS" pitchFamily="66" charset="0"/>
              </a:rPr>
              <a:t>upon the extent of overlap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omic Sans MS" pitchFamily="66" charset="0"/>
              </a:rPr>
              <a:t>Quantum yield of donor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omic Sans MS" pitchFamily="66" charset="0"/>
              </a:rPr>
              <a:t>Relative orientation of donor-acceptor transition moment dipole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omic Sans MS" pitchFamily="66" charset="0"/>
              </a:rPr>
              <a:t>Distance between donor and acceptor</a:t>
            </a:r>
          </a:p>
        </p:txBody>
      </p:sp>
    </p:spTree>
    <p:extLst>
      <p:ext uri="{BB962C8B-B14F-4D97-AF65-F5344CB8AC3E}">
        <p14:creationId xmlns:p14="http://schemas.microsoft.com/office/powerpoint/2010/main" val="2167927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848550" y="304800"/>
            <a:ext cx="53062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Comic Sans MS" pitchFamily="66" charset="0"/>
              </a:rPr>
              <a:t>Rate of Resonance Energy Transfer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7846262"/>
              </p:ext>
            </p:extLst>
          </p:nvPr>
        </p:nvGraphicFramePr>
        <p:xfrm>
          <a:off x="4394200" y="23622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198720" progId="Equation.DSMT4">
                  <p:embed/>
                </p:oleObj>
              </mc:Choice>
              <mc:Fallback>
                <p:oleObj name="Equation" r:id="rId2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394200" y="23622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895600" y="1110847"/>
                <a:ext cx="2787030" cy="7179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𝑟</m:t>
                          </m:r>
                        </m:e>
                      </m:d>
                      <m:r>
                        <a:rPr lang="en-US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𝐷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>
                              <a:latin typeface="Cambria Math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1110847"/>
                <a:ext cx="2787030" cy="71795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015378"/>
              </p:ext>
            </p:extLst>
          </p:nvPr>
        </p:nvGraphicFramePr>
        <p:xfrm>
          <a:off x="4394200" y="23622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198720" progId="Equation.DSMT4">
                  <p:embed/>
                </p:oleObj>
              </mc:Choice>
              <mc:Fallback>
                <p:oleObj name="Equation" r:id="rId6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394200" y="23622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762000" y="2057400"/>
                <a:ext cx="4875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057400"/>
                <a:ext cx="487569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333" r="-1625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249569" y="2057400"/>
            <a:ext cx="3519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Forster distance – often 2 to 8 nm </a:t>
            </a:r>
          </a:p>
        </p:txBody>
      </p:sp>
      <p:pic>
        <p:nvPicPr>
          <p:cNvPr id="11" name="Picture 3" descr="interintra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667000"/>
            <a:ext cx="7539038" cy="329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1596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2BB7-8D9C-46E1-B974-F18ECB648F95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" name="AutoShape 2" descr="Fluorescence Polarisation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Fluorescence Polarisation diagra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30704" y="685799"/>
            <a:ext cx="17812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Comic Sans MS" pitchFamily="66" charset="0"/>
              </a:rPr>
              <a:t>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810" y="2057400"/>
            <a:ext cx="8206093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Comic Sans MS" pitchFamily="66" charset="0"/>
              </a:rPr>
              <a:t>Quantification of protein denaturation</a:t>
            </a:r>
          </a:p>
          <a:p>
            <a:r>
              <a:rPr lang="en-US" sz="2400" dirty="0">
                <a:solidFill>
                  <a:srgbClr val="0070C0"/>
                </a:solidFill>
                <a:latin typeface="Comic Sans MS" pitchFamily="66" charset="0"/>
              </a:rPr>
              <a:t>Quantify protein association with other macromolecules</a:t>
            </a:r>
          </a:p>
          <a:p>
            <a:r>
              <a:rPr lang="en-US" sz="2400" dirty="0">
                <a:solidFill>
                  <a:srgbClr val="0070C0"/>
                </a:solidFill>
                <a:latin typeface="Comic Sans MS" pitchFamily="66" charset="0"/>
              </a:rPr>
              <a:t>Measures dynamics of proteins</a:t>
            </a:r>
          </a:p>
          <a:p>
            <a:r>
              <a:rPr lang="en-US" sz="2400" dirty="0">
                <a:solidFill>
                  <a:srgbClr val="0070C0"/>
                </a:solidFill>
                <a:latin typeface="Comic Sans MS" pitchFamily="66" charset="0"/>
              </a:rPr>
              <a:t>Estimate internal viscosities of membrane</a:t>
            </a:r>
          </a:p>
          <a:p>
            <a:r>
              <a:rPr lang="en-US" sz="2400" dirty="0">
                <a:solidFill>
                  <a:srgbClr val="0070C0"/>
                </a:solidFill>
                <a:latin typeface="Comic Sans MS" pitchFamily="66" charset="0"/>
              </a:rPr>
              <a:t>Investigate influence on membrane fluidity</a:t>
            </a:r>
          </a:p>
        </p:txBody>
      </p:sp>
    </p:spTree>
    <p:extLst>
      <p:ext uri="{BB962C8B-B14F-4D97-AF65-F5344CB8AC3E}">
        <p14:creationId xmlns:p14="http://schemas.microsoft.com/office/powerpoint/2010/main" val="1138130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11205</TotalTime>
  <Words>325</Words>
  <Application>Microsoft Office PowerPoint</Application>
  <PresentationFormat>On-screen Show (4:3)</PresentationFormat>
  <Paragraphs>87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 Math</vt:lpstr>
      <vt:lpstr>Comic Sans MS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iitj</dc:creator>
  <cp:lastModifiedBy>Samanwita pal</cp:lastModifiedBy>
  <cp:revision>192</cp:revision>
  <dcterms:created xsi:type="dcterms:W3CDTF">2013-02-05T09:27:55Z</dcterms:created>
  <dcterms:modified xsi:type="dcterms:W3CDTF">2026-02-14T03:08:35Z</dcterms:modified>
</cp:coreProperties>
</file>