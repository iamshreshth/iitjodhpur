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6" r:id="rId3"/>
    <p:sldId id="259" r:id="rId4"/>
    <p:sldId id="258" r:id="rId5"/>
    <p:sldId id="262" r:id="rId6"/>
    <p:sldId id="263" r:id="rId7"/>
    <p:sldId id="260" r:id="rId8"/>
    <p:sldId id="273" r:id="rId9"/>
    <p:sldId id="264" r:id="rId10"/>
    <p:sldId id="265" r:id="rId11"/>
    <p:sldId id="266" r:id="rId12"/>
    <p:sldId id="269" r:id="rId13"/>
    <p:sldId id="271" r:id="rId14"/>
    <p:sldId id="272" r:id="rId15"/>
    <p:sldId id="274" r:id="rId16"/>
    <p:sldId id="275" r:id="rId17"/>
    <p:sldId id="276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8D9C09D-1F6A-4123-9F78-53FDBBF30425}">
          <p14:sldIdLst>
            <p14:sldId id="257"/>
            <p14:sldId id="256"/>
            <p14:sldId id="259"/>
            <p14:sldId id="258"/>
            <p14:sldId id="262"/>
            <p14:sldId id="263"/>
            <p14:sldId id="260"/>
            <p14:sldId id="273"/>
            <p14:sldId id="264"/>
            <p14:sldId id="265"/>
            <p14:sldId id="266"/>
            <p14:sldId id="269"/>
            <p14:sldId id="271"/>
            <p14:sldId id="272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2T10:46:39.3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7158 592 34 0,'0'0'5'15,"0"0"3"-15,0 0-1 0,0 0 2 0,0 0 4 16,0 0 3-16,0 0 5 0,0 0 2 16,0 0 1-16,58-8-1 0,-58 8 1 0,0 0 2 15,0 0 5-15,0 0-1 0,4 0 4 16,-1 3-4-16,2 8-5 0,-2 6-3 16,-2 2-8-16,-1 7-4 0,2 1-7 15,-2 5-2-15,1 3 0 0,2 6 1 0,-3 3-2 16,0 6 2-16,0 3 0 0,0 5 0 15,0 6 7-15,-3 1-1 0,-1 2 0 0,1-7 0 32,0-3-4-32,0-10 0 0,1-8 1 15,1-4-1-15,1-6-1 0,0-9-3 16,0-4 0-16,0-3-4 0,1-3 0 16,2 2-5-16,-1-7-7 0,-1 1-10 0,2-2-38 15,0 1-36-15,0 0-73 0</inkml:trace>
  <inkml:trace contextRef="#ctx0" brushRef="#br0" timeOffset="704.57">7968 935 64 0,'0'0'3'0,"0"0"0"15,0 0 1-15,-29-89 2 0,19 70 6 16,4 0 14-16,-5-1 13 0,2 1 7 15,-3 3 6-15,1-1-6 0,-2 2-11 0,0 0-8 16,-2-2-12-16,-2 2-5 0,1 0 0 16,-4 0-2-16,-3 1-2 0,5 1-1 0,-3 4 0 15,5 5 2-15,-3 1 0 0,-1 3-5 16,-1 0-1-16,-6 3-1 0,1 5-3 16,3 2 0-16,0 5 0 0,1 3 2 15,2 7-4-15,0 4 2 0,4 4-2 0,-1 2 0 16,9 0 0-16,-1 1-1 0,5-3 2 15,1-2-1-15,3-3 3 0,0-5 0 0,4-1 1 32,1-9 3-32,4-2-1 0,-5-5 1 15,9-3 1-15,0-3-1 0,6 0-1 16,1-8 0-16,-1-5 0 0,1-5-1 16,-4-3 3-16,3-5-3 0,-3-1 1 0,1-5 1 15,-1 0-1-15,-2 0 4 0,-2 3 0 16,2 3 3-16,-5 2 0 0,-2 7 0 0,-3 6 0 15,2 4-4-15,-3 4 1 0,0 0-3 16,0 0-1-16,-3 3 1 0,0-2-4 16,0 2 1-16,0 0 2 0,0 0-1 15,3 0 2-15,-2 12-1 0,1 8 2 0,-2 10 1 16,0 4 3-16,0 9 3 0,-2 5 1 16,-3 8-4-16,0 8-1 0,-2 4 0 0,1 5-3 15,-1 0 1-15,3-3-3 0,1-7-3 16,0-8 1-16,3-6-2 0,0-7 3 15,4-5 0-15,2-4-3 0,5-6 2 32,3-4-3-32,-3-4-4 0,-2-8 0 0,4-3-11 15,-6-5-15-15,6-3-53 0,3 0-72 0</inkml:trace>
  <inkml:trace contextRef="#ctx0" brushRef="#br0" timeOffset="1253.22">8082 856 226 0,'0'0'58'0,"0"0"-7"16,0 0-7-16,0 0-6 0,0 0-8 16,0 0-5-16,3-82-2 0,6 68-2 0,5 2-6 15,2-5-1-15,3 5-5 0,3 0-1 16,1 4-2-16,0 1-4 0,-3 4-1 0,-2 0-1 15,0 3-3-15,-3 0 3 0,4 8-3 16,-5 2 2-16,-2 5 2 0,-8 5-3 16,-1 6 1-16,-3 5 1 0,-3 8-1 15,-8 2 1-15,-5 6 1 0,-3 4-1 0,-2 4 0 16,-3 4 1-16,-2 0 0 0,-1 0 2 16,-2-2-3-16,1-6-2 0,2-5 0 0,4-11 0 15,5-8 2-15,5-10 0 0,5-10 1 16,7-2 0-16,0-5 5 0,0 0-1 15,10 0 1-15,10-6 1 0,7-6-4 16,7-4-2 0,5-2-2-16,3 0-2 0,6-2-1 15,-2 2-1-15,2 1-4 0,-3 1-3 16,-2 2-6-16,-5-1-6 0,-6 3-10 0,-5 1-8 16,-6 4-19-16,-6 0-22 0,-6 3-22 15,-6 1-24-15</inkml:trace>
  <inkml:trace contextRef="#ctx0" brushRef="#br0" timeOffset="1869.81">8658 789 232 0,'0'0'35'0,"0"0"8"16,0 0 3-16,0 0-5 0,0 0-4 16,0 0 1-16,23-80 1 0,-17 65-6 0,-1 5-8 15,3-2-11-15,2 3-5 0,-2 3-5 16,6 0-2-16,-4 4 1 0,3 2-1 0,4 0-1 15,2 0-1-15,1 8-2 0,-1 2 0 16,1 1-1-16,-5 3 0 0,-1 3-1 16,-1 1 1-16,-4 3-2 0,-1 3 2 15,-6 2 0-15,-2 3 2 0,0 0-2 0,-10 4-1 16,0-1-1-16,-2 0 3 0,-2-2 0 16,1-4 2-16,2-8-1 0,3-1-2 0,4-6 2 15,1-7 0-15,1 1 0 0,2-5 2 16,0 0-3-16,6-11 2 0,11-2 1 15,4-7 2-15,2 2 1 0,0-1 0 32,1 4 0-32,1 5-1 0,0 0 0 0,-1 7-2 15,1 3 2-15,-5 0-1 0,0 8-2 16,-4 6 2-16,0 2-2 0,-6 6 2 0,0 3 1 16,-5 4 0-16,-4 3 2 0,-1 3-2 15,0 5 2-15,-7 0 0 0,-6 0-1 16,0-1-3-16,-6-1 1 0,-3-4-1 15,-2-6-1-15,-4-1 2 0,-1-8-2 0,-1-4 1 16,4-4 0-16,0-5-1 0,4-6 2 16,2 0-2-16,0-9-1 0,4-6-1 0,2-7-4 15,3-3-6-15,5-4-7 0,2 0-18 16,4 1-14-16,0 10-20 0,4 8-21 16,4 8-48-16</inkml:trace>
  <inkml:trace contextRef="#ctx0" brushRef="#br0" timeOffset="2671.13">11210 1709 192 0,'0'0'39'16,"0"0"4"-16,0 0-1 0,0 0 0 16,0 0 2-16,0 0 1 0,7-86-5 15,-4 58-3-15,2-1-8 0,-2-3-5 0,2-4-3 16,1-3-3-16,3-7-5 0,2-7-2 0,4-8-7 15,2-12-2-15,6-9-3 0,5-6 0 32,2-6 3-32,5 0-1 0,2 0 4 15,3 4 0-15,-1 7 2 0,-3 12 0 16,-5 10 1-16,-3 13-1 0,-8 14 1 16,-4 11-3-16,-9 12-4 0,-2 7-2 0,-5 4-2 15,0-2 0-15,3 2 1 0,1 0 0 0,2 9 1 16,-2 7-1-16,-4 2 0 0,0 8-1 15,0 1 0-15,0 3 0 0,0 7-1 16,0 5 1-16,0 5-1 0,0 8 0 16,0 8 0-16,4 9 2 0,-1 10 1 15,0 6 1-15,-1 5 0 0,-1-2 0 0,-1-5-2 16,0-10 1-16,0-11-2 0,0-8 1 16,0-9 1-16,0-7-1 0,3-6 1 0,0-6-2 15,-1-10 0-15,3-3-3 0,-2-7-4 16,-2-5-9-16,1 1-18 0,-2-5-29 15,0 0-76-15,0-12-83 0</inkml:trace>
  <inkml:trace contextRef="#ctx0" brushRef="#br0" timeOffset="2903.56">11317 1295 450 0,'0'0'1'0,"0"0"1"15,0 0 4-15,0 0 1 0,0 0-2 16,0 0 2-16,0 0-1 0,0 0-1 16,79 8-2-16,-46-16-4 0,1-3-11 15,1-2-15-15,-2 3-38 0,0 1-48 0,1 3-100 16</inkml:trace>
  <inkml:trace contextRef="#ctx0" brushRef="#br0" timeOffset="3271.05">12046 1588 381 0,'0'0'19'16,"0"0"6"-16,0 0 2 0,0 0-2 15,0 0 0-15,0 0 1 0,0 0-1 0,0 0-2 16,26-81-4-16,-23 76-3 0,-3 5-6 0,0-1-4 16,0 1-4-16,0-2-4 0,0 2-1 15,0-1 0-15,0 1 1 0,2 0 0 16,-2 0 0-16,0 0 2 0,0 0-2 15,0 0 1-15,0 0 2 0,0 0 0 16,2 0 0 0,-2 0 2-16,0 0-1 0,0 0 0 15,0 0-1-15,0 0 0 0,0 0-2 0,0-3-3 16,0-5-2-16,0 2-7 0,0 2-4 16,0 4-11-16,0-2-15 0,0 2-33 15,6 0-57-15,3 2-114 0</inkml:trace>
  <inkml:trace contextRef="#ctx0" brushRef="#br0" timeOffset="3886.89">13138 622 278 0,'0'0'57'16,"0"0"-10"-16,0 0-8 0,0 0-2 0,0 0-4 16,0 0-1-16,0 0-11 0,0 0-4 15,12-77-8-15,-21 70-4 0,-8 0-3 16,-2 7 1-16,-12 0-4 0,-2 6 0 15,-3 9 0-15,-5 5-5 0,4 3 5 32,1 4-4-32,2 0 1 0,5 4 1 0,3 1-2 15,7 0 2-15,5 0-1 0,7 0 1 0,5-2 2 16,2-2-1-16,8 1 2 0,7 0 0 16,6-1 1-16,3 0-1 0,4 4 1 15,2 3-2-15,3 2 2 0,2 2-1 16,0 0 2-16,0 1 1 0,-3-1-2 15,-8-2-1-15,-2-4 2 0,-11-2-1 0,-5-4 0 16,-3-1 1-16,-3-2 2 0,-9-3 2 0,-5-4 5 16,-5-5 1-16,-7-3-3 0,-4-4-3 15,-7-5-1-15,1 0-4 0,-1-3-1 16,-1-8-2-16,4-1-6 0,3-5-3 16,4-4-23-16,5-2-28 0,6 5-62 15,6 1-47-15</inkml:trace>
  <inkml:trace contextRef="#ctx0" brushRef="#br0" timeOffset="6520.06">13223 1059 310 0,'0'0'53'0,"0"0"-8"0,0 0-5 15,0 0-5-15,45-77-5 0,-39 71-7 0,7-5-9 16,-6 5-7-16,-3 3-6 0,7 0-1 16,0 3-2-16,4 7 0 0,3 9 0 15,-4 6-2-15,0 7 3 0,-3 6 0 16,-2 5 1-16,1 5 0 0,-4 2-1 15,0-1-1-15,-3-1-2 0,1-5 2 0,-4-4 0 16,0-5 3-16,0-10-1 0,0-3 0 16,0-7 0-16,0-5 0 0,0 0 3 0,0-6 3 15,0 0 7-15,0 0 0 0,0 0-2 16,0-6-2-16,0-12-6 0,7-13 0 16,5-13-2-16,2-6 1 0,5-6-3 15,3-4-2-15,2 2 3 0,1 4-2 0,2 9 2 16,1 8 1-16,-1 12-1 0,-1 7-1 0,-7 8 1 15,-1 8-2-15,-1 2 0 0,-3 7-1 32,2 8 1-32,-3 6 0 0,-4 5 1 15,-2 2 1-15,-3 4 1 0,-1 1-5 16,-3 2 3-16,0-2 2 0,0 0-1 16,0-2 3-16,-6-2-2 0,1-4-3 0,1-7 2 15,-2-1 0-15,3-5-1 0,1-5 1 0,1-1-1 16,1-6 1-16,0 0 4 0,0 0 2 15,0 0-1-15,0 0 0 0,7-15-1 16,7-15-1-16,7-10-1 0,3-10 0 16,4-7-3-16,4 0 2 0,1 2-2 15,3 8 0-15,0 8 3 0,0 8 0 0,-5 10 1 16,-5 6 0-16,-6 5-1 0,-1 7-1 0,-3 3-1 16,1 5-1-16,6 7 0 0,-5 5 0 15,0 1 0-15,0 4 1 0,-1 3 0 16,-1 4 0-1,1 0-1-15,2 5 1 0,-1-1 1 0,2 2-2 0,-3-2 1 32,2-1-1-32,-4-3-1 0,2-5 0 0,-3-3 1 15,2-4-2-15,-1-2-1 0,2-6 3 0,-4-1-2 16,3-7 2-16,0-1 1 0,3-3 0 16,4-9 0-16,-3-4 0 0,2-8-3 15,-1-6 0-15,1-3-4 0,-2-5-2 16,0-5 4-16,2 1-1 0,-4-2 4 15,-1 3 3-15,-3 4 0 0,-1 6 2 0,-4 2 0 16,-3 3 2-16,-3 2 0 0,-3 7 4 0,0-1-1 16,0-1 3-16,0 9-1 0,-5-8-1 15,-2 4 1-15,1 5-3 0,-5-3-3 16,4 6-1-16,-2 2-2 0,-2 0-2 16,0 4-1-16,-6 0-2 0,1 9 2 15,-3 5-1-15,5 7 1 0,1 5 1 0,4 8-2 16,3 5 1-16,2 4 1 0,1 4 0 0,3 0 1 15,0-2 0-15,7 0 0 0,3 0 0 32,6-8-2-32,-1-3 1 0,5-8 1 15,0-8 1-15,2-7 4 0,4-8-2 16,0-3 0-16,1-8 0 0,1-9 1 16,-1-5 0-16,1-10-1 0,-2-6-2 0,-1-8 0 15,-1-5-2-15,-1-6 1 0,-2-3 1 0,-1-4 0 16,-2-1 0-16,-3 3 1 0,1 2 2 15,-3 9-1-15,-3 5 1 0,0 8 1 16,-6 6-1-16,-1 11 1 0,-1 8 0 16,-2 1 0-16,0 7-1 0,0-1 0 15,0 1-1-15,0 5-4 0,0-2 0 0,0 2-3 16,0 0 1-16,-2 0 0 0,-5 11 0 0,-3 9 0 16,0 11 0-16,4 2-1 0,2 6 1 15,1 7-1-15,0 4 0 0,-1 8 2 16,-1 9 0-1,2 6 2-15,-2 8-2 0,-1 2 2 0,0 3-1 0,-3-6-4 32,4-10 3-32,0-11-2 0,4-12 1 0,1-12 1 15,0-14 2-15,0-9 0 0,1-4 3 0,2-7 3 16,5-1-2-16,10-1 2 0,1-17-1 16,7-13-4-16,3-8 2 0,4-11 0 15,3-9-8-15,2-6 6 0,2-4 0 16,1-1-3-16,-1 3 9 0,-1 7-7 15,-2 8 3-15,-7 8 1 0,-3 9 2 0,-7 9 4 16,-6 8 5-16,-7 9 1 0,-3 6-1 0,-4 3-5 16,0-2-6-16,0 2-5 0,0 0-1 15,0 0-1-15,-8 0-1 0,-7 10 2 16,-8 3 0-16,-2 4-1 0,0 5 1 16,-2 0 0-16,-3 6-2 0,1 5 1 15,0 2-1-15,2 4 1 0,2 4 1 0,5-2 2 16,5 0-4-16,6-2 4 0,4 1 0 0,5-3-1 15,0 1 3-15,13-1-5 0,1-4 1 32,7-1 2-32,3-5 0 0,2-1-2 15,3-5 2-15,0-2 0 0,0-6-1 16,0-2 2-16,-3-5-1 0,-7-3 0 16,-2-1-1-16,-4-1-1 0,-3-1-6 0,1 0-9 15,-3-5-21-15,-1-1-39 0,-4 2-67 0,0-1-140 16</inkml:trace>
  <inkml:trace contextRef="#ctx0" brushRef="#br0" timeOffset="7203.52">15693 1435 597 0,'0'0'-2'0,"0"0"3"32,0 0 1-32,0 0-2 0,0 0 1 0,0 0 2 15,87-11 1-15,-73 4 2 0,1 2-1 0,-4-6 0 16,6-5-2-16,0-2-1 0,0-4-1 16,2-6-1-16,1-6 3 0,0-9-3 15,-1-6-2-15,-2-7 4 0,-1-2-4 16,-1-1 2-16,-4 4 4 0,-2 5-1 15,-2 8 0-15,-4 13 4 0,-3 6-1 0,0 10 2 16,0 3 1-16,-4-3-5 0,-2 7 0 0,-7-3-3 16,0 6-2-16,-4 3 0 0,-6 0 1 15,2 12 0-15,-2 5 0 0,1 5-1 16,2 7 0-16,3 6 1 0,1 8 0 16,1 5 1-16,5 7 0 0,2 6 0 15,2 1-1-15,4 0 0 0,2-4 0 0,0-8-2 16,8-8 0-16,5-8 3 0,3-9 1 0,4-5 4 15,3-8 1-15,2-5 4 0,5-7 2 32,3-4 0-32,2-12-3 0,1-11-2 15,3-10-3-15,0-10-1 0,1-12-6 16,-3-9 2-16,-4-9 0 0,-3-5-2 16,-1-1 7-16,-4 1-3 0,-5 3 1 0,-1 5 1 15,-7 7 0-15,-3 8 0 0,-3 6 1 0,-4 7-1 16,-2 10 1-16,0 6 4 0,-3 11-2 15,-2 4 1-15,0 7-2 0,2 5-1 16,2 0-4-16,-4 2-2 0,1-1 0 16,-5 2-2-16,-4 0 2 0,3 14-1 0,0 6-1 15,2 7 0-15,1 5-1 0,6 6 1 16,0 6 2-16,1 4 1 0,0 7-2 0,7 6 1 16,4 6-2-16,4 5 0 0,2 4 2 15,2 2-1-15,4-1-2 0,2-6 0 16,1-7-1-1,2-7-1-15,3-12 1 0,-1-9-1 0,3-5-4 0,-1-7-10 0,3-8-13 32,4-2-37-32,3-3-59 0,3-4-163 15</inkml:trace>
  <inkml:trace contextRef="#ctx0" brushRef="#br0" timeOffset="43953.27">6891 5492 25 0,'0'0'37'0,"0"0"6"0,0 0 4 15,0 0-1-15,0 0-7 0,0 0-12 16,0 0-11-16,0 0-5 0,0 0 1 15,-3-14 4-15,3 14 2 0,0 0 3 32,0 0 0-32,0 0 0 0,0 0 1 15,0 0 1-15,0 0-3 0,0 0-3 0,3-1 1 16,9-3-4-16,8 0-3 0,7-1-1 0,5 1-4 16,6-1 0-16,8 4 1 0,3-1-2 15,6 2-1-15,9 0 1 0,5 2-2 16,9 2-1-16,3 2-1 0,3 2 0 15,3 1-1-15,2-1-1 0,2-1 1 16,-1-1 0-16,0-3-1 0,-2-1 2 0,-4-2 1 16,1 0-1-16,-4-7 2 0,-7 0 0 0,-6-1 3 15,-2 2-1-15,-12 0 1 0,-2 2 0 16,-10 2-3-16,-16 1-1 0,-7 1-1 16,-8 0 0-16,-5 0 4 0,1 0 5 15,-1 0 4-15,-6 0 4 0,0 0-4 16,0 0-5-16,-3 0-4 0,-10-2-3 0,-7-1-2 31,-5-1-2-31,8-1-1 0,1-1-4 0,6 2-7 16,4 0-18-16,2 1-56 0,4 3-179 15,-2-6-10-15</inkml:trace>
  <inkml:trace contextRef="#ctx0" brushRef="#br0" timeOffset="45903.5">9593 5352 0 0,'0'0'18'0,"0"0"5"0,0 0 4 0,0 0 6 15,0 0 4-15,0 0 0 0,0 0-5 16,0 0-6-16,0 0-6 0,31-6-1 0,-25 6 3 16,1 0 3-16,-1-3 0 0,4-8-2 0,0-7-4 15,2-6-3-15,2-8-2 0,1-8-1 16,2-8-5-16,1-13-3 15,0-9-2-15,5-9 1 0,0-6-2 0,1-3 3 32,0 0 1-32,-1 8 5 0,2 9 8 15,-5 13 2-15,-1 17-2 0,-7 15-6 0,-4 12-7 16,-5 10-7-16,-3 4-1 0,3 0 2 0,3 4 0 16,1 10 3-16,1 6 0 0,-3 3 1 15,-1 2-1-15,-4 4 1 16,4 3 0-16,-1 3 0 0,0 3 0 0,2 4 0 15,3 4 1-15,1 2-4 0,1 4 1 16,3 3-2-16,-1 1 1 0,0 2-2 0,-1-2 2 16,0 0 1-16,0-3-3 0,-3-4 4 0,-1-6-5 15,-1-4 1-15,-3-8 1 0,0-9-2 16,-1-8 2-16,-1-9-2 16,-1-5 0-16,0 0-2 0,0 0-7 0,0 0-35 15,0 0-49-15,0-1-80 0,0-13-75 16</inkml:trace>
  <inkml:trace contextRef="#ctx0" brushRef="#br0" timeOffset="46149.58">9809 5120 342 0,'0'0'17'0,"0"0"8"0,0 0 6 0,0 0 1 15,0 0-2-15,0 0-2 0,0 0-2 16,0 0-6-16,0 0-9 0,0 0-4 0,95-35-6 16,-60 24-3-16,1 2-5 0,5 1-3 0,-4 4-10 15,-2 1-23-15,1 3-37 0,-5 0-49 16,-4 10-84-16</inkml:trace>
  <inkml:trace contextRef="#ctx0" brushRef="#br0" timeOffset="46470.17">10386 5291 349 0,'0'0'9'0,"0"0"7"0,0 0 9 15,0 0 6-15,0 0-3 0,0 0-6 0,0 0-9 16,0 0-5-16,0 0-6 16,9-59-2-16,-8 59 1 0,3 2-2 0,1 7 1 15,-2 0 1-15,-2-5-1 0,-1 7 1 16,0-5-1-16,0 0 2 0,0 0 2 0,0-6 0 15,0 0 1-15,0 0 1 0,0 0-3 0,0 1-3 32,0-1-5-32,0 0-6 0,0-1-14 15,0-6-40-15,3-3-70 0,4 0-100 16</inkml:trace>
  <inkml:trace contextRef="#ctx0" brushRef="#br0" timeOffset="46954.31">11037 4791 316 0,'0'0'36'16,"0"0"10"-16,20-95 4 15,-18 68-7-15,-2 1-6 0,0 8-7 0,-5 3-2 32,-4 0-1-32,-2 4-8 0,-8 0-4 15,-1 6-9-15,-5 5-5 0,-5 5-2 0,-7 10-1 16,-1 7 1-16,-4 5 0 0,-3 8 0 0,4 4 0 16,2 7-1-16,6 3 1 0,4 1-2 15,10 0 1-15,9-5-1 16,6-3 1-16,4-2 0 0,7-6 1 0,11-4-2 15,6-4 3-15,5-2 4 0,7-4-3 16,4-3 4-16,3-4-3 0,2 1 0 0,2-2-3 16,1 0 3-16,-2 3-1 0,-2 1 0 0,-3-1 2 15,-4 3-2-15,-7 1 2 0,-6 1-1 16,-6 2 4-16,-5 0 0 16,-7 1 4-16,-6 0 1 0,0-1 0 0,-11-2-1 15,-4 0-2-15,-5-3-4 0,-5-5-1 16,-3-2-2-16,-2-5-1 0,-2-5 0 0,2 0-3 15,1-6-2-15,3-6-7 0,3-2-14 0,4-1-19 32,0-3-45-32,7 4-67 0,1-1-115 15</inkml:trace>
  <inkml:trace contextRef="#ctx0" brushRef="#br0" timeOffset="47319.78">11567 5470 255 0,'0'0'85'16,"0"0"-6"-16,0 0-15 15,0 0-10-15,0 0-16 0,0 0-14 0,0 0-9 32,0 0-6-32,0 0-3 0,0 0 0 15,-7-38-3-15,10 38 0 0,1 0-2 0,1 0 1 16,1 3-1-16,-2 2-1 0,-4-2 1 0,4 2 1 16,-4-3-1-16,0 3 2 0,-2 0-1 15,-6-1-1-15,4-2 0 16,-8-2-1-16,-1-2 0 0,2-10-3 0,-4-3-3 15,7-2-9-15,2 4-18 0,3 4-24 16,0-2-45-16,1 5-52 0,1 0-95 0</inkml:trace>
  <inkml:trace contextRef="#ctx0" brushRef="#br0" timeOffset="47703.38">11929 4711 495 0,'0'0'45'0,"0"0"-12"16,0 0-9-16,0 0-6 0,0 0-4 16,0 0 2-16,0 0 2 0,0 0 1 15,0 0-2-15,20 34-4 0,-10 1-4 0,-1 9-6 16,-2 6 0-16,-1 4-2 0,0 6 1 16,-2-1-2-16,-1 1-1 0,1 0 3 0,-2 0-4 15,1-1 3-15,-2-2-2 0,1-4-2 16,1-6 3-16,0-3-5 0,5-7 2 15,-1-6-6-15,2-4-11 0,1-7-25 32,3-4-43-32,0-7-92 0,3-5-102 15</inkml:trace>
  <inkml:trace contextRef="#ctx0" brushRef="#br0" timeOffset="48086.4">12443 5075 551 0,'0'0'3'0,"0"0"1"0,0 0 1 15,0 0 1-15,0 0-2 0,0 0 1 16,0 0-1-16,0 0-1 0,0 0-2 16,-105 17-2-16,70 6 1 0,1 1 1 15,-5 5-5-15,0 0 5 0,1 0-5 16,0-2 1-16,4-2 0 0,2-3-2 0,6-4 1 15,7-7 1-15,9-4 1 0,7-3 4 0,3-4-2 32,-3 0 0-32,3 0 0 0,0 1 0 15,0-1-2-15,0 2 5 0,0 0 3 16,13 2 3-16,10 2 0 0,6 5-1 16,3-1 0-16,1 5 1 0,2 4-2 15,1 0-1-15,-1 2-2 0,1 1-3 0,0-1 2 16,-4-1-4-16,-3-1 2 0,-3-2 0 0,-4-3 0 15,-7-5-1-15,-6-3 0 0,-1-2-3 16,-4-2-1-16,0 0-3 0,2 1-17 16,-5-3-41-16,2-3-67 0,-1-8-132 15</inkml:trace>
  <inkml:trace contextRef="#ctx0" brushRef="#br0" timeOffset="48503.18">12516 5321 501 0,'0'0'30'0,"0"0"7"0,0 0-1 15,0 0-6-15,77-53-6 0,-57 46-5 16,0 2-3-16,-1 2-5 0,4 3-2 15,-1 0-4-15,-2 1-3 0,0 11-2 16,-1 1-1-16,-3 4 1 0,-3 3-2 0,-3 4 1 16,0 2-1-16,-1 1 1 0,-5 2-1 0,-2-2 1 15,-2-1 0-15,0-1 1 0,-4-3 1 16,-1-5-1-16,1-4 0 0,-1-5 0 16,-2-2 0-16,0 2 2 0,-3-8 1 15,-2 0 1-15,3-13-2 0,-3-8 0 16,6-9-1-16,3-7-2 0,3-5 4 0,4-7-5 15,7-1 4-15,7-1-2 0,1 4-4 0,1 4 4 32,3 8-5-32,0 11 2 0,-3 9 1 15,-2 5-2-15,1 9-3 0,-2 1-1 16,2 6-12-16,2 6-14 0,-3 2-19 16,-3 2-45-16,-1 0-78 0,-2 2-85 15</inkml:trace>
  <inkml:trace contextRef="#ctx0" brushRef="#br0" timeOffset="48820.12">13305 5346 530 0,'0'0'13'15,"0"0"8"-15,0 0 6 0,0 0 4 16,0 0-2-16,0 0-1 0,0 0-2 15,0 0-4-15,0 0-6 0,18-78-4 32,-18 74-6-32,0 4-4 0,0-1 0 15,0 2-2-15,-2 14 2 0,-3 8 0 0,-4 9-1 16,2 2 0-16,1 1-1 0,0 2 0 0,2-2 1 16,2 1-2-16,1-2 1 0,1-4-2 15,0-3 3-15,0-8-2 0,1-4 1 16,2-5 0-16,-1-5-1 0,1 0 0 15,-3-5-1-15,0 0-7 0,0 0-14 16,0-2-22-16,0-11-33 0,0-10-73 0,-9-9-134 16</inkml:trace>
  <inkml:trace contextRef="#ctx0" brushRef="#br0" timeOffset="48986.4">13173 4664 502 0,'0'0'3'15,"0"0"7"-15,0 0 1 0,0 0 0 0,0 0-4 32,0 0-1-32,0 0-5 0,0 0-4 15,0 0-3-15,0 0-18 0,0 41-51 16,1-22-81-16,1 6-93 0</inkml:trace>
  <inkml:trace contextRef="#ctx0" brushRef="#br0" timeOffset="49421">13669 5305 407 0,'0'0'14'0,"0"0"13"15,0 0 6-15,26-85 4 0,-26 76-5 16,0 0-10-16,-2-1-8 0,-7 6-1 31,-6 1-3-31,-3 3-5 0,-6 6 0 16,-1 11-7-16,-1 4 1 0,0 3-1 15,3 2 0-15,3 1 1 0,2-1-1 0,8 2 2 16,6-4-1-16,4 0 1 0,4-1 0 0,9-2 0 16,6-3 1-16,1 1 1 0,7-4 0 15,1 0 1-15,3-2-1 0,4 3 1 16,3-1 0-16,0 0 0 0,-2 0 1 15,-3 2-1-15,-2-2-2 0,-7 2 2 16,-2-2-3-16,-9 0 3 0,-3-3 2 0,-9 2 2 16,-1-1 1-16,-14 0 1 0,-7 4-3 0,-4-7-1 15,-7-1-3-15,-4-3 0 0,0-4 1 16,0-2-2-16,1-3 1 0,4-8-2 16,4-2 2-16,6-5-4 0,3-4 2 15,5-2-3-15,3 0 0 0,4 5-4 16,4-1-4-16,2 2-9 0,2 3-16 0,7-3-19 15,5 4-32-15,4 7-37 0,3-3-41 0</inkml:trace>
  <inkml:trace contextRef="#ctx0" brushRef="#br0" timeOffset="50004.21">14062 4764 419 0,'0'0'51'0,"0"0"5"0,0 0-8 16,0 0-12-16,0 0-7 0,0 0-8 0,0 0-2 15,0 0-4-15,0 0 0 0,7 0-2 16,-7 20 0-16,-3 9-4 16,-1 6-1-16,-2 6-3 0,0 6 2 15,-1 5-4-15,0 1 2 0,0 3 1 0,1 1-5 16,0 1 4-16,5 0-5 0,0 1 0 16,1 0 1-16,0-1-3 0,0-2 2 0,2-4-3 15,7-7 4-15,-2-5-2 16,2-10 3-16,-1-10-1 0,-2-8 1 15,-3-7 2-15,-3-5-1 0,4 0 1 0,4-3 0 16,3-11-1-16,2-9-2 0,0-10 0 16,0-8-2-16,-1-5 2 0,4-4-2 0,-2-1 1 15,3 1-2 1,1 4 2-16,1 5-2 0,-1 9 2 0,-6 12-2 16,-5 8 1-16,5 11-1 0,-4 1 0 0,6 10 1 15,3 8-1-15,-4 7 2 0,0 4-1 16,-3 2 1-16,0 3-2 15,0 1 4-15,-1 1-4 0,-2-1 4 16,2 0-2-16,1-3 0 0,-1-3-2 0,-1-3 2 16,4-5-1-16,-3-1 0 0,-2-8-1 15,4-3-1-15,-5-3-2 0,6-6-5 16,6 0-11-16,2-5-13 0,7-7-25 16,-1-3-37-16,-3-3-63 0,0 0-120 0</inkml:trace>
  <inkml:trace contextRef="#ctx0" brushRef="#br0" timeOffset="51170.09">14707 5332 554 0,'0'0'53'0,"0"0"-12"0,0 0-7 32,0 0-5-32,0 0-7 0,0 0-6 15,0 0-4-15,0 0-5 0,0 0-3 0,0 0 2 16,1-14-3-16,4 14 0 0,2 5 0 16,3 7-3-16,0 8 0 0,-4 1 2 0,-2 5-4 15,-4 0 2-15,0 0-1 0,0 1 0 16,-6 1-1-16,-1-1 1 0,0 0-1 15,-4-1 2-15,2-5-1 0,3-4 2 16,1-8-1-16,0-2 0 0,4-4 1 0,-2 0 0 16,1 2 1-16,2-5 1 0,0-3 0 15,0-15-3-15,3-11 2 0,7-9-2 0,3-3 1 16,6-3-1-16,0-2 1 0,5 1-1 16,1 3 0-16,2 0-1 0,1 9 1 15,-1 7 1-15,-2 10-2 0,-2 6 0 16,-3 9 1-16,-1 1-5 0,-2 12 4 0,-2 3 0 15,-1 5-1-15,-2 3 2 0,-2 3-1 16,-3-2 2 0,-1 2-2-16,0-1 1 0,0 1-1 15,1-1 1-15,-1-1-1 0,-1-3 2 16,1-1-2-16,0-2 0 0,1-6-1 16,-1 0 1-16,3 0-2 0,-3-4 0 15,5 1-3-15,-4-5-2 0,5-2-1 0,5-2-3 16,1-3 3-16,5-7-2 0,1-4 2 15,1-6 3-15,1-3 3 0,-3-2 0 0,3-4 3 16,0-2 1-16,-1 1 1 0,-1-1 0 16,-2 3 2-16,0 1-2 0,-5 4 4 15,-7 6 1-15,-4 8 3 0,-3 4 2 16,-3-1-1-16,0 0-3 0,0 0-3 0,0-3 0 16,-2 6-4-16,-1-2 1 0,-7 2-2 15,-3 3-3-15,-3 2 2 0,-7 6-2 0,3 5 1 16,-2 4 0-16,1 3-2 0,0 2 0 15,4 3-3-15,1-1-2 0,4 2-5 32,5-1-5-32,0 0-2 0,4-7-1 15,3 0 3-15,0-3 4 0,3-4 5 0,7 1 4 16,-4-4 2-16,4-7 1 0,6-1 2 16,0-1 1-16,6-10 1 0,-4-3-1 0,0-4 3 15,-1-1-1-15,-4-4 1 0,1-2 0 16,-3 1 2-16,-3 0 0 0,0 3 3 15,-1 4 0-15,-4 8 1 0,-2 4 2 16,-1 5 1-16,0-1-4 0,0 1-4 0,2 0-3 16,-1-1-1-16,3 1 2 0,1 4 0 15,1 7 1-15,2 5-3 0,-1 3 1 0,-1-1 0 16,0 0-1-16,1-2 1 0,0 2-2 16,1-1 1-16,-2-4 1 0,0-1-1 15,0-3 1-15,0-1 0 0,0-1-2 16,-3-4 2-16,0 2 2 0,-3-5 1 0,4 0 3 15,8-2-3-15,1-9-2 0,2-7-1 16,0-3-1 0,-1-6 1-16,3-7 0 0,1-5 0 15,1-7-1-15,1-5-3 0,0-10 2 16,-2-4-1-16,-1-5 1 0,-4-2 4 16,-1 4-1-16,-4 6 2 0,0 10 1 15,-5 11 5-15,0 16 1 0,-2 11 2 0,-1 8 0 16,0 6-4-16,0-2-2 0,0 2-7 0,0 0 0 15,0-1 0-15,0 1 1 0,-9 13 0 16,1 12 0-16,-5 11 0 0,2 10 0 16,3 5-1-16,1 7 1 0,1 2-1 15,2 0 1-15,2-1 2 0,2-4-5 16,0-4 4-16,8-2-4 0,6-5 1 0,3-6 1 16,8-3-2-16,5-5-1 0,7-2-9 0,7-7-8 15,6-5-16-15,3-6-25 0,0-9-61 16,3-1-111-16,-5-17-53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3-02T11:15:41.5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23903 3912 363 0,'0'0'57'0,"0"0"-7"0,0 0-13 16,0 0-4-16,-8-80-15 0,4 70-2 16,-3-2-7-16,1 4-2 0,-9-1-3 0,-2 4-3 15,-8 4 0-15,-9 1-1 0,-5 0 0 0,-3 0-1 16,-3 6 0-16,-3 1 1 0,2 1 0 15,-3-2 0-15,1 0 0 0,5 1 0 16,5-4 1-16,5-1 0 0,11 0 0 16,4-1 0-16,7-1 0 0,5 0 0 15,-2 4-1-15,2-1 0 0,0 3 6 0,0 8-4 16,5 2 4-16,1 7-4 0,0 3 0 0,7 3 1 16,5 4 1-16,-2 6 3 0,2 10-2 15,-1 7 1-15,1 9-3 0,-4 10 1 16,1 5 1-16,-3 8-5 0,-5 5 5 15,-1 4-5-15,0 4-4 0,-6 0 8 16,-3-3-7 0,3-6 6-16,-3-8 0 0,3-7-5 15,-1-9 5-15,6-7-4 0,1-8 1 0,0-9 1 16,1-6 1-16,7-7 1 0,1-3 0 16,1-6 0-16,2-5-1 0,1-3 0 15,-4-7-1-15,5 0 0 0,2-3-2 16,-5-3-4-16,9 1-15 0,2-2-36 15,1 0-96-15,8-7-133 0</inkml:trace>
  <inkml:trace contextRef="#ctx0" brushRef="#br0" timeOffset="551.04">24249 3817 334 0,'0'0'62'0,"0"0"-11"16,0 0-15-16,0 0-9 0,0 0-11 0,0 0 3 15,0 0 8-15,0 0-4 0,0 0 3 0,0 0-8 16,15 55-6-16,12-46-5 0,8-3-2 15,4-3-3-15,6-1-2 0,-1-2 1 16,0-2-9-16,-5-6 8 0,-1 1-6 16,-6-2 5-16,-11 3 2 0,-2 0-1 15,-9 2 2-15,-5 3 1 0,-1 0 1 0,-4 1 4 16,0-2 1-16,0 2 3 0,0 0 3 0,0 0 1 16,0 0-3-16,0 0-3 0,0 2 3 15,0 8-7-15,-4 7 4 0,1 4-4 16,0 5 1-16,0 4 0 0,1 9-1 15,1 9 0-15,1 8-4 0,0 11 3 16,0 7-4 0,0 7 4-16,0 1 0 0,0 3-3 15,1 1 0-15,2 4-2 0,-1-1-2 0,-1 3 3 16,-1-3-2-16,0-4 3 0,-1-5 0 16,-7-5-3-16,-3-9 3 0,-3-8-4 15,-4-7 1-15,-4-9 2 0,-4-6-1 16,-4-9 1-16,-3-5 0 0,-7-7-1 15,2-9 0-15,-3-6-1 0,0 0 0 0,0-9-2 16,5-3-3-16,1-2-4 0,5 1-7 0,2 0-12 16,8 4-22-16,10 3-33 0,-2 6-85 15,7 0-124-15</inkml:trace>
  <inkml:trace contextRef="#ctx0" brushRef="#br0" timeOffset="1584.57">23648 4302 63 0,'0'0'12'0,"0"0"0"16,0 0 0-16,0 0 2 0,0 0 5 16,0 0 5-16,0 0 6 0,0 0 4 15,0 0 4-15,-6-14 2 0,6 12-4 0,0 1-3 16,0 0-6 0,0-1-4-16,0 0-1 0,0 1-5 0,0-1-3 0,0 0-1 0,0 1-3 15,0 0 0-15,0-1-3 0,0 1-3 16,0-1 1-16,0 2-1 0,0-1-1 15,0 1 0-15,0-2-3 0,0 2 1 16,0-1 0 0,0 1-1-16,0-2 0 0,0 2 1 15,0-2-1-15,0 2 0 0,0-1 0 16,0 1 0-16,2-2 1 0,-2 2-1 0,0-1 2 16,1 1-1-16,-1-1 0 0,0 1 0 15,2-2-1-15,-2 2 1 0,0 0-1 16,0 0-1-16,0-1 1 0,1 1-1 15,-1 0 0-15,0 0 0 0,0 0-1 0,0 0 1 16,0 0 0-16,0 0 0 0,0 0 0 16,0 0 0-16,0-2-2 0,1 2-2 0,-1 0 1 15,0 0-5-15,0 0-6 0,0 0-15 16,0 0-50-16,0 0-68 0,0 0-81 16</inkml:trace>
  <inkml:trace contextRef="#ctx0" brushRef="#br0" timeOffset="138633.31">16938 4280 371 0,'0'0'43'0,"0"0"-7"16,0 0-11-16,0 0-16 0,0 0-4 15,0 0-3-15,0 0 5 0,0 0 6 16,0 0 1-16,-6 23 1 0,11 8 1 16,-1 2-3-16,2 2-1 0,-2 2 2 0,-1 2-6 15,0 0 3-15,0-1-6 0,-2 0-1 0,1-3 1 16,-1-3-2-16,1-3-1 0,-2-2-2 16,0-7 0-16,1 0-1 0,-1-1 0 15,0-7-3-15,2 7-1 0,-1-9-6 16,-1-5-17-16,2 1-30 0,-2-6-62 15,0 0-138-15</inkml:trace>
  <inkml:trace contextRef="#ctx0" brushRef="#br0" timeOffset="138933.28">16795 4238 465 0,'0'0'54'0,"0"0"-12"0,0 0-15 16,0 0-8-16,0 0-6 0,0 0-2 15,0 0 0-15,0 0 1 0,92-58-1 16,-60 69-3-16,1 4-3 0,-2 4-3 16,-1 1-1-16,-2 3-1 0,-3 1 0 0,-4-1 1 15,-2 1-1-15,-7-1 0 0,-6 0-1 0,-4-2 2 16,-2 2-1-16,-7-3 2 0,-9 1-1 15,-7-3 1 1,-5-1 2-16,-3-4-4 16,-1 0 3-16,1-3-8 0,2-3-6 15,4-5-16-15,1-2-30 0,8 0-46 16,2 0-116-16,7-4-43 0</inkml:trace>
  <inkml:trace contextRef="#ctx0" brushRef="#br0" timeOffset="140650">17327 4412 453 0,'0'0'52'0,"0"0"-7"16,0 0-8-16,0 0-12 0,0 0-8 15,0 0-5-15,0 0-6 0,0 0-4 0,0 0-2 32,0 0-1-32,-18-27 0 0,6 39 0 0,-5 7 1 15,2 3 0-15,-1 6 0 0,3-1 3 16,3 5-5-16,0-1 5 0,3 1-5 16,4-1 1-16,1-4 1 0,2-1-1 15,0-3 0-15,5-5 1 0,-1-6 0 16,6-1 2-16,-4-4 1 0,4-4 2 0,4-1 4 15,2-2-2-15,4-3 0 0,-2-8-1 0,2-3-3 16,-4-2 1-16,1-3-1 0,-1-2 0 16,-4 0-2-16,-3-2 0 0,-5-1-2 15,-4-4-4-15,0 1 5 0,-7 0-4 16,-8-1 4-16,-4 5-2 0,-2-1 0 16,-1 8 0-16,-4 2 0 0,-3 7 0 0,-1 2 2 15,-2 5 0-15,0 0 1 0,2 3 0 0,1 3-1 16,3-1 1-16,9 0-1 0,6-3 0 15,7 0 0 1,0-1-2-16,1 2 1 16,0-1 1-16,3 3 1 0,7-1 1 15,15 0 0-15,8 0-1 0,8-4-1 16,2 0 0-16,6-4-1 0,2-3 0 0,3-4-2 16,-2-1 0-16,2-1-2 0,-4-6-2 0,-6 1-4 15,-6-5 2-15,-8-1-1 0,-6-2 3 16,-7-3 4-16,-5 1 3 0,-4 1 2 15,-5 0 2-15,0 5-1 0,-5 0 3 16,2 7 0-16,-3 0 4 0,1 6 2 16,-1 0 0-16,2 1-1 0,0 4-2 0,3 1-4 15,1 3-1-15,-2 0-4 0,2 0 0 0,-4 0 0 16,-4 6-1-16,0 9 1 0,-3 6-2 16,4 7 4-16,3 2-4 0,0 5 4 15,2 1-2-15,1 4 0 0,1 1-2 16,0 0 2-16,1 0 0 0,7 0 2 15,0 0 2-15,7 0-5 0,-1-2 4 0,3-1-6 32,0-5 2-32,6-5 1 0,-2-6 0 0,2-6 2 15,2-4-2-15,0-6-1 0,0-5 2 16,0-1-1-16,1 0 0 0,-2-7 2 16,-2-5-1-16,0-5-1 0,-3-3 1 15,0-2-2-15,-4-3 2 0,-1-2 0 16,-2 1-4-16,-1 0 4 0,-3 1-4 0,0 2 3 15,-4 7 2-15,3 1-1 0,-4 5 2 0,-2 5 0 16,1 0 0-16,-2 5-1 0,0-1 0 16,0-2-1-16,0-1-2 0,-2-1 0 15,-9 2 0-15,-2 3-2 0,-9 3 1 16,-6 7 0-16,4 4 0 0,1 3 1 16,3 1 2-16,2 3-5 0,3 2 4 0,1 0-7 15,6-2 2-15,2-4 1 0,3 0 0 0,3-2-1 16,0-5 0-16,2 4 1 0,2-6 1 15,6-4 2 1,-1 1 1-16,2-5 2 16,7 0-1-16,-1-9 0 0,5-3 1 15,-4-2-1-15,-1-3 2 0,-3-1 0 16,-4 0 0-16,-1-2 0 0,-5 6-6 0,2-1 5 16,-3 6-5-16,-2 3 4 0,1 1 1 0,-2 5-2 15,0-1-3-15,0 1 1 0,1 0-1 16,0 0 2-16,4 5 5 0,1 8-6 15,2 4 7-15,-2 1-6 0,1 0 1 16,-1 1 3-16,2-4-5 0,1 0 4 16,0 0-2-16,-2-6 0 0,1 2 0 0,-1-5 1 15,0 0 0-15,0 0 0 0,-2-3 2 0,5 0-2 16,-5-2 2-16,7-1 0 0,5 0 0 16,-2-8-2-16,5-6 1 0,-2-3-2 15,-3-4 1-15,-1-4 0 0,-2-2-5 16,-1-3 4-16,-4-3-5 0,-7-4 2 15,0 0 3-15,0 4-2 0,-3 1 2 0,-1 11 1 32,-2 5-1-32,1 6-2 0,2 6 1 0,-8 2 0 15,1 2 0-15,-5 6 1 0,-3 6-1 16,3 2 2-16,7-2 0 0,0 2 0 16,5-5 0-16,2 3 1 0,-1-1 1 15,2-1 3-15,5 4-1 0,7-3 2 16,6-1 0-16,5-2 0 0,2-5-2 0,8-1 1 15,2-2-1-15,2 0 0 0,3 0-1 0,0 0 0 16,2-2-1-16,-3 1-1 0,-4 1 0 16,-3 0-1-16,-3 1 0 0,-6 5 0 15,-3 2-1-15,-7-2 1 0,-3 3 0 16,0 1-1-16,-6-2 5 0,1 7-7 16,-4 2 7-16,-1 0-6 0,0 4 1 0,0-2 1 15,-3-3-1-15,-1-2 0 0,2-4-1 0,-1 2 1 16,2 0 0-16,0 1 0 0,1-1 0 15,0-2 1 1,0 1-1-16,2-4 1 16,3 1 2-16,4-5 0 0,6 0 0 15,0-3-1-15,7 0 0 0,-2-4-3 16,0-7 3-16,-1-1-1 0,-2-2 0 0,-1-2 2 16,-3-4-2-16,-1-2-1 0,-5-2 0 0,-3 1 1 15,-1 5-5-15,-1 0 5 0,-1 6-5 16,-1 6 4-16,0 0 0 0,0 6 0 15,0 0 0-15,0-5 0 0,0 1 0 16,0-1-1-16,0 0-1 0,0 5 0 16,0 0-1-16,-1 7 3 0,-2 0 3 0,-2 10-5 15,4 1 6-15,1 3-6 0,0 5 2 0,0-3 0 16,6-2 0-16,0-3 0 0,2-1-1 16,2-3 1-1,-2-4-1-15,2-2 2 0,-2-2-1 0,3-5 0 0,7 1 1 16,0-2-2-16,8-6 0 0,-2-5-5 15,-2-4-6-15,1-1-14 0,-1-6-21 0,-2 1-34 32,-4-7-80-32,-2-2-125 0</inkml:trace>
  <inkml:trace contextRef="#ctx0" brushRef="#br0" timeOffset="140833.7">18723 4066 544 0,'0'0'58'16,"0"0"-16"-16,0 0-15 0,0 0-14 15,0 0-9-15,0 0-6 0,0 0-7 16,0 0-22-16,0 0-90 0,18 14-158 16</inkml:trace>
  <inkml:trace contextRef="#ctx0" brushRef="#br0" timeOffset="142099.91">18905 4406 486 0,'0'0'33'0,"0"0"-7"0,0 0-4 16,0 0-3-16,0 0-5 0,0 0-2 15,91-35-5-15,-52 31-3 0,1 1-3 0,1 0 0 32,-2 1-1-32,-4 0 0 0,-3 1 2 0,-9 1-2 15,-5 0 0-15,-6 0-2 0,-7 0 2 16,3 0-1-16,-8 0 2 0,0 0 1 16,0 0-1-16,1 0 4 0,1 0-1 15,-2 3 4-15,0 9-1 0,-11 6 2 16,-3 4-2-16,-7-1-2 0,-4 0-3 0,-4 2 0 15,1 1 3-15,-2 2-5 0,3 1 4 0,1 0-5 16,3 0 0-16,5-3 0 0,4-1-1 16,7-7 2-16,5 1 0 0,2 0 0 15,7-2 1-15,9 3 1 0,5-1-2 16,5-5 3-16,2-3-2 0,4-3 0 16,3-3 1-16,1-3-2 0,3 0 2 0,0-4-2 15,-1-7 0-15,1-1 1 0,-2-3 0 0,-2-3-1 16,-2-1 1-16,-4-2 0 0,-3 0-1 15,-4-2 0 1,-5 0 2-16,-2 2-2 16,-5 1 2-16,-3 7 1 0,-4 3-5 15,-3 0 5-15,0 4-5 0,0-5 3 16,0 1 1-16,-1 5 0 0,-7-1-2 0,4 4 0 16,-9 2-2-16,-4 0 2 0,-2 2 5 0,-4 7-6 15,1 5 3-15,6-1-5 0,-1 4-2 16,4 1 1-16,0 1 0 0,1-1 1 15,4 0-2-15,2-3 0 0,4 0-2 16,1-4-1-16,1 1-3 0,0 0 1 16,4-4-1-16,1 1 2 0,2-5 5 0,2 1 1 15,2-5 3-15,4 0 0 0,0-2 0 0,3-8 2 16,-2-2 0-16,-3-2 1 0,0-3 1 16,-3-1 0-1,-1-1-1-15,0 0 1 0,-1 4 0 0,-2 3 0 0,-3 3 1 16,-2 4-2-16,2 2-1 0,-3 3-1 15,0-1-2-15,0 1 1 0,2 0 1 0,3 0-1 32,-1 6 3-32,1 3-1 0,2 5-1 0,-1-1 1 15,0 1 1-15,2 2-1 0,1 0 1 16,0-3-1-16,2 0-1 0,1-1 1 16,-3-5-2-16,3 1 1 0,-4-2 2 15,2-3-2-15,1 0 2 0,0-3 0 16,7 0-1-16,-2 0 0 0,6-8 0 0,-4-2-1 15,-1-4 1-15,-3-3-1 0,-1-3 0 0,-3-2 0 16,-2-7 0-16,-3-6-1 0,-4-6-4 16,-1-8 3-16,-2-8-3 0,-8-8 2 15,-1-2 4-15,1 0-3 0,-3 9 3 16,3 11-1-16,0 12 1 0,5 14 0 16,0 9-1-16,4 9-1 0,-5 3 0 0,-2 0-1 15,-4 12 0-15,-3 9 1 0,2 10-1 0,4 6 2 16,4 9-3-16,3 4 2 0,2 5-2 15,0 0 3 1,3 1-2-16,4-2 0 16,2-2 5-16,2-2-6 0,4-3 6 15,2-5-6-15,2-5 0 0,3-5 0 16,4-8 0-16,0-6 2 0,3-7-1 0,0-5 2 16,2-6 1-16,1-4-1 0,0-10 1 0,0-6-1 15,-2-3 2-15,-4-4-2 0,-4-2 3 16,-5-1-3-16,-3-2 0 0,-6 1 2 15,-2 4-6-15,-3 7 6 0,-3 9-5 16,0 0 3-16,0 6 0 0,0-1-2 16,-3-1 0-16,-2 5 0 0,-6 2 0 0,-2 0-1 15,-1 3-2-15,-2 8 2 0,1 2 2 0,5 2-6 16,3 5-1-16,1 0-22 0,3 1-30 16,3 2-47-1,0-1-89-15,6-1-68 0</inkml:trace>
  <inkml:trace contextRef="#ctx0" brushRef="#br0" timeOffset="142399.96">20404 4682 635 0,'0'0'59'0,"0"0"-8"15,0 0-14-15,0 0-9 0,0 0-8 16,0 0-3-16,0 0-5 0,0 0-2 0,0 0-3 15,0 0-1-15,19-72-3 0,-19 70-2 0,3 1-3 16,-3 1 1-16,0 0-1 0,0 0 1 16,0 13 0-1,-3 7 1-15,-1 6 0 0,0 1-1 0,-1 0 1 0,2-1-2 16,0-6 1-16,2-2 0 0,-1-7 1 16,2-5 0-16,0 0 0 0,0-6 1 0,-1 0 1 15,1 0-1-15,0 0 0 0,0 0-1 16,-3-3-7-16,0-10-7 0,-4-9-13 0,0-5-25 15,-2-1-42 1,-1-2-129-16,3-4-87 16</inkml:trace>
  <inkml:trace contextRef="#ctx0" brushRef="#br0" timeOffset="142549.99">20278 4095 498 0,'0'0'33'0,"0"0"-10"0,0 0-15 16,0 0-7-16,0 0-2 0,0 0-3 16,0 0-10-16,0 0-47 0,-18 80-180 0</inkml:trace>
  <inkml:trace contextRef="#ctx0" brushRef="#br0" timeOffset="143950.07">20633 4742 576 0,'0'0'56'0,"0"0"-12"15,0 0-12-15,0 0-12 0,0 0-4 16,0 0-1-16,0 0-4 0,0 0 2 0,0 0-1 15,0 0-1-15,8-5-3 0,-8 4-2 0,2-7-1 16,2-4-4-16,1-8 0 0,0-4 0 16,0-3-2-1,1-5 1-15,1-6 0 0,-3-6-6 0,-1-9 4 0,0-11-3 16,-2-11 0-16,-1-4 3 0,0-3-4 16,-4 8 5-16,-2 11-2 0,-1 13 3 0,3 18-1 15,1 13 1-15,1 13-1 0,2 6-1 0,-5 0 1 16,-3 3-2-16,-5 9 3 0,0 10-2 15,3 6 2 1,2 6-1-16,2 4 1 16,1 4-2-16,1 4 3 0,1 2-3 15,2 4 3-15,-1-2-3 0,2 0 3 16,0-1-2-16,0-4 1 0,2 0 4 0,5-5-4 16,2-2 6-16,2-3-8 0,2-4 1 0,4-4 1 15,-1-6 0-15,5-4 1 0,1-4 1 16,1-5-2-16,3-4 1 0,0-4 0 15,1 0 1-15,0-5-1 0,2-8 1 16,-2-2-1-16,0-4 0 0,-2-3-1 16,-4-4 1-16,-3 1-1 0,-3-4-3 0,0 0 3 15,-5 0-3-15,-3 8 4 0,-2 3-1 0,-2 7 0 16,-3 5 0-16,1 1 0 0,-1 5-2 16,0-1 0-1,0 1 1-15,0 0-2 0,0 3 1 0,0 10 4 0,2 9 2 16,1 5-5-16,-1 0 4 0,4-1-6 15,0-2 3-15,1 1 0 0,0-2 0 0,3-2 0 32,-2-1 0-32,-1-7 0 0,-1-1-2 0,1-4 2 15,-2 0 0-15,1-1 2 0,-3-4-2 16,0 0 2-16,2-3-1 0,1 0 0 16,5 0 1-16,2-6-1 0,0-4 0 15,0-7 0-15,-3-1 0 0,0-5-2 16,-3-1 3-16,-1-5-3 0,-3-5-2 0,-1-3 4 15,-1-8-5-15,-1-5 3 0,0-4 2 0,0-1-2 16,0 2 2-16,0 6 0 0,0 8 0 16,0 8-1-1,-1 10 2-15,-1 2-1 0,1 9 0 0,-2-2 1 0,1 1 0 16,1 5-1-16,-1-3 1 0,1 4-2 16,-1 1 1-16,1-1-1 0,1 5 1 0,-3-4 0 15,2 1 0-15,-1-2 0 0,1 2-2 0,1 3-1 16,0-1-1-16,-2 1 2 0,-2 7-1 15,0 10 2 1,-2 9-1-16,4 6-1 16,1 6 1-16,1 4 1 0,0 2-1 15,0 2 2-15,4-1-3 0,2-3 3 16,1 1 2-16,1-4-4 0,-1 0 5 0,2-6-4 16,0-1-1-16,0-7 0 0,0-1 1 0,1-6 0 15,-3-8 1-15,4 1-1 0,-4-7 1 16,4 1 1-16,-1-2-1 0,2-3 1 15,7 0-1-15,-1 0 0 0,3-6 0 16,-2-3 0-16,-5-2 0 0,0-3-1 16,-2-2 1-16,1-4-1 0,-4-1 1 0,0-2 0 15,-3 0-5-15,0 6 5 0,-3 9-5 0,-1 3 3 16,-2 5-1-16,0-2 0 0,0 2-1 16,1 0 1-1,4 0 4-15,-1 11-4 0,2 6 6 0,0 4-7 0,-1 2 2 16,0 0 1-16,-3-2 0 0,3 2 2 15,-1-2-2-15,1-2 0 0,3-2-1 0,-1-2 1 32,-2-4 0-32,4-2 1 0,-4-3 0 0,-1-4 0 15,7-1 0-15,0-1-2 0,8-3 3 16,3-6-1-16,-3-3 1 0,-1-5 0 16,-2-1-1-16,0-2 0 0,-3-1-1 15,-1 0 1-15,-2 1 0 0,-4 5 2 16,-2 1-1-16,1 7 3 0,-3 2-4 0,-1 0 6 15,-1 5-3-15,0-1 3 0,0 1-2 0,2 0-4 16,-1 0 5-16,4 0-6 0,4 6 5 16,1 8-3-1,4 7 0-15,-2 5 3 0,2 2-3 0,-1 4 1 0,2 2-2 16,-4 4 1-16,0 1-2 0,-2 1 2 16,-1 2-2-16,-7-1 1 0,-1 0-2 0,-4-3 2 15,-12-1-1-15,-6-5 3 0,-8-4-3 0,-6-3 0 16,-3-7 0-16,-6-3-1 0,-3-6 1 15,0-4 1 1,1-4-2-16,0-1-1 16,4-3-5-16,2-7-6 0,4-3-7 15,2 0-10-15,9-4-16 0,2 2-21 16,3-5-24-16,10 5-62 0,2-5-104 0</inkml:trace>
  <inkml:trace contextRef="#ctx0" brushRef="#br0" timeOffset="144217.69">21382 4212 627 0,'0'0'54'16,"0"0"-4"-16,0 0-18 15,0 0-10-15,78-67-4 0,-39 53-5 0,6 3-1 16,4-3-2-16,6 1-1 0,1 1-3 15,-1 2-1 1,-5-1-2-16,-6 2-3 0,-9 1 2 16,-12 4-2-16,-11 1 0 0,-5 1 0 0,-7 2-2 15,0-1-1-15,0 1-6 0,0 0-8 16,0 0-11-16,-12 0-14 0,-9 5-22 16,-11 5-45-16,-4 4-102 0,-6-2-78 15</inkml:trace>
  <inkml:trace contextRef="#ctx0" brushRef="#br0" timeOffset="144501.01">20665 4215 546 0,'0'0'54'16,"0"0"-4"-16,0 0-11 0,0 0-13 15,0 0-9-15,0 0-5 16,0 0-2 0,0 0-3-16,0 0-3 0,89-12-2 15,-77 22-1-15,-6 4-1 0,-3-5 0 16,-2 3 0-16,-1 5 0 0,0-7 0 0,0 4 0 16,-4-4-1-16,1-6 1 0,-4 2 0 0,2-4 1 15,-3-2-1-15,-4 0-4 0,4-5-10 16,-1-7-21-16,4-3-65 15,5-4-192-15,0-5-7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4E5FF-727D-4864-834A-D5A901369D6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6166A-5877-4937-A8D1-0CD50862A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97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6166A-5877-4937-A8D1-0CD50862AD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051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36166A-5877-4937-A8D1-0CD50862AD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48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6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8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7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0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2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33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91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5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72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1A931-4616-4F37-940B-84E3AF9B7A1D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014F9-C909-4CEA-A8C7-F487D9CDB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76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60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57hRNhefXP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3"/>
          <p:cNvSpPr txBox="1">
            <a:spLocks noChangeArrowheads="1"/>
          </p:cNvSpPr>
          <p:nvPr/>
        </p:nvSpPr>
        <p:spPr bwMode="auto">
          <a:xfrm>
            <a:off x="1371600" y="1752600"/>
            <a:ext cx="678497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RAMAN SPECTROSCOPY</a:t>
            </a:r>
          </a:p>
          <a:p>
            <a:pPr algn="ctr" eaLnBrk="1" hangingPunct="1"/>
            <a:endParaRPr lang="en-US" sz="2800" dirty="0">
              <a:latin typeface="Comic Sans MS" pitchFamily="66" charset="0"/>
            </a:endParaRPr>
          </a:p>
          <a:p>
            <a:pPr algn="ctr" eaLnBrk="1" hangingPunct="1"/>
            <a:endParaRPr lang="en-US" sz="2800" dirty="0">
              <a:latin typeface="Comic Sans MS" pitchFamily="66" charset="0"/>
            </a:endParaRPr>
          </a:p>
          <a:p>
            <a:pPr algn="ctr" eaLnBrk="1" hangingPunct="1"/>
            <a:r>
              <a:rPr lang="en-US" sz="2800" dirty="0">
                <a:solidFill>
                  <a:srgbClr val="0070C0"/>
                </a:solidFill>
                <a:latin typeface="Comic Sans MS" pitchFamily="66" charset="0"/>
              </a:rPr>
              <a:t>-An Introductory lecture</a:t>
            </a:r>
          </a:p>
          <a:p>
            <a:pPr algn="ctr" eaLnBrk="1" hangingPunct="1"/>
            <a:endParaRPr lang="en-US" sz="2800" dirty="0">
              <a:solidFill>
                <a:srgbClr val="0070C0"/>
              </a:solidFill>
              <a:latin typeface="Comic Sans MS" pitchFamily="66" charset="0"/>
            </a:endParaRPr>
          </a:p>
        </p:txBody>
      </p:sp>
      <p:pic>
        <p:nvPicPr>
          <p:cNvPr id="3" name="Picture 32" descr="underlin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257800"/>
            <a:ext cx="89154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184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533400" y="1358952"/>
            <a:ext cx="4739626" cy="27432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omic Sans MS" pitchFamily="66" charset="0"/>
              </a:rPr>
              <a:t>Sir. C.V. Raman discovered light scattering in 1928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omic Sans MS" pitchFamily="66" charset="0"/>
              </a:rPr>
              <a:t>Awarded Nobel Prize in physics in 1930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omic Sans MS" pitchFamily="66" charset="0"/>
              </a:rPr>
              <a:t>Experiment composed of light source (</a:t>
            </a:r>
            <a:r>
              <a:rPr lang="en-US" sz="2000" i="1" dirty="0">
                <a:solidFill>
                  <a:schemeClr val="tx1"/>
                </a:solidFill>
                <a:latin typeface="Comic Sans MS" pitchFamily="66" charset="0"/>
              </a:rPr>
              <a:t>sunlight</a:t>
            </a:r>
            <a:r>
              <a:rPr lang="en-US" sz="2000" dirty="0">
                <a:solidFill>
                  <a:schemeClr val="tx1"/>
                </a:solidFill>
                <a:latin typeface="Comic Sans MS" pitchFamily="66" charset="0"/>
              </a:rPr>
              <a:t>), a sample, and detector (</a:t>
            </a:r>
            <a:r>
              <a:rPr lang="en-US" sz="2000" i="1" dirty="0">
                <a:solidFill>
                  <a:schemeClr val="tx1"/>
                </a:solidFill>
                <a:latin typeface="Comic Sans MS" pitchFamily="66" charset="0"/>
              </a:rPr>
              <a:t>eye</a:t>
            </a:r>
            <a:r>
              <a:rPr lang="en-US" sz="2000" dirty="0">
                <a:solidFill>
                  <a:schemeClr val="tx1"/>
                </a:solidFill>
                <a:latin typeface="Comic Sans MS" pitchFamily="66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1152" y="228600"/>
            <a:ext cx="1269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History</a:t>
            </a:r>
          </a:p>
        </p:txBody>
      </p:sp>
      <p:pic>
        <p:nvPicPr>
          <p:cNvPr id="8" name="Picture 37" descr="1st raman exp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05" b="13814"/>
          <a:stretch>
            <a:fillRect/>
          </a:stretch>
        </p:blipFill>
        <p:spPr bwMode="auto">
          <a:xfrm>
            <a:off x="76200" y="5029200"/>
            <a:ext cx="789146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http://upload.wikimedia.org/wikipedia/commons/e/e6/Sir_CV_Rama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434" y="849457"/>
            <a:ext cx="2667000" cy="377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36" descr="rama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434" y="268287"/>
            <a:ext cx="2846388" cy="6376988"/>
          </a:xfrm>
          <a:prstGeom prst="rect">
            <a:avLst/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527861-2005-F595-E80F-B8647CB9E380}"/>
                  </a:ext>
                </a:extLst>
              </p14:cNvPr>
              <p14:cNvContentPartPr/>
              <p14:nvPr/>
            </p14:nvContentPartPr>
            <p14:xfrm>
              <a:off x="2479680" y="124920"/>
              <a:ext cx="3548160" cy="1951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527861-2005-F595-E80F-B8647CB9E3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70320" y="115560"/>
                <a:ext cx="3566880" cy="197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857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04799" y="1066800"/>
            <a:ext cx="8458201" cy="205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omic Sans MS" pitchFamily="66" charset="0"/>
              </a:rPr>
              <a:t>Spectroscopic technique – observes rotational, vibrational and other low frequency modes in a system. 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omic Sans MS" pitchFamily="66" charset="0"/>
              </a:rPr>
              <a:t>Complementary to IR spectroscopic technique. 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Comic Sans MS" pitchFamily="66" charset="0"/>
              </a:rPr>
              <a:t>Inelastic scattering or Raman scattering of monochromatic light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omic Sans MS" pitchFamily="66" charset="0"/>
            </a:endParaRPr>
          </a:p>
          <a:p>
            <a:pPr algn="l">
              <a:lnSpc>
                <a:spcPct val="90000"/>
              </a:lnSpc>
            </a:pPr>
            <a:endParaRPr lang="en-US" sz="2000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44414" y="224135"/>
            <a:ext cx="202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Introduction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014663"/>
            <a:ext cx="5606336" cy="3843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48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47909" y="845351"/>
            <a:ext cx="8743691" cy="183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Laser in the visible, near IR and near UV range is used. 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Interaction with molecular vibrations – energy of laser photons shifted  - the change in energy of the light is measured. 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Photons are not </a:t>
            </a:r>
            <a:r>
              <a:rPr lang="en-US" dirty="0">
                <a:latin typeface="Comic Sans MS" pitchFamily="66" charset="0"/>
              </a:rPr>
              <a:t>absorbed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 – the energy shift of the incident light indicates presence of characteristic vibrations in the molecule.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5872" y="224135"/>
            <a:ext cx="2246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Basic principle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19400"/>
            <a:ext cx="7696200" cy="3707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877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191000" y="224134"/>
            <a:ext cx="4490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Raman Basics – Selection rule 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909" y="1156287"/>
            <a:ext cx="4138353" cy="5327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Excitation of the molecule to a virtual energy state</a:t>
            </a: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 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mic Sans MS" pitchFamily="66" charset="0"/>
              </a:rPr>
              <a:t>Relaxation  – energy difference  is equal to the energy difference of the new state and the original state of the molecule. 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Raman active – </a:t>
            </a: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molecular polarization potential must change </a:t>
            </a:r>
            <a:r>
              <a:rPr lang="en-US" dirty="0">
                <a:latin typeface="Comic Sans MS" pitchFamily="66" charset="0"/>
              </a:rPr>
              <a:t>– deformation of electron cloud. 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Amount of </a:t>
            </a:r>
            <a:r>
              <a:rPr lang="en-US" dirty="0" err="1">
                <a:solidFill>
                  <a:schemeClr val="accent1"/>
                </a:solidFill>
                <a:latin typeface="Comic Sans MS" pitchFamily="66" charset="0"/>
              </a:rPr>
              <a:t>polarizability</a:t>
            </a:r>
            <a:r>
              <a:rPr lang="en-US" dirty="0">
                <a:solidFill>
                  <a:schemeClr val="accent1"/>
                </a:solidFill>
                <a:latin typeface="Comic Sans MS" pitchFamily="66" charset="0"/>
              </a:rPr>
              <a:t> change – determines Raman intensity –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Differential scattering cross section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Raman scattering intensity is of the order of 10</a:t>
            </a:r>
            <a:r>
              <a:rPr lang="en-US" baseline="30000" dirty="0">
                <a:latin typeface="Comic Sans MS" pitchFamily="66" charset="0"/>
                <a:sym typeface="Symbol"/>
              </a:rPr>
              <a:t>7 </a:t>
            </a:r>
            <a:r>
              <a:rPr lang="en-US" dirty="0">
                <a:latin typeface="Comic Sans MS" pitchFamily="66" charset="0"/>
                <a:sym typeface="Symbol"/>
              </a:rPr>
              <a:t>to 10</a:t>
            </a:r>
            <a:r>
              <a:rPr lang="en-US" baseline="30000" dirty="0">
                <a:latin typeface="Comic Sans MS" pitchFamily="66" charset="0"/>
                <a:sym typeface="Symbol"/>
              </a:rPr>
              <a:t> 15</a:t>
            </a:r>
            <a:r>
              <a:rPr lang="en-US" dirty="0">
                <a:latin typeface="Comic Sans MS" pitchFamily="66" charset="0"/>
                <a:sym typeface="Symbol"/>
              </a:rPr>
              <a:t> times weaker than the incident photon. </a:t>
            </a:r>
            <a:endParaRPr lang="en-US" dirty="0">
              <a:solidFill>
                <a:schemeClr val="tx1"/>
              </a:solidFill>
              <a:latin typeface="Comic Sans MS" pitchFamily="66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025236"/>
            <a:ext cx="4656636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226070"/>
            <a:ext cx="43053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429233" y="5867400"/>
            <a:ext cx="2266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itchFamily="66" charset="0"/>
              </a:rPr>
              <a:t>Wavenumber (cm</a:t>
            </a:r>
            <a:r>
              <a:rPr lang="en-US" baseline="30000" dirty="0">
                <a:latin typeface="Comic Sans MS" pitchFamily="66" charset="0"/>
                <a:sym typeface="Symbol"/>
              </a:rPr>
              <a:t>1</a:t>
            </a:r>
            <a:r>
              <a:rPr lang="en-US" dirty="0">
                <a:latin typeface="Comic Sans MS" pitchFamily="66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5273" y="3570794"/>
            <a:ext cx="4229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Comic Sans MS" pitchFamily="66" charset="0"/>
              </a:rPr>
              <a:t>10</a:t>
            </a:r>
            <a:r>
              <a:rPr lang="en-US" sz="1600" baseline="30000" dirty="0">
                <a:solidFill>
                  <a:schemeClr val="accent1"/>
                </a:solidFill>
                <a:latin typeface="Comic Sans MS" pitchFamily="66" charset="0"/>
                <a:sym typeface="Symbol"/>
              </a:rPr>
              <a:t>5</a:t>
            </a:r>
            <a:r>
              <a:rPr lang="en-US" sz="1600" dirty="0">
                <a:solidFill>
                  <a:schemeClr val="accent1"/>
                </a:solidFill>
                <a:latin typeface="Comic Sans MS" pitchFamily="66" charset="0"/>
                <a:sym typeface="Symbol"/>
              </a:rPr>
              <a:t> times stronger than Raman scattering </a:t>
            </a:r>
            <a:endParaRPr lang="en-US" sz="1600" baseline="30000" dirty="0">
              <a:solidFill>
                <a:schemeClr val="accent1"/>
              </a:solidFill>
              <a:latin typeface="Comic Sans MS" pitchFamily="66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6019800" y="3909348"/>
            <a:ext cx="152400" cy="31672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06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600200"/>
            <a:ext cx="493395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76200" y="761999"/>
            <a:ext cx="7924800" cy="838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dirty="0">
                <a:latin typeface="Comic Sans MS" pitchFamily="66" charset="0"/>
              </a:rPr>
              <a:t>Raman shifts can be expressed as </a:t>
            </a:r>
            <a:r>
              <a:rPr lang="en-US" b="1" dirty="0">
                <a:solidFill>
                  <a:srgbClr val="3399CC"/>
                </a:solidFill>
                <a:latin typeface="Comic Sans MS" pitchFamily="66" charset="0"/>
                <a:sym typeface="Symbol"/>
              </a:rPr>
              <a:t></a:t>
            </a:r>
            <a:r>
              <a:rPr lang="en-US" b="1" baseline="-25000" dirty="0">
                <a:solidFill>
                  <a:srgbClr val="3399CC"/>
                </a:solidFill>
                <a:latin typeface="Comic Sans MS" pitchFamily="66" charset="0"/>
              </a:rPr>
              <a:t>o ± </a:t>
            </a:r>
            <a:r>
              <a:rPr lang="en-US" b="1" dirty="0">
                <a:solidFill>
                  <a:srgbClr val="3399CC"/>
                </a:solidFill>
                <a:latin typeface="Comic Sans MS" pitchFamily="66" charset="0"/>
                <a:sym typeface="Symbol"/>
              </a:rPr>
              <a:t></a:t>
            </a:r>
            <a:r>
              <a:rPr lang="en-US" b="1" baseline="-25000" dirty="0">
                <a:solidFill>
                  <a:srgbClr val="3399CC"/>
                </a:solidFill>
                <a:latin typeface="Comic Sans MS" pitchFamily="66" charset="0"/>
              </a:rPr>
              <a:t>m</a:t>
            </a:r>
            <a:endParaRPr lang="en-US" baseline="-25000" dirty="0">
              <a:latin typeface="Comic Sans MS" pitchFamily="66" charset="0"/>
            </a:endParaRPr>
          </a:p>
          <a:p>
            <a:pPr marL="742950" lvl="1" indent="-285750">
              <a:spcBef>
                <a:spcPct val="20000"/>
              </a:spcBef>
            </a:pPr>
            <a:r>
              <a:rPr lang="en-US" dirty="0">
                <a:latin typeface="Comic Sans MS" pitchFamily="66" charset="0"/>
              </a:rPr>
              <a:t>	</a:t>
            </a:r>
          </a:p>
          <a:p>
            <a:pPr marL="742950" lvl="1" indent="-285750">
              <a:spcBef>
                <a:spcPct val="20000"/>
              </a:spcBef>
            </a:pPr>
            <a:endParaRPr lang="en-US" dirty="0">
              <a:latin typeface="Comic Sans MS" pitchFamily="66" charset="0"/>
            </a:endParaRPr>
          </a:p>
          <a:p>
            <a:pPr marL="742950" lvl="1" indent="-285750">
              <a:spcBef>
                <a:spcPct val="20000"/>
              </a:spcBef>
            </a:pPr>
            <a:endParaRPr lang="en-US" dirty="0">
              <a:latin typeface="Comic Sans MS" pitchFamily="66" charset="0"/>
            </a:endParaRPr>
          </a:p>
        </p:txBody>
      </p:sp>
      <p:pic>
        <p:nvPicPr>
          <p:cNvPr id="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6296938" y="224134"/>
            <a:ext cx="2170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Raman Basics </a:t>
            </a:r>
          </a:p>
        </p:txBody>
      </p:sp>
      <p:sp>
        <p:nvSpPr>
          <p:cNvPr id="4" name="Rectangle 3"/>
          <p:cNvSpPr/>
          <p:nvPr/>
        </p:nvSpPr>
        <p:spPr>
          <a:xfrm>
            <a:off x="346364" y="6183868"/>
            <a:ext cx="82642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Raman shifts are measured in wavenumbers (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cm</a:t>
            </a:r>
            <a:r>
              <a:rPr lang="en-US" i="1" baseline="30000" dirty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-1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omic Sans MS" pitchFamily="66" charset="0"/>
              </a:rPr>
              <a:t>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00" y="1143000"/>
            <a:ext cx="8896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mic Sans MS" pitchFamily="66" charset="0"/>
              </a:rPr>
              <a:t>Stokes and Anti-stokes produce same spectrum, differing in intensity.  </a:t>
            </a:r>
          </a:p>
          <a:p>
            <a:endParaRPr lang="en-US" dirty="0">
              <a:latin typeface="Comic Sans MS" pitchFamily="66" charset="0"/>
            </a:endParaRPr>
          </a:p>
          <a:p>
            <a:r>
              <a:rPr lang="en-US" dirty="0">
                <a:latin typeface="Comic Sans MS" pitchFamily="66" charset="0"/>
              </a:rPr>
              <a:t>Intensity is governed by the </a:t>
            </a:r>
          </a:p>
          <a:p>
            <a:r>
              <a:rPr lang="en-US" dirty="0">
                <a:latin typeface="Comic Sans MS" pitchFamily="66" charset="0"/>
              </a:rPr>
              <a:t>Maxwell-Boltzmann Distribution law</a:t>
            </a:r>
            <a:endParaRPr lang="en-US" dirty="0"/>
          </a:p>
        </p:txBody>
      </p:sp>
      <p:grpSp>
        <p:nvGrpSpPr>
          <p:cNvPr id="47" name="Group 46"/>
          <p:cNvGrpSpPr/>
          <p:nvPr/>
        </p:nvGrpSpPr>
        <p:grpSpPr>
          <a:xfrm>
            <a:off x="457200" y="2819400"/>
            <a:ext cx="3276600" cy="3319463"/>
            <a:chOff x="5105400" y="2895600"/>
            <a:chExt cx="3276600" cy="3319463"/>
          </a:xfrm>
        </p:grpSpPr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5181600" y="2895600"/>
              <a:ext cx="3048000" cy="3200400"/>
            </a:xfrm>
            <a:prstGeom prst="rect">
              <a:avLst/>
            </a:prstGeom>
            <a:noFill/>
            <a:ln w="19050">
              <a:solidFill>
                <a:srgbClr val="729A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49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4793704"/>
                </p:ext>
              </p:extLst>
            </p:nvPr>
          </p:nvGraphicFramePr>
          <p:xfrm>
            <a:off x="5181600" y="3308350"/>
            <a:ext cx="2971800" cy="290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4" imgW="3268675" imgH="3195523" progId="Origin50.Graph">
                    <p:embed/>
                  </p:oleObj>
                </mc:Choice>
                <mc:Fallback>
                  <p:oleObj name="Graph" r:id="rId4" imgW="3268675" imgH="3195523" progId="Origin50.Grap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1600" y="3308350"/>
                          <a:ext cx="2971800" cy="2906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Text Box 8"/>
            <p:cNvSpPr txBox="1">
              <a:spLocks noChangeArrowheads="1"/>
            </p:cNvSpPr>
            <p:nvPr/>
          </p:nvSpPr>
          <p:spPr bwMode="auto">
            <a:xfrm>
              <a:off x="5105400" y="2895600"/>
              <a:ext cx="327660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b="1" dirty="0"/>
                <a:t>Stokes and Anti-stokes Raman Spectrum of CCl</a:t>
              </a:r>
              <a:r>
                <a:rPr lang="en-US" b="1" baseline="-25000" dirty="0"/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7739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53274"/>
            <a:ext cx="7782124" cy="5523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3600" y="224134"/>
            <a:ext cx="26725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Raman Spectrum </a:t>
            </a:r>
          </a:p>
        </p:txBody>
      </p:sp>
    </p:spTree>
    <p:extLst>
      <p:ext uri="{BB962C8B-B14F-4D97-AF65-F5344CB8AC3E}">
        <p14:creationId xmlns:p14="http://schemas.microsoft.com/office/powerpoint/2010/main" val="17194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81" y="990600"/>
            <a:ext cx="6096000" cy="5410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311008" y="221673"/>
            <a:ext cx="2138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IR and Raman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990600"/>
            <a:ext cx="2320842" cy="2043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477000" y="3505200"/>
            <a:ext cx="2320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Spectra of PETN </a:t>
            </a:r>
          </a:p>
          <a:p>
            <a:r>
              <a:rPr lang="en-US" sz="2000" dirty="0">
                <a:latin typeface="Comic Sans MS" pitchFamily="66" charset="0"/>
              </a:rPr>
              <a:t>explosive</a:t>
            </a:r>
          </a:p>
        </p:txBody>
      </p:sp>
    </p:spTree>
    <p:extLst>
      <p:ext uri="{BB962C8B-B14F-4D97-AF65-F5344CB8AC3E}">
        <p14:creationId xmlns:p14="http://schemas.microsoft.com/office/powerpoint/2010/main" val="3961006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11008" y="221673"/>
            <a:ext cx="2138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IR and Raman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962400"/>
            <a:ext cx="4800600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73" y="228600"/>
            <a:ext cx="406577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2400" y="76200"/>
            <a:ext cx="4233862" cy="388620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17140" y="828675"/>
            <a:ext cx="429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The </a:t>
            </a:r>
            <a:r>
              <a:rPr lang="en-US" dirty="0" err="1">
                <a:latin typeface="Comic Sans MS" pitchFamily="66" charset="0"/>
              </a:rPr>
              <a:t>polarizability</a:t>
            </a:r>
            <a:r>
              <a:rPr lang="en-US" dirty="0">
                <a:latin typeface="Comic Sans MS" pitchFamily="66" charset="0"/>
              </a:rPr>
              <a:t> and electric field – tensor quantity.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953000" y="1676400"/>
                <a:ext cx="3581400" cy="9727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𝑥𝑥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𝑥𝑦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𝑥𝑧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𝑦𝑥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𝑦𝑦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𝑦𝑧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𝑧𝑥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𝑧𝑦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𝑧𝑧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676400"/>
                <a:ext cx="3581400" cy="97270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921940" y="3124200"/>
            <a:ext cx="42220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Any of the component of the </a:t>
            </a:r>
          </a:p>
          <a:p>
            <a:r>
              <a:rPr lang="en-US" dirty="0">
                <a:latin typeface="Comic Sans MS" pitchFamily="66" charset="0"/>
              </a:rPr>
              <a:t>     </a:t>
            </a:r>
            <a:r>
              <a:rPr lang="en-US" dirty="0" err="1">
                <a:latin typeface="Comic Sans MS" pitchFamily="66" charset="0"/>
              </a:rPr>
              <a:t>polarizability</a:t>
            </a:r>
            <a:r>
              <a:rPr lang="en-US" dirty="0">
                <a:latin typeface="Comic Sans MS" pitchFamily="66" charset="0"/>
              </a:rPr>
              <a:t> tensor changes  -   </a:t>
            </a:r>
          </a:p>
          <a:p>
            <a:r>
              <a:rPr lang="en-US" dirty="0">
                <a:latin typeface="Comic Sans MS" pitchFamily="66" charset="0"/>
              </a:rPr>
              <a:t>     vibration is Raman active . </a:t>
            </a:r>
          </a:p>
          <a:p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Shape, size or orientation of </a:t>
            </a:r>
            <a:r>
              <a:rPr lang="en-US" dirty="0" err="1">
                <a:latin typeface="Comic Sans MS" pitchFamily="66" charset="0"/>
              </a:rPr>
              <a:t>polarizability</a:t>
            </a:r>
            <a:r>
              <a:rPr lang="en-US" dirty="0">
                <a:latin typeface="Comic Sans MS" pitchFamily="66" charset="0"/>
              </a:rPr>
              <a:t> ellipsoid changes – vibration is Raman active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Shape change – diagonal elements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Orientation change – off-diagonal elements are changing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E766E66-AFC5-86AF-63E7-80191BED787D}"/>
                  </a:ext>
                </a:extLst>
              </p14:cNvPr>
              <p14:cNvContentPartPr/>
              <p14:nvPr/>
            </p14:nvContentPartPr>
            <p14:xfrm>
              <a:off x="6046200" y="1363320"/>
              <a:ext cx="2833920" cy="646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E766E66-AFC5-86AF-63E7-80191BED78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36840" y="1353960"/>
                <a:ext cx="2852640" cy="66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56242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311008" y="221673"/>
            <a:ext cx="2138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IR and Raman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26" y="928048"/>
            <a:ext cx="3352800" cy="3415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0792" y="1066800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511" y="1976437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220" y="5075763"/>
            <a:ext cx="8851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itchFamily="66" charset="0"/>
              </a:rPr>
              <a:t>Change of </a:t>
            </a:r>
            <a:r>
              <a:rPr lang="en-US" dirty="0" err="1">
                <a:latin typeface="Comic Sans MS" pitchFamily="66" charset="0"/>
              </a:rPr>
              <a:t>polarizability</a:t>
            </a:r>
            <a:r>
              <a:rPr lang="en-US" dirty="0">
                <a:latin typeface="Comic Sans MS" pitchFamily="66" charset="0"/>
              </a:rPr>
              <a:t> ellipsoid of H2O molecule during each normal mode of vibration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87" y="928048"/>
            <a:ext cx="4750442" cy="4147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92497" y="6019800"/>
            <a:ext cx="8851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itchFamily="66" charset="0"/>
              </a:rPr>
              <a:t>Molecule – center of symmetry – Vibrations are Raman active and IR inactive – </a:t>
            </a:r>
            <a:r>
              <a:rPr lang="en-US" dirty="0">
                <a:solidFill>
                  <a:srgbClr val="FF0000"/>
                </a:solidFill>
                <a:latin typeface="Comic Sans MS" pitchFamily="66" charset="0"/>
              </a:rPr>
              <a:t>the mutual exclusion principle. </a:t>
            </a:r>
          </a:p>
        </p:txBody>
      </p:sp>
    </p:spTree>
    <p:extLst>
      <p:ext uri="{BB962C8B-B14F-4D97-AF65-F5344CB8AC3E}">
        <p14:creationId xmlns:p14="http://schemas.microsoft.com/office/powerpoint/2010/main" val="3854126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77970" y="224134"/>
            <a:ext cx="5889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Raman – Advantages and Disadvantages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99" y="1322487"/>
            <a:ext cx="78581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Provides information on vibrational frequencies of a molecule. </a:t>
            </a:r>
          </a:p>
          <a:p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Totally symmetric vibrations are always Raman active – mutual exclusion principle – Both Raman and IR active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Covalent bonds are strong in Raman while ionic bonds are strong in IR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Bending vibrations are weaker than stretching in Raman.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Laser beam diameter 1-2mm – very small sample area is used in Raman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Water – no interference in Raman – easy to measure biological samples.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Instrument – expensive – laser source – heating, photodecomposition and fluorescence.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722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435348" y="224132"/>
            <a:ext cx="2632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Instrumentation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1" y="224132"/>
            <a:ext cx="6136035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62600" y="3505200"/>
            <a:ext cx="350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Excitation source – CW Laser or pulsed laser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Sample illumination and collection system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Wavelength selector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mic Sans MS" pitchFamily="66" charset="0"/>
              </a:rPr>
              <a:t>Detection and processing system</a:t>
            </a:r>
          </a:p>
        </p:txBody>
      </p:sp>
    </p:spTree>
    <p:extLst>
      <p:ext uri="{BB962C8B-B14F-4D97-AF65-F5344CB8AC3E}">
        <p14:creationId xmlns:p14="http://schemas.microsoft.com/office/powerpoint/2010/main" val="1746623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0" y="224133"/>
            <a:ext cx="3834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Instrumental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000" y="914400"/>
            <a:ext cx="8136904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Laser wavelengths ranging from ultra-violet through visible to near infra-red can be used for Raman spectroscopy.  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Comic Sans MS" pitchFamily="66" charset="0"/>
              <a:cs typeface="Times New Roman" pitchFamily="18" charset="0"/>
            </a:endParaRPr>
          </a:p>
          <a:p>
            <a:r>
              <a:rPr lang="en-IN" sz="2000" dirty="0">
                <a:latin typeface="Comic Sans MS" pitchFamily="66" charset="0"/>
                <a:cs typeface="Times New Roman" pitchFamily="18" charset="0"/>
              </a:rPr>
              <a:t>Typical examples include: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Comic Sans MS" pitchFamily="66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Ultra-violet:  244 nm, 257 nm, 325 nm, 364 nm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Comic Sans MS" pitchFamily="66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Visible:  457 nm, 473 nm, 488 nm, 514 nm, 532 nm, 633 nm, 660 nm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Comic Sans MS" pitchFamily="66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Near infra-red:  785 nm, 830 nm, 980 nm, 1064 nm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Comic Sans MS" pitchFamily="66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CW laser: early gas laser </a:t>
            </a:r>
            <a:r>
              <a:rPr lang="en-IN" sz="2000" dirty="0" err="1">
                <a:latin typeface="Comic Sans MS" pitchFamily="66" charset="0"/>
                <a:cs typeface="Times New Roman" pitchFamily="18" charset="0"/>
              </a:rPr>
              <a:t>Ar</a:t>
            </a:r>
            <a:r>
              <a:rPr lang="en-IN" sz="2000" dirty="0">
                <a:latin typeface="Comic Sans MS" pitchFamily="66" charset="0"/>
                <a:cs typeface="Times New Roman" pitchFamily="18" charset="0"/>
              </a:rPr>
              <a:t>+ , Kr+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Pulsed laser: </a:t>
            </a:r>
            <a:r>
              <a:rPr lang="en-IN" sz="2000" dirty="0" err="1">
                <a:latin typeface="Comic Sans MS" pitchFamily="66" charset="0"/>
                <a:cs typeface="Times New Roman" pitchFamily="18" charset="0"/>
              </a:rPr>
              <a:t>Nd</a:t>
            </a:r>
            <a:r>
              <a:rPr lang="en-IN" sz="2000" dirty="0">
                <a:latin typeface="Comic Sans MS" pitchFamily="66" charset="0"/>
                <a:cs typeface="Times New Roman" pitchFamily="18" charset="0"/>
              </a:rPr>
              <a:t>-YAG, diode, </a:t>
            </a:r>
            <a:r>
              <a:rPr lang="en-IN" sz="2000" dirty="0" err="1">
                <a:latin typeface="Comic Sans MS" pitchFamily="66" charset="0"/>
                <a:cs typeface="Times New Roman" pitchFamily="18" charset="0"/>
              </a:rPr>
              <a:t>excimer</a:t>
            </a:r>
            <a:r>
              <a:rPr lang="en-IN" sz="2000" dirty="0">
                <a:latin typeface="Comic Sans MS" pitchFamily="66" charset="0"/>
                <a:cs typeface="Times New Roman" pitchFamily="18" charset="0"/>
              </a:rPr>
              <a:t> laser.  </a:t>
            </a:r>
          </a:p>
        </p:txBody>
      </p:sp>
    </p:spTree>
    <p:extLst>
      <p:ext uri="{BB962C8B-B14F-4D97-AF65-F5344CB8AC3E}">
        <p14:creationId xmlns:p14="http://schemas.microsoft.com/office/powerpoint/2010/main" val="213099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964936" y="224133"/>
            <a:ext cx="3493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Effect of Laser source</a:t>
            </a: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88" y="914400"/>
            <a:ext cx="5815012" cy="5717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381000" y="914400"/>
            <a:ext cx="271938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 Spectrum of </a:t>
            </a:r>
            <a:r>
              <a:rPr lang="en-IN" sz="2000" dirty="0" err="1">
                <a:latin typeface="Comic Sans MS" pitchFamily="66" charset="0"/>
                <a:cs typeface="Times New Roman" pitchFamily="18" charset="0"/>
              </a:rPr>
              <a:t>Anthracene</a:t>
            </a:r>
            <a:endParaRPr lang="en-IN" sz="2000" dirty="0">
              <a:latin typeface="Comic Sans MS" pitchFamily="66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Comic Sans MS" pitchFamily="66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A: </a:t>
            </a:r>
            <a:r>
              <a:rPr lang="en-IN" sz="2000" dirty="0" err="1">
                <a:latin typeface="Comic Sans MS" pitchFamily="66" charset="0"/>
                <a:cs typeface="Times New Roman" pitchFamily="18" charset="0"/>
              </a:rPr>
              <a:t>Ar</a:t>
            </a:r>
            <a:r>
              <a:rPr lang="en-IN" sz="2000" dirty="0">
                <a:latin typeface="Comic Sans MS" pitchFamily="66" charset="0"/>
                <a:cs typeface="Times New Roman" pitchFamily="18" charset="0"/>
              </a:rPr>
              <a:t>+ Laser (514nm)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B: </a:t>
            </a:r>
            <a:r>
              <a:rPr lang="en-IN" sz="2000" dirty="0" err="1">
                <a:latin typeface="Comic Sans MS" pitchFamily="66" charset="0"/>
                <a:cs typeface="Times New Roman" pitchFamily="18" charset="0"/>
              </a:rPr>
              <a:t>Nd</a:t>
            </a:r>
            <a:r>
              <a:rPr lang="en-IN" sz="2000" dirty="0">
                <a:latin typeface="Comic Sans MS" pitchFamily="66" charset="0"/>
                <a:cs typeface="Times New Roman" pitchFamily="18" charset="0"/>
              </a:rPr>
              <a:t>-YAG (1064nm)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dirty="0">
              <a:latin typeface="Comic Sans MS" pitchFamily="66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Better to use short wavelength (4</a:t>
            </a:r>
            <a:r>
              <a:rPr lang="en-IN" sz="2000" baseline="30000" dirty="0">
                <a:latin typeface="Comic Sans MS" pitchFamily="66" charset="0"/>
                <a:cs typeface="Times New Roman" pitchFamily="18" charset="0"/>
              </a:rPr>
              <a:t>th</a:t>
            </a:r>
            <a:r>
              <a:rPr lang="en-IN" sz="2000" dirty="0">
                <a:latin typeface="Comic Sans MS" pitchFamily="66" charset="0"/>
                <a:cs typeface="Times New Roman" pitchFamily="18" charset="0"/>
              </a:rPr>
              <a:t> power dependence) but long wavelength to avoid fluorescence</a:t>
            </a:r>
          </a:p>
        </p:txBody>
      </p:sp>
    </p:spTree>
    <p:extLst>
      <p:ext uri="{BB962C8B-B14F-4D97-AF65-F5344CB8AC3E}">
        <p14:creationId xmlns:p14="http://schemas.microsoft.com/office/powerpoint/2010/main" val="4233196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0" y="224133"/>
            <a:ext cx="3834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Instrumental components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16" y="856385"/>
            <a:ext cx="4658953" cy="4553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80822" y="884683"/>
            <a:ext cx="35583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itchFamily="66" charset="0"/>
              </a:rPr>
              <a:t>Sample illumination: </a:t>
            </a:r>
          </a:p>
          <a:p>
            <a:endParaRPr lang="en-US" sz="2000" dirty="0">
              <a:latin typeface="Comic Sans MS" pitchFamily="66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</a:rPr>
              <a:t>Since very weak intensity of scattering peaks – 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Comic Sans MS" pitchFamily="66" charset="0"/>
              </a:rPr>
              <a:t>90</a:t>
            </a:r>
            <a:r>
              <a:rPr lang="en-US" sz="2000" dirty="0">
                <a:latin typeface="Comic Sans MS" pitchFamily="66" charset="0"/>
                <a:sym typeface="Symbol"/>
              </a:rPr>
              <a:t> geometry b) 180 geometry</a:t>
            </a:r>
          </a:p>
          <a:p>
            <a:pPr marL="457200" indent="-457200">
              <a:buAutoNum type="alphaLcParenR"/>
            </a:pPr>
            <a:endParaRPr lang="en-US" sz="2000" dirty="0">
              <a:latin typeface="Comic Sans MS" pitchFamily="66" charset="0"/>
              <a:sym typeface="Symbol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Comic Sans MS" pitchFamily="66" charset="0"/>
                <a:sym typeface="Symbol"/>
              </a:rPr>
              <a:t>Collection optics – achromatic lens system with a collecting and a focusing lens. </a:t>
            </a:r>
          </a:p>
          <a:p>
            <a:endParaRPr lang="en-US" sz="2000" dirty="0">
              <a:latin typeface="Comic Sans MS" pitchFamily="66" charset="0"/>
              <a:sym typeface="Symbol"/>
            </a:endParaRPr>
          </a:p>
          <a:p>
            <a:r>
              <a:rPr lang="en-US" sz="2000" dirty="0">
                <a:latin typeface="Comic Sans MS" pitchFamily="66" charset="0"/>
                <a:sym typeface="Symbol"/>
              </a:rPr>
              <a:t>Wavelength selector – interference filter – </a:t>
            </a:r>
            <a:r>
              <a:rPr lang="en-US" sz="2000" dirty="0" err="1">
                <a:latin typeface="Comic Sans MS" pitchFamily="66" charset="0"/>
                <a:sym typeface="Symbol"/>
              </a:rPr>
              <a:t>monochromator</a:t>
            </a:r>
            <a:r>
              <a:rPr lang="en-US" sz="2000" dirty="0">
                <a:latin typeface="Comic Sans MS" pitchFamily="66" charset="0"/>
                <a:sym typeface="Symbol"/>
              </a:rPr>
              <a:t> – grating</a:t>
            </a:r>
            <a:endParaRPr lang="en-US" sz="2000" dirty="0"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399" y="5845314"/>
            <a:ext cx="7934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itchFamily="66" charset="0"/>
                <a:sym typeface="Symbol"/>
              </a:rPr>
              <a:t>Detector – detection and amplification – photon counting – photo diode array – Charge coupled devices</a:t>
            </a:r>
            <a:endParaRPr lang="en-US" sz="20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13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43063"/>
            <a:ext cx="7405114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41444" y="224132"/>
            <a:ext cx="1619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FT-Raman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04503" y="1143000"/>
            <a:ext cx="58466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Comic Sans MS" pitchFamily="66" charset="0"/>
                <a:cs typeface="Times New Roman" pitchFamily="18" charset="0"/>
              </a:rPr>
              <a:t>Optical diagram of FT- Raman spectrometer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568" y="5840995"/>
            <a:ext cx="8282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mic Sans MS" pitchFamily="66" charset="0"/>
                <a:sym typeface="Symbol"/>
              </a:rPr>
              <a:t>Interferometer – optical filter to reduce stray light and Rayleigh line.</a:t>
            </a:r>
            <a:endParaRPr lang="en-US" sz="20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295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41444" y="224132"/>
            <a:ext cx="16193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Comic Sans MS" pitchFamily="66" charset="0"/>
              </a:rPr>
              <a:t>FT-Raman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38200"/>
            <a:ext cx="7832148" cy="2596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609600" y="3810000"/>
            <a:ext cx="8001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Will not completely eliminate fluorescence – NIR absorption poses problem for transition metals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Can not displace dispersive Raman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Can not detect ppm concentrations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>
                <a:latin typeface="Comic Sans MS" pitchFamily="66" charset="0"/>
                <a:cs typeface="Times New Roman" pitchFamily="18" charset="0"/>
              </a:rPr>
              <a:t>Above 150</a:t>
            </a:r>
            <a:r>
              <a:rPr lang="en-IN" sz="2000" dirty="0">
                <a:latin typeface="Comic Sans MS" pitchFamily="66" charset="0"/>
                <a:cs typeface="Times New Roman" pitchFamily="18" charset="0"/>
                <a:sym typeface="Symbol"/>
              </a:rPr>
              <a:t> temp. thermal blackbody radiation from sample causes problem – more intense than Raman signal – detector gets saturated.  </a:t>
            </a:r>
            <a:endParaRPr lang="en-IN" sz="2000" dirty="0"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80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8D35C-201E-BE05-5531-AF9BA17A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https://www.youtube.com/watch?v=57hRNhefXPg</a:t>
            </a:r>
            <a:endParaRPr lang="en-IN" dirty="0"/>
          </a:p>
          <a:p>
            <a:endParaRPr lang="en-IN" dirty="0"/>
          </a:p>
          <a:p>
            <a:r>
              <a:rPr lang="en-IN" dirty="0"/>
              <a:t>https://www.youtube.com/watch?v=hue2TrYXY54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176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4589</TotalTime>
  <Words>780</Words>
  <Application>Microsoft Office PowerPoint</Application>
  <PresentationFormat>On-screen Show (4:3)</PresentationFormat>
  <Paragraphs>130</Paragraphs>
  <Slides>18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Comic Sans MS</vt:lpstr>
      <vt:lpstr>Office Theme</vt:lpstr>
      <vt:lpstr>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iitj</dc:creator>
  <cp:lastModifiedBy>Samanwita pal</cp:lastModifiedBy>
  <cp:revision>109</cp:revision>
  <dcterms:created xsi:type="dcterms:W3CDTF">2014-03-19T07:17:03Z</dcterms:created>
  <dcterms:modified xsi:type="dcterms:W3CDTF">2026-03-08T15:58:29Z</dcterms:modified>
</cp:coreProperties>
</file>