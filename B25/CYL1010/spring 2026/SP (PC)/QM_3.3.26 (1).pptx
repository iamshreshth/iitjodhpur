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2" r:id="rId7"/>
    <p:sldId id="260" r:id="rId8"/>
    <p:sldId id="261" r:id="rId9"/>
    <p:sldId id="264" r:id="rId10"/>
    <p:sldId id="263" r:id="rId11"/>
    <p:sldId id="259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69" r:id="rId20"/>
    <p:sldId id="273" r:id="rId21"/>
    <p:sldId id="274" r:id="rId22"/>
    <p:sldId id="275" r:id="rId23"/>
    <p:sldId id="276" r:id="rId24"/>
    <p:sldId id="279" r:id="rId25"/>
    <p:sldId id="280" r:id="rId26"/>
    <p:sldId id="281" r:id="rId27"/>
    <p:sldId id="282" r:id="rId28"/>
    <p:sldId id="278" r:id="rId29"/>
    <p:sldId id="277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3T02:31:32.9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29621 578 50 0,'0'0'6'16,"0"0"2"-16,0 0 3 0,0 0 2 15,97-18 3 1,-61 18-1-16,9 0 3 0,4 0 0 0,7-2-3 16,7 1-2-16,2-1-6 0,4-1-3 15,5 2-5-15,-3-2-4 0,1 0 1 0,-1-2 1 16,-3 2 2-16,-5-1 1 0,-2 1 0 15,-6-2 1-15,-7 2 1 0,-2 0 1 16,-7 1 0-16,-4 1 1 0,-3 1-2 16,-3 0-3-16,-9 0 0 0,-3 0-3 0,-1 4-2 15,-6-1 0-15,5 2-2 0,-8-2 0 16,-4-1-2-16,1 0-3 0,-2 1-5 16,1 1-3-16,-2-1-2 0,2 1 6 0,-3-4 6 15,0 0 7-15,0 0 11 16,0 4 5-16,0 1 3 0,0-1-1 0,-1 0-1 15,-2-1-2-15,0 0-5 0,0 0-2 0,-3 3-2 16,3-3-2-16,0 0-2 0,-1 3 1 16,1-3 2-1,-1 0 2-15,-2 5 4 16,3-5 2-16,-4 4 4 0,-4 4 4 0,-1-2 0 16,-3 5 3-16,-1 0 0 0,2 1-1 15,-4 3-1-15,1 5-1 0,-3 4-3 16,-3 5-1-16,-3 3-4 0,-2 6-1 0,-1 4-3 15,-2 9-2-15,-4 6 5 0,0 9 1 16,-1 3-5-16,0 0 0 0,-1-4-7 0,0-6 0 16,2-4 1-16,4-5 0 0,0-3 0 15,5-6 1-15,7-6 0 16,2-8 0-16,8-10 2 0,5-9-1 0,2-7 0 16,2-4 2-16,-1 0 2 0,1 0-1 0,0 2 3 15,1 0-3-15,14-2 1 0,8 0-2 16,7 0-1-16,5 0-1 0,4 0 1 15,7-4-2-15,5 1-1 0,6 0 1 0,3-1-4 16,8 1-1-16,1-2-6 16,1-2-16-1,-1 0-46-15,1 0-54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3T03:04:19.3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24356 1035 376 0,'0'0'58'15,"0"0"-5"-15,0 0-10 0,0 0-12 16,0 0-6-16,0 0-14 0,0 0-2 16,0 0-5-16,0 0 0 0,1-12 4 0,-1 41 2 15,0 16 3-15,0 9-3 0,0 8-1 16,0 3-3-16,0 3-4 0,0 2 0 0,0 0-1 15,0-2 0-15,0 1-1 0,0-6-1 16,-1-5 1-16,-1-7 11 0,1-5 0 16,-1-8 1-16,1-6-1 0,1-11-13 15,0-1 0-15,0-10-2 0,0-3-3 0,0 3-5 16,0-4-25-16,0-2-40 0,1 3-77 16,-1-7-120-16</inkml:trace>
  <inkml:trace contextRef="#ctx0" brushRef="#br0" timeOffset="417.63">24237 768 514 0,'0'0'42'0,"0"0"-11"16,0 0-8-16,88-74-11 0,-57 63-2 15,2 2-4-15,2 6-2 0,0 3-3 0,-2 0-1 16,0 10 0-16,0 5-2 0,-1 6 1 16,1 7 1-16,-4 4-3 0,-4 6-1 0,-5 6 0 15,-8 6-3-15,-8 4 4 0,-4 6 0 16,-14 2 4-16,-12 2 1 0,-12-2 0 16,-13-4-2-16,-6-5-3 0,-7-6 0 15,-3-4 0-15,1-7 2 0,5-6 0 0,8-7 2 16,9-10 1-16,11-6 2 0,11-6 0 15,9-2-1-15,10-13-2 0,5-6-1 0,14-5 2 32,10 2 0-32,10 1 3 0,8 9-1 0,4 4 0 0,7 6 0 0,2 3 1 31,-1 4-1-31,-1 10-2 0,0 4 1 16,0 5-3-16,-2 1 1 0,0 3-2 0,0 1-2 15,0 2-1-15,-1-1-3 0,-4-2-12 16,-3-1-21-16,-4-2-58 0,-8-2-85 0,-6-2-78 15</inkml:trace>
  <inkml:trace contextRef="#ctx0" brushRef="#br0" timeOffset="2783.21">25021 1658 390 0,'0'0'43'16,"0"0"-11"-16,0 0-13 0,0 0-3 0,0 0-3 16,0 0 4-16,0 0 0 0,0 0-3 15,0 0-4-15,0 0-6 0,77-24-3 16,-50 5-1-16,0-5 0 0,1-7-2 15,1-2 2-15,-3 0 1 0,0-4 2 0,-1-1 0 16,-4-1 2-16,-5-4 0 0,-4 1 1 16,-5-2-9-16,-6 2 9 0,-1 6 0 0,0 4-1 15,-5 7 12-15,-7 3-8 0,-1 8 0 16,-4 7-2-16,-2 5 0 0,-4 2-1 16,-3 11-2-16,0 9 3 0,-2 10-1 15,4 9-2-15,-1 9-3 0,2 3-5 16,4 2 0-16,3 1 1 0,6-1-1 0,3 0 0 15,7-2-2-15,6-2 0 0,8-5 3 0,9-6-1 16,8-6 2 0,5-6-2-16,6-8-1 15,5-8 1-15,3-8 1 0,3-2-2 16,4-11 1-16,-3-10 0 0,3-6-2 16,-6-7 2-16,-5-3-1 0,-7-6 4 0,-7-1 1 15,-8 0 4-15,-8 1 1 0,-3 1 2 16,-4 4 1-16,-5 2 2 0,-1 9 1 0,-3 5 1 15,0 8 2-15,0 4-1 0,0-1-1 16,-6 3-2-16,0 2-5 0,-5 5-2 16,-8 1-1-16,-4 4-2 0,-7 10-1 15,1 5-1-15,-2 5-2 0,3 4 1 0,1 4-1 16,1 1 1-16,3 4-1 0,3 1 1 16,4 1-2-16,2 0 2 0,5-3-1 0,5-3-1 15,2-5 3 1,2-10-2-16,2-6 0 0,2-4 1 0,8-7-1 0,6-1 3 15,5-7 1-15,6-12 0 0,0-6 0 16,-1-6 4-16,-1-5-3 0,-1-4 2 16,0 1 0-16,-1 2 1 0,-2 4 0 0,-6 6 2 31,-4 8-3-31,-5 8 0 0,-6 7-1 0,-2 4-2 16,5 0 2-16,2 3-1 0,6 8-1 15,0 6 1-15,1 2-1 0,0 1-1 16,0 1 2-16,2 2-2 0,3 1-1 15,3 2 1-15,4 2-4 0,4-1 1 0,5 0-2 16,2-3-8-16,4-1-14 0,1-5-20 16,2-2-17-16,3-6-21 0,0-2-1 0,0-7 12 15,-3-1 15-15,-5-9 24 0,-4-9 13 16,-9-8 15-16,-7-4 12 0,-9-4 17 16,-8 0 15-16,-2 0 22 0,-6 4 8 15,-7 2 5-15,-2 6-4 0,0 4-8 0,0 4-8 16,2 3-10-16,7 7-6 0,3 2-11 15,3 2-7-15,-1-1-6 0,1 1-4 0,-2 0-6 16,1-2 0 0,-1 2-1-16,-2 0-1 15,-3 2 0-15,-3 8 0 0,-3 8 1 16,-3 4-1-16,-2 5 0 0,-3 5 0 16,-4 4-2-16,-2 2 2 0,2 2-3 15,-1-2 1-15,2-3 2 0,3-5-2 0,7-4 0 16,3-10 2-16,5-5-2 0,4-7 0 0,2-4 2 15,0 0-2-15,3 0 4 0,14-5 0 16,9-11 0-16,8-8 1 0,0-9 0 16,1-8 1-16,-3-7-1 0,-2-4 2 15,-2-8 0-15,-4-7 2 0,-3-5 0 0,-3-10-10 16,-4-7 3-16,-2-1-3 0,-4-2 0 16,-4 9 10-16,-3 10-2 0,-1 14 1 0,0 12 0 15,-7 13 1 1,-6 10-1-16,-4 7 0 0,-5 7-1 0,0 4 0 0,-2 4-1 15,-1 2-2-15,4 2-1 0,2 5-1 16,3 4-3-16,1 4 2 0,4 8 0 0,2 6 0 31,2 9 1-31,2 8 0 0,2 8-1 16,3 10 2-16,0 5 0 0,3 7 0 0,5 0 3 16,4 0-3-16,2-4 1 0,3-6-2 15,5-3-6-15,2-7 3 0,5-8 1 16,0-7-2-16,2-7 2 0,0-9 1 15,3-8-1-15,0-9 4 0,3-8-1 16,2 0 1-16,1-14 0 0,1-6 0 0,-2-5 0 16,-1-6-1-16,-4-2 2 0,-2-3-1 0,-3-4 3 15,-5-1-1 1,-1 0-1-16,-4-3 1 0,-3 3 0 0,-3 3 1 0,-6 12 1 16,-2 9 0-16,-4 12-6 0,-1 5 0 15,0-2 0-15,0 2-1 0,0 0 3 16,-3 14 0-16,-6 8-3 0,-2 9-1 0,2 5 1 15,2 2-2-15,3 2 1 0,1-1 0 0,3 2 1 16,0 1-2 0,1 2 1-16,7-1-1 15,2-5 1-15,4-3 0 0,4-8-1 16,3-6 0-16,7-5 2 0,2-9 1 16,6-7 0-16,3-1 2 0,6-15-2 0,-1-6 1 15,3-9 1-15,-2-6 0 0,-2-8 2 16,-2-3 3-16,-5-4-2 0,-1-4 0 0,-3 0 1 15,-5 1 0-15,-2 4-4 0,-7 7 2 16,-5 9 0-16,-4 13 1 0,-4 11 6 16,-1 6 0-16,-4 5 0 0,0-2-2 15,0 2-3-15,0 0-4 0,1 0-1 0,-1 12 1 16,0 10 3-16,0 8 2 0,0 6-3 16,0 3-1-16,-1 0-5 0,-3 2 1 0,-1-2-3 15,1 2 3 1,-1 0-1-16,1-1 0 0,-2-5 1 0,1-5 0 0,2-9 1 15,0-10-1-15,3-5 2 0,0-6 2 16,0 0 1-16,0 0 1 0,0-1-1 16,0-16-1-1,8-9 1-15,2-9 0 0,1-4-1 16,0-3 0-16,-1-1 0 0,2-4 2 0,1-2-1 16,0 2 0-16,3 1-5 0,-2 5-2 15,3 6 0-15,0 8 0 0,-5 9 4 16,-4 7 0-16,2 10 1 0,1 2 0 15,2 13 5-15,5 7 0 0,-7 5 0 0,-2 4-1 16,-3 4-6-16,-1 1 1 0,0 1-1 16,-1 0-2-16,1 1 1 0,2-1 0 0,3-1-3 15,0-1 4 1,3 1-3-16,2-2 1 0,1-2 2 0,4-3-2 0,1-4 2 16,3-4-2-16,3-5-1 0,4-5 1 15,2-6 3-15,6-4-3 0,0-6 1 0,1-9 1 16,3-7-2-16,-2-5 4 0,1-6-1 15,-2-2-1-15,-2 0 1 0,-3 1 1 0,-3 4-1 16,-6 2 2 0,-5 0 0-16,-5 4 1 15,-5 7 1-15,-3 0 3 0,-5 7-3 16,-3-3 1-16,0-2-1 0,0 7 0 16,-6-5-1-16,-1 6-1 0,-5 7-1 15,-8 0 0-15,0 6-2 0,-9 11 0 0,1 5-1 16,0 4 0-16,0 4-1 0,2 2 0 0,3 2-1 15,6 1 0-15,1 1 0 0,6-1-3 16,2 0 1-16,7-4-3 0,1-3-2 16,0-7-3-16,6-7-1 0,5-6 2 15,8-8 6-15,3 0 1 0,5-11 4 0,2-9 3 16,-1-7 0-16,-2-5 3 0,-2-3 0 16,-1-3 2-16,-5 0 2 0,-1 2-1 0,-2-1 3 15,-4 2 2 1,-1 2 3-16,-4 4 0 0,-1 6 4 0,-1 5-3 0,-2 6 0 15,-2 6-3-15,2 1-3 0,-2 5-4 16,0-1-6-16,0 1 1 0,1 0-3 0,1 10 1 31,1 15 0-31,1 11-1 0,2 10 0 16,1 7-1-16,3 10 2 0,0 9 0 0,6 7 1 16,-1 8 0-16,3 6 12 0,1 8-2 15,0 6 0-15,-3 7-3 0,-2 1-6 16,-6 1 7-16,-5-7-3 0,-3-6 4 15,-3-6-4-15,-10-7-8 0,-7-6 3 16,-6-10-1-16,-6-7 2 0,-6-11-2 0,-5-7 3 16,-4-12-3-16,-6-5 3 0,-3-9 5 0,-4-6-6 15,1-7 6 1,-2-6-7-16,-1-4-5 0,3-9 4 0,2-8-9 0,4-4 0 16,4-5-12-16,2-5-20 0,1-5-39 15,3-5-72-15,-1-8-154 0,4-7 4 0</inkml:trace>
  <inkml:trace contextRef="#ctx0" brushRef="#br0" timeOffset="2966.39">26953 466 594 0,'0'0'3'15,"0"0"1"-15,0 0-5 0,0 0-1 16,84-43-7-16,-75 40-12 0,2 3-46 16,-5 0-104-16,-2 0-84 0</inkml:trace>
  <inkml:trace contextRef="#ctx0" brushRef="#br0" timeOffset="4183.35">26359 3688 417 0,'0'0'59'0,"0"0"-11"0,0 0-9 16,-29-92-6-16,12 70-5 0,-3 3-3 16,-3 2-7-16,-5 6-5 0,-4 7-4 15,-6 4-4-15,-5 12-1 0,-5 12-2 0,-3 11 1 16,-1 9-3-16,0 8 1 0,2 4 5 0,8 1-5 15,4 2 2-15,10-7-4 16,10-2-2-16,9-5 1 0,9-6-1 0,2-9 3 16,11-4 0-16,5-9 1 0,7-10 2 15,2-5 0-15,5-4-1 0,3-13 0 0,0-6 1 16,-1-5-2-16,0-6 1 0,-4-1 0 16,-3-6-2-16,-3-4 2 0,-4-1-6 0,0-4 5 15,-1 2-4-15,-5 2 3 16,2 5 2-16,-4 8-2 0,-3 10 1 0,-2 10-1 15,-5 7 0-15,4 4 0 0,5 7 1 16,3 10 2-16,5 10-1 0,-3 7 3 0,-2 2-1 31,0 5 0-31,0 0 4 0,0 2-6 16,1-3 2-16,0 0-4 0,1-5 0 0,2-5 1 16,-4-4 1-16,0-5-2 0,-3-7 0 15,-2-4 1-15,-4-2 1 0,-2-5 2 16,6-1 4-16,1-2-2 0,6-2 3 15,3-9-2-15,2-5-1 0,1-5-2 16,1-4 1-16,3-4-4 0,3-2 1 0,3-1-1 16,3 0-6-16,0 3 5 0,-1 6-4 0,-1 5 6 15,-2 6 1-15,-3 4 0 16,-1 8 0-16,-3 0-1 0,2 8-1 0,-1 6 0 16,-2 5 4-16,-1 4-6 0,-2 3 6 15,-1 1-7-15,-3 1 1 0,-5-3 1 16,-1 2-1-16,-5 0 0 0,-5-5 1 0,-3 1 0 15,-13-5-2-15,-3-1 4 0,-4-7-2 0,-3-2 1 16,1-6 1-16,3-2 0 16,4-5-2-1,5-8 1-15,4-9-1 0,8-6-1 16,2-9 3-16,13-6-4 0,11-4-3 16,8-3 2-16,8-1-3 0,4 1 5 0,4 0 2 15,0 3 0-15,-1 2 0 0,-1 6 0 16,-3 2 1-16,-5 9-1 0,-6 5 2 0,-5 8-1 15,-11 6 1-15,-7 4 2 16,-5 3 0-16,-5 2 0 0,0-1 0 0,0 1-2 16,0 0-1-16,0 1-1 0,0 13 1 15,-2 6-2-15,-4 6 0 0,0 1 0 16,2 0 0-16,0 2 0 0,2-1 0 0,2 0-2 16,0-2 2-16,3 0 2 0,4 0-2 0,5-2 0 15,4 0 1-15,0 1-1 16,4-1 5-16,3 0-5 0,0 0 5 0,-1-1-5 15,1 1 0-15,-1-1 0 0,-3 0-1 16,-2 0 1-16,-2 0-1 0,-6-1 1 16,-3 0-2-1,-6-1 2-15,-4-1 0 0,-13-1 1 16,-6 1 1-16,-8-3-1 0,-2-2 0 0,-3-3 0 16,-2-3-1-16,2-4 0 0,3-2 0 15,1-2-2-15,4-1-2 0,4 0-3 16,7-1-11-16,8-1-10 0,5 1-21 15,4 1-33-15,-2 0-44 0,2 0-64 0,0 0-81 16</inkml:trace>
  <inkml:trace contextRef="#ctx0" brushRef="#br0" timeOffset="4499.95">27874 3969 742 0,'0'0'42'16,"0"0"-6"-16,0 0-10 0,0 0-8 16,0 0-4-16,0 0-7 0,0 0-3 15,0 0-2-15,0 0-2 0,-6-20 1 0,8 40 1 16,1 6-1-16,0 1 0 0,-3 4-1 0,0-1 0 15,0 2 0-15,0-2 0 16,0-2 0-16,0-9 0 0,0-6-1 0,0-3 0 16,1-5 0-16,-1-1 1 0,2 2 0 15,-2-6-2-15,0 0-14 0,0 0-19 0,0-1-39 16,0-15-75-16,0-6-155 0,-6-10 1 16</inkml:trace>
  <inkml:trace contextRef="#ctx0" brushRef="#br0" timeOffset="4649.88">27686 3423 619 0,'0'0'26'0,"0"0"0"16,0 0-11-16,0 0-6 0,0 0-5 0,0 0-3 16,0 0-4-16,67 84-4 0,-60-49-25 15,0 8-67-15,-4 0-168 0,0 4-13 16</inkml:trace>
  <inkml:trace contextRef="#ctx0" brushRef="#br0" timeOffset="5300.18">28272 4069 617 0,'0'0'39'0,"0"0"1"0,84-97-3 0,-59 65-5 16,-4 1-14-16,-2 0 2 16,-8 1-11-16,-3 1 0 0,-6 5 0 0,-2 1-5 15,-8 4 0 1,-8 4-4-16,-7 7-1 16,-8 3-2-16,-3 5 2 0,-6 6-1 0,-3 11 0 15,1 5 2-15,2 6-2 0,-1 5 0 16,7 2 4-16,5 4-4 0,6-1 2 0,7 0-4 15,8-3-1-15,7-3-1 16,2-5 1-16,12-6 0 0,9-5 1 0,5-7 2 16,7-6 0-16,3-3 0 0,1-4 1 15,1-10-1-15,-1-3 5 0,-4-3-1 16,-3-1 1-16,-5-2 0 0,-7 0 3 0,-2-1 1 16,-7 2 3-16,-3 5 3 0,-4 6 3 0,-3-1 0 15,0 6-5-15,0 0 3 16,0-5-10-16,0 7 2 0,-3-1-3 0,-2 5-1 15,-4 1 3-15,-2 16-5 0,-3 11 5 16,5 8-5-16,5 11-1 0,4 13 2 0,0 8-2 31,9 11 2-31,6 7-2 0,3 8 1 16,5 5 2-16,2 4-3 0,4 5 3 0,-2 0-1 16,5-3-3-16,1-7 0 0,0-9 4 15,-2-10-4-15,-6-12 4 0,-4-12-2 16,-5-11-2-16,-10-11 2 0,-6-7 0 15,-11-8 0-15,-14-7 1 0,-13-8 0 0,-11-3 0 16,-12-4-1-16,-8-10 2 0,-8-6-1 16,-5-4 2-16,1-7-3 0,-2-4 2 0,8-5 0 15,3-6-3-15,11-4 4 16,12-6-4-16,16-6 2 0,14-7-1 0,17-3-3 16,11-2 0-16,23 0-6 0,17 0-5 15,12 3-8-15,14 4-18 0,12 4-20 16,4 9-45-16,7 7-88 0,-2 5-101 0</inkml:trace>
  <inkml:trace contextRef="#ctx0" brushRef="#br0" timeOffset="5917.64">28445 3966 502 0,'0'0'49'15,"0"0"-6"-15,0 0-9 0,0 0-6 16,91-74-8-16,-82 69-8 0,3 5-4 0,6 0-2 16,0 8 2-16,8 6-4 0,-2 2-1 15,1 5 1-15,-1 2-4 0,-3 3 1 16,-1 3-2-16,-1 0 2 0,-6 1-2 15,-3 0 2-15,-1-1-2 0,-7-1 0 0,-2-6 1 16,0-5 0-16,0-3 1 0,-2-5 1 16,-1-5 1-16,0 1 0 0,-1-5 0 0,-2-5-2 15,0-8 2-15,2-10-1 0,4-6 0 16,5-7 1-16,13-4-1 0,4-4 0 16,5-3 1-16,6-1-2 0,5 1-3 15,4 2 4-15,-2 8-4 0,-1 6 6 0,-1 10 2 16,-8 7-3-16,-5 10 2 0,-5 4 1 15,-1 6-3-15,-6 9 1 0,-1 5 1 0,-1 4 2 16,-4 3 4-16,-2 2-4 0,-2 0 4 16,0 0-7-16,-2-2-2 0,2-7-1 31,-2-2-1-31,-1-6 0 0,1 0 0 16,-1 1 1-16,2-3-3 0,-1 1 0 0,-1-7-6 15,2 2-9-15,1-1-19 0,4 1-28 16,0 2-67-16,9-3-156 0,0-5 5 0</inkml:trace>
  <inkml:trace contextRef="#ctx0" brushRef="#br0" timeOffset="7366.85">29551 3877 679 0,'0'0'44'0,"0"0"-7"15,0 0-11-15,0 0-7 0,0 0-7 16,0 0-4-16,0 0-4 0,93-69-1 0,-73 69-3 31,6 8 1-31,-3 4-1 0,-3 5 0 16,-2 2 6-16,-2 4-6 0,-3 2 4 0,-4 0-4 16,-3 1-2-16,-4-2 1 0,-2-1 0 15,0-2 1-15,-8-3 0 0,-2-2 2 16,1-7-1-16,-4-2-1 0,4-2 1 15,-1-5-1-15,-1 2 2 0,2-2-1 0,-3-11-1 16,7-6 1-16,0-5-1 0,5-7 1 16,9-3 0-16,5-5-1 0,9-2-6 0,3 0 6 15,6 2-6-15,0 5 5 0,3 6 3 16,-2 8-2-16,0 7 1 0,-1 10 0 16,-3 1-3-16,-3 13 2 0,-4 5-1 15,0 4 1-15,-7 2-1 0,-2 1 1 16,-5 0 4-16,-3 1-4 0,-5-2 5 0,0 1-6 15,-5-2 1-15,-3-4 1 0,-2-1-2 0,3-5 2 16,-3-3-1-16,6-4 0 0,1-3 1 31,0 0 1-31,3-3 0 0,0 0 0 16,0-3 0-16,0-14-2 0,7-6 0 16,9-12-1-16,3-1-4 0,7-2 4 0,4-1-4 15,3 1 4-15,1 3 1 0,1 6-1 16,-4 9 1-16,1 9-1 0,-3 9 1 0,-3 2 0 15,-3 12-1-15,-1 6 1 0,-3 5-1 16,-2 1 1-16,-2 1 0 0,0 0 0 16,0 3 5-16,-1-2-5 0,1-2 4 15,0-1-5-15,0-3 0 0,2-2 3 0,-1-3 0 16,3-3 0-16,1-3-1 0,1-3-1 16,2-4-2-16,1-2 2 0,2-2-1 0,-1-8-1 15,3-5 2-15,-1-7-2 0,0-4-4 16,-1-4 4-16,2-6-4 0,-4-4 4 15,0-1 1-15,-3-2-1 0,-1 4 2 16,-5 1 0-16,-1 5 1 0,-6 6 0 16,-3 7 1-1,-5 5-1-15,0 5 1 0,-1 5-1 16,-11-2 0-16,-5 7-1 0,-6 5 0 0,0 10 0 16,-2 8-1-16,2 7 1 0,3 4-3 15,4 2 2-15,0 2 0 0,7 2 1 16,2-3 4-16,6 3-4 0,1-4 3 15,1-2-3-15,9-2-2 0,6-7 1 0,2-3 1 16,3-6-1-16,4-5 1 0,4-6 0 16,1-5 0-16,2-2-1 0,0-9 1 0,1-2-1 15,-3-6 1-15,-1-2 0 0,-1-3 0 16,-2-2 0-16,0-1-2 0,1-1 4 16,1 4-3-16,-2 1 3 0,-2 3-2 15,-5 5 0-15,-4 6 0 0,-1 5 0 0,2 2 1 16,0 2-1-16,4 3-1 0,-1 8 1 15,-5 1-2-15,1 5 2 0,-4 0 0 0,-3 1-1 16,-2-4 5-16,-5 2-5 0,-1 2 5 31,-6 0-4-31,-6 4 0 0,-2-6 0 16,0-2 1-16,2-6-1 0,-2-2 1 16,3-3 0-16,0-3 1 0,1 0 0 15,1 0 1-15,-1-9-2 0,7-6 0 0,3-7 0 16,0-2-6-16,16-5 4 0,5-3-3 0,7-3 3 15,5 2 1-15,3-1-1 0,4 5 0 16,-1 7 1-16,-2 5 0 0,1 10 0 16,-6 7 1-16,-4 0 0 0,-4 10-1 15,-3 7 1-15,-2 1 0 0,-6 3 2 0,0 2-1 16,-4 0 1-16,-3-2-2 0,1 2 1 16,-3-2 4-16,2-1-6 0,-3-3 5 0,0-1-6 15,0-1 0-15,-2-3 1 0,4 5 0 16,-3-6 0-16,0-7 0 0,1 6 0 15,0-6-2-15,-2 1 4 0,8-1-2 16,-5-2 1-16,6-2 0 0,9-2-1 16,1-11 3-1,8-9 1-15,-1-6-4 0,1-6 4 16,1-8-8-16,-2-10 2 0,0-7 2 0,-1-11-2 16,0-8 3-16,-5-4-3 0,-1-2 4 15,-4-1-3-15,-3 1-3 0,-3 5 3 16,-4 5-3-16,-6 5 4 0,0 12 4 15,-1 5-4-15,-7 11 3 0,1 9-2 0,1 13 0 16,3 7 0-16,1 9-2 0,2 3-1 16,-5 0 1-16,-1 3-1 0,-2 15 0 0,-4 11 4 15,2 13-4-15,3 11 2 0,2 9 0 16,1 7 2-16,0 2 2 0,2 5-3 16,0 1 3-16,0 5-4 0,1 4-2 15,1-3 2-15,3-2-2 0,6-8 3 16,7-7 3-16,6-10-4 0,4-10 4 0,4-8-5 15,7-9-1-15,0-8 2 0,4-7-2 0,3-9 1 16,-1-3-1-16,0-2-1 0,-4-11 7 31,-1-5-6-31,-2-4-8 0,0-4-7 16,1-5-29-16,-3 0-22 0,-7-3-47 16,-9 2-102-16,-9-4-65 0</inkml:trace>
  <inkml:trace contextRef="#ctx0" brushRef="#br0" timeOffset="7699.8">31842 3304 600 0,'0'0'56'0,"0"0"-4"16,0 0-9-16,0 0-7 0,0 0-4 15,0 0-7-15,0 0 0 0,88 14-7 16,-31-12-5-16,9-2-3 0,5 0-7 16,4 0-3-1,-1-4 0-15,-4-2-3 0,-4 0 2 16,-7-2-2-16,-7 3 6 0,-8-1 2 0,-11-1-1 16,-10 3 2-16,-7-2-5 0,-9 1-6 15,-4 2 5-15,-3-3-5 0,-9-2 5 16,-9 0-5-16,-7-2 0 0,2 6 0 15,0 4-2-15,-2 0 5 0,2 9-19 16,1 3-17-16,1 3-57 0,-2 2-206 0,0 1-21 16</inkml:trace>
  <inkml:trace contextRef="#ctx0" brushRef="#br0" timeOffset="133816.84">5007 7266 458 0,'0'0'48'16,"0"0"-10"-16,0 0-9 0,0 0-13 0,-91-47-2 16,71 44-8-16,-3 3 3 0,0 8 4 15,-5 8-5-15,2 10 2 0,3 4-7 0,0 8-4 16,4 6 2-16,3 6-2 0,3 7 3 15,2 5 0-15,5 3 1 0,3 2-1 16,3-3-2-16,9-4 5 0,5-5-4 16,9-5 5-16,9-9-5 0,4-4 0 0,9-9 2 15,6-6-2-15,6-7 3 0,3-6 1 16,2-9 1-16,0 0-1 0,-1-14 2 0,-6-4 3 16,0-5-2-16,-6-5 0 0,-7-3 0 15,-4-4-4-15,-8-3 6 0,-7 0-3 16,-7-1 4-16,-9 3 1 0,-4 0-1 15,-3 6 1-15,0 9-4 0,0 2-1 0,-3 9-2 16,0 4-5-16,-7 1 1 0,-3 5-3 16,-7 9 0-1,-6 10 0-15,-2 6 1 0,1 6-2 16,-1 4 3-16,5 3-2 0,7 1 2 16,2-1 5-16,8 0-7 0,6-4 6 15,0-3-6-15,9-5 0 0,7-3 2 16,4-5-2-16,6-4 2 0,3-5 0 0,6-5 1 15,2-2-1-15,1-2 1 0,-1-6-1 16,1-6 1-16,-2-4 1 0,-2-2 0 0,-7-1 2 16,-4-4-2-16,-6-3 0 0,-8-1-1 15,-9-4-5-15,0 0 4 0,-7-1-3 16,-12 0 3-16,-1 2 0 0,-2 5-2 16,-7 7 1-16,0 4-1 0,-4 8 0 0,1 5 0 15,2 1-1-15,1 7 0 0,3 7-4 16,4 4-6-1,6 4-18-15,5 1-23 0,2 5-35 0,9 2-79 0,0-1-101 0</inkml:trace>
  <inkml:trace contextRef="#ctx0" brushRef="#br0" timeOffset="134733.37">5573 7852 640 0,'0'0'53'15,"0"0"-12"-15,0 0-10 0,0 0-9 16,-9-82-6 0,24 62-5-16,6 2-2 0,5 3-1 0,3 3-3 0,4 4-1 0,2 5-2 15,1 3-2-15,-1 2 0 0,1 10 0 16,-1 3-1-16,1 5 0 0,-6 2 1 15,-3 3-2-15,-4 3 0 0,-6 1 4 0,-7 2-5 16,-4 1 5-16,-6-2-5 0,-3-1 0 16,-7-3 2-1,-3-4-2-15,0-2 3 0,1-6 0 16,1-4 1-16,2-5-1 0,6-3 1 16,0 1-2-16,2-5 1 0,1-10 1 15,1-9-1-15,8-8 1 0,5-1-1 16,4-4-3-16,2 1 3 0,2-2-5 0,2 1 5 15,2 7-1-15,0 4 0 0,0 8 1 16,0 7-2-16,-1 7 2 0,1 1 0 0,0 9 0 16,0 6 1-16,0 4-1 0,-3 2-1 15,-4 3 5-15,-5 0-4 0,-5 4 5 16,-6-3-4-16,-3 0-2 0,0-3 2 16,-3-5-1-16,-3-2 1 0,3-5-1 0,0-6 0 15,1 2 2-15,2-6 0 0,-2 0 1 16,2 0 0-1,0-2-2-15,2-8 0 0,8-5 0 0,3-8 0 0,1-1 0 0,5-5 1 16,0-3-5-16,-2-1 3 0,5 2-5 31,-2 2 3-31,2 8 2 0,-9 6 0 16,3 8 0-16,0 7 0 0,1 0 0 0,5 5 2 16,-1 8-2-16,-2 2 1 0,0 2-1 15,3 1-1-15,-2 1 5 0,0 1-4 0,2 0 5 16,-1-2-6-16,1-3 1 0,3-3-1 15,1-5 1-15,1-6 0 0,4-1 0 16,-1-11 1-16,8-8-6 0,-1-7 5 16,2-5-5-16,-1-5 4 0,-2-6 2 0,-4-5-2 15,-5-7 2-15,-4-3-2 0,-5-1 2 16,-4 1-1 0,1 3 2-16,-5 4-2 0,3 8 2 0,-6 2 0 0,-1 7-5 0,-3 4 7 15,-3 8-5-15,0 2 5 0,0 4 2 16,-3 5 0-16,-3-5 3 0,2 7 0 15,-2 1 1-15,0 0-2 0,2 4 0 0,3 0-1 16,1 3-3-16,-2-1-2 0,-2 1-1 16,-5 1-1-1,-3 8 0-15,-2 10 3 0,7 6 3 16,2 7-4-16,1 9 6 0,1 5-5 16,2 10-1-16,1 6 1 0,0 8-4 15,0 6 3-15,0 4-3 0,0 1 3 16,1 1 1-16,6-2-1 0,2-1 1 0,3 0-4 15,2-3-2-15,-1-3 3 0,3-7-2 16,-4-8 3-16,-2-6-3 0,-2-9 1 0,-2-9-4 16,-3-11-4-16,0-2-5 0,1-7-17 15,-4-6-19-15,2-1-51 0,-2-7-156 16,0 3-55-16</inkml:trace>
  <inkml:trace contextRef="#ctx0" brushRef="#br0" timeOffset="135033.31">7184 7823 756 0,'0'0'51'0,"0"0"-13"0,0 0-11 15,53-95-8-15,-31 76-5 0,1 6-3 0,3 3-2 16,3 6-2-16,0 4-2 0,1 0-1 15,2 7-2-15,-3 7-1 0,0 4-1 16,-6 4-2-16,-4 2 1 0,-2 0 1 16,-8 3-2-16,-9 1 2 0,0-2 3 0,-10-1-4 15,-12 0 4-15,-4-4-4 0,-7-3-3 16,-5-2 1-16,-2-6-3 16,-2-4-2-16,1-4-2 0,4-2-4 0,2-3-5 0,3-8-12 15,5-1-21-15,5-3-39 0,6-5-101 16,6 6-108-16</inkml:trace>
  <inkml:trace contextRef="#ctx0" brushRef="#br0" timeOffset="135401.24">7803 7256 761 0,'0'0'26'16,"0"0"3"-16,0 0-7 0,0 0 1 15,20-78-4-15,-14 72-5 0,1 0-4 16,0 4-4-16,3 2-1 0,-1 8-2 16,2 10 4-16,-3 8-2 0,-4 6 4 0,-1 6-3 15,-3 6-2-15,0 4 0 0,0 7 0 16,0 4-3-16,0 3 0 15,4 1 1-15,-1-1-4 0,3-1 4 0,0-4 2 0,1-2-5 16,0-5 3-16,1-3-3 0,0-4-2 31,-1-6 3-31,1-2-5 0,-4-4-6 16,4-5-9-16,-3-8-11 0,1-3-20 0,-2-4-25 16,-1-7-38-16,3-4-82 0,-3-4-93 15</inkml:trace>
  <inkml:trace contextRef="#ctx0" brushRef="#br0" timeOffset="135567.53">7788 7685 666 0,'0'0'39'0,"0"0"4"0,0 0-7 0,0 0-2 16,0 0-7-16,0 0-8 0,0 0-7 0,107 1-6 15,-65-1-3-15,3 0-3 16,4 0-3-16,-1 0-9 0,5 0-15 0,-1 0-30 15,-2 0-32-15,-6-1-47 16,-6 1-55-16,-15 0-74 0</inkml:trace>
  <inkml:trace contextRef="#ctx0" brushRef="#br0" timeOffset="136317.84">8365 7661 681 0,'0'0'64'0,"0"0"-13"0,0 0-13 15,0 0-8-15,0 0-13 0,0 0-6 16,0 0-6-16,-91-11-3 0,71 31-1 0,0 7 2 15,2 8-4-15,2 6 1 0,5 3 3 0,2 6-8 16,-1 0 7 0,9 3-6-16,1-1-2 0,1-2-1 0,9-4-8 15,3-4-3-15,7-7-4 0,2-8 1 16,4-7 4-16,0-8 2 0,3-8 8 0,1-4 5 16,-2-8 3-16,-1-11 3 0,-1-5 2 0,-2-5 0 15,-3-4 4 1,-1-4 0-16,-5-2 3 0,-5-4-1 0,-4-1 1 15,-6-4-2-15,0-1-5 0,-6 1 1 16,-10 2-4-16,3 5 2 0,-9 9-1 0,-2 8-1 16,-5 11 0-1,-4 6-1-15,-4 7 0 0,0 4 1 16,2 7-2-16,1 6 1 0,7 0-2 0,4 0 0 16,5-1 0-16,7-4 1 0,4-2-2 0,7-1 3 15,0-3-2-15,0 1 1 0,10 3 1 16,5-6 1-16,9-3-1 0,5-1 1 15,6-4-2-15,4-7-1 0,1-1 1 16,1-1-2-16,4-1 2 0,-3 0-2 16,-2 3 1-16,-1 4 0 0,-1 4 0 0,-5 3 0 15,-3 3-1-15,-2 9 1 0,-2 7-1 16,-4 4 2-16,-2 5 2 0,-3 2-4 0,-1 4 4 16,-7-2-5-16,1 1 1 0,-9-3 1 15,-1 1-1-15,0-4 1 0,-6-3 0 16,-3-2-1-16,-2-4 1 0,1-6 0 15,5-5 1-15,3-4 2 0,2-3-1 0,-1 0-1 16,-1 0 1-16,1-7-1 0,1-10 0 16,0-5 1-1,11-7-1-15,4-5 1 0,5-4-6 16,2-6 5-16,4-4-5 0,4-2 5 16,2 3 0-16,4 4-2 0,0 8 2 15,-6 13-1-15,-1 9 2 0,-5 13 2 16,-3 3 0-16,-1 15 2 0,-2 10-2 0,-2 5 1 15,-2 5 0-15,-1 3-2 16,0 1 3-16,-1 3-4 0,1-3 1 0,-3 0-3 16,1-2-2-16,0-2 1 0,-4-5-1 0,6-2 2 15,-3-5-1-15,2-6 1 16,-4-9-2-16,7-4-2 0,5-7 1 0,3-5-2 16,9-10 0-16,4-8-3 15,0-6-2-15,0-6-7 0,2-4-6 0,-3-5-10 16,0-3-11-16,-5 1-13 15,-7 4-17-15,-3 5-30 0,-7 13-116 0,-4 9-49 16</inkml:trace>
  <inkml:trace contextRef="#ctx0" brushRef="#br0" timeOffset="136883.1">10595 7888 610 0,'0'0'23'0,"0"0"1"0,0 0-2 15,0 0-6-15,0 0 0 0,0 0-1 16,0 0 3-16,0 0 1 0,0 0-3 0,0 0-3 15,-3-21-11-15,16 4 0 0,7-7-4 16,0-3 1-16,1-7 1 0,-1-5-1 16,0-6-1-16,-5-3 4 0,-2 0-1 0,-6 2 0 15,-6 5 4-15,-1 6-1 0,-8 10 0 16,-10 7 1-16,-9 6-2 0,-6 10 0 16,-12 2 1-16,-10 14 3 0,-7 8 0 0,-5 10 2 15,2 8-2-15,6 6 0 0,10 5-4 16,11 0 0-16,18 1-3 0,11-2 1 15,9-3 3-15,19-5-4 0,13-3 4 0,13-8-4 32,9-7 0-32,9-5 2 0,6-8-1 15,5-9 0-15,1-2 0 0,-1-2-2 16,-3-12-1-16,-5-3-4 0,-1-2-6 0,-10-6-14 16,-7-2-25-16,-10-3-28 0,-11-7-60 15,-8-3-102-15,-12-8-31 0</inkml:trace>
  <inkml:trace contextRef="#ctx0" brushRef="#br0" timeOffset="137166.49">11249 7011 686 0,'0'0'60'0,"0"0"-11"0,0 0-10 16,0 0-9-16,0 0-9 0,0 0-8 0,0 0-3 15,0 0-3-15,0 0 2 0,0 0-3 16,-22 42 1-16,13 2-3 0,2 8 0 15,4 8 2-15,-1 9-3 0,2 11 1 0,2 10-2 16,0 11-3-16,0 2 3 0,2 3 2 16,2 0-3-1,5-1 1-15,1-6-3 0,-3-4-2 16,2-8 1-16,0-10-2 0,-4-10 1 16,2-11-2-16,-4-10-3 0,0-10 1 15,-1-13-9-15,-1-10-3 0,1-6-3 16,-2-7-4-16,0 0-15 0,0 0-37 0,1 0-76 15,-1-17-145-15</inkml:trace>
  <inkml:trace contextRef="#ctx0" brushRef="#br0" timeOffset="137466.51">11549 7102 748 0,'0'0'54'0,"0"0"-12"15,0 0-13-15,0 0-9 0,0 0-7 0,0 0-6 16,0 0-2 0,0 0 1-16,0 0 0 0,-21 37 2 0,15 5 2 0,2 13-5 31,-1 8 2-31,1 12-4 0,1 10-3 0,-3 6 2 16,2 6-3-16,1 2 2 0,0 1 3 15,2-3-3-15,1-3 0 0,0-3 0 0,1-7-6 16,2-10 3-16,0-10-1 0,1-13 0 15,0-10-2-15,-1-9-1 0,-1-10-1 16,-1-12-9-16,2 1 0 0,-1-7-11 16,-1 1-4-16,2 0-17 0,-3-5-42 0,3-8-86 15,-2-9-127-15</inkml:trace>
  <inkml:trace contextRef="#ctx0" brushRef="#br0" timeOffset="137666.37">10868 7929 718 0,'0'0'46'0,"0"0"-4"0,0 0-7 16,84-34-17-16,-29 17 4 0,11 0-11 0,5 1-2 16,6 2-3-16,4 0-7 0,-2 3-4 15,-2 1-9-15,-3-1-17 0,-2 2-31 16,-5 0-80-16,-5 0-162 0,-7 0-3 0</inkml:trace>
  <inkml:trace contextRef="#ctx0" brushRef="#br0" timeOffset="138583.44">11883 7957 650 0,'0'0'43'0,"0"0"-10"15,0 0-12-15,0 0-5 0,0 0-4 16,0 0-1-16,0 0-1 0,0 0-2 0,0 0-3 16,-20 13-1-16,28-13-3 15,6-10 0-15,7-5-1 0,0-7 0 16,3-6-4-16,1-6 3 0,-2-5-5 0,-4-5 3 16,1-3 1-16,-5-2 0 0,-1 2 3 15,-2 4 0-15,-6 7 1 0,-1 12 2 0,-5 10-2 16,3 10 0-16,-6 4-1 15,-10 6 0-15,-10 10 0 0,-10 13 1 16,-3 9 0-16,-5 5 2 0,-2 4-2 0,2 1 1 16,5 2 2-16,6 0-5 0,7-1 4 15,8-4-6-15,7-1 1 0,8-4 1 0,0-7-2 16,15-4 3-16,4-7-1 16,9-7 1-16,2-8 1 0,6-7 0 0,5 0 0 15,-1-12-1-15,3-6 0 16,1-5-1-16,2-6 0 0,2-3-1 0,-2-5 1 15,2-5 1-15,-3-3-5 16,-6-1 5-16,-6 4-5 0,-4 3 5 0,-5 7 0 16,-6 7-1-16,-5 10 0 0,-6 8-1 15,-4 4 1-15,-3 3 0 0,0-2 0 16,0 2 1-16,3 3 0 0,0 7 2 16,-2 3-3-16,-1-1 1 0,0 0-1 15,0-6 0-15,0 0 0 0,0-6 0 16,0 0 1-16,0 0 1 0,0 2 1 0,0-1 0 15,0-1-1-15,0 0-2 0,0-1 1 16,0-16-1-16,-4-6 1 0,1-6-1 16,-1 0 1-16,-2 5-1 0,-1 8 0 0,-2 3-1 15,-4 9 0-15,-4 4 0 0,-9 9 1 16,-5 14 1-16,1 7 0 0,-2 8 1 16,5 6-1-16,3 5 2 0,7 1 3 0,5 1-3 15,7 2 1-15,5-3-3 0,0-4-2 16,10-3 2-16,6-7-1 0,7-5 3 0,4-8 1 15,7-6 1-15,2-6 0 0,4-8-1 16,2-3 0-16,3-14 0 0,3-6-1 31,1-5-2-31,-1-7 1 0,-1-6-2 16,-2-8 0-16,-4-8-1 0,-2-10-4 0,-9-10 2 16,-1-11-4-16,-9-11 1 0,-2-7 4 15,-7 0-1-15,-2 4-1 0,-8 11 5 16,-1 14-3-16,0 16 3 0,0 21 3 0,-4 12-1 15,1 11 1-15,2 9 0 0,1 1-2 16,-3 4 2-16,-3 13 0 0,0 12 0 16,-1 8 0-16,3 8 0 0,4 6 3 0,0 6-2 15,2 8 1-15,4 6-4 0,0 4-2 16,0 6 1-16,0 4-1 0,1-1 1 16,0-2 3-16,0-4-4 0,1-5 3 0,4-9-4 15,2-8-2-15,3-11 1 0,2-8-1 16,2-10-4-16,1-6-3 0,-1-9-5 15,0-7-6 1,1-1-6-16,-2-9-13 0,0-8-22 0,-4-6-31 0,-3-6-60 0,-3-4-131 16</inkml:trace>
  <inkml:trace contextRef="#ctx0" brushRef="#br0" timeOffset="138783.25">12955 7522 645 0,'0'0'83'0,"0"0"-14"16,0 0-20-16,84 8-15 0,-35-14-11 0,7-6-6 15,5 0-4-15,7-3-4 0,2 1-3 16,2-1-2-16,-4 1-4 0,-3 2-2 16,-6 0-4-16,-4-2-12 0,-10 2-17 0,-9 0-43 15,-8-2-106-15,-10 4-131 0,-13-4 1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3T03:08:45.5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3123 7361 342 0,'0'0'29'0,"0"0"2"0,0 0-1 15,0 0-2-15,0 0-1 0,0 0-3 16,-52 98-4-16,52-65-4 0,0 5-2 0,6 2-1 16,-2 1-4-16,2 1 3 0,0-1-3 15,-1-2 1-15,-2-1-2 0,0-3 1 0,-1-1 1 16,-1-2-4-16,-1-4 4 0,0-6-4 16,0-4-2-16,0-6 2 0,0-6 2 15,0 0 9-15,0-6 8 0,0 0 0 16,0 0-4-16,-3-3-9 0,-3-12-7 15,-2-12-4-15,-4-13-5 0,-1-10 4 0,-4-9-3 16,-3-12 2 0,-2-8 3-16,-1-9-4 0,-2-8 2 15,2-4-2-15,3-5-1 0,1-2 2 16,10-2-3-16,1 8 2 0,8 8 3 16,0 14-3-16,14 16 2 0,8 12-1 15,1 13-5-15,6 11 6 0,6 9-8 16,1 9 8-16,0 6 0 0,0 3 1 0,3 3 6 15,3 7-5-15,-3 4 4 0,3 1-6 0,-2 3 0 16,-5 1 1-16,0 2-2 0,-5 3 3 16,-5 4-3-16,-6 4 0 0,-8 7-1 15,-5 8 1-15,-9 8-2 0,-13 5 2 16,-14 7-2-16,-6 3 3 0,-12 0 4 16,-7-3-4-16,-6-3 5 0,-5-5-3 0,-2-9-2 15,3-9 1 1,6-8 0-16,9-10 2 0,10-10-1 0,15-5 2 0,5-8 0 0,4 0-2 15,9-6 0-15,1-9-3 0,6-2 0 16,9 0 0-16,14-3 2 0,4 8 0 31,5 6 3-31,6 6-2 0,1 3 2 16,6 14 1-16,0 6 1 0,1 7 2 0,-1 7-3 16,-1 2 0-16,1 4-4 0,0-1 0 0,0-1-2 15,1-3 2-15,-1-5-2 0,1-2 1 16,2-3-1-16,1-8-3 0,-1-3-3 15,-2-4-12-15,-2-6-22 0,-3-4-46 16,-6-3-102-16,-3-2-103 0</inkml:trace>
  <inkml:trace contextRef="#ctx0" brushRef="#br0" timeOffset="1117.6">3893 7550 67 0,'0'0'37'0,"0"0"-3"0,0 0 1 15,0 0 5-15,0 0 7 0,0 0 5 0,0 0 1 16,0 0-2-16,0 0-4 16,-15-23-4-16,15 18-5 15,0 0-4-15,0 0-4 0,0 5-4 16,0-2-5-16,0 2-5 0,0-1-6 16,-3-1-6-16,3 1-4 0,0 1 1 15,0 0 0-15,0 1 2 0,-3 14 0 16,3 8 0-16,0 8-2 0,0-3 1 0,0 0-2 15,0-1 1-15,3-3-1 0,0-1 1 0,6-5-2 16,-2-1 2-16,0-6-2 0,3 0 2 16,-1-4 0-16,2-2-1 0,1 1 2 15,-3-4-2-15,4-2 1 0,3 0 0 16,1-2 1-16,6-6-2 0,-1-2 1 16,-5-3-2-16,2-1 2 0,-3-1-1 0,-3-3 0 15,3-2 0-15,-6-1 0 16,1 0 0-16,-3 6 0 0,-4 0 1 0,-1 4 0 0,-3 7 2 15,3-1-2-15,-3 5 1 0,0-2 0 16,0 2-4-16,0-1 0 0,0 1 0 16,0-2 0-16,0 2 1 0,0 0 2 15,0 2 0 1,-3 9 0-16,0 4 0 0,0-3-1 16,0 6 0-16,2 0 0 0,1-4-1 0,0 6 1 15,0-1 0-15,0-2-1 0,6 4 3 16,-2-6-3-16,3-2 1 0,3-4 0 15,-4-3 0-15,9 1 0 0,2-2 2 16,-1-5-2-16,10 0 1 0,-3-2-1 16,3-8-3-16,0-3 2 0,-3-3 0 0,-1-4 0 15,-2-1 1-15,-1-5-2 16,-3-3-5-16,-3-1 2 0,-3 0-2 0,-3 1 4 0,-4 1 1 16,0 9 1-16,-3-1 0 0,3 9 0 15,-3 5 0-15,0 0 0 0,0 0-1 16,0 0-7-16,0 0-14 0,0 2-21 15,0 4-37-15,0-2-59 0,0 2-107 0</inkml:trace>
  <inkml:trace contextRef="#ctx0" brushRef="#br0" timeOffset="1433.26">4682 6893 545 0,'0'0'56'0,"0"0"-10"0,0 0-7 16,0 0-11-16,0 0-7 0,0 0-7 15,0 0-3-15,0 0-5 0,0 0-3 16,-32-32 1-16,25 50 0 0,-3 9 0 16,7 8 2-16,-1 6-1 0,2 3 0 0,1 5 0 15,1 3-1-15,0 3 2 16,0 3-4-16,0 1 2 0,0 2-4 0,0 1-1 0,1-1 0 15,2-5-1-15,0-4 2 0,0-8-2 16,1-8 1-16,-1-11 0 0,0-6-1 31,-2-8 1-31,1-6-2 0,-1-1 1 16,-1-4 0-16,0 0-3 0,0 0-10 0,5 0-14 16,-1-7-22-16,2-12-30 0,2-8-56 0,-2-6-118 15</inkml:trace>
  <inkml:trace contextRef="#ctx0" brushRef="#br0" timeOffset="2318.02">4788 7079 581 0,'0'0'62'16,"0"0"-10"-16,0 0-11 0,0 0-12 0,0 0-5 0,0 0-9 16,0 0-3-16,0 0-3 0,0 0-7 15,0 0 4-15,56-30-2 0,-46 56 1 16,-4 6 0-16,-3 4-1 0,-3 5 5 15,1 4-5-15,-1 4 2 0,0 0-4 0,0 2-4 16,0 3 1-16,0-1-1 16,0 0 1-16,3-3-1 15,0-5 1-15,0-7-1 0,4-4 1 16,0-8 0-16,-2-10 0 0,2-2 1 16,-3-8 1-16,6-5 1 0,3-1 0 15,2-1 0-15,8-13-1 0,-1-6 1 16,-2-7-1-16,0-5 0 0,0-6-1 0,-2-1 0 15,2-1-1-15,-3 5 2 0,1 5-2 0,-4 8 1 16,-2 8-1-16,-5 6 0 0,-1 7-1 16,4 1 1-16,-1 12 0 0,5 4 0 15,-5 7 2-15,-2 1-2 0,2 4 0 16,-1 1 0-16,1-1 2 0,1 3-2 16,0-4 2-16,5 1-2 0,-2-3 1 0,1-3-1 15,2-6 1-15,0-2-1 16,-6-5 1-16,6-5 0 0,0-4 0 0,6-1 0 0,5-10 0 15,2-7 0-15,-3-7 0 0,1-6 1 16,-2-8-2-16,0-5 1 0,-1-3 0 16,-1-2-4-16,-4 3 1 0,-3 4 2 15,0 4-1 1,-3 4 3-16,-6 14-1 0,-2 1 0 16,-4 8 1-16,2 7-1 0,-3-1-1 0,0 5-1 15,0 0 0-15,-4 5 0 0,-7 9 3 16,-4 7-1-16,0 5 0 0,1 4 0 15,2 3 0-15,2 1-1 0,3 2 2 16,1 1-3-16,6 0 2 0,0 0-1 16,3-5 1-16,8-3-1 0,1-5 2 0,5-5-1 15,1-6 2-15,3-4 0 16,5-4 0-16,3-5 0 0,0-2-1 0,6-8-1 0,-2-5 1 16,2-5 1-16,-3-5 0 0,-2-2 1 15,-1-5-3-15,0 0 2 0,-5 0-1 16,0 4 0-16,-1 3-1 0,-3 4 3 15,3 4-2-15,-8 6 2 0,0 4 0 0,-3 4-1 16,0 3 2-16,5 0-2 16,-4 2 0-16,6 8 0 15,-6 5-1-15,0 3-2 0,-3 7 1 16,-4 4-1-16,-2 3 1 0,-1 4 1 16,-3 0-2-16,0-1 0 0,-3 0 0 15,0-6 0-15,3-1 1 0,0-12 0 16,0 0 0-16,7-5 1 0,5-2 0 0,7 1 0 15,3-6 1-15,5-4 0 16,6 0 0-16,2-4 0 0,7-6-2 0,-2 3 0 0,1-2 0 16,-1 0-2-16,-5 0 0 0,-5 1-2 15,-5 0-2-15,-9 4-2 0,-6 1-3 16,-3-2-9-16,-4 4-12 0,0-2-25 16,3 1-25-16,-6-2-52 0,-12-4-86 0,-8-4-39 15</inkml:trace>
  <inkml:trace contextRef="#ctx0" brushRef="#br0" timeOffset="2500.3">4614 7163 495 0,'0'0'24'15,"0"0"10"-15,0 0 1 0,0 0-7 16,0 0-9-16,123-20-8 0,-61 14-7 15,6-2-3-15,10-1-8 0,5 2-43 16,2-4-199-16,3 1-22 0</inkml:trace>
  <inkml:trace contextRef="#ctx0" brushRef="#br0" timeOffset="2899.92">7532 7092 456 0,'0'0'-42'16,"0"0"4"-16,-81-25 14 0,57 13 29 16,1-3 21-16,5 0 6 0,2 0 0 15,6-4-3-15,3 7-3 0,1-3 0 16,2 4 2-16,-2-1 5 0,5 2 3 0,-5 0 5 15,1 2-4-15,1 3-4 0,4 2-7 16,-6 3-6-16,-5 0-2 0,-4 4-5 0,-5 12-1 16,3 5-3-16,2 8 0 0,2 6-3 15,2 4 3-15,3 7-4 0,4 5 2 16,1 5 3-16,3 5-4 0,6 7 1 16,6 5-6-16,3 6-2 0,3 5 2 0,-1 1-2 15,5-2 1-15,-3 0 1 0,-1-4-4 16,-3-1 3-16,2-5-4 0,-4-3-2 0,-1-7 0 15,-2-4-6-15,-3-9-3 0,2-5-12 16,-5-15-10-16,-1-6-15 0,0-10-11 16,-3-8-11-16,1 2-44 0,-2-8-81 31,-12-13-48-31</inkml:trace>
  <inkml:trace contextRef="#ctx0" brushRef="#br0" timeOffset="3517.87">6429 7703 638 0,'0'0'20'16,"0"0"-6"-16,0 0-5 0,0 0 1 0,0 0 4 15,117-57 2-15,-46 42-3 0,11-1-3 16,11 0-3-16,5 0-5 0,2 1-2 0,1 0-3 16,0 1-1-16,-5 0-4 0,-7 3-4 15,-9-1-9-15,-9 0-1 0,-9 4-1 16,-14 0 9-16,-18 2 7 0,-8 3 7 15,-12 0 8-15,-4 1 5 0,-2 2 5 0,-4 0 0 16,0-1 1-16,0 1-5 0,0 0-3 16,2 0-2-1,-2 0-1-15,-3 8-3 0,-6 3 0 16,-3 6-2-16,1 3-1 0,-1 1-1 16,-2 5-1-16,5 1-2 0,-1 2 0 15,1 0-2-15,4 0 2 0,2-2-2 16,3-1 0-16,0-3 0 0,0-8-1 0,1 0 0 15,2-6 1-15,-1-4 1 0,3 2 2 16,-2-4 0-16,-3 1 2 0,4 0 2 0,-2-4-1 16,2-8 1-16,1-8 0 0,-1-9 0 15,4-4 0-15,0-4 2 0,-1-5-1 16,7-1 2-16,1 2 0 0,5 2 2 16,1 5 0-16,3 3 2 0,5 5-1 0,0 6-2 15,3 4 0-15,1 5 0 0,5 7-2 16,-1 0-2-16,-1 5-2 0,-1 9-2 0,-3 2 1 15,-3 4-1-15,-3 5 1 0,-6 0 0 16,-1 2-1-16,-6 1-1 0,-5-1 0 31,-3-2-1-31,-5-7 2 0,0-2 1 16,-2-2 1-16,-2-5 0 0,-3-1 1 0,3-5 0 16,-5-3 1-16,0-7-1 0,-2-9 0 0,5-7-1 15,4-7-1-15,2-5 1 0,5-3-2 16,6-1 1-16,4 2-1 0,3 2 0 15,3 8-1-15,2 2 0 0,1 7-2 16,2 6 0-16,0 5-8 0,1 5-8 16,-1 2-14-16,1 5-26 0,2 9-24 0,-3 2-60 15,3 2-101-15</inkml:trace>
  <inkml:trace contextRef="#ctx0" brushRef="#br0" timeOffset="4014.63">8829 7492 615 0,'0'0'61'15,"0"0"-11"-15,0 0-12 0,0 0-8 16,0 0-7-16,18-82-3 0,-15 72-4 16,-2 5 0-16,-1 0-5 0,0-2-2 15,0 4-5-15,-13 1-2 0,-10 2-2 16,-6 2 0-16,-7 11 0 0,-5 7-1 0,0 5 0 15,0 5 0-15,3 4 0 0,5 0-2 16,4 2-1-16,9 1 0 0,7-4-1 0,7-4 2 16,6-3-1-16,0-6 2 0,12-5 0 15,2-7 2-15,8-5 1 0,4-3 1 16,1-10-1-16,4-8 1 0,-1-6-2 16,0-6 0-16,-1-7 2 0,-1-4-1 0,-2-4 2 15,-4-5-2-15,-4-2 2 0,-2-3-3 16,-3-4-3-16,-3-3 3 0,-4-6-3 0,1-9 2 15,-5-1 3-15,-1-4-3 0,-1 5 5 16,0 10-2-16,-1 12 2 0,-3 16 3 31,1 12-4-31,1 14 0 0,2 8-1 16,0 5-2-16,0-1 0 0,-1 1-1 0,-4 11 1 16,1 9 1-16,1 12-2 0,2 6 1 0,1 11-1 15,0 8 1-15,1 6-1 0,5 4 2 16,0 2-2-16,0 0 3 0,-1-1 2 15,4 2-4-15,0-3 3 0,5-2-5 16,2-6-3-16,6-5-1 0,2-7-6 16,5-11-7-16,1-4-14 0,1-9-21 0,-5-8-35 15,3-6-74-15,-6-9-125 0</inkml:trace>
  <inkml:trace contextRef="#ctx0" brushRef="#br0" timeOffset="5083.22">10183 7389 506 0,'0'0'69'16,"0"0"-11"-16,0 0-12 0,0 0-4 16,0 0-8-16,0 0-8 0,0 0-6 0,0 0-10 15,0 0-5-15,-52-53-2 0,52 53 0 16,7 4 0-16,7 9-3 0,4 8 1 0,-2 3-1 15,-2 5-1-15,-1 3 1 0,-3 3-4 16,-4 1 2-16,-1-1 0 0,-5-3 0 31,0-3 0-31,-2-5 2 0,-1-7-2 16,0-6 1-16,2-7 1 0,1-4 0 0,-2 0 0 16,2 0 1-16,2-12 1 0,8-9 0 15,7-14-1-15,3-5-1 0,4-5 1 0,3-1-2 16,4 1 2-16,-1 2-1 0,-1 5 0 15,0 5-1-15,-5 8 0 0,-6 9-2 16,-7 7 2-16,-1 7-1 0,-1 2 2 16,4 11 0-16,-1 7 0 0,-5 3 1 0,0 3-2 15,-4 4 2-15,-3 1 0 0,0 0 1 16,0 1-2-16,0-3 1 0,0-7-2 0,0-2 1 16,0-6 0-16,-2-6 0 0,2 1 1 15,0-7 0-15,0 0 1 0,0 0-2 16,0 0 1-16,11-8 0 0,2-11-1 15,7-4 1-15,0-7 0 0,3-2-2 0,-2-2 2 16,2 0-1-16,0 1 1 0,-1 2-2 16,-1 6 1-1,1 5-1-15,-9 8 0 0,3 7 0 16,-3 5 1-16,1 5 0 0,1 8 0 16,-5 6 1-16,4 2-1 0,-5 2-1 15,2 3 1-15,0-1 1 0,-3 3-1 16,4 1 2-16,-1-2-3 0,1 0 0 0,2-1 0 15,0-2 1-15,0-3 0 0,-1-4 2 16,4-3-2-16,-8-6 0 0,6-4 0 0,0-4-2 16,0 0 2-16,8-1 0 0,-3-12-1 15,-2-4 0-15,0-5 1 0,-3-7-2 16,2-2 2-16,0 0-1 0,-2-3 1 16,2 2 0-16,-2 4 1 0,-1 5 0 0,-4 6 0 15,-4 8 0-15,-3 6 0 0,-3 3-2 16,0-2 1-16,0 2 0 0,3 0 1 0,0 7 0 15,1 6 1-15,0 9 2 0,-2 2-4 16,-1 3 1-16,-1 4-1 0,2 2 0 31,-1 1 0-31,2 0 0 0,0-2 0 16,0 0 0-16,4-5-1 0,2-1 1 0,-2-6-2 16,5-4 2-16,-1-6 0 0,2-4 2 15,4-5-2-15,4-1 0 0,6-4 0 0,2-12 0 16,0-5 2-16,-1-6-3 0,-1-7 2 15,-4-3 0-15,-1-6 1 0,-2-3 0 16,-7 1 0-16,-3-2-2 0,-7 1 3 16,-3 5-3-16,-6 3-3 0,-9 8 4 0,-7 8-4 15,0 8 3-15,-5 8 1 0,-5 6-2 16,-3 4 5-16,-1 10-6 0,0 6 3 0,6 2-5 16,1 4-5-16,3 3-10 0,7 3-24 15,6 4-33-15,7 2-89 0,6 3-123 16</inkml:trace>
  <inkml:trace contextRef="#ctx0" brushRef="#br0" timeOffset="5617.4">12083 7556 582 0,'0'0'62'0,"0"0"-8"0,0 0-10 0,29-82-11 16,-26 65-5-16,-3 0-5 0,0 7-5 16,0-5-4-16,-9 1-4 0,-4 3-2 15,-7-1-3-15,-3 6-2 0,-9 6 0 16,0 0-3-16,-7 6 0 0,0 9-1 16,-3 4 0-16,3 7-2 0,7 4 2 0,3 4-3 15,8 3 1-15,8 0-1 0,5-2-1 0,8-4 2 16,0-5 1-16,9-5 0 0,10-5 2 15,0-6 0-15,5-7 1 0,2-3 0 16,3-5 0-16,3-11-1 0,0-5 1 31,1-8 0-31,0-4-1 0,1-5 2 16,-4-5-3-16,-1-2 3 0,-2-5-1 0,-2-2 0 16,-5-6 0-16,-4-2-5 0,-1-9 3 0,-7-5-2 15,-5-6 1-15,-3-4 6 0,-3 4-4 16,-8 5 4-16,-4 13-2 0,2 13 1 15,0 14-1-15,3 14 0 0,3 10-2 16,-2 10-1-16,2 1 1 0,-6 13-4 16,1 10 4-16,5 9-2 0,3 8 1 0,2 9 0 15,2 6 1-15,0 5-2 0,0 4 2 0,2-1-2 16,-1 3 4-16,2-3 1 0,0-2-3 16,3-3 1-16,1-5-4 0,4-5-2 15,4-5 0-15,5-5-4 0,5-6-4 16,2-3-6-16,5-7-11 0,0-5-12 15,1-5-20-15,0-6-19 0,-2-3-32 0,-4-3-32 16,-2 0-29-16</inkml:trace>
  <inkml:trace contextRef="#ctx0" brushRef="#br0" timeOffset="6234.45">12525 7541 368 0,'0'0'88'15,"0"0"-11"-15,0 0-18 0,0 0-8 0,0 0-7 16,0 0-8-16,0 0-7 0,0 0-6 16,0 0-5-16,0 0-3 0,9 0-6 15,-7 0-1-15,2 0-1 0,10 0-4 16,1 0 0-16,5-3-2 0,-1-6-1 16,1-3 0-16,2-3 0 0,-2-5-1 0,0-3 1 15,0-4-1-15,-2-2 0 0,-4-3 0 0,-3 0 1 16,-3 0-2-16,-2 2-3 0,-6 4 4 15,0 8-4-15,0 2 6 0,-4 9-2 16,-6 3 0-16,-9 2 6 0,0 2-4 31,-9 10 4-31,1 7-5 0,1 4-2 16,4 5 2-16,-1 4-1 0,4 5 1 0,5 2-1 16,1 1 2-16,6 1-2 0,2-1 2 0,5-1-2 15,0-2 2-15,5-6-2 0,5-4 0 16,6-5 1-16,1-5 2 0,6-6 0 15,5-4 0-15,2-5 0 0,8-2-2 16,3-8 2-16,3-7-2 0,2-4 0 16,-1-8 0-16,-1-6 1 0,-3-4-1 0,-2-6 1 15,-2-5-1-15,-6-3 1 0,-3-6-2 0,-5-6-3 16,-7-5 2-16,-2-6-3 0,-6-5 3 16,-7-1 4-16,-1 5-1 0,-1 9 3 15,-7 9-3-15,-1 13 2 0,-2 13 0 16,4 12 0-16,1 10-1 0,3 8 2 15,-3 3-3-15,-5 4-1 0,-2 12 1 0,-6 9-2 16,10 10 2-16,3 8 0 0,1 8 1 0,2 9-1 31,2 5 2-31,-1 5-3 0,1 3 6 16,1 1 0-16,0 1-4 0,0-3 3 16,0 0-6-16,7-3-2 0,6-2 2 15,1-6-4-15,8-7 2 0,5-5-3 16,4-9-4-16,5-9-8 0,2-8-13 0,2-7-28 15,-1-8-36-15,-4-8-84 0,-2 0-112 0</inkml:trace>
  <inkml:trace contextRef="#ctx0" brushRef="#br0" timeOffset="132733.29">20049 5636 338 0,'0'0'58'0,"0"0"-4"16,0 0-12-16,0 0-5 0,0 0-10 15,0 0-9-15,0 0-9 0,0 0-3 0,0 0-3 16,0 0 3-16,-43-12 3 0,39 44 0 15,4 5 0-15,0 8 0 16,0 5 2-16,5 6-4 0,0 3 2 0,-2 3-2 16,1 5-6-1,-1 3 2-15,-2-1-3 0,2 2 2 16,-1-5-2-16,-2-3 2 0,0-7 4 16,0-8-4-16,0-5 4 0,0-8-3 0,-2-13-2 15,1-2 1-15,-1-8-2 0,2-7 0 16,0 1-1-16,0-6-1 0,0 0-5 15,0 0-3-15,0 2-17 0,0-2-30 16,0 0-79-16,-1 0-127 0</inkml:trace>
  <inkml:trace contextRef="#ctx0" brushRef="#br0" timeOffset="133133.43">19863 5691 480 0,'0'0'48'0,"0"0"-7"15,0 0-12-15,0 0-3 0,0 0-3 16,0 0 3-16,0 0 1 0,0 0-1 0,0 0-7 31,53 102-2-31,-35-60-1 0,5 3-7 16,3 4 1-16,3 3-8 0,4 1-1 16,2-1 1-16,4 3-3 0,4 0 3 15,4-2-2-15,3-3 0 0,1-4-1 0,2-7 2 16,-2-6-2-16,-3-4 2 0,-2-4-1 15,-4-5 1-15,-6-5 4 0,-4-5-4 0,-11-2 5 16,-8-4-3-16,-3-4 3 0,-4 0-1 16,2-10-3-16,2-10 2 15,-8-9-6-15,0-9 2 0,-2-12 1 0,0-11-1 16,0-7 2-16,-3-11-2 0,2-5 2 16,1-3-2-16,0-5-4 0,0 3 4 0,1 4-4 15,3 12 2-15,1 16 3 0,-2 20-6 0,0 17 2 16,-2 13-3-16,1 7-1 0,1 10 2 15,2 13-1-15,2 11 1 16,2 3-10-16,0 3-8 0,4 1-20 0,1 2-27 16,2-3-59-1,3 3-137-15</inkml:trace>
  <inkml:trace contextRef="#ctx0" brushRef="#br0" timeOffset="133495.29">21167 6310 603 0,'0'0'58'15,"0"0"-5"-15,0 0-10 0,0 0-8 0,0-94-9 16,0 75-7-16,0 7-3 0,0 6-3 15,0 0-4-15,0 6-2 0,0-2-3 0,0 2-4 16,0 0-1-16,0 0-1 0,0 11 0 0,-1 9 2 31,1 9 1-31,0 3-2 0,0 1 2 16,0 0-2-16,1-1 1 0,4-1 0 16,0-4 1-16,0-3-2 0,-3-8 2 15,1-6-2-15,-1-5 1 0,-1-2 0 16,1 1-1-16,-1-1 0 0,2 2-1 0,-3-5-1 15,0 0-2-15,0 0-9 0,2 0-10 0,-2 0-23 16,0-12-32-16,0-8-58 0,-3-9-154 16,-8-4 14-16</inkml:trace>
  <inkml:trace contextRef="#ctx0" brushRef="#br0" timeOffset="133650.31">21107 5569 588 0,'0'0'35'0,"0"0"-8"0,0 0-8 15,0 0-7-15,0 0-5 16,0 0-4-16,0 0-3 0,0 0-4 0,0 0-4 16,0 0-8-1,72 44-19-15,-58-18-40 0,5 4-94 16,-1 0-95-16</inkml:trace>
  <inkml:trace contextRef="#ctx0" brushRef="#br0" timeOffset="134167.72">21412 6419 294 0,'0'0'57'0,"0"0"2"0,0 0-7 0,0 0-10 31,0 0-4-31,0 0-6 0,0 0-2 16,0 0-5-16,0 0-4 0,0 0-6 0,43-10-8 16,-23-1-4-16,3-3-3 15,2-3 2-15,1-3-2 0,0-2 2 0,-3-3-1 16,0-2 1-16,-3-1-2 0,-3-3 2 15,-3-1-1-15,-7 2 1 0,-3-1 1 0,-4 4 0 16,0 3-1-16,-7 4 1 0,-4 4-3 16,-4 3 1-16,-5 4-1 15,-3 8 0-15,-5 1 0 0,-1 5-1 0,-1 8 2 16,1 7-2-16,2 4 0 0,2 8 0 16,4 4-1-16,6 7 1 0,3 2 1 0,7 3-3 15,5-3 3-15,0-3-2 0,14-5 0 0,8-5 1 16,5-6 1-16,11-7-1 0,4-4 3 15,8-5-1-15,3-7 1 16,3-3-2-16,2 0-1 0,-1-11-2 0,0-4-6 16,-6-4-9-1,-4-3-13-15,-8-3-13 0,-5-3-20 16,-11-6-22-16,-6-2-21 0,-8-7-8 16,-5-5-1-16,-4-6 31 0</inkml:trace>
  <inkml:trace contextRef="#ctx0" brushRef="#br0" timeOffset="134416.79">22081 5850 14 0,'0'0'79'0,"9"-115"11"15,-5 69 7-15,0 10 1 0,-2 11-17 0,-1 10-8 16,-1 3-16-16,0 6-10 0,0 0-10 0,0-1-9 16,0 7-5-16,0-1-7 0,0 1-6 15,0-2-3-15,0 2-2 0,-3 0 1 0,-2 7 2 16,-2 9 2-16,-1 11 1 0,4 5-1 16,2 6-2-16,1 4-1 15,1 2 3-15,0 3-5 0,1 0 2 0,5 1-4 16,0 4-4-16,3 0 1 0,1 1-2 15,0 1 1-15,2 1-2 0,-1-3 2 0,-2-2-3 16,0-6 1-16,-1-4-4 0,-2-5-3 0,0-4-9 31,-2-10-10-31,0-1-15 0,-1 0-30 16,0-7-50-16,4 4-89 0,-4-7-57 16</inkml:trace>
  <inkml:trace contextRef="#ctx0" brushRef="#br0" timeOffset="134833.54">22770 6096 561 0,'0'0'57'0,"0"0"-9"15,0 0-11-15,0 0-10 16,0 0-12-16,0 0-8 0,0 0-4 0,-85-50-2 16,62 57-1-16,3 8 0 0,1 3-2 15,1 4 1 1,0 2-1-16,7 2-1 0,2 0 2 16,6-3-1-16,3-1 0 0,1-1 2 0,10-1-1 15,4-1 2-15,3-3-1 0,5-1 1 16,3 0 0-16,0-1 0 15,2-2-1-15,1 2 2 0,0 1-1 0,-2 1 1 16,-2-3-1-16,-2 2 1 0,-6-1-2 16,-6-5 3-16,-3-3-1 0,-7 2 1 0,-1 1 1 15,-6 4 1-15,-9 3 4 0,-7-4-8 0,-6-2 5 16,-5-3-7-16,-3-6-1 0,1-1 2 16,1 0-8-16,-1-3 1 15,5-3-21-15,1-2-26 0,3 1-68 0,10 2-168 16,-2-2 15-16</inkml:trace>
  <inkml:trace contextRef="#ctx0" brushRef="#br0" timeOffset="135266.91">24282 5738 557 0,'0'0'39'16,"0"0"-6"-16,0 0-5 0,0 0-4 16,0 0-6-1,0 0-2-15,0 0 1 0,0 0-1 16,0 0-1-16,0 0 1 0,55 45 1 16,-44-4-9-16,-2 6 3 0,0 2-8 0,-2 1-3 15,2 0 1-15,-2 0-4 0,-1 0 4 16,1-3-3-16,0-3 2 0,0-5-1 15,2-7-1-15,0-4-1 0,-2-10-1 16,0-4-4-16,-1-5-11 0,-3-6-11 0,0 2-17 16,-3-5-22-16,0 0-51 0,0-2-150 15</inkml:trace>
  <inkml:trace contextRef="#ctx0" brushRef="#br0" timeOffset="135767.71">23678 5669 551 0,'0'0'43'31,"0"0"-8"-31,0 0-8 0,0 0-4 16,0 0-3-16,76-70-2 0,-28 52-3 16,8 1-5-16,8 2-3 0,4 5-5 15,6 2-1-15,1 4-2 0,2 2-1 0,-1 2 0 16,-3 4-2-16,-5 9-1 0,-6 5 0 15,-7 3 0-15,-8 5 0 0,-11 1 2 0,-10 3-2 16,-10 1 3-16,-10-1 1 0,-6 1 1 16,-11 1 1-16,-15-2 0 0,-8 0 4 15,-8 1-4-15,-7-3 5 0,-4 0-5 16,-1-2 1-16,-1-3-1 0,5-5-1 0,8-2 2 16,8-3-1-16,13-5 0 0,11-3 0 15,5-3 0-15,5-2 1 0,0 0-1 0,18 0 2 16,11 0-1-16,11 1 0 0,11-1-1 15,2 2 0-15,6 2 0 0,2 4-1 16,1 4 0-16,0 3 1 0,1 6-1 16,-6 4 0-16,-4 2 1 0,-4 3-3 15,-10 1 3 1,-7-3-2-16,-8 0 2 0,-12-2-1 16,-7-2 2-16,-5-3-1 0,-18 1 2 0,-10-4 0 15,-9 0-2-15,-11-3 1 0,-6-1-1 16,-6-2 1-16,-7-4-2 0,1-3 0 15,-1 0 0-15,5-3 1 0,3-2-2 16,8 0-1-16,5 0-1 0,16 0-6 0,5 0-4 16,10 0-17-16,9 0-23 0,0 0-29 15,6 0-54-15,0 3-122 0</inkml:trace>
  <inkml:trace contextRef="#ctx0" brushRef="#br0" timeOffset="136217.63">25466 6237 643 0,'0'0'45'15,"0"0"-7"-15,0 0-9 0,8-79-8 16,-8 67-5-16,-3-3-8 0,-8 5-2 0,-3 5-3 15,-6 3-1-15,-6 2-3 0,-3 12 1 0,-3 8-1 16,-1 5 1-16,-1 9 1 0,3 3-1 16,2 0-1-16,6 4 1 0,6-1-2 15,6-2 2-15,7-3-3 0,4-2 2 16,6-4 2-16,11-3-5 0,6-4 4 0,8-5-3 16,3-5 1-16,8-4 1 0,0-7 3 15,4-1-2-15,-1-7 2 0,0-7 1 0,-3-6-5 16,-1-2 5-16,-7-7-5 0,-2-3 4 15,-7-3 1-15,-7-6-1 0,-6-6 2 16,-9-3-4-16,-3-3 3 0,-7 0-3 16,-11 1 1-1,-8 5-1-15,-6 7 1 0,-5 10-2 16,-4 7 2-16,-2 9-1 0,-6 9-1 16,-3 5 0-16,1 10-1 0,1 9-1 0,6 6-2 15,4 6-4-15,9 6-16 0,9 5-15 16,7 0-32-16,7 1-49 0,6-2-137 15,2-1-16-15</inkml:trace>
  <inkml:trace contextRef="#ctx0" brushRef="#br0" timeOffset="136750.31">25771 5566 606 0,'0'0'66'0,"0"0"-12"16,0-77-15-16,0 72-9 0,0 5-11 0,0-2-8 16,0 2-5-16,0-1-3 0,2 1 0 31,5 6 0-31,2 14 1 0,5 9-1 16,-2 10 0-16,1 7 0 0,-3 5 0 15,2 4-1-15,-2 3-2 0,0 1 4 0,-3 0-4 16,3 2 2-16,-4 1-2 0,0 3-2 15,0 0 1-15,-1-1-1 0,2-3 2 0,1-5-3 16,-2-6 2-16,-1-6-2 0,0-6 1 16,-2-6 4-16,1-11-4 0,-3-7 6 15,1-8-4-15,-2-6 0 0,0 0 2 16,0 0 0-16,4 0 0 0,3-4-3 16,2-13 2-16,4-8-3 0,-1-5 2 0,-1-7 0 15,2-5-2-15,-1-3 4 0,2-1-2 0,1 2 0 16,1 6-2-16,-2 8 0 0,-3 12 1 15,3 7 1-15,3 8-1 0,-1 3 1 16,7 9-1-16,-1 9 1 0,-2 8 0 16,-1 4-1-1,0 4 2-15,-1 2-2 16,0-1 1-16,-1 0-1 0,-1-1 2 0,-3-4-2 16,-1-3 2-16,-2-1 3 0,-5-8-5 0,0-1 6 15,-2-6-7-15,-2-7 2 0,1 2 0 16,-2-6 2-16,0 0-2 0,0 0 0 15,0 2 0-15,1-1-3 0,-1-1-5 16,0 0-14-16,2 0-25 0,-2-3-46 0,0-5-99 16,0-10-109-16</inkml:trace>
  <inkml:trace contextRef="#ctx0" brushRef="#br0" timeOffset="137217.91">26398 6153 730 0,'0'0'41'0,"0"0"-6"16,0 0-9-16,0 0-8 0,95-60-5 15,-66 58-4-15,1 2-3 0,1 6-2 16,-2 8-1-16,0 4-2 0,-3 6 0 0,-2 5-2 15,-2 2 0-15,-2 2 0 0,-1 0 0 0,-5 1 0 16,1-1 0-16,-4-1-1 0,0-3 1 16,-4-2-2-16,-4-7 1 0,-3 0 0 15,0-2 1-15,-7-4 4 0,-5 4-4 16,3-8 4-16,-5-2-5 0,5-5 3 0,-1-3 2 16,-7 0-6-16,5-9 6 0,-2-8-6 15,5-3 4-15,7-5 0 0,2-6-2 0,8-3 2 16,7-6-1-16,6-5 2 0,5-1-3 15,4 0 2-15,4 4-3 0,-1 7 3 16,2 9-1-16,-1 8 0 0,-2 6-1 16,-2 7 1-16,-2 4-1 0,-3 1-1 15,-4 1 1 1,-6 4-1-16,-2 1 1 0,-5-2-4 16,-5-2-1-16,6 4-4 0,-6-3-6 0,-1 0-8 15,1 0-14-15,-3-3-18 0,0 0-45 16,0 0-184-16,0 0-5 0</inkml:trace>
  <inkml:trace contextRef="#ctx0" brushRef="#br0" timeOffset="160251.17">9473 9309 312 0,'0'0'52'15,"0"0"4"-15,0 0-8 0,-23-106-11 16,23 75-5-16,0-1-11 0,1 4 1 15,8-1-1-15,4 4-1 0,0 3-1 0,4 4-4 16,1 4-2-16,5 5-3 0,3 4-1 16,4 5-1-16,5 3-1 0,-2 11-3 0,5 4 0 15,-2 5-1-15,-3 4-3 0,-2 5 2 16,-4 5 2-16,-1 2-3 16,-6 4 2-16,-5 0-4 0,-4 2 0 0,-7-1 1 15,-4 0-1-15,0-3 2 0,-9-3 0 0,-3-4 0 16,2-5 0-16,0-8 2 0,4-10 0 15,3-5 2-15,3-6 2 0,0 0 0 0,0 0 0 16,0-6-1-16,0-15-4 0,7-12-2 31,9-11 2-31,4-5-3 0,4-1 3 16,3-6-1-16,3-2-5 0,1-4 4 16,-1 1-4-16,5 2 3 0,-2 7 1 0,-1 11 0 15,5 12 0-15,-5 14-2 0,4 12 2 16,-1 3 0-16,0 15 0 0,-2 8 2 0,-1 3-2 15,-6 5 1-15,-3 0-1 0,-4 4 2 16,-3 0 2-16,-6 1-3 0,-3 1 3 16,-1 0-4-16,-6-1 0 0,0-3 0 15,-7-1-1-15,-2-3 1 0,0-3 0 0,0-3 1 16,1-8-2-16,5-6 3 0,2-4-1 16,1-5 1-16,-2 0 1 0,2 0 0 0,5-10 0 15,9-6 0-15,5-12 2 0,4-5-5 16,3-6 3-16,3-6-3 15,1 0-3-15,-1-1 3 0,3 5-5 0,-3 8 7 16,-2 7 1-16,-2 9 0 0,-2 8 2 0,0 7-1 31,0 2 1-31,-2 8 0 0,0 6 0 16,1 6 1-16,-3 1-2 0,1 5 2 0,3 3 3 16,0 3-5-16,-1 2 4 0,1 3-6 15,2-1-2-15,-5 3 0 0,0-2-2 16,-3-2 2-16,-3-2-1 0,-3-4 1 15,-2-4-1-15,-5-9 0 0,2-2-2 0,-5-5-2 16,1-5-6-16,-1 1-12 0,-1-5-26 0,0 0-58 16,0 0-183-16,0-1-12 0</inkml:trace>
  <inkml:trace contextRef="#ctx0" brushRef="#br0" timeOffset="160900.34">11598 9045 519 0,'0'0'60'0,"0"0"-7"0,0 0-7 0,0 0-10 15,0 0-10-15,0 0-7 0,0 0-8 16,0 0-4-16,0 0 2 15,0 0 1-15,-8-17 0 0,21 32 1 0,0 7-5 16,4 5-2-16,-1 3 0 0,1 5 2 0,-2 5-4 31,2 1 2-31,1 0-5 0,2-2 0 0,0-1 1 16,1-4-1-16,2-4 1 0,0-4-1 16,1-8 0-16,2-6 2 0,2-7 1 15,4-5 0-15,2-8 1 0,2-8 0 16,5-9-2-16,1-5 2 0,3-4-2 15,-3-3 1-15,1-5 0 0,-4-1-6 0,-6-4 5 16,-2-5-4-16,-8-6 3 0,-6-3 1 16,-7-2-1-16,-7-1 2 0,-3 2-3 0,-11 8 3 15,-4 11-3-15,-5 11 0 0,-2 10 1 16,-1 10-2-16,0 9 0 16,-3 3 1-16,3 11 1 0,4 7-2 0,-1 8 2 15,4 4-2-15,0 5 1 0,9 4 0 0,4 1 0 16,3 1-3-16,3-1 3 0,10-4-3 15,7-3 0-15,6-1-4 0,4-4-9 0,5-3-14 16,1-2-14-16,3-2-16 0,2-3-25 31,-5-2-29-31,-1-2-54 0,-5-7-74 16</inkml:trace>
  <inkml:trace contextRef="#ctx0" brushRef="#br0" timeOffset="161333.23">12753 8945 653 0,'0'0'57'0,"0"0"-8"0,0 0-11 16,0 0-10-16,0 0-9 0,0 0-5 0,0 0-5 15,0 0-2-15,0 0-2 0,24-53 0 16,-2 54-1-16,0 13 0 15,2 7-2-15,2 7 0 0,0 4-2 0,-3 4 0 16,-1 3-1-16,1 2 2 0,-4 3 3 0,-3 2-5 31,-2-2 1-31,-4 1-2 0,-4-2-1 16,-1-4 1-16,-4-2 2 0,-1-6-1 0,0-3-1 16,-4-10 4-16,-2-3-2 0,1-6 0 15,1-5 2-15,1 0 0 0,-2-4 1 16,-4-6-1-16,-1-7-1 0,-3-9 0 15,8-5 1-15,5-6-2 0,0-6 2 0,12-3-2 16,2-6-4-16,5-6 4 0,3-4-3 0,4 1 2 16,1 1 4-16,2 3-5 0,0 8 2 15,0 9-2-15,-3 8 1 0,-3 10-1 16,-1 9 0-16,0 8-1 16,-6 1-4-16,-1 9-8 0,-3 8-15 0,-2 4-23 15,-3 4-45-15,-1 0-97 0,-4 0-101 0</inkml:trace>
  <inkml:trace contextRef="#ctx0" brushRef="#br0" timeOffset="161816.87">14437 9224 352 0,'0'0'78'0,"0"0"-7"16,0 0-15-16,0 0-11 0,0 0-10 0,0 0-5 31,0 0-1-31,0 0 1 0,0 0-6 0,0 0-1 16,-4-12-2-16,4 12-5 0,11 0-1 16,11 0-2-16,11 3-2 0,8-3 0 15,9 0-8-15,10-3 4 0,5-3-7 16,4 0 4-16,2-2-2 0,0 1 0 15,-8 1-2-15,-9-1 0 0,-9 3 1 0,-16 1-1 16,-6 2 0-16,-11-1 1 0,-8 2 0 16,2 0 1-16,-6 0-1 0,0 0-1 0,0 0-1 15,0 0-1-15,-2 0-2 0,-11 0-2 16,-7 0-7-16,-3 0-10 16,2 3-14-16,0 1-20 0,-4 2-37 0,-2 5-71 15,-6 0-117-15</inkml:trace>
  <inkml:trace contextRef="#ctx0" brushRef="#br0" timeOffset="162150.1">14499 9557 625 0,'0'0'69'0,"0"0"-6"16,0 0-15-16,0 0-16 0,0 0-9 15,0 0-6-15,0 0-6 0,0 0-1 16,0 0-4-16,0 0-2 16,-15 1-1-16,15 1-1 0,0-1-1 0,0 5 2 15,5 5-1-15,13 1-1 0,8 3 1 0,7-4 0 16,6-3-2-16,13-4 0 0,4-3 1 16,5-1-1-16,6 0 1 0,-2 0 0 0,-2-4-1 15,-6-2 1-15,-11 1-1 0,-7 2 0 16,-16 0 1-16,-7 2-1 15,-10 1 1-15,-6 0 0 0,0-2 0 0,0 2 0 16,0 0-2-16,1 0 0 0,-1 0-4 0,0 0-6 31,-1 0-11-31,-6 2-23 0,-2 3-59 16,-4 7-201-16,7-5-18 0</inkml:trace>
  <inkml:trace contextRef="#ctx0" brushRef="#br0" timeOffset="164618.07">16209 8468 156 0,'0'0'49'0,"0"0"-2"16,0 0-11-16,0 0 2 0,0 0-5 0,0 0 5 16,0 0 4-16,0 0 0 0,-9-83 1 15,15 60-3-15,1 0-7 0,0 2-3 16,-1 0-1-16,1-2-5 0,2 0 0 15,2 2-4-15,1-1-1 0,2 4-3 0,2 2-2 16,3 5-1-16,0 4 0 0,1 4-3 0,3 3-1 16,2 1 0-16,-2 13-3 0,3 4-1 15,-1 6-3-15,-1 5 1 0,-3 6-3 16,-1 3 2-16,-2 3-2 0,-1 1 1 16,-2 2 1-16,-3-1-4 0,-3-2 4 15,-2-1-3-15,-6-7 0 0,-1-3 1 0,0-4 0 16,-8-5-1-16,2-6 2 0,-3-4 0 15,2-3 0-15,-2-4 1 0,2 0-2 0,3-2 0 16,-4-2 1-16,2 0 0 0,-2-9 0 16,-1-7 0-16,6-6 0 0,3-3-2 31,0-7 1-31,5-6 1 0,7-5-5 16,5-6 4-16,4-3-4 0,3-5 1 0,5 0 3 15,2 0-2-15,4 7 3 0,1 8-1 0,-1 8 1 16,-2 11 0-16,2 10 0 0,-5 8 0 15,-1 5 1-15,-3 10 0 0,-3 6 1 16,1 7 3-16,-3 4-2 0,-2 4 0 16,-3 2-2-16,0 4 0 0,-3 0-1 15,-3 3 1-15,1-1-2 0,-3 1 2 0,-4 1 1 16,3-2-6-16,-3-1 7 0,-1-3-6 16,-1-4 1-16,-1-10 1 0,1-2-1 0,-1-6 0 15,1-4 0-15,1 1 0 0,-2-7 0 16,0 2-1-16,-1-5-2 0,6 0-4 15,6 0-11-15,1-9-16 0,4-5-34 16,-5-3-60-16,-3-5-173 0,2-3 4 0</inkml:trace>
  <inkml:trace contextRef="#ctx0" brushRef="#br0" timeOffset="165183.59">17627 7853 643 0,'0'0'53'0,"0"0"-1"15,0 0-15-15,0 0-11 0,0 0-11 16,0 0-6-16,0 0 1 0,0 0-1 16,0 0 3-16,0 0-4 0,16 32 1 15,-12 5-6-15,-1 4-1 0,-3 6 1 0,0 3-3 16,0 4 3-16,0 3-4 0,0 0 2 15,0 1-2-15,0-4 0 0,-3-3 0 0,1-7-3 16,-3-8 6-16,2-6-4 0,0-8 4 31,2-12 0-31,1-3-2 0,0-7 0 16,0 0 0-16,0 0 0 0,0 1 0 16,0-1-2-16,0 0 4 0,12-5 0 0,8-10-6 15,6-7 9-15,3-6-8 0,3-5 3 16,5-4 1-16,1-4-2 0,1 1 2 0,-1 2-1 15,-1 9 1-15,-7 12-1 0,-5 9 0 16,-3 8 1-16,-5 14 0 0,-4 9 2 16,-3 6 0-16,-1 4 1 0,-3 4-3 15,-2-1 2-15,2 0 1 0,0 1-5 0,2-2 4 16,-1-3-3-16,4-2-1 0,0-4 1 16,2-5-1-16,2-5-1 0,3-4 1 0,5-7 1 15,3-3-1-15,6-2 1 0,6-6 0 16,3-8-1-16,2-1 1 0,0-5 0 15,-2-2 0-15,-2-4 2 0,-5-3-5 16,-3 2 5-16,-5-2-4 0,-6 4 1 0,-6 8 1 31,-6 7-1-31,-5 7 1 0,-3 3-1 0,0-2 0 16,0 2-5-16,0 0-7 0,-6 5-10 16,-7 5-31-16,-2 4-49 0,-3 0-177 15,2 3-41-15</inkml:trace>
  <inkml:trace contextRef="#ctx0" brushRef="#br0" timeOffset="165650.12">16476 9277 446 0,'0'0'71'16,"0"0"-10"-16,0 0-6 0,0 0-4 15,0 0-7-15,0 0-4 0,0 0-7 0,0 0-9 16,0 0-5-16,0 0-5 0,-68-15-2 15,68 15 1-15,13 3 0 0,15 5-5 16,16 1 0-16,15-2-5 0,14-2 0 16,17-2-2-16,12 0-1 0,18-2 0 0,12-1 2 15,13 0-2-15,9 0-1 0,7 0 2 16,5 0-3-16,-2-2 1 0,-4-1 2 16,-7 0-2-16,-10 1 2 0,-12 0 0 0,-19 1 1 15,-15 1 2-15,-18 0 0 0,-17 0-1 16,-22 0 1-16,-20 0 0 0,-10 0-1 15,-10 0-1 1,0-2 0-16,-1 2-2 0,-15-1 0 0,-7 1-4 0,-7 0-3 0,1 0-8 16,1 0-15-1,2 4-22-15,0 3-45 16,-1-2-140-16,-2 3-82 0</inkml:trace>
  <inkml:trace contextRef="#ctx0" brushRef="#br0" timeOffset="166301.31">16687 10182 571 0,'0'0'53'0,"0"0"-4"0,0 0-4 0,0 0-7 16,0 0-5-16,0 0-9 0,0 0-5 31,0 0-6-31,0 0-3 0,-1-78-3 16,1 62-3-16,0 5-1 0,-3-5 0 0,-2-1-1 16,1 6 2-16,0-7 1 0,4 2-1 15,0-4 2-15,0-5-2 0,13 3-3 16,1-1-3-16,8 0 1 0,1 3-1 0,10 2 5 15,4 3 0-15,6 3 0 0,6 4 1 16,2 5-4-16,-1 3 2 0,1 8-1 16,-5 9-1-16,-1 6 2 0,-6 8 2 0,-4 5-4 15,-6 7 4-15,-9 6-4 0,-10 2 0 16,-8 5 1-16,-7 3-2 0,-16 4 2 0,-11-2-2 16,-9-3 2-16,-11-3 1 0,-5-1-2 15,-9-7 2-15,-2-7-2 0,0-3 0 16,2-7 0-16,2-7-2 0,6-5 4 15,5-5-2 1,8-8 1-16,8-5 1 0,9 0-1 0,12-4-1 0,7-10-1 0,6-4 2 16,3-6-1-16,9-11-4 0,6 1 5 15,6 0-5 1,5 0 4-16,5 5 0 0,2 5 1 16,0 7 1-16,3 7-4 0,1 8 4 15,3 2-4-15,-1 14 4 0,5 6 2 16,3 5 4-16,1 2-3 0,3 4 3 0,-1-1-6 15,-1 1 0-15,3-1-2 0,0-3-1 16,-1-1 1-16,3-2-2 0,-4-2-1 16,-3-5-2-16,-3-7-5 0,-5-2-8 0,-4-7-12 15,-5-1-24-15,-2-7-30 0,-8-9-53 16,-5-2-93-16,-7-6-67 0</inkml:trace>
  <inkml:trace contextRef="#ctx0" brushRef="#br0" timeOffset="166566.64">17679 9982 708 0,'0'0'57'0,"0"0"-8"16,0 0-15-16,0 0-11 0,0 0-6 15,0 0-4-15,0 0-2 0,0 0-1 16,0 0-2-16,0 0-1 0,110-38-1 0,-46 23-1 15,8-4-5-15,9 2 3 0,0 1-6 16,4-1 3-16,-4 4 0 0,-7 2-1 16,-9 2 2-16,-8 1-3 0,-14 2-1 0,-12 3 0 15,-14 0-4-15,-10 3-2 0,-7 0-7 16,0 0-9-16,-1 0-13 0,-16 1-18 16,-13 7-29-16,-15 1-71 0,-4 1-138 0</inkml:trace>
  <inkml:trace contextRef="#ctx0" brushRef="#br0" timeOffset="166849.97">17853 9985 728 0,'0'0'57'0,"0"0"-10"15,0 0-11-15,0 0-13 0,0 0-5 16,0 0-1-16,0 0-4 0,0 0-4 0,0 0 2 15,-2 86-6-15,2-48 0 0,0 6-2 16,0 3-4-16,-5 5 1 0,-1 1 2 0,0 2-2 16,0-3 2-16,2-3 1 0,-1-3-5 15,1-8 5-15,3-5-4 0,-1-11 1 16,2-9 3-16,0-2-4 0,0-5-1 16,0-1-2-16,0 0-2 0,0-5 1 0,0 0-7 15,6 0-8-15,3 0-15 0,2-10-33 16,5-9-57-16,-9-3-162 0,-1-6-37 15</inkml:trace>
  <inkml:trace contextRef="#ctx0" brushRef="#br0" timeOffset="167133.31">18226 9999 768 0,'0'0'49'0,"0"0"-8"0,0 0-12 15,0 0-7-15,0 0-4 0,0 0-3 16,0 0-2-16,0 0-4 0,0 0 0 16,0 0-3-16,65 92 0 0,-65-55 0 0,-2 3-1 15,-3 7-1-15,-4 2-1 0,0 2-3 16,-1-1 2-16,-1 1-2 0,2-3-1 0,2-1 4 16,-1-4-4-16,2-4 3 0,1-5 0 15,2-11-3-15,2-5 0 0,1-6 0 16,0-7-3-16,0 0 0 0,0-5 0 15,0 0-3 1,0 0 0-16,4 0-8 0,6-3-11 0,5-9-16 0,3-5-34 0,-2-5-99 31,2-1-142-31,-7-4-8 0</inkml:trace>
  <inkml:trace contextRef="#ctx0" brushRef="#br0" timeOffset="183249.89">22151 9012 313 0,'0'0'62'0,"0"0"-5"0,3-87-7 15,3 56-7-15,3 1-7 0,3-2-1 16,4-1-6-16,3 1 2 15,5 0-3-15,4 0 0 0,4 2-6 0,2 4-4 0,3 5-5 16,-2 5-4-16,2 3-1 0,-4 6-1 31,-1 3-3-31,-3 4-1 0,-2 5-2 0,-5 7-1 16,-2 8 1-16,-3 4-2 0,-5 7 3 16,-6 5-1-16,-5 7 0 0,-1 4-2 15,-6 3 2-15,-4 0-3 0,-4-1 4 0,1-2-3 16,-1-4 2-16,0-3-2 0,0-5 2 15,2-5 5-15,4-10-6 0,0-3 5 16,3-8-5-16,2-4 3 0,1-1 3 0,2-4 2 16,0 0 1-16,0-9-6 0,8-11 1 15,6-12-7-15,6-7 2 0,5-8 3 16,7-9-2-16,4-5 3 0,0-4-4 0,2-2 3 16,-1 5-3-16,1 4 2 0,-2 11-2 15,-4 9 2-15,-6 11 1 0,-3 7-6 16,-7 9 6-16,-9 5-7 0,-3 4 6 0,1 2 1 15,5 4-1-15,1 6 6 0,3 7-4 16,-3 4 4-16,-2 5-3 0,-2 3-1 16,-3 4 0-16,2 8-2 15,-3 3 1-15,-3 6-4 16,0 5 3-16,0 3-3 0,-5 1 3 16,-2 0 0-16,0-4-2 0,0-4 4 15,-1-5-5-15,0-5 4 0,4-8-2 0,-1-10-1 16,5-5 1-16,0-6-2 0,0-2 0 15,6 0-3-15,8-5 0 0,5-1-6 16,6-4-14-16,2-4-27 0,4-7-52 0,-1-4-130 16,3 1-72-16</inkml:trace>
  <inkml:trace contextRef="#ctx0" brushRef="#br0" timeOffset="183600.23">23672 8948 530 0,'0'0'56'0,"0"0"5"0,0 0-8 15,0 0-14-15,0 0-11 0,0 0-2 0,0 0-2 16,0 0-1-16,0 0-2 0,0 0-4 15,113-67-2-15,-67 57-5 0,7-1-1 16,4 0-3-16,5 4-2 0,0 1-2 0,-1 1-1 16,-3 2-1-16,-8 0 0 0,-8 2-1 15,-13-1 1-15,-12 2 0 0,-9 0 0 16,-8 0 0-16,0-1 0 0,0 1 0 0,0 0 0 16,0-4-5-16,-11 3 0 0,-7-4-4 15,2 2-10-15,-6 0-9 0,2 3-18 16,2 0-28-16,-7 2-48 0,3 5-104 0,-1 1-71 15</inkml:trace>
  <inkml:trace contextRef="#ctx0" brushRef="#br0" timeOffset="183934.34">23659 9168 683 0,'0'0'50'16,"0"0"2"-16,0 0-10 0,0 0-13 0,0 0-10 16,0 0-5-16,0 0-3 0,0 0-3 15,0 0-1-15,-10 0 0 0,10 0-1 16,13 1 0-16,11 2 0 0,13 0-2 0,6-3-3 16,8 0 1-16,5 0-1 0,5-4 1 15,2-3 0-15,2-1-2 0,-1 0 0 16,-5 2-1-16,-7 2-1 15,-8-1 1-15,-15 4 1 0,-12-1-1 0,-10 2 0 0,-7 0 0 16,0 0-1-16,0 0 0 0,2 0 0 31,-1 0 1-31,-1 0-4 0,0 0-3 0,0 0-6 16,-1-1-10-16,-5-1-20 0,0 0-42 16,1 2-120-16,5 0-119 0</inkml:trace>
  <inkml:trace contextRef="#ctx0" brushRef="#br0" timeOffset="184549.9">25193 8486 505 0,'0'0'37'0,"0"0"12"15,0 0 0-15,0 0-4 0,0 0-6 16,0 0-10-16,0 0-10 0,88-13-6 0,-44 5-3 16,0-1-6-16,4-6-2 0,1-2-4 15,-1-3 2-15,0-2-1 0,-5-4 1 16,-2-3 0-16,-8 0 0 15,-6-2 0-15,-9 0 2 0,-4 2-1 0,-8 8 2 0,-5 3 1 16,-1 1 0-16,0 6 1 0,-4-1 3 31,-2 5-3-31,3 4 2 0,-7 3-1 0,2 3-2 16,-4 12 1-16,-2 10 1 0,2 9-3 16,4 9 1-16,0 7 1 0,4 4-2 15,-1 7 3-15,3 3 2 0,0 4-4 0,2 2 0 16,-1 1-2-16,-1 0-4 0,1-2 3 15,1-7-1-15,-2-6 0 0,1-5 0 16,-2-11 0-16,2-5 0 0,-1-10 0 0,2-4-1 16,0-8 1-16,0 0-3 0,0-1-1 15,0-2 0-15,0 1-16 0,6-2-9 16,0 0-30-16,-3-6-47 16,2 3-98-16,-2-3-104 0</inkml:trace>
  <inkml:trace contextRef="#ctx0" brushRef="#br0" timeOffset="184751.21">25237 9201 764 0,'0'0'45'0,"0"0"-11"15,0 0-13-15,0 0-13 0,0 0 3 0,0 0-2 16,0 0 0-16,0 0 2 0,83 0-9 15,-35 0-5-15,4 0 2 0,6-4-8 16,4-2 0-16,3-2-19 0,4 4-29 0,0-3-78 16,-4 3-181-16,-6-2-2 0</inkml:trace>
  <inkml:trace contextRef="#ctx0" brushRef="#br0" timeOffset="184983.28">26369 9244 792 0,'0'0'33'0,"0"0"-2"31,0 0-2-31,0 0-9 0,0 0-5 0,0 0-4 16,0 0-4-16,84 65-3 0,-79-42 0 16,-2 4-3-16,-3 2 0 0,-1 4-3 15,-11 3 2-15,-5 0-4 0,-2 2-2 0,-3-2-9 16,-2-4-12-16,1-2-21 0,2-5-39 15,1-5-121-15,7-8-115 0</inkml:trace>
  <inkml:trace contextRef="#ctx0" brushRef="#br0" timeOffset="185416.66">27388 8350 669 0,'0'0'50'0,"0"0"-8"0,0 0-8 16,0 0-10-16,0 0-5 0,41-82-3 15,-13 68 0-15,7 2-1 0,4 1-2 0,5 5-2 16,2 3-2-16,0 3-2 0,-1 0-1 15,-4 11-4-15,-7 4-1 0,-3 7-2 16,-8 5-1-16,-5 5 1 0,-9 6 2 0,-9 6-2 16,-3 6 1-16,-20 3 3 0,-10 1-5 15,-14 3 4-15,-9 0-2 0,-7 0-1 16,-5-4 4-16,1-3-4 0,2-5 2 0,6-6-2 16,6-5-1-16,9-8 2 0,11-5 1 15,10-7-1-15,12-7 0 0,7-4 0 16,5-1 0-16,17 1 2 15,14 0 0-15,15 0 0 0,10-3 0 0,6 0-2 0,5-6 0 16,5 0 0-16,3-3-1 0,-2 1-1 31,-3-1-3-31,-5 0-8 0,-8-3-13 0,-7-2-26 16,-6-1-63-16,-11-3-193 0,-6 1-24 16</inkml:trace>
  <inkml:trace contextRef="#ctx0" brushRef="#br0" timeOffset="185683.37">28094 9021 779 0,'0'0'46'0,"0"0"-11"0,93 17-7 15,-53-12-10-15,0 3-4 0,2 1-2 16,0 2-4-16,-4 4-1 0,-5 3 0 0,-4 5-4 15,-6 6 1-15,-8 4 2 0,-6 7-4 16,-9 5 2-16,-6 4-4 0,-16 4-1 16,-6 4 1-1,-9 3-3-15,-2-1 0 0,-3 0-4 16,-1-3-6-16,2-2-9 0,2-9-14 16,3-7-32-16,1-5-72 0,13-12-175 15,7-8-9-15</inkml:trace>
  <inkml:trace contextRef="#ctx0" brushRef="#br0" timeOffset="186250.04">29419 8310 532 0,'0'0'44'0,"0"0"7"31,0 0-3-31,0 0-7 0,0 0-7 0,0 0-2 16,0 0-4-16,0 0-7 0,0 0-3 16,0 0-6-16,82-74-3 0,-55 59-3 15,4 0-3-15,2 1-2 0,0 3-1 0,1 5-1 16,-3 6 0-16,0 5 1 0,-4 11 0 15,-2 9-1-15,-6 7 0 0,-4 4-1 16,-4 5 2-16,-5 5-1 0,-6-1 0 0,-3 2 4 16,-11-1-4-16,-6-2 3 0,-4-6-2 15,-5-3-1-15,1-6 1 0,-2-4 0 16,4-3 1-16,1-7-1 16,10-5-1-16,6-5 1 0,6-2 1 0,3-3-1 0,-2 0 2 15,2 0-1-15,6-11-2 0,11-4 1 16,5-3-1-16,6 1 2 0,2 2-1 0,1 4 1 15,-1 5 0-15,2 5-1 0,-2 1 1 16,0 6 0-16,1 9 1 0,-2 3 2 31,1 7-1-31,-4 2 2 0,-1 5 1 0,-8 1-5 16,-4 4 3-16,-9-1-1 0,-4-1-1 16,-6-2 1-16,-12-1 1 0,-8-4-4 15,-6-4 3-15,-6-3-4 0,-4-2 1 0,-2-4 3 16,0-2-5-16,-2-4 1 0,4-1-1 15,1-3-5-15,5-3-7 0,10-2-14 16,3 0-20-16,4 0-48 16,9-1-154-16,-3-10-64 0</inkml:trace>
  <inkml:trace contextRef="#ctx0" brushRef="#br0" timeOffset="186483.6">30707 8722 703 0,'0'0'51'16,"0"0"-5"-16,0 0-14 0,0 0-14 16,0 0-10-16,0 0-3 0,0 0-4 15,0 0 1-15,0 0 0 0,0 0-2 0,6-14 0 16,12 13-2-16,8-3-2 0,0 3-4 15,5 1-12-15,1-3-21 0,-1-1-44 16,6-1-80-16,-3-6-138 0</inkml:trace>
  <inkml:trace contextRef="#ctx0" brushRef="#br0" timeOffset="186617.01">31447 8635 490 0,'0'0'33'16,"0"0"0"-16,0 0-8 0,0 0-12 0,78 20-17 15,-50-14-18-15,-2 0-60 0,5 2-117 16,-1-4-58-16</inkml:trace>
  <inkml:trace contextRef="#ctx0" brushRef="#br0" timeOffset="186800.19">32159 8687 718 0,'0'0'60'0,"0"0"-7"0,0 0-18 16,78-22-10-16,-54 20-12 16,-2 0-6-16,-3 1-2 0,0 1-3 0,-6-2-1 0,0 2-2 15,6 0-3-15,-8 0-3 0,6 0-18 16,-6 0-53-16,-7 0-234 0,3 0-30 0</inkml:trace>
  <inkml:trace contextRef="#ctx0" brushRef="#br0" timeOffset="203801.37">6517 9082 557 0,'0'0'53'0,"0"0"-7"16,0 0-6-16,0 0-9 0,0 0-8 0,0 0-8 16,0 0-4-16,0 0-2 0,0 0 2 0,0 0-1 15,-11 7-1-15,15 23-3 0,-1 11-2 16,-3 8 3-16,-3 9-5 0,-10 7 3 15,-9 8-4-15,-5 7-3 16,-5 4 2-16,-1-1-3 0,-2-1 5 0,2-6 2 31,4-8-3-31,3-9 4 0,7-10-6 0,6-8 0 16,7-9 0-16,6-8 2 0,12-7 1 0,14-8 1 16,10-7-1-16,16-2 1 0,10-12-2 15,9-4 1-15,7 0-2 0,3 0 1 16,-1 1-1-16,-1 1 0 15,-4 6 0-15,-7 0-1 0,-8 2-1 0,-11 3 0 16,-16 1 0-16,-16 2-1 0,-8 0-2 0,-9 0-2 16,0 0-1-16,0 0-5 0,0 0-8 0,0 0-11 15,0 0-18-15,0 0-22 0,0 0-36 16,-3 0-122-16,0 0-26 0</inkml:trace>
  <inkml:trace contextRef="#ctx0" brushRef="#br0" timeOffset="204101.36">7542 9353 615 0,'0'0'52'0,"0"0"-8"16,0 0-6-16,0 0-8 0,0 0-9 0,0 0-7 15,0 0-7-15,0 0 1 0,0 0 0 16,77-60 0-16,-18 52 0 0,9 2-1 16,7 0-2-16,2 0 0 15,0 0-3-15,-6-1 0 0,-6 3-2 0,-9-4-4 16,-8 2 4-16,-11 0-5 0,-11 0 5 0,-14 3-1 16,-3 3-2-16,-9 0-3 0,0-2-8 0,0 2-6 15,-2 0-19-15,-12 2-14 0,-11 9-30 16,-11 3-56-16,0 4-127 0</inkml:trace>
  <inkml:trace contextRef="#ctx0" brushRef="#br0" timeOffset="204366.68">7444 9718 661 0,'0'0'60'0,"0"0"-12"0,0 0-13 0,0 0-10 16,0 0-5-16,0 0-4 0,84-26-2 0,-29 13-2 16,10 0-4-16,7 1-1 0,8-2-2 0,2-1-2 15,2 0-1-15,0-1-1 0,-2 1-1 16,-4 3 1-16,-7 2-2 0,-9 0 2 16,-11 5-2-16,-12-2 0 0,-16 4 0 15,-11 0 0-15,-6 3-2 0,-6 0-1 16,0-1-3-16,-11-1-5 0,-7 2-4 0,-7 0-11 15,-1 0-20-15,-3 9-45 0,0 2-114 0,0 0-98 16</inkml:trace>
  <inkml:trace contextRef="#ctx0" brushRef="#br0" timeOffset="205133.69">6154 10806 544 0,'0'0'54'0,"0"0"-7"0,0 0 2 16,9-79-4-16,-6 70-7 0,-3 4-7 0,1 1-9 15,-1 4-7-15,0-2-5 0,2 4-2 16,-1 14 0-16,1 16 1 0,-2 18-1 16,0 11 0-16,-3 9-5 0,-5 3 3 15,1 4-5-15,-2 0 3 0,1 1 3 16,-1 4-4-16,3 0 3 0,-4 1-4 0,3-1-3 16,-2-4 2-16,-1-9-2 0,0-8 2 0,1-8 3 15,2-10-3-15,3-8 3 0,-2-12-3 16,5-11-3-16,1-6-2 0,0-6-3 15,0 0-6-15,0 0-4 0,0 1-6 16,0-1-27-16,0-1-41 0,5-16-81 16,1-11-132-1</inkml:trace>
  <inkml:trace contextRef="#ctx0" brushRef="#br0" timeOffset="205482.59">6102 10668 601 0,'0'0'47'0,"0"0"-14"0,0 0-8 0,0 0-4 16,0 0-3-16,0 0 0 0,-104 18-1 0,69 11-4 15,-8 7-4-15,1 10-5 0,-7 6-1 16,-2 5-2-16,-1 4 0 0,0-2-1 16,4-2 1-16,5-5 4 0,8-6-5 15,9-10 3-15,10-10-5 0,6-12 0 16,6-9 1-16,4-5 2 0,3 0 0 0,17-8-5 15,13-14 5 1,18-10-6-16,8-8 4 0,5-8 3 0,2 1-4 16,-2 2 3-16,-2 4-1 15,-7 6 0-15,-6 9 1 0,-4 8-1 16,-3 9 0-16,-6 4 0 0,-4 5 0 16,-3 5 2-16,-6 5-1 0,0 4-1 15,-3 3 1-15,-1 2-2 0,0 1 2 0,-3 0-2 16,7 1 1-16,0-3-2 0,3 1-2 0,4-4-11 15,2-1-18-15,0-5-36 16,4 0-76-16,-4-5-135 0</inkml:trace>
  <inkml:trace contextRef="#ctx0" brushRef="#br0" timeOffset="206983.36">4847 12772 383 0,'0'0'58'0,"0"0"-2"16,0 0-5-16,-61-82-9 0,48 71-9 16,-4 5-5-16,1 4-8 0,-4 2-7 15,-8 7-6-15,-2 8-3 0,-3 6-2 16,-5 8-1-16,3 4-2 15,-4 5 0-15,0 3-1 0,3 5-1 0,1-1 1 0,2-1 0 0,4-3 0 16,6-6 0-16,4-5-2 0,9-11 0 31,4-7 1-31,5-7 1 0,1-5 2 16,9 0 2-16,8-2 0 0,7-10-1 16,2-10 1-16,3-8-3 0,0-5 3 15,4-7-1-15,-1-4 0 0,0-3-1 0,-2 1 2 16,-1 1-2-16,-4 3 3 0,-2 6-2 0,-3 6 2 15,-8 12-1-15,-6 8 0 0,-1 7-1 16,-5 5 0-16,3 0 2 0,2 5 2 16,2 9 4-16,0 9-2 0,-1 4 0 15,0 5-3-15,-2 3 2 0,2 3-1 16,0 2-2-16,1 2-2 0,0-3 0 0,3-3-2 16,-1-2 2-16,5-6-1 0,-2-4 1 0,0-6 0 15,-4-6 1-15,4-6 0 0,2-3 3 16,1-3 0-16,6-6 0 0,0-8 2 15,2-5-2-15,1-7 0 0,1-6 0 16,-1-7 0-16,1-4-1 0,1-3 0 31,2 1-1-31,-1 1 0 0,2 6-3 0,0 8 1 16,-2 6-1-16,1 9 0 0,-1 11 1 0,0 4 0 16,-3 3-2-16,2 11 2 0,-3 5-1 15,-4 4 0-15,-2 4 1 0,-5 4-1 16,-2 2 1-16,-4 4-1 0,-3-1 1 15,-3 2-1-15,0-2 1 0,-3-2-1 16,-6-5 0-16,-1-5 0 0,4-7 2 0,2-7-1 16,2-5 3-16,2-5 2 0,0 0 1 0,-1 0 0 15,1 0-2-15,-3-14-3 0,3-10-1 16,4-10 0-16,7-5-1 0,6-2 0 16,2-1-2-16,5 2 2 0,2 7 0 15,2 4 1-15,-1 8 0 0,-1 5-1 16,-1 9-1-16,1 4 1 15,0 3-1-15,-3 1 1 0,3 10-1 0,-7 1 0 0,4 2 2 0,-4 3-2 16,0 2 0-16,-1 1 0 0,1 3 1 31,-1 1-2-31,0-1 1 0,1 0-2 16,0-4-1-16,-3-1-3 0,3-4-1 16,-2-3-4-16,-5-4-1 0,1-4 0 15,4-3 3-15,0-3 3 0,5-10 4 0,-2-7 2 16,-2-6 1-16,-1-2 1 0,0-6 0 0,-4 1 1 15,3-1-2-15,-3 4 4 0,-4 2 0 16,4 3 2-16,-4 3 2 0,-5 7 2 16,0 6 0-16,-2 0 2 0,-1 5 0 15,1-3 0-15,-1 3-2 0,-1-1-2 16,0 1-3-16,-4-3-1 0,-8 3-2 0,-5 4-2 16,-2 0 1-16,-7 12-3 0,0 4 1 0,0 3-3 15,0 5 2-15,1 5-2 0,2 4 2 16,6 4-5-16,5 0 2 0,3-1-3 15,4-1 0-15,5-3 0 0,7-3-2 16,6-5 1-16,4-8 1 0,5-3 2 16,3-11 3-1,1-2 3-15,0-7 1 0,0-9 2 16,-3-4-1-16,0-6 2 0,-1-2-1 0,-3-3 0 16,-2-3 1-16,-4 2 3 0,-2 2-1 15,-3 1 5-15,-1 5-1 0,-4 7 1 16,0 7 2-16,-1 5 1 0,-2 5-1 15,0-2-1-15,0 2-5 0,0-1-2 16,0 1-2-16,0 1-1 0,-5 15 2 0,-1 11-2 16,-3 11 0-16,2 9-1 0,-1 6 0 0,3 7-3 15,2 3 4-15,2 6 3 0,1 3-2 16,3 4 1-16,4 6-3 0,6 3-4 16,0 3 2-16,4-1-1 0,2-3 3 15,4-3 3-15,2-9-3 0,-1-7 2 16,-3-10-2-16,-4-8-3 15,-5-10 1-15,-7-6 0 0,-5-7 1 0,-8-6 0 0,-13-4 0 0,-12-6 0 16,-10-7 0-16,-12-1 1 0,-12-12-2 31,-8-8 1-31,-4-9 0 0,-5-6 1 16,3-10 3-16,3-10-7 0,13-8 2 16,15-10-3-16,20-6-1 0,20-3 4 15,16 2-3-15,28 3 0 0,16 9-3 0,18 6-4 16,11 6-6-16,12 6-13 0,6 4-13 0,3 5-34 15,2 6-51-15,-3 3-159 0,-5 7-6 16</inkml:trace>
  <inkml:trace contextRef="#ctx0" brushRef="#br0" timeOffset="208450.98">6717 12894 551 0,'0'0'39'31,"0"0"-4"-31,0 0 1 0,1-85-4 0,5 64-4 16,4 8-6-16,-1 2-5 0,-5 5-6 0,2 3-4 16,5 3-4-16,-2 0 0 0,4 9-1 15,3 7 2-15,-6 8 0 0,-4 3-2 16,-6 3 1-16,0 2-2 0,0 0-1 15,0-2-2-15,0-1 3 0,0-8-2 16,0 0 1-16,0-7 0 0,0-8 0 0,0 2-1 16,0-8 1-16,0 0 1 0,0 0 1 0,0 0 4 15,14 0-4-15,4-13 1 0,5-5-1 16,1-7-2-16,1-4 1 0,1-4 1 16,-1-2-1-16,-2 3 1 0,-2 3 0 15,-3 6-2-15,-4 8 1 0,-2 6 2 16,-4 3-3-16,-3 4 2 15,2 2 0-15,3 2-1 0,3 8 2 0,2 7 0 0,-5 3 1 0,1 3 1 16,-2 2-3-16,1 1-1 0,0 2 0 31,-1-1-2-31,0-1 2 0,2-2 1 16,1-1-2-16,2-5 0 0,-1-3 0 16,-4-6-1-16,7-1 3 0,-2-7 0 15,5-1 0-15,4-3 0 0,-4-10 0 0,6-7-2 16,-2-9 1-16,1-6 1 0,-2-6-2 0,0-6 5 15,-2-6-6-15,-4-2 2 0,0-4-2 16,-6-5-4-16,-3-1 5 0,-1-3-3 16,-6-2 3-16,4 3 1 0,-4 6-2 15,0 11 2-15,-4 11-1 0,1 13 1 16,-1 9 1-16,1 8 0 16,0 4-1-16,-6 3 1 0,1 2-1 0,-4 10 0 0,-4 10 0 0,0 9 0 15,-1 6 0-15,7 6-2 0,-2 4 2 16,2 4-2-16,4 1 1 0,2 3 4 15,1 2-5-15,3-1 3 0,0 3-2 16,0-1-4-16,9-2 4 0,5 0-2 31,5-4 1-31,10-8-1 0,8-6 1 0,7-8-1 16,9-9 1-16,6-9 1 0,8-7-1 0,1-3 1 16,3-11-1-16,1-9 1 0,-4-7-1 15,-1-5 1-15,-7-6 0 0,-3 0 0 16,-11 0 0-16,-7 0 2 0,-11 5-1 15,-8 2 4-15,-10 12-2 0,-6-1 2 16,-4 5-1-16,-7 3 2 0,-7-2 1 0,-5 7 1 16,-3 4 0-16,-4 3-3 0,3 0-2 0,3 1-3 15,1 6 1-15,2 4-1 0,-1 3 1 16,4 3-1-16,-1 2-1 0,-2 4 0 16,5 3-1-16,-2 3-1 0,2 1 1 15,-2 4-1-15,5-1-1 0,-1 1-1 16,3-4-1-16,0-5-2 15,1-5 1-15,3-9 1 0,3-5 0 0,0-6 1 0,0 3 2 0,0 2 0 16,4-3 3-16,9 0 0 0,3-4 1 16,6-11 1-16,2-6-1 0,-2-4 0 31,3-5 0-31,-2-4 1 0,-2 0 0 16,-3 2 2-16,1 3-2 0,-5 4 1 15,-2 7-1-15,-5 9-1 0,-4 4-1 0,-3 3 2 16,3 0-1-16,4 3 0 0,3 8 1 0,0 5-1 15,-1 4 2-15,2 1-1 0,-2 4 0 16,1 0-1-16,5 1 0 0,1 0-2 16,4 0 2-16,3-4-1 0,3 1 0 15,6-4 1-15,4-2-1 0,0-6 1 16,5-3-1-16,1-5 1 16,1-3 0-16,2 0 1 0,0-11-2 0,-2-4 0 0,-1-5-1 0,-6-2 0 15,-4-7 1-15,-5-5 1 0,-9-2 0 16,-7-3 0-16,-8-1-2 0,-3-1 2 15,-8 2-2-15,-4 2 1 0,-5 4 0 16,2 7 0-16,2 8 0 0,6 7 0 31,4 8 0-31,3 3-1 0,0-2 0 0,0 2-1 16,0 0 1-16,0 0 1 0,0 0 1 0,6 7 1 16,11 3 1-16,8 3-1 0,2-1 1 15,9-2 0-15,2 0 0 0,4 0-2 16,0 0 2-16,-2 1-2 0,-2 2 1 15,-3 0-1-15,-5 2-2 0,-4 2 0 16,-7 4 0-16,-9 3 0 0,-4 5 1 0,-6 5 0 16,-13 2 1-16,-12 4-2 0,-5 0 1 0,-8-1-1 15,-1-3 2-15,-1-2-1 0,5-7 2 16,6-3-2-16,7-4 1 0,8-8 0 16,7-5 0-16,7 3 6 0,7-5-3 15,16 5 2-15,18-3-1 0,12-5-4 16,14-2 3-16,12-3-2 15,9-6 1-15,9 1-2 0,6-1 1 0,0 1 0 0,-4 3-2 0,-6-3 2 16,-12 2-1-16,-12 0-1 0,-17-1-1 31,-17 5 1-31,-15-1-1 0,-12 3 0 16,-8 0-4-16,0 0-6 0,0 0-6 16,-12 0-20-16,-8 0-35 0,-6 3-124 15,1 3-124-15</inkml:trace>
  <inkml:trace contextRef="#ctx0" brushRef="#br0" timeOffset="-208313.23">10489 12904 373 0,'0'0'56'16,"0"0"-4"-16,0 0-3 0,0 0-11 15,0 0-8-15,0 0-4 0,45-79-2 0,-22 77-2 16,2 2-3-16,0 0-3 0,2 6-1 16,1 6-4-16,-1 2-3 0,-4 4-4 31,0 5-1-31,-2 3-5 0,-4 3 2 16,-4 1-2-16,-6 3 1 0,-1-1-1 0,-6 0 1 15,0-3-2-15,-6-3 2 0,-4-2 1 16,3-6 1-16,-1-4 1 0,0-3 1 0,2-4 5 15,3-4-5-15,2 1 8 0,1-4-5 16,0 0-6-16,0-4 3 0,4-14-8 16,9-9 4-16,7-11 1 0,6-5 0 15,5-2 1-15,2-4-2 0,6-1 3 0,3 1-3 16,0 7 2-16,0 8-2 0,-5 13 1 16,-2 9-1-16,-6 10 1 0,-2 6-1 0,-5 12 1 15,-3 7 0-15,1 8-1 0,-5 2 2 16,-1 3 0-16,-4 2 0 0,-1-1-1 15,-3-1 1-15,-1-1-3 16,-2-4 3-16,0-3-2 0,-3-8 2 0,0-2 3 0,0-7-4 31,0-5-1-31,0 0 1 0,0-6 1 16,0 0 2-16,0 0 0 0,5 0 1 16,5-2-4-16,7-11 3 0,6-7 0 0,2-9-2 15,4-4 2-15,3-8-3 0,1-5 2 16,4-1-2-16,-2 5 0 0,3 7 0 15,-5 11-2-15,-10 10-1 0,0 11 1 0,-7 3 1 16,-3 15 1-16,5 8 1 0,-8 7 0 16,0 3 5-16,-6 4-4 0,-1-2 1 0,-3 2-2 15,3-4 0-15,0-1-2 0,1-2 2 16,3-3 2-16,-1-1-3 0,3-2 3 16,0-2-5-16,3-7 0 15,-4-5 1-15,5-2 1 0,3-6-1 0,4-2 1 0,5 0-1 16,2-10 1-16,2-6-1 0,1-7-6 15,1-6 4-15,2-4-4 0,0-7 5 0,1-1 1 16,1 0-1-16,-1-1 3 0,-1 2-1 31,0 2 2-31,-2 5 0 0,-4 6 1 16,-5 5 0-16,-3 9 4 0,-9 5-3 16,-6 5 2-16,-4 3-1 0,0-1 0 0,0 1 0 15,3 0-1-15,-3 0 2 0,0 0-2 16,-7 12 1-16,-6 8-2 0,-7 7-1 15,1 4-2-15,0 4 1 0,4 2-2 0,0 0 1 16,4-2-1-16,3-4 1 0,4-2-2 16,4-3 1-16,0-3 0 0,8-5 1 0,5-1 5 15,7-5-4-15,2-3 5 0,7-3-5 16,3-5-5-16,3-1 7 0,3-7-6 16,3-6 6-16,1-5 1 0,3-1-3 0,-2-4 3 15,0-3-4-15,-5-4 3 0,-6-4-2 16,-5-3 2-16,-6-5-2 0,-4 0 1 15,-5-1-1-15,-7 3 1 16,-5 4-2-16,-5 8 1 0,-8 5-2 0,-10 6 1 0,-5 10 1 31,-5 5-1-31,-6 2 0 0,-2 12-1 16,1 5-3-16,1 4-2 0,1 5-7 0,6 3-18 16,3 6-26-16,3 0-65 0,5 4-173 15,2-2 0-15</inkml:trace>
  <inkml:trace contextRef="#ctx0" brushRef="#br0" timeOffset="-207246.76">12874 12990 470 0,'0'0'59'0,"0"0"-7"16,0 0-10-16,0 0-8 0,0 0-7 16,0 0-7-16,0 0-4 0,0 0-1 0,0 0-1 15,7-79-1-15,9 73-2 0,0 5-2 16,3 1-1-16,4 5-5 0,-3 9 0 16,-1 4 0-16,0 4-2 0,-5 4 0 0,-2-1-2 15,-2 2 1-15,-4 1 0 0,-5-1 1 16,-1-2-2-16,0-4 2 0,-6-3-2 15,0-6 2-15,-2-1 5 16,4-4-6-16,1-3-1 0,1-1 1 0,2-3 2 0,-1 0 0 31,1 0 0-31,0-11-1 0,7-7-6 16,9-8 5-16,1-6 0 0,5-5 0 0,5-2 2 16,4-6-3-16,-1-1 2 0,5 4-1 15,0 5 0-15,-1 8-1 0,0 11 1 16,-2 9-2-16,-5 9 2 0,-4 4-1 0,0 15 0 15,-5 7 3-15,-4 3-2 0,-4 2 0 16,-4 4 0-16,-6 0-1 0,0 0 1 16,0-2 2-16,-3-2-3 0,-3-4 2 0,-1-1-2 15,-4-3-2-15,0-5 7 0,4-4-5 16,3-7 5-16,2-3-3 0,2-4-1 16,-1 0 3-16,1 0-1 15,0 0-1-15,0 0-5 0,3-15 2 0,7-6-4 0,3-9 6 16,9-4 0-16,-1-2 0 0,2-2 1 15,1 0 0-15,2 3 0 0,1 5-1 0,-4 7 0 16,3 11-2-16,-5 9 1 0,-1 4 0 31,-2 15 0-31,-2 5 2 0,-1 5-1 16,-2 1-1-16,-1 2 1 0,0 0 1 0,-1 0-2 16,1-2 4-16,0-1-3 0,0-4 0 15,2-2-1-15,-1-3 0 0,0-2 6 16,0-3-7-16,-4-3 7 0,4-3-6 0,1-1 0 15,8-5 1-15,5 0 0 0,2-3 0 16,3-12-5-16,1-5 5 0,2-4-6 16,1-7 3-16,2-2 1 0,-1-7-1 0,-2 0 1 15,-2-5 2-15,-2 3 0 0,-4 1 0 16,-6 5 2-16,-3 2-4 0,-4 5 4 16,-3 5 0-16,-5 7 1 0,-3 1 0 0,-3 7 1 15,0-2-2-15,-5-3 1 0,-5 5 0 16,-7 0-1-16,-3 6 1 0,-5 3-1 15,-3 6 0-15,-2 9-1 16,0 7 2-16,2 6-3 0,2 7 0 0,5 5 0 0,3 4 0 16,5 0-2-1,6 1 4-15,6-2-4 16,1-4 4-16,5-4-4 0,8-5 2 0,5-4-1 16,6-6 1-16,4-5 0 0,5-6 1 15,3-3 1-15,5-4-2 0,2-2 0 16,2-6-2-16,0-6 1 0,-3-2-2 0,-3-1-1 15,-3-2-5-15,-6-1-14 0,-4 1-23 16,-7-1-39-16,1 4-76 0,-10 2-119 16</inkml:trace>
  <inkml:trace contextRef="#ctx0" brushRef="#br0" timeOffset="-205429.82">14621 12973 542 0,'0'0'60'0,"0"0"-7"15,0 0-9-15,27-79-8 0,-9 60-6 16,5 1-3-16,3 1-6 0,1 5-4 0,1 3-4 15,-2 5-5-15,-3 4-5 0,0 0 1 16,0 13-4-16,-4 3 0 0,-2 7 0 16,-5 6 0-16,1 3-3 15,-6 1 1-15,-4 2-1 0,-1-1-1 0,-2-1-2 0,-3-3 0 16,-6-1-2-16,-4-4 1 0,3-4 0 16,-2-3 2-16,2-7 7 0,4-4-3 15,5-4 6-15,1-3-2 0,-2 0-6 0,2 0 5 16,-1-3-4-16,1-9 3 0,0-8 0 15,3-7 1-15,9-3 0 16,5-4-1-16,3-4 1 0,3-2-2 0,5-3 3 0,1 0-1 31,0 4 2-31,1 7-1 0,-3 6 1 16,-7 11-1-16,-2 9-1 0,1 6-1 0,-5 5 1 16,5 8-1-16,-4 7 0 0,-4 2 0 15,-4 5-1-15,-1 0 1 0,-1 1 0 16,-3 2-1-16,4-3 0 0,-2-2 1 0,1 2-2 15,2-5 1-15,0-2 0 0,3-2 0 16,0-1 0-16,2-5 1 0,4-3-1 16,0-3 1-16,4-5 0 0,3-1 0 0,3 0 0 15,3-8 1-15,-1-6-2 0,1-4 0 16,0-5 0-16,0-6 0 0,-1-6 0 16,0-7 0-16,-1-8 1 15,1-7-2-15,-4-7 1 0,0-4-3 0,-3-3-1 0,-2-5 3 16,-3-1 0-16,-5 1 0 0,-3 3 2 15,-7 7-2-15,-1 9 1 0,-1 9 0 16,-7 11 1-16,-2 11-1 0,2 11 0 0,3 7 0 31,-5 5-2-31,-3 3 2 0,-3 5 0 16,-5 9 0-16,2 8 1 0,3 7 0 0,2 8-3 16,0 7 3-16,4 4-2 0,-1 5 2 15,3 5 1-15,1 1-2 0,3 4 4 16,2 0-4-16,2 1-1 0,0-2 1 0,6 0-3 15,6-1 1-15,5-6-1 0,4-5 1 16,3-8-1-16,5-6 2 0,1-5 0 16,-1-8 0-16,2-5 0 15,-3-6 1-15,1-5-1 0,0-6 2 0,0-1 0 0,0-6-1 16,0-6 2-16,-3-5-2 0,0-4 1 16,-3-6 0-16,-1-7 0 0,-6-4-1 0,4-6 1 15,-4 0-2-15,0 0 3 0,-3 6-2 16,0 6 0-16,-3 8 1 0,-4 7 2 15,-2 8-2-15,0 6 1 0,-4 3-3 16,0-1 1-16,0 1-1 0,0 0 0 0,-1 13 2 16,-7 7-1-16,-1 5 0 0,-3 4 0 15,4 2 0 1,-1 1-2-16,3 0 2 0,0 1-2 16,2-2 1-16,4-3-1 0,0-1 0 15,0 0 0-15,7-6-1 0,3-5-1 16,3 0 1-16,3-7 0 0,3-2 3 0,0-5 1 15,5-2 0-15,4 0 0 0,1-9-1 16,1-3 1-16,2-4-1 0,0 0 1 16,-2-4-1-16,0-2 1 0,-1-1 0 0,-1-8 0 15,-4-1-1-15,-3-4 1 0,-1-1-1 16,-4 2 0-16,0 3 0 0,-7 11 1 16,-2 4 0-16,-2 7-1 0,-3 5-1 15,-1 2 1-15,-1 3-2 0,0 0 1 0,-1 11 1 16,-8 7-2-16,2 8 2 0,0 1-1 15,1 4 2-15,1-1-2 0,0 2 1 0,4-2-2 16,1-1 1-16,0 0-2 0,0-2 1 31,3-3 1-31,2-2-2 0,2-4-1 16,4-4 3-16,-4-4-1 0,7-4 3 0,1-4 0 16,2-2 1-16,7 0-1 0,-3-5 0 15,2-5 0-15,0-4 0 0,3-3 0 16,-3-2 0-16,2-3 2 0,-1-3-1 0,2-4-2 15,2-3 1-15,1-2 0 0,1 2-1 16,2 3 3-16,-2 6-2 0,-2 4 1 16,-8 8 0-16,-1 9-2 0,-2 2 1 15,-1 5 0-15,3 12 0 0,-6 6-1 0,-4 3 0 16,-5 4-1-16,0-1 1 0,-4 0-1 16,0-2 1-16,0-1-1 0,-5-4-1 0,0-6-1 15,1-1 1-15,1-4 0 0,-1-2 1 16,-1 0-1-16,2-5 1 0,2 1 1 15,1-5 1-15,0 0 3 0,0 0-1 16,0 0 0-16,3-5-2 0,6-7 0 0,4-6 0 31,4-3-1-31,4-3 0 0,4-3 1 16,4-4-1-16,2 0 1 0,2 3-2 0,1 5 1 16,-2 5 0-16,0 7 0 0,-3 9 0 15,-4 2 2-15,-2 10-2 0,-3 7-1 16,-7 2 2-16,-2 2-2 0,-3 2 1 0,-5-6 0 15,-2 1 0-15,-1 1 0 0,0-6 0 16,-1 7-1-16,-2-10 1 0,-2 1-1 16,2 0 0-16,-4-4 0 0,3 1 1 0,1-5 0 15,2 1 1-15,1-4 1 0,-2 0 0 16,2 0 0-16,0 0-1 0,0-7 1 16,5-8-1-16,6-7 2 0,4-1-3 15,3-1 2-15,4-2-2 0,3 1 2 0,2-1-1 16,1 3 2-16,-1 6-1 0,-1 5 0 15,-3 8 2-15,0 4-1 0,-4 3 0 0,0 9 2 16,0 3-2-16,-5 5-1 0,2 0 1 16,-4 1-3-16,1-2 2 0,-2 3-1 31,1-4-1-31,-1 0 1 0,1-1-2 0,2-3 0 16,2-2 1-16,3-2 1 0,3-4-1 15,1-3 2-15,5-3-1 0,3 0-1 16,4-4 0-16,4-7 0 0,-1-4-1 0,-1-5 2 15,1-5-1-15,1-6 2 0,-2-4-2 16,-2-3-3-16,-3 2 3 0,-6 2 1 16,-8 9-1-16,-6 7 3 0,-7 8-4 15,-2 7-1-15,-3 3-2 0,0-1-2 0,0 1-1 16,0 0-1-16,0 0-5 0,-11 3-11 16,-4 6-17-16,-6 3-28 0,-2 2-49 0,-6-7-169 15,-1 1 1-15</inkml:trace>
  <inkml:trace contextRef="#ctx0" brushRef="#br0" timeOffset="-205230.02">16207 12105 705 0,'0'0'27'15,"0"0"-4"-15,0 0-8 0,113 0-6 16,-41 0-6-16,15 0-3 0,10-1-4 16,14-1-15-16,5-2-41 0,7-1-96 0,3-4-138 15</inkml:trace>
  <inkml:trace contextRef="#ctx0" brushRef="#br0" timeOffset="-202863.01">20166 12705 540 0,'0'0'54'0,"0"0"-14"0,0 0-5 0,0 0-6 31,-50-91-3-31,35 77-5 0,-3 3-6 16,-5 4-4-16,-6 5-6 0,-5 2-3 0,-8 6-1 16,-7 11-1-16,-6 6 0 0,-4 6 0 15,-3 7-2-15,1 5 1 0,5 5-3 16,5 2 1-16,12 2-2 0,7-3 0 15,11-2-2-15,9-8 2 0,7-5-3 0,5-8 3 16,6-5 3-16,9-7 2 0,7-8 4 16,4-4-1-16,5-3 0 0,3-12-1 0,2-6 0 15,-1-5-1-15,-2-6 2 0,-1-4 1 16,-5-2 2-16,-2-3 0 0,-4 0 4 16,-5 3 0-16,0 6 4 0,-6 5 0 15,-2 9 1-15,-4 7-2 0,-1 6-2 0,-3 5-5 16,0-1-3-16,1 1 0 0,2 9 1 15,0 11 2-15,0 12 0 0,-2 10-1 16,-1 11-2-16,0 8 2 0,0 7-1 0,0 7 4 16,-1 7 1-16,-2 4-4 0,-3 8 1 31,2 3-4-31,-3 3-4 0,1 1 3 0,0-6 3 16,2-2-3-16,1-8 2 0,1-5-2 15,2-7-3-15,0-9 2 0,0-8-2 16,6-12 1-16,1-10-1 0,-1-13 2 0,-3-11 2 15,0-5 0-15,3-5 2 0,2-8-1 16,8-11-3-16,6-13 2 0,0-9-1 16,2-8-1-16,0-10 3 0,3-8-3 15,2-12-3-15,3-10 1 0,2-11-3 0,5-11 0 16,2-1 2-16,1 1-4 0,1 6-1 16,1 8 2-16,-1 6 2 0,-4 9 2 0,-3 12 4 15,-6 10-2-15,-5 17 0 0,-9 16 1 16,-5 8 0-16,-6 10 0 0,-4 5 1 15,2 1 0-15,-3 3-1 0,0-2-2 16,0 2 0-16,2 0-1 0,-1 0 0 0,2 12 2 31,1 8-1-31,5 8 2 0,-3 4-1 16,1 3 0-16,2-1-1 0,1 1 2 0,-2-3-2 16,1-2 1-16,0-4 0 0,1-4 0 15,-3-8-1-15,1-2 1 0,-4-4 0 16,-1-5 1-16,5 2-1 0,-3-4 0 15,5-1 1-15,9-4-2 0,-2-11 2 0,8-10-1 16,-1-5 1-16,1-10-2 0,1-4 1 16,1-5-2-16,-2 1 2 0,2 6 0 0,-2 5 0 15,-2 10 1-15,-7 12-1 0,0 4-1 16,-7 6 1-16,-1 5-1 0,7 2 0 16,-4 9 3-16,6 5-2 0,0 5 0 15,-2 2 0-15,0 3-1 0,2 2 0 0,1-1 2 16,0 0-1-16,2-1 0 0,1-2 0 15,1-3-2-15,1-4 1 0,0-2 0 0,2-5 0 16,2-3-1-16,3-6 0 0,4-1-3 31,-1-3 0-31,3-7 1 0,-4-7 1 16,-1-6 1-16,0-6 1 0,-2-7-2 0,-2-5 2 16,1-4-1-16,-1 2 2 0,-2 2 1 15,-2 6 0-15,-4 6-1 0,-2 7 2 16,-5 6-1-16,-5 9 3 0,-4 4 0 15,-3 3 1-15,0-2 1 0,0 2-5 0,0-3 0 16,-9 0-1-16,-7 1 0 0,-10 2 0 16,-3 8 1-16,-4 9-2 0,-3 4 1 15,0 7-2-15,-3 2 0 0,4 5 0 0,2 3 0 16,4 1-1-16,4-1 0 0,8-2-3 16,5-1 0-16,5-12-2 0,6-1 1 0,1-4 0 15,0-7 4-15,1 0 0 0,5-3 2 16,5-6 1-16,4-2 1 0,4 0 0 15,4-8 0-15,-3-5 0 0,-1-7 0 16,-2-3 0-16,1-6 0 0,-3-5 0 0,1-1-1 31,2-2 1-31,-2 0-1 0,1 4 1 16,-4 6 0-16,-4 9 0 0,-2 7-1 0,-4 6 0 16,-3 5-2-16,3 0 1 0,1 5 1 15,0 10 0-15,2 8 2 0,-1 4-2 16,-1 6 0-16,-1 2 0 0,-1 0 0 0,3 0-2 15,1-1 3-15,0-4-2 0,1-4 1 16,0-4 0-16,-1-5 0 0,1-5 0 16,-1-4 2-16,4-3-2 0,-3 0 3 15,5-5-1-15,8 0-1 0,1-3 2 0,7-7-2 16,-3-4 1-16,-1-6-2 0,1-2 2 16,-2-7-5-16,0-3 4 0,2-5-2 0,-1-2 2 15,2-2-1-15,2 3 1 0,-2 3-2 16,1 6 1-16,-3 7 0 0,-1 7 1 15,-6 7 0-15,-1 6 0 0,2 2 1 0,2 11-1 16,3 6 0-16,-2 5-1 0,-5 4 2 31,-1 3-3-31,-5 3 2 0,-1 0-2 16,-3 0-1-16,-1-2 1 0,-5-1 0 0,0-3-1 16,-5-2 3-16,-3-5-2 0,-2-2 1 15,1-6-1-15,-1-2 0 0,4-3 1 16,2-3 2-16,1 0-1 0,-1-3 1 0,-1 0-1 15,1-6-2-15,-2-9 3 0,6-4-1 16,2-9 0-16,11-4-1 0,6-1 0 16,7-3-3-16,4 1 4 0,3 1-2 0,5 8 2 15,-2 5 0-15,-1 7-1 0,-2 7-2 16,-3 5 2-16,-4 2 0 0,-3 8-1 16,-5 4 4-16,-1 3-2 0,-4 2 0 0,1 1-1 15,-3 2 1-15,-3-1-1 0,1 1 0 16,-2-2 0-16,-1-3 0 0,-2-1 0 15,2 0-1-15,-1-3 0 0,2 2 2 0,-3-4-1 16,0-1 2-16,2 0-1 0,2-3-1 31,1 2 2-31,2-6 0 0,5 2-1 16,2-3 1-16,5-1-1 0,0-10 0 0,0-4-1 16,1-5-1-16,0-4 2 0,1-8 0 15,0-6 0-15,1-7-1 0,1-7 1 16,1-6-3-16,-1-8-2 0,2-11 3 0,1-9-4 15,-1-8 3-15,-1-3 3 0,-4 4-3 16,-3 8 5-16,-6 14-3 0,-3 11 2 16,-6 17-1-16,-4 8-4 0,-2 12 3 0,0 8-7 15,-5 6 7-15,-5 5-1 0,-6 3 1 16,0 1 8-16,-4 8-7 0,1 7 5 16,0 6-6-16,1 3 0 0,1 6 1 0,0 7 0 15,1 7 0-15,-1 8-3 0,1 6 4 16,0 5-5-16,2 4 5 0,-1 1-4 15,4 0 2-15,3 1 3 0,3-6-5 0,5 0 3 16,0-5-2-16,10-5-1 0,3-5 2 31,5-5-1-31,4-7 1 0,6-5 0 16,5-7 2-16,6-9-1 0,3-6-1 0,4-7 1 16,2-2-1-16,2-8 0 0,-2-7 1 15,0-4-1-15,-4-4 0 0,-4-5 0 16,-4-2-2-16,-6-2 3 0,-1 1-1 0,-7 1 2 15,-2 4-2-15,-3 4 1 0,-8 6-1 16,-3 9 0-16,-3 4-1 0,-3 3 0 16,0 0 1-16,0 0 0 0,-3 6 0 0,-6 7 0 15,-5 7 0-15,-1 3 0 0,3 3 1 16,0 3-2-16,2 0 1 0,0 1-1 16,4-1 1-16,5-2-1 0,1-1 0 0,1-4-1 15,9-2 1-15,3-3 0 0,4-6-2 16,4-4-3-16,3-5-3 0,2-2-6 15,2-5-6-15,-1-7-10 0,2-5-21 0,-3-7-23 16,2-2-39-16,-2-6-73 0,0-4-82 16</inkml:trace>
  <inkml:trace contextRef="#ctx0" brushRef="#br0" timeOffset="-202663.19">23761 11937 573 0,'0'0'69'0,"0"0"-17"0,0 0-16 0,0 0-16 16,0 0-10-16,0 0-6 0,0 0-3 16,0 0-2-16,0 0-8 0,-12-3-15 0,10 3-42 15,1 0-81-15,-1 0-140 0</inkml:trace>
  <inkml:trace contextRef="#ctx0" brushRef="#br0" timeOffset="-201996.78">23812 12633 368 0,'0'0'46'16,"0"0"7"-16,0 0 4 0,0 0-3 0,0 0-8 15,0 0-10-15,0 0-6 0,82 3-8 16,-38-3-7-16,5-4-4 0,7-4-2 16,5-2-2-16,6-1-2 0,2-1-1 0,1-1-1 15,-5 0 3-15,-7 1-6 0,-9 2 6 16,-12 2-4-16,-12 3 2 0,-12 4 5 16,-3 1-6-16,-6 0 5 0,-2 6-3 0,-2 7 4 15,-9 5-2-15,-13 7-3 0,-10 0-2 16,-5 5-4-16,-8-1 3 0,-1 2-2 15,-3 1 0-15,5 3-1 0,2 0 1 0,6 1-3 16,7 1 4-16,9-2-3 0,4-5 2 31,9-1-1-31,7-6 1 0,0-2 0 16,13-6 2-16,9-1 1 0,9-4 0 0,10-3 1 16,8-3-2-16,7-2-1 0,5-2 1 15,1 0-2-15,2 0 1 0,-5 0 1 16,-6-3-4-16,-7 0-1 0,-10-1-5 15,-13 1-6-15,-6 0-9 0,-5 2-10 0,-8 0-20 16,2-6-30-16,-3 2-55 0,0 1-125 16</inkml:trace>
  <inkml:trace contextRef="#ctx0" brushRef="#br0" timeOffset="-201096.69">24921 12889 590 0,'0'0'70'0,"0"0"-17"0,0 0-9 16,0 0-11-16,0 0-13 0,0 0-9 0,0 0-7 16,0 0-2-16,0 0 0 0,54-87 0 15,-20 75-2-15,4 0 0 0,4-2 1 16,-2-1-1-16,1-2 0 0,-1-3-1 0,-2-1 1 15,-2-3-2-15,-3-5 3 0,-4-1 0 16,-6-4-6-16,-5 1 6 0,-7 1-5 16,-5 3 3-16,-6 6 1 0,-1 5-1 15,-15 6 1-15,-7 4 0 0,-9 5 0 0,-10 3 0 16,-6 2 0-16,-5 12 1 0,-1 4 0 16,-1 6 1-16,5 6 1 0,2 5-4 0,7 6 2 15,10 3-2 1,6 2-1-16,12-1 2 0,5-1 0 0,8 1 0 0,4-3-2 15,15-4 1-15,7-3-1 0,8-5 2 16,8-6-1-16,9-6-1 0,5-4-3 0,8-6-6 16,5-5-12-16,6-3-6 0,2-5-7 31,1-7-7-31,-4-6 2 0,-3-6 2 0,-3-5 6 16,-6-6 13-16,-5-3 8 0,-6-2 10 15,-6 1 7-15,-6 3 3 0,-7 2 6 16,-6 4 8-16,-8 4 9 0,-4 5 6 0,-5 6 2 15,-6 6-5-15,-2 0-7 0,-1 4-5 16,0-6-5-16,-7-1 0 0,-5 2-10 16,-7-1 5-16,-4 3-6 0,-3 5 5 0,-3 3 2 15,-1 2-8-15,-2 10 4 0,0 6-7 16,1 3 1-16,-1 5-1 0,3 3-2 16,0 3 1-16,5 3-1 0,4 1 0 0,7 4-1 15,3-2 1-15,7-1-2 0,3-2 1 16,6-4 1-16,7-5 1 0,3-5 1 15,4-6 0-15,3-6 0 0,3-4-1 0,1-5-1 32,5-1 1-32,-1-11 1 0,2-4-1 15,-1-7 2-15,-4-4-2 0,-1-7 1 16,-2-5-2-16,-2-5 1 0,-3-6-2 16,-2-6 2-16,-3-6 0 0,-2-9-4 0,2-9 2 15,-4-6-3-15,1-7 1 0,1 1 5 16,-1 7-2-16,-4 10 3 0,1 14-2 0,-6 16-4 15,-3 10 5-15,0 14-6 0,0 8 6 16,-3 9-2-16,-9 4 0 0,-2 4 4 16,-8 11-4-16,1 9 4 0,2 6-2 15,-3 8-1-15,2 7 0 0,1 10-2 0,2 6 1 16,2 6 0-16,1 4 2 0,5 2-3 16,3 1 2-16,5 2 2 0,1 1-6 0,10 1 3 15,7-1-1 1,7-2-3-16,5-8 3 0,8-10-3 0,3-10 0 0,5-11-3 15,4-7-6-15,5-11-4 0,-2-7-7 0,2-9-8 16,-1-2-4-16,-5-9-13 0,-4-7-10 31,-7-6-26-31,-8-3-44 0,-9-5-62 16</inkml:trace>
  <inkml:trace contextRef="#ctx0" brushRef="#br0" timeOffset="-200678.94">22301 12347 570 0,'0'0'44'15,"0"0"-5"-15,0 0-4 0,0 0-1 16,0 0-5-16,-80-34-5 0,67 34-3 0,8 0-7 15,-1 0-3-15,6 0-3 0,0 0 0 16,8 9 2-16,17 2 1 0,20 3-2 16,22-6-2-16,21-1-3 0,19-3-3 15,13-2 0-15,10-1-2 0,3 2-3 0,-3-1-2 16,-7-1-9-16,-12-1-7 0,-15 0-18 16,-17 0-32-16,-18-1-76 0,-16-5-152 0</inkml:trace>
  <inkml:trace contextRef="#ctx0" brushRef="#br0" timeOffset="-159646.83">7729 15020 357 0,'0'0'50'15,"0"0"5"-15,0 0-7 0,0 0-11 0,0 0-6 16,0 0-11-16,0 0-3 0,-68 56-5 15,68-53-1-15,0 3-1 0,10 2 2 16,9-4 1-16,3-4-1 0,7-3-3 0,4-11-3 31,6-5-2-31,1-7-2 0,5-8 2 0,3-4-3 16,-1-7 1-16,-2-4-3 16,-4-4 3-16,-4-1-1 0,-10-3 1 0,-7 1 0 15,-10 3-4-15,-7 3 2 0,-3 6-2 16,-10 9 5-16,-8 11 2 0,-8 8 1 15,-4 12-1-15,-12 4-1 0,-3 11 0 0,-7 9-2 16,-3 7 5-16,3 4-5 0,0 6 4 16,4 3-6-16,8 4-2 0,5 3 1 15,8 1-1-15,9 2 0 0,10 2-2 0,8-2 3 16,8-3-3-16,14-5 3 0,10-7 0 16,8-4 0-16,8-8 0 0,7-8-1 15,6-6-2-15,5-8-3 0,4-1-15 0,2-10-18 16,-3-12-30-16,2-3-55 0,-4-10-86 15,-1-5-38-15</inkml:trace>
  <inkml:trace contextRef="#ctx0" brushRef="#br0" timeOffset="-159446.5">8741 14216 509 0,'0'0'52'15,"0"0"-2"-15,0 0-9 0,0 0-8 0,0 0-9 16,0 0-7-16,0 0-2 0,0 0 0 16,77-69-2-16,-30 60-5 0,8 1-5 15,3 2-5-15,-3 1-5 0,0 2-9 0,-3 2-24 16,-5 1-58-16,-3 0-179 0,-6-3-13 16</inkml:trace>
  <inkml:trace contextRef="#ctx0" brushRef="#br0" timeOffset="-158445.75">10641 14751 561 0,'0'0'27'31,"0"0"2"-31,0 0 3 0,-14-94 2 16,-1 77-5-16,-5 3-6 0,-3 7-6 16,-4 4-5-16,-7 3-4 0,-5 7-3 0,-4 11-2 15,-5 9-2-15,-1 5-2 0,4 5 0 16,3 6-1-16,6 2-1 0,10 1 1 15,4-1-3-15,5-2 3 0,10-4-3 0,2-5 2 16,5-7 0-16,3-4 2 0,9-7 0 16,4-5 1-16,5-7 1 0,4-4 0 15,7-7 1-15,5-13 1 0,2-7-2 0,2-9 0 16,4-8 1-16,-5-8-2 0,-2-7 3 16,-3-5-4-16,-5-7 4 0,-4-7-3 15,-3-7-4-15,-1-10 4 0,-8-8-3 0,-1-4 4 16,-4 1 4-16,0 6-4 0,-5 15-1 15,2 16 3-15,-2 18-3 0,-4 20 5 16,1 16-1-16,-1 9-4 0,0 6 1 0,0 0-1 31,-8 14-1-31,1 9 3 0,-5 9 3 16,2 7-5-16,3 6 7 0,2 5-7 16,4 7-2-16,1 3 3 0,0 6-2 0,0 4 1 15,4 1-3-15,4 2 3 0,1-5 3 16,5-1-6-16,3-6 4 0,3-5-6 15,6-8 0-15,6-5 1 0,4-8-1 0,6-10-1 16,2-6 2-16,5-10 2 0,-3-8-1 16,6-1 2-16,-7-14 2 0,1-5-2 15,-5-7 2-15,-8-4 0 0,0-5 1 0,-5-5 0 16,-5 0-4-16,-3-4 3 0,-7 2-2 16,-1 5 3-16,-2 5 3 0,-6 9 1 15,-1 11 0-15,-2 7-3 0,-1 5-1 0,0-1-4 16,0 1-1-16,-4 5 1 0,-8 8 1 15,-5 11 1-15,0 7 4 0,-1 3-6 0,3 8 5 16,1 0-5-16,4 2-1 0,2-1 1 31,5-1-2-31,3-3 0 0,1-2 0 16,12-3 2-16,5-6 0 0,6-4 4 16,5-6-4-16,7-8 4 0,2-7-2 0,5-3 0 15,1-8 1-15,0-9 2 0,-2-7-1 16,-4-3 0-16,-3-7 2 0,-9-2-2 0,-6-3 2 15,-8-4-1-15,-9 0 1 0,-3 0-1 16,-8 0-5-16,-9 5 6 0,-6 6-7 16,-5 6 3-16,-4 9 1 0,-2 7-3 15,-5 7-1-15,-2 3-2 0,-1 9-5 0,-1 7-10 16,1 3-28-16,4 4-61 0,2 1-148 16,9 4-26-16</inkml:trace>
  <inkml:trace contextRef="#ctx0" brushRef="#br0" timeOffset="-156345.78">12702 14723 492 0,'0'0'45'16,"0"0"-3"-16,3-86 0 0,7 54-2 16,3 2-8-16,9-1-4 0,2 4-10 0,5 6-1 15,6 4-6-15,-2 7-5 0,3 5-3 16,-1 5-3-16,-5 9 1 0,-4 8-2 0,-3 4 5 15,-5 5-5-15,-4 3 3 0,-5 1-3 16,-5 2-3-16,-4 1 1 0,0 1-2 16,-8-2 1-16,-6-1-1 0,-1-2 2 15,-4-1-2-15,0-4 2 0,2-4 1 0,4-7 0 16,5-5 2-16,4-5 2 0,4-3 0 16,0-1 1-16,4-13-1 0,10-9-1 0,10-9 1 15,8-3 1-15,6-4 0 0,2-4-2 16,6-1-4-16,-1-3 3 0,1 3-3 15,-4 5 3-15,-4 4 2 0,-4 9-1 16,-7 9 0-16,-10 7-1 0,0 8 0 0,-5 2 0 31,-3 7 1-31,3 6-1 0,-4 4 1 16,-4 1 1-16,1 4 3 0,-4 1-4 0,-1 0 5 16,0 1-7-16,0-7 0 0,0 1 0 15,0 1-1-15,0-7 0 0,0 6-1 16,6-3 0-16,1-3 2 0,0 0 0 15,5-4 0-15,5-2 1 0,4-4-1 0,6-2 1 16,2 0-1-16,0-3 1 0,0-5-3 16,-2-1 2-16,-2-2-1 0,-2 0 2 0,-4 0 1 15,-5 1-2-15,-1 3 4 0,-7 0-3 16,0 5 1-16,-1 0 1 0,-5 2-2 16,0 0 0-16,0 0 1 0,2 0-2 15,-1 0-1-15,1 0 1 0,-1 0-2 0,1 0 4 16,-2 0 0-16,1 0 0 0,-1 0 0 15,0 0-2 1,2 0 0-16,-2 0 1 0,0 0 0 0,1 0 0 0,-1 0 4 0,0 0-4 31,0 0 0-31,0 0 2 0,3 0-2 16,-3 2 1-16,0-2 0 0,1 0-2 16,-1 0 1-16,0 1-1 0,0-1-1 0,0 0 3 15,2 1 0-15,-2-1 2 0,0 0 2 16,0 2 0-16,0-2 3 0,0 0 2 0,0 0-3 15,0 0 3-15,0 0-3 0,0 0 0 16,0 0-1-16,0 0-2 0,0 0-2 16,0 0-2-16,0 0 1 0,0 0-2 15,0 0 1-15,0 0 0 0,0-4-1 0,4-9 1 16,2-2 0-16,0-3-1 0,-1 0-5 16,0-2 5-16,1 2-6 0,-2 0 7 0,0 3 0 15,-1 0 0-15,0 3 1 0,-3 7-1 16,1 0-1-16,-1 5-2 0,0 0 0 15,-4 3 1-15,-7 12-1 0,-4 8 3 16,2 6 5-16,3 4-5 0,1 2 5 0,1 0-6 31,2 1-1-31,6-2 1 0,0-2-2 16,0-2 2-16,8-2 2 0,4-4-1 0,1-6-1 16,4-3 2-16,-5-6-1 0,5-4 2 15,2-5 0-15,4-2 0 0,6-8 0 16,-1-5-1-16,-2-4 1 0,-3-4-1 15,-3-1 1-15,-1-4-1 0,-6-3 0 0,-2-5-1 16,-5-2 2-16,-4-3-4 0,-2-4-4 16,-6-2 5-16,-8 2-6 0,-4 3 5 0,-8 4 2 15,-6 9-2-15,-11 8 0 0,-6 9 2 16,-8 7-1-16,-2 5 1 0,1 6 1 16,7 8-1-16,8 1-1 0,10 3 0 15,13-4 0-15,10 1 1 0,10 0-1 0,6-2 2 16,15 4 0-16,14-3 0 0,14-5-1 15,9-3 0 1,10-5 0-16,4-1-2 0,6-1 1 0,-1-9-1 0,1-6 0 0,-1-4 0 16,-4-2-1-16,-3-7 1 0,-7-5-4 31,-6-5 0-31,-9-8 4 0,-8-6-1 16,-7-5 4-16,-4-3-1 0,-10 1 4 0,-2 1-2 15,-8 6-4-15,-6 9 4 0,-3 10-3 16,0 11 5-16,-6 8 3 0,3 7-3 0,-6 6 0 15,-2-3 0-15,1 5-1 0,-6 3 1 16,1 8 0-16,-2 7 2 0,4 6 4 16,4 5-5-16,1 6 3 0,2 4-6 15,3 7 0-15,2 4 1 0,-1 6-3 0,1 5 1 16,-1 7-1-16,-1 3 1 0,2 2-2 16,-1-1 3-16,1-3 3 0,1-3-5 0,0-8 4 15,7-7-5-15,1-5-1 0,2-8 1 16,3-6-2-16,-3-7 1 0,0-8-1 15,-2-5-1-15,0-4-2 0,-1-8-4 16,6 0-10-16,-1-6-13 0,3-10-19 0,-3-2-31 31,-2-6-58-31,2-2-99 0,-8-6-19 16</inkml:trace>
  <inkml:trace contextRef="#ctx0" brushRef="#br0" timeOffset="-156196.75">14466 14443 492 0,'0'0'50'16,"0"0"2"-16,0 0-1 0,0 0-9 16,0 0-5-16,120 16-12 0,-58-16-8 0,12 0-7 15,10-2-7-15,11 0-7 0,7 2-12 16,4 0-41-16,6 0-88 0,2-3-143 16</inkml:trace>
  <inkml:trace contextRef="#ctx0" brushRef="#br0" timeOffset="-154296.8">16039 14930 449 0,'0'0'81'0,"0"0"-4"0,0 0-11 0,0 0-13 31,0 0-20-31,0 0-10 0,0 0-10 16,0 0-7-16,47-79 1 0,-31 47-3 0,0-3-1 16,5-4-1-16,4-4-1 0,4-5-1 15,4-7-5-15,5-8 3 0,-1-9-4 16,5-10 3-16,-4-7 4 0,-2-9-3 15,-3 1 3-15,-5 1-2 0,-4 10-4 0,-8 13 4 16,-6 16-4-16,-4 22 2 0,-6 13 1 16,-9 16-2-16,-11 6 0 0,-7 16 2 0,-5 11 1 15,-4 11 2-15,-1 8 4 0,0 6-5 16,5 8 4-16,3 5-5 0,7 6-1 16,4 5 2-16,6 1-1 0,2 4 3 15,7-5 2-15,3-3-4 0,2-8 3 0,9-7-5 16,7-11 0-16,6-8 2 0,6-10 0 15,7-9 1 1,7-9-1-16,6-10 1 0,6-1 1 0,5-15-2 0,2-6 0 0,1-7-2 16,0-5 4-16,-8-8-1 0,-1-8-6 31,-6-4 5-31,-7-6-4 0,-7-2 3 16,-5 2 4-16,-7 7-2 0,-7 12 2 0,-6 12 0 15,-6 13-1-15,-1 9-2 0,-3 6-2 16,0-2-1-16,0 2 1 0,-7 14 1 0,-7 9 0 15,-4 9 3-15,-3 3-3 0,1 2 1 16,-1 3-1-16,4-1 0 0,2 1 0 16,4 1 1-16,4-2 4 0,4 1-4 15,3-4 5-15,0-2-3 0,8-4-5 0,5-6 3 16,2-4 0-16,2-5 0 0,7-4 1 16,1-7-1-1,4-4 2-15,3 0-2 0,0-12 1 0,1-6-1 0,-1-6 1 0,-1-5 0 16,-3-3 0-16,-3-6-1 0,-5-3-4 15,-5-4 2-15,-7-1-4 0,-2 0 5 16,-6 2 1-16,-8 6-1 0,-10 6-1 0,-8 7-2 31,-9 7 1-31,-9 7 0 0,-7 7 3 16,-7 4 1-16,2 0 0 0,1 7 0 0,8 5-1 16,7 0 2-16,10 2-3 0,11-4 2 15,7 1-2-15,8 1 0 0,4 0 2 16,13 2 0-16,13-3 2 0,8-4-2 15,13-1 0-15,8-1 1 0,4-2-2 0,6-2 1 16,-1-1-1-16,-5 2-1 0,-3-2 1 16,-6 0 0-16,-6 0 0 0,-6 0 1 0,-6 1-1 15,-12 1-1-15,-1 0 1 0,-8 1 0 16,-5 1 0-16,2 0 3 0,-4 4-3 16,-1 6 2-16,-2-4-2 0,2 10 2 15,-3 0-1-15,0 2 1 0,-7 6 2 0,3-1-4 16,-2 1 4-16,1-2-6 0,2-1 2 15,2 0 0 1,-1-7-1-16,2-1 2 0,0 0-1 0,2-7-1 0,4 3 1 0,3-2 2 31,-1-6-1-31,7 1 1 0,1-3 0 16,2-3-1-16,5-1 1 0,2-10-1 16,-2-3 0-16,2-4 1 0,-1-5-1 0,-2-3-1 15,-3-6 0-15,-2-2 1 0,-2-7-6 16,-5-3 4-16,-6-3-3 0,-4-3 1 0,-1 0 4 15,-14-1-1-15,-2 7-2 0,-8 9 0 16,-2 9 1-16,-6 10-1 0,-2 8 2 16,-1 8-1-16,-2 0 1 0,6 14-1 15,8 3 1-15,2 4 0 0,6 1-3 0,7 3 3 16,8-4-2-16,1 0 2 0,9-2 0 16,9-3 2-1,8-1-2-15,6-4 1 0,7-2-1 0,7-6-1 0,5-1 1 0,4-2 0 16,0-3 1-16,3-8-1 0,-3-3 0 15,-3-3 0-15,-3-4-1 0,-5-1-1 16,-7-4 4-16,-5 2-2 0,-6-1 1 0,-6 4 1 16,-7 6-2-16,-4 6 2 0,-6 6 1 15,-3 3-1 1,0 0-1-16,0-3 0 0,0-2 0 16,-7 2 0-16,-6 3-2 0,-1 0 2 15,-4 12-2-15,1 6 1 0,2 5-1 16,3 6 2-16,2 1-2 0,3 4 2 15,7-1-2-15,0 2 1 0,3 0 0 0,7 0 0 16,4 0 5-16,3 0-3 0,3-1 3 16,1-2-5-16,4 0-1 0,-2-1 1 0,0-4-1 15,-1-1 2-15,-6-3-2 0,-5-6 0 16,-3-6 1-16,-4-1-1 0,-3-8 1 16,2 3 0-16,-3-2 0 0,-6 1 2 15,-8 0-1-15,-8-3-1 0,-4-1 0 0,-3-1-1 16,-1-7 1-16,0 0 0 0,-1 1 1 15,4 1-2 1,9 1 2-16,1 3-1 0,7 0-1 0,4 1 1 0,1 1-2 0,5 0 0 31,-2 0 0-31,2 0-1 0,-1 0 3 16,1 0 1-16,0 1 1 0,3 6 0 16,8 4-1-16,5 1-2 0,3-3 2 0,4-3-1 15,-1 1 0-15,2-3 2 0,2-3-3 16,2 1 1-16,0-2-2 0,1 0 1 0,3-6-1 15,3-5 1-15,0-2-2 0,2-7-2 16,4-4-1-16,-1-5-5 0,2-7 3 16,0-6 0-16,-1-5 0 0,-4-3 6 15,-3 0-3-15,-6 3 5 0,-5 5 2 0,-6 9-1 16,-8 9 3-16,-4 11-1 0,-5 2 0 16,0 4-1-1,-5-1-1-15,-10 2 1 0,-4 6 1 0,-6 7 0 0,-7 10 0 0,1 4 1 16,0 4-3-16,2 2 0 0,2 3 0 15,2 2 0-15,6 3 4 0,4 2-3 16,4-1 3-16,7-1-4 0,4 0-3 0,1-2 3 31,13-2-3-31,6-5 2 0,7-4 0 16,8-5-2-16,7-5-1 0,7-6 0 0,5-4-4 16,7-2-6-16,1-8-11 0,1-4-20 15,-3-3-31-15,-4-4-67 0,-7-1-134 16</inkml:trace>
  <inkml:trace contextRef="#ctx0" brushRef="#br0" timeOffset="-151662.03">20229 14730 252 0,'0'0'54'16,"0"0"-5"-16,0 0-7 0,0 0-2 16,0 0-5-16,0 0-2 15,0 0-9-15,0 0-5 0,0 0-6 0,100-65-3 0,-60 30-4 16,5-6-5-16,1-5 3 0,3-6-5 16,0-2 3-16,-2-6 3 0,-4-2-3 15,-5-2 2-15,-11 4-2 0,-7 2 3 0,-7 7 1 16,-7 8 4-16,-6 9 2 0,0 9 2 15,-11 8-3-15,-5 8-5 16,-7 6-3-16,-8 3-1 0,-3 11 0 0,-6 7 0 0,-3 7 1 16,3 12-2-16,0 7 2 0,6 8-3 31,5 7 2-31,7 5-2 0,9 0 1 16,6-2-3-16,7-3 3 0,6-6 3 0,10-6-4 15,7-6 5-15,4-6-5 0,4-6 0 16,3-8 1-16,1-6-2 0,1-6 3 0,-1-7 0 15,0-2 0-15,1-9 1 0,-2-7-2 16,0-5 2-16,-1-3-1 0,0-8-6 16,1-5 5-16,-1-5-6 0,2-5 6 15,2-4 1-15,2-4-1 0,2 2 3 0,-1 4-2 16,2 8 5-16,-4 9-2 0,-2 8 1 16,-3 10 0-16,-3 7-4 15,-1 7 1-15,-1 4-3 0,-4 13 1 0,-3 7-1 0,-4 5 1 16,-1 6-2-16,-6 2 2 0,-4 2-1 15,-2 0 1-15,-4 0-1 0,0 0 1 0,-4-3 5 16,-4-2-6-16,0-6 6 0,-4-5-5 31,5-6-1-31,3-10 1 0,2-2-1 16,2-5 3-16,-1 0 3 0,1 0 2 0,0 0 1 16,3-9-3-16,8-12-7 0,9-8 3 15,8-7-5-15,2-7 4 0,5-3 1 16,4-4-2-16,2-1 1 0,0 4-1 0,0 6 1 15,-5 9 0-15,-4 9-1 0,-9 11 0 16,-3 6-1-16,-4 6 0 0,0 1 1 16,0 10 0-16,0 4 0 15,-4 5 1-15,-2 4-2 0,0 3 1 0,-1 4-1 0,-2 1 1 16,0 1 0-16,0 0 0 0,-1 1 0 16,-2-1 0-16,2-1 8 0,-1 1-8 0,2-2 3 15,-2-2-4-15,3-4 0 0,1-1 0 16,0-8-2-16,3-1 3 0,-3-6-2 15,5-4 2-15,4-3 5 16,3-2-5-16,8-5 0 0,2-7 1 0,-1-6-1 0,2-5 1 31,0-6-9-31,-2-5 8 0,2-5-5 16,-2-5 3-16,-1-5 4 0,-3 1-2 0,-3 1 1 16,-4 5 0-16,-5 7 1 0,-3 6-1 15,-6 11 2-15,-2 7-2 0,-1 6 1 16,-2 2-2-16,-9 0 0 0,-7 1 0 0,-10 2-3 15,-1 7 1-15,-4 11 0 0,1 8 2 16,1 5-1-16,3 8 0 0,3 1 0 16,5 3 0-16,4-2 0 0,7 2 2 0,4-3 3 15,3 0-4-15,4-2 5 0,12-5-6 16,2-2-2-16,5-7 3 0,3-6-1 16,2-6 2-16,4-5 0 15,4-6 1-15,4-1 1 0,1-5-3 0,1-8 0 0,2-2 0 16,-2-5 1-16,-2-5-1 0,-1 0 1 15,2-6-1-15,-4-4-4 0,0-1 3 0,0-5-4 16,-1 0 5-16,3-1 1 0,-1-1-2 31,0 7 2-31,1 4-2 0,-2 6 2 16,-4 11-1-16,-4 6 0 0,-4 7 0 0,-3 2-1 16,-4 11 1-16,-5 4-1 0,0 6 1 15,-7 3 0-15,-2 4 1 0,-2 2-2 16,-2 0 3-16,0 1-3 0,0-1 2 0,0-1-1 15,0 2 0-15,0-3 5 0,6 1-5 16,1-3 3-16,4-5-2 0,4-1-2 16,5-5 2-16,5-4-1 15,4-4 0-15,4-4 1 0,5-3-1 0,2 0 1 0,5-9-1 16,0-3 1-16,1-6-1 0,0-5-5 16,-1-5 7-16,0-3-6 0,-3-6 3 0,-2-2 4 15,-2-1-5-15,-6 0 4 0,-5 0-2 16,-8 3 2-16,-3 4-1 0,-7 4 1 15,-6 4-1-15,-3 3 0 16,-5 5 1-16,-8 6-1 0,-8 1-1 0,-7 6 0 0,-7 4 0 16,-4 0 0-16,-4 6-1 0,1 6 0 31,1 8 0-31,3 2-1 0,6 7 0 0,5 2-1 16,7 2-2-16,5-1 1 0,4-2 1 15,8-2 0-15,3-3 0 0,2-3 0 16,10-6 0-16,3-4 1 0,5-4 1 0,1-5 1 15,3-3 0-15,1 0 0 0,-1-6 1 16,-2-6 0-16,0-3-1 0,-2-5 2 16,-4-3 1-16,-2-1 1 0,-2-5-1 0,-4 0 3 15,-3 0 1-15,-1 8 2 0,-4 1 2 16,0 8 3-16,0 6-1 0,0-6 1 16,0 8-6-16,0-1-3 15,-1 3-2-15,-6 4-2 0,-2 13 2 16,-1 9-2-16,0 8 1 0,4 8-1 0,0 5 1 15,5 8 0-15,1 8 1 16,0 9 4-16,1 9-3 0,5 11 1 16,0 8-3-16,2 8-5 0,1 4 5 15,0 1 1-15,2 1-1 0,-2 0 0 0,-1-3-3 16,-3-7-4-16,-2-8 4 0,-3-12 3 16,-3-12-3-16,-8-12 5 0,-9-12-5 15,-8-13 1-15,-5-11 0 0,-6-11 0 16,-8-11 1-16,-6-6 0 0,-6-20-2 15,-4-8-2-15,-3-14 3 0,-5-11-4 0,3-11 3 16,4-10 4-16,10-10-4 16,13-4 4-16,15-2-3 0,19 1-7 0,10 1 3 15,21 4-4-15,15 7-1 0,13 7 1 16,10 9-6-16,8 13-2 0,6 9-5 16,6 12-9-16,3 5-9 0,1 7-17 0,4 5-18 15,-6-1-45-15,0 3-55 16,-5-1-82-16</inkml:trace>
  <inkml:trace contextRef="#ctx0" brushRef="#br0" timeOffset="-151096.55">24120 14293 528 0,'0'0'36'15,"0"0"-2"-15,0 0 3 0,0 0 0 16,0 0-3-16,0 0-4 0,0 0-11 15,0 0-9-15,93 52-3 0,-66-35-6 0,1 1 1 16,0-3-2-16,1 1 0 0,-1-2-1 16,-1-4 0-16,-2-2-1 0,1-4 1 0,-1-4 0 15,-1 0 0-15,-1-4 1 0,1-10-1 16,-3-6 2-16,-1-7-2 0,-2-5 2 16,-1-7 0-16,-4-4 1 0,-1 1 0 15,-5 1 2-15,-4 4-1 0,-3 7 6 0,0 10 1 16,0 5 3-16,-3 6 3 0,0 4-4 15,1 2-4-15,-3 3-3 0,-7 0 0 0,-1 6-3 16,-4 9 3-16,4 10-2 0,1 7 1 31,2 7-2-31,1 7 0 0,1 5-2 16,-2 6 3-16,-1 3-4 0,3 7 3 16,-4 3 3-16,2 7-6 0,0 7 4 0,0 5-3 15,0 4-2-15,-1 1 4 0,0-3 2 16,2-5-4-16,2 0 2 0,0-6-3 0,1-4-3 15,2-3 3-15,-2-5-3 0,-1-7 3 16,-5-6-2-16,-1-10 2 0,-5-6 0 16,-4-7 0-16,-4-6 0 0,-2-4 1 15,-1-9 6-15,0-4-4 0,0-9 0 0,2 0 1 16,1-17-7-16,3-7 4 0,1-9 2 16,2-11-2-16,4-12 3 0,3-10-4 0,6-9 4 15,2-7-5-15,5-7-2 0,0-6 1 16,11-4-3-16,7-3 1 0,7 4 2 15,7 9-4-15,5 14-1 0,8 17-6 16,9 16-2-16,2 16-9 0,6 11-9 0,3 12-16 31,-1 3-32-31,4 7-64 0,-1 6-135 16</inkml:trace>
  <inkml:trace contextRef="#ctx0" brushRef="#br0" timeOffset="-123929.77">8144 16226 219 0,'0'0'59'0,"0"0"-6"15,0 0-5-15,0 0-8 0,0 0-11 0,0 0-6 16,0 0-1-16,0 0-3 0,0 0-3 0,-7-25-7 16,7 23-4-1,-2 2 3-15,-1 2-1 16,-1 13 5-16,-2 10 0 0,-2 10 1 16,-1 5-7-16,0 2 1 0,0 1-4 15,-2 1 1-15,-1 3 2 0,2 0-3 16,-3 2 2-16,3-1-5 0,0-1-1 0,1-3 1 15,2-3-2-15,3-4 2 0,-1-7 2 0,2-9-1 16,1-7 2-16,2-8-1 0,0-6-1 16,0 0 3-16,0 0 1 0,0 1 1 15,0-1-2-15,11 0-4 0,1-8-4 16,5-9-6-16,-4-5-18 0,1-2-28 16,-3-6-62-16,-1-5-74 0,0-5-53 0</inkml:trace>
  <inkml:trace contextRef="#ctx0" brushRef="#br0" timeOffset="-123596.77">8087 16058 345 0,'0'0'54'0,"0"0"-6"0,0 0-6 16,0 0-3-16,0 0-6 0,0 0-3 15,0 0-6-15,0 0-5 0,0 0-4 16,-41-44-1-16,56 30 0 0,13-4 2 16,8 1 0-16,17-1-1 0,11 0 1 0,10 0-2 15,7 0-9-15,3 2 2 0,-2 2-8 0,-2 6 2 16,-12 1 0 0,-9 4 0-16,-14 2-1 0,-13 1-1 0,-11 0 1 0,-9 0-2 15,-9 0 1-15,5 0 2 0,-8 0 0 16,0 0 1-16,-8 4 0 0,2 1-2 15,-10 0-1-15,2-1 1 0,2-1-1 0,-4 0-1 16,6-1 1-16,1 1-12 0,-6 3-5 0,3 0-23 31,-5 4-25-31,2 3-32 0,1 0-67 16,-1 4-86-16</inkml:trace>
  <inkml:trace contextRef="#ctx0" brushRef="#br0" timeOffset="-123246.4">8058 16471 407 0,'0'0'59'0,"0"0"-10"0,0 0-6 0,0 0-12 15,-86 39-8-15,70-31-4 0,10-5-5 0,2-2-2 16,1 3 0-1,3-4-2-15,0 4 5 0,6 3 0 0,14 1 3 0,9 1-1 16,11-7-2-16,11-2-7 0,8-2-3 31,6-4-1-31,5-3-2 0,-1 1 2 16,-1-1-8-16,-4 2 4 0,-8-1-5 0,-5 3 5 16,-9 1 0-16,-9 1 1 0,-11 0-1 0,-11 1-1 15,-4 2 1-15,-7 0 1 0,0-1 0 16,0 1-1-16,0 0-1 0,0 0-3 15,0 0-4-15,0 0-3 0,-11 3-5 16,-4 6-21-16,-6 8-19 0,-1-2-33 16,-3 1-65-16,-2 3-103 0</inkml:trace>
  <inkml:trace contextRef="#ctx0" brushRef="#br0" timeOffset="-122880.03">8021 16994 532 0,'0'0'48'0,"0"0"-11"16,0 0-12-16,0 0-7 0,0 0-4 16,0 0-2-16,-78 54-1 0,66-46-2 15,4-1 1-15,3-4-4 0,1 1-1 16,4-4 0-16,0 2-1 0,3 4 2 0,9 0 0 15,11 0 0-15,7-5-1 0,12-1-2 0,6-1-1 16,8-5 0 0,5 0-1-16,4-2 0 0,0 1 0 0,-3 2 0 0,-4 2 0 15,-6 2 0-15,-9 1-1 0,-14 0 1 16,-6 0-1-16,-11 0 0 0,-6 0 1 16,1 0 0-16,-7 0 0 0,0 0-1 0,0 0 1 15,-4 0-2-15,-2 0 2 0,0 0-2 0,-6 0-1 16,8 0-2-1,-3 0-3-15,3 0-17 0,4 0-36 0,-2 0-78 0,4-2-152 16</inkml:trace>
  <inkml:trace contextRef="#ctx0" brushRef="#br0" timeOffset="-122046.56">9052 17068 66 0,'0'0'28'0,"0"0"6"0,0 0 5 0,0 0 2 16,0 0 3-16,0 0-1 0,0 0-3 0,0 0-2 15,-3-12-5-15,3 11-2 0,0 0-2 16,0-1-3-16,0 1 1 0,0 1-3 15,0-3-2-15,0 1-1 0,0 0-4 16,0 1-1-16,0 1-1 0,0 0-1 16,0 0-2-16,3-3-3 0,-3 3-2 0,0-2-3 15,0 2 1-15,0 0 3 0,0 0 0 0,0 0 6 16,0 14-1-16,0 6-2 16,0 6 0-16,-3 1-4 0,0 0 1 0,0 4 12 15,-2 1-6-15,2 2 6 0,0 1-6 16,0-3-11-16,0 1 3 0,0-1-2 15,3-1 1-15,-1-2-1 0,-1-9 0 0,2-2-2 16,0-6 1-16,0-5 1 0,0-2-2 16,0-5 0-16,0 0 0 0,0 0-2 15,0 3 1 1,0-3-1-16,0 2 0 0,0-1 1 16,0 1-3-16,0 0-9 0,2-2-29 15,5 0-70-15,9-12-180 0,1-9-33 16</inkml:trace>
  <inkml:trace contextRef="#ctx0" brushRef="#br0" timeOffset="-121329.78">10206 16609 399 0,'0'0'57'0,"0"0"-11"0,0 0-3 16,0 0-9-16,0 0-6 0,0 0-8 0,0 0-4 15,0 0-2-15,0 0 7 0,-33-10 2 0,53 5 3 16,15-1-3-16,18-2-5 16,12 0-3-16,15-3-3 0,10-2-1 0,9 1-9 15,4 2 3-15,3-1-7 0,0 3 3 16,-1 2 0-16,-8 0 0 0,-8 3-1 16,-11 0-1-16,-13 0 2 0,-13 0-1 0,-20 3 2 15,-11-3 2-15,-13 3 1 0,-8 0-2 0,0-5 0 16,-3-1 0-16,-8-3 0 15,0 1 0-15,-3 4-1 0,4 0-2 0,4 2 1 16,0 0-2-16,6 2 0 0,-1-1-2 31,1 1-4-31,-2 0-7 0,1 0-23 16,1 0-38-16,3 6-100 0,11 1-130 0</inkml:trace>
  <inkml:trace contextRef="#ctx0" brushRef="#br0" timeOffset="-120746.48">12319 16131 618 0,'0'0'37'15,"0"0"-8"-15,0 0-8 0,0 0-5 16,0 0-9-16,0 0 0 0,0 0 0 15,0 0 3-15,0 0-2 0,7 85 1 0,-4-41-2 16,-3 3 0-16,-7 1-4 0,-8 4 3 0,-2 1-2 31,-5 0-5-31,3-1 5 0,-2-2-5 16,-1-3 1-16,4-3 1 0,3-6-1 16,0-5-1-16,8-7 0 0,0-7 0 15,4-9 0-15,3-5 1 0,0-5 1 16,0 0-1-16,0 0 2 0,1 0-2 0,14-3 0 15,4-9-1-15,5-11-2 0,-4-4-8 0,-2-5-7 16,-4-3-9-16,-2-11-6 16,-5-5-2-16,0-8 0 0,-4-7 9 0,0-7 6 15,-3-3 9-15,0 0 10 0,0 4 1 16,0 8 5-16,0 11-1 0,-3 10 2 16,0 16 1-16,3 13 1 0,0 8-2 0,0 6-2 15,-1-2-1-15,1 2 1 0,0 0 8 16,0 0 5-16,14 0 5 0,9 2-1 15,9 4 1-15,4 2-2 0,5-2 1 0,5-2-3 16,9-1 0-16,6-1-4 0,4-2-5 31,6 0 0-31,3 0-2 0,-1-5-3 16,-3 1 1-16,-7 0-3 0,-6 2-1 0,-14-1 0 16,-12 1-2-16,-14 1 2 0,-10 1 0 0,-7 0-1 15,0 0 0-15,0 0-2 16,0 0-1-16,0 0-2 0,0 0-1 0,0 0-12 15,-9 0-16-15,-8 3-27 0,-6 1-48 16,-3 1-171-16,0-1-5 0</inkml:trace>
  <inkml:trace contextRef="#ctx0" brushRef="#br0" timeOffset="-120496.4">12190 16471 601 0,'0'0'43'31,"0"0"-7"-31,0 0-5 0,0 0-4 16,0 0-4-16,0 0 1 0,0 0-9 16,97 9-6-16,-45-6-3 0,7-3-6 15,2 0 2-15,1 1-1 0,2-1-2 16,-4 0 0-16,-4 0-3 0,-4 0-2 0,-6 0-15 15,-15 0-14-15,-7 2-25 0,-8 1-36 0,-12-2-32 16,0 6-57-16,-8 0-62 16</inkml:trace>
  <inkml:trace contextRef="#ctx0" brushRef="#br0" timeOffset="-120312.22">12034 16943 579 0,'0'0'49'0,"0"0"-7"0,0 0-8 16,0 0-3-16,0 0-5 0,0 0-8 16,107 3-10-16,-52-3-3 0,4 0-4 15,6-3-2 1,-1 0-4-16,-5 1-5 0,2-4-23 16,-3 1-41-16,-8 0-101 0,-2-5-121 0</inkml:trace>
  <inkml:trace contextRef="#ctx0" brushRef="#br0" timeOffset="-119896.45">12832 16973 620 0,'0'0'54'0,"0"0"-11"16,0 0-10-16,0 0-10 0,0 0-4 15,46-82-10-15,-15 65 2 0,2 4 2 0,10 1-4 16,-2 3-1-16,1 3-1 0,1 1-4 0,-2 5 0 31,-2 0 0-31,-2 8-3 0,-2 5 1 16,-5 6-2-16,-6 0 1 0,-4 4-3 16,-7 1 2-16,-5 2-2 0,-8 1 2 15,-4 2-3-15,-16-2 0 0,-9 1-2 16,-9-1-2-16,-6 0-1 0,-4 1 3 0,-6-4 12 15,1 2-9-15,-1-5 19 0,7 1-10 0,3-4-3 16,8-6 6-16,13-2-10 16,7-5 2-16,12-2 0 0,4-3 1 0,-2 0 0 15,2 2 2-15,6 2 2 0,16-1-1 16,9 0-1-16,10-1-2 0,8-2-2 16,7 0 3-16,4 0-2 0,0 0-2 0,4 0-1 15,-3 0-4-15,-1-2-3 0,-1 1-14 0,-6-4-47 16,0-1-96-16,-5-9-149 0</inkml:trace>
  <inkml:trace contextRef="#ctx0" brushRef="#br0" timeOffset="-119263.25">14984 16577 449 0,'0'0'63'16,"0"0"-11"-16,0 0-4 0,0 0-9 15,0 0-6-15,0 0-7 0,0 0-5 0,0 0-3 16,0 0-1-16,0 0 0 0,5-47 1 15,38 38-5-15,8 1-8 0,15 1 5 16,8-2-9-16,11 1 6 0,7-1-2 31,5 0-4-31,2 1 0 0,-3 2-3 0,-9 1 1 16,-7 1 0-16,-14 1 0 0,-9 2-1 16,-15-1 0-16,-13 0-2 0,-14 2 0 15,-9 0 0-15,-6 0-7 0,-4-3-6 0,-18 2-12 16,-11-2-9-16,-12 0-15 0,-4 1-18 15,-3 2-28-15,2 0-43 0,0 2-54 16</inkml:trace>
  <inkml:trace contextRef="#ctx0" brushRef="#br0" timeOffset="-118929.7">15010 16838 569 0,'0'0'56'16,"0"0"-5"-16,0 0-12 0,0 0-12 0,0 0-7 31,0 0-5-31,108-29-3 0,-60 26-2 16,7 3-3-16,7 0 0 0,9 0-2 16,4 0-2-16,9-1-2 0,6-2 0 15,4-5-1-15,1 2 0 0,1-2 2 0,-4 1-2 16,-4-3 0-16,-8 3 0 0,-9-2-2 15,-12 2 2-15,-14 0 2 0,-16 1-1 0,-15 3 1 16,-5 3 1-16,-9 0-2 0,0-3-1 16,-10 2 0-16,-6-2-1 0,-6 1 1 15,-1 2-1-15,7 0 1 0,0 0-3 16,6 3-1-16,3 3-4 0,-1-1-8 0,5-2-22 16,0 6-28-16,3-3-65 0,0 2-152 15,3 0 2-15</inkml:trace>
  <inkml:trace contextRef="#ctx0" brushRef="#br0" timeOffset="-118379.77">17127 16055 564 0,'0'0'54'0,"0"0"-12"15,0 0-12-15,0 0-15 0,0 0-5 16,0 0-3-16,0 0 3 0,0 0 4 0,0 0-1 16,0 0-2-16,-9 68-3 0,6-27-2 15,-5 4-1-15,-1 6 0 0,-4 0-5 0,-3 1 1 16,0 1 2-16,-4 0-5 0,0-1 5 16,-1-1-3-16,0-5-2 0,1-2 2 15,2-1-1-15,2-8 0 0,6-3 0 16,4-10 1-16,2-11 0 0,4-5 2 0,0-6 0 15,0 0 3-15,0 0 0 0,0 0 0 16,3-3-1-16,7-8-1 0,4-6 0 0,1-4-1 31,2-3-2-31,1-5 1 0,0 0 0 16,0-5-1-16,2-1 2 0,2-4-1 16,-2 3-5-16,3 4 4 0,2 6-5 15,-1 6 5-15,2 9 0 0,0 4-1 0,3 7 1 16,0 0 1-16,2 11 0 0,-1 3 4 15,0 4 5-15,1 4-7 0,-4 3 8 0,-1 2-10 16,-4-1 0-16,-3 2 1 0,-4-5-2 16,-3 2 1-16,-5-1-2 0,0 1 2 15,-5-4-2-15,-2-6 4 0,0 3-2 16,0-9-1-16,-3 0 1 0,-3 1-1 0,5-6 0 16,0 0 1-16,1-4 0 0,-2 0 0 15,2 0 0-15,0 2-1 0,-1-2-2 0,1 2-2 16,0-2-8-16,-2 0-8 0,2 0-29 15,0-5-38-15,0-9-94 0,7-3-122 16</inkml:trace>
  <inkml:trace contextRef="#ctx0" brushRef="#br0" timeOffset="-117830.08">17875 16608 451 0,'0'0'59'16,"0"0"2"-16,0 0-9 0,0 0-11 16,0 0-10-16,0 0-2 15,0 0-3-15,0 0-3 0,0 0 0 0,29-22-10 16,-29 20-5-16,0 2-2 0,6 0-4 0,0 0 2 15,3 0 0-15,4 7-1 0,-1 1 0 16,2 6-2-16,-1 2 1 0,3 0-1 0,0 1 2 16,-1 1-3-16,2 0 3 0,0-1-3 31,0 0 0-31,0-2 0 0,0 0 0 16,0-1 2-16,-7-3 1 0,2-4 1 15,-4-4-1-15,-3-1 0 0,-1 1-1 0,-4-3 1 16,0 0-1-16,0 0 1 0,2 0 2 15,-1 1-3-15,5-1-1 0,0-1 0 0,4-13-1 16,-2-1 1-16,-2-6 2 0,-1-2-1 16,-1-5-2-16,-1-3 2 0,2-4-2 15,-2-9-6-15,-1-2 6 0,1-5-4 16,-3-6 5-16,0 0 1 0,0-4-2 0,0 2 3 16,0 3-3-16,0 6 4 0,0 10-4 15,0 13 1-15,0 13 0 0,0 8-2 0,0 6 2 16,0-2-1-16,0 2-2 0,0-1 0 15,-2 1-1-15,1 0 1 16,-4 8 2-16,0 7-2 0,1 7 2 0,-1 0-1 31,2 1-1-31,0-1-2 0,2 1-2 0,-1-2-9 16,2-4-13-16,-3 0-32 0,2-1-53 16,-2-5-185-16,2-1-10 0</inkml:trace>
  <inkml:trace contextRef="#ctx0" brushRef="#br0" timeOffset="114453.5">21326 484 267 0,'0'0'50'0,"0"0"-1"0,0 0-7 16,0 0-3-16,0 0-5 0,0 0-5 15,0 0-9-15,0 0-7 0,0 0-9 16,-1-23 2-16,1 23-2 0,-1 0 4 16,1 2 6-16,-3 13 1 0,0 10 1 0,-2 10 1 15,-1 5-3-15,-2 6-2 0,-4 7-2 16,2 7-2-16,-3 7-2 0,2 6-2 0,0 3-1 15,0 0-2-15,4-2 1 0,2-4 0 16,2-8-2-16,2-7 0 0,1-8 0 31,0-11-1-31,0-5 0 0,0-11 0 16,0-10-1-16,3-1-1 0,-2-4 2 16,1-1-2-16,-1 1 1 0,-1-5 0 0,0 0-3 0,0 0-12 15,2 0-28-15,1 0-35 0,0-12-65 16,-2-5-71-16</inkml:trace>
  <inkml:trace contextRef="#ctx0" brushRef="#br0" timeOffset="114770.13">21626 510 493 0,'0'0'44'0,"0"0"-7"0,0 0-7 15,0 0-2-15,0 0-8 0,0 0-4 0,0 0-6 16,0 0 0-16,0 0 2 0,0 0 3 16,6 7-1-1,-15 21-4-15,1 7-3 0,-2 4-4 16,0 4 0-16,2 4-2 0,-1 4 1 16,2 2 2-16,1 4-3 0,2-1-1 15,1 0 0-15,1-1-1 0,1-5-1 16,1-5 4-16,0-7-2 0,0-5-2 0,0-11 2 15,1-6-3-15,1-4 0 0,-2-7-4 16,1 1-4-16,-1-6-13 0,0 0-16 0,0 0-41 16,0 0-59-16,0 0-121 0</inkml:trace>
  <inkml:trace contextRef="#ctx0" brushRef="#br0" timeOffset="114937.69">21049 850 473 0,'0'0'38'31,"0"0"3"-31,0 0-5 0,0 0-6 16,0 0-8-16,104-12-8 0,-56 5-8 0,6 0-9 16,3 1-9-16,-1 0-21 0,2 2-50 15,-2 0-70-15,1 3-120 0</inkml:trace>
  <inkml:trace contextRef="#ctx0" brushRef="#br0" timeOffset="115553.28">21989 1111 490 0,'0'0'50'15,"0"0"-15"-15,0 0-4 0,0 0-10 0,0 0-5 16,0 0-7-16,0 0-5 0,0 0-2 16,0 0-2-16,0 0 2 0,2-97-5 0,14 66 3 31,3 0-1-31,3-5-1 0,2 0 3 16,2-2 0-16,-4 2-1 0,0 1 2 15,-4 3 0-15,-3 3-1 0,-5 6 4 16,-1 7 1-16,-5 5 0 0,-2 8 2 0,-2-2 1 15,0 1 1-15,-6-2-2 0,-8-1-3 16,-4 6-2-16,-7 1-1 0,-2 5 2 0,0 10-2 16,-1 5 0-16,2 4-1 0,3 6-1 15,3 5-2-15,4 3 1 0,4 2-1 16,8-3 1-16,2-2 1 0,2-3-2 16,11-4 1-16,4-4 2 0,4-6 1 0,4-4-2 15,3-8 1-15,5-6 0 0,3-1-2 16,3-12 2-16,2-6-1 0,3-6-1 0,-2-2 2 15,-1-7-1-15,-1-1 0 0,-7 0 2 16,-4 1 0-16,-4 0-1 0,-3 5 2 31,-7 7 0-31,-3 5 1 0,-6 8 1 16,-1 6 0-16,-3 3-3 0,0-2-2 0,0 2 2 16,0 0 0-16,0 13 1 0,-7 6 1 15,-1 10-1-15,0 3 0 0,4 6 0 0,-1 5-2 16,4 0 0-16,1 2-1 0,0-3 0 15,3-2 0-15,7-6 2 0,3-5-3 16,3-8 3-16,3-5 0 0,-2-10 1 16,5-5-3-16,1-2-2 0,-1-14-3 0,2-10-3 15,1-7-9-15,-1-7-10 0,-1-5-34 0,-4-3-41 16,-1 0-96-16,-7-2-89 0</inkml:trace>
  <inkml:trace contextRef="#ctx0" brushRef="#br0" timeOffset="115719.86">22600 402 609 0,'0'0'44'0,"0"0"-9"16,0 0-14-16,0 0-14 0,0 0-6 15,0 0-3-15,0 0-5 0,0 0-2 16,0 0-19-16,8-6-47 0,2 16-198 0,3 0-15 15</inkml:trace>
  <inkml:trace contextRef="#ctx0" brushRef="#br0" timeOffset="116170.11">23235 585 422 0,'0'0'65'0,"0"0"-12"0,0 0-11 16,0 0-10-16,0 0-7 0,0 0-8 0,0 0-3 15,0 0-6-15,-82-52-1 0,47 54 1 16,-4 9-4-16,1 6 0 0,2 1-2 15,3 5-2-15,5 3-1 0,8 1-1 16,7 0 0-16,7-1 1 0,6-2-1 16,3 2 1-16,10-3 0 0,8 0 1 0,3-2 0 15,3-3 1-15,4 0 1 0,4 0 1 0,-1 1 1 16,1-1 1-16,-2 0-1 0,-1 1 0 16,-3-3-1-16,-3 1-2 0,-3-2 2 15,-7 0 0-15,-6-4-2 0,-4 1 4 16,-6 2 1-16,-8 1 0 0,-10 5 0 15,-11-5-2-15,-6-1-1 0,-6-7-1 0,-3-2-4 16,-3-4 0-16,2-1-1 0,1-3-2 0,4-6-3 31,6-2-11-31,6-1-15 0,10 2-38 16,7 2-55-16,3 5-155 0</inkml:trace>
  <inkml:trace contextRef="#ctx0" brushRef="#br0" timeOffset="116937.55">23458 971 540 0,'0'0'33'15,"0"0"-11"-15,0 0-4 0,0 0-9 0,0 0 1 16,0 0-3-16,37-91-1 0,-23 74-1 15,3-1-3-15,0-3 0 0,3 0-1 16,2-2-1-16,0-1 0 0,-2-2 0 31,0 0 1-31,-2 0 0 0,-4 0 2 16,-5 8 0-16,-5 0 0 0,-2 6 0 0,-2 1 0 16,-5-1-1-16,-6 4 0 0,-10 1-1 0,-3 4 0 15,-5 3 0-15,-1 6-1 0,-2 8 1 16,3 7 0-16,3 3-3 0,1 7 1 15,5 4-1-15,5 2-1 0,5 6 2 16,5 1-2-16,5 0 3 0,0 0-1 16,7-2 1-16,9-3 1 0,4-8 1 0,3-4-1 15,6-7 0-15,3-6 1 0,3-6-2 0,3-7 2 16,4-2-2-16,1-12 0 0,1-6 0 16,-2-6-1-16,0-3 2 0,-6-6 0 15,-1-4 0-15,-5-1 1 0,-2-1-2 16,-4-1 3-16,-3 5-2 0,-1 3 1 15,-3 4 0-15,-1 6 0 0,-6 8 3 0,-1 7-1 16,-6 5 1-16,1 3 1 0,3 0-1 0,2 4 0 31,4 10 0-31,-6 6-2 0,-2 6-1 16,-2 4-2-16,-2 7 1 0,-1 0 0 16,0 6-1-16,-7 1 0 0,-1-2 0 15,0 0-2-15,-2-6 4 0,1-5-2 16,3-10 0-16,3-11 1 0,2-4-1 0,1-6 4 15,0 0-1-15,0 0 1 0,0-3 0 0,6-15-3 16,7-8-1-16,7-12 2 0,3-3 0 16,3-4-1-16,5-2 3 0,3 1-3 15,2 2 1-15,2 3 0 0,-2 8 0 16,-1 5 1-16,-5 9 0 0,-8 8 1 16,-4 7-1-16,-3 4 0 0,-2 0 0 0,5 12-1 15,-7 3 3-15,-1 6-4 0,-3 3 1 0,-2 5 2 16,-1 4-2-16,-2 4 0 0,-2 4-2 15,0 1 0-15,0 5-1 0,0-1 1 16,0 0-1-16,3-5 2 0,1-3 0 31,0-8-1-31,-1-10-3 0,0-8-8 16,6-10-12-16,6-4-10 0,7-13-24 0,7-11-17 16,3-9-50-16,-2-5-63 0,1-5-76 0</inkml:trace>
  <inkml:trace contextRef="#ctx0" brushRef="#br0" timeOffset="117523.29">24820 440 531 0,'0'0'42'31,"0"0"-8"-31,0 0-5 0,0 0-1 16,0 0 1-16,0 0 0 0,0 0 0 16,0 0-5-16,0 0-3 0,0 0-8 15,67-56-4-15,-66 54-4 0,-1 2-3 16,0-1-1-16,1 1 0 0,-1 0 2 0,0 13 1 15,0 9 0-15,-2 8-2 0,-4 4-1 0,1 3 0 16,-3 6-3-16,2-1 0 0,0 5-2 16,-1 3 1-16,1 2 1 0,-2 3 1 15,0-2 1-15,1-4 0 0,0-4 2 16,-2-7 0-16,6-12-2 0,0-11 0 16,3-9 0-16,0-6-2 0,0 0 5 0,0 0-2 15,0 0 0-15,6-12-1 0,8-12 0 0,7-10-1 16,-2-6 2-16,4 1 0 0,1-2 0 15,2 2 3-15,2 4-3 0,2 3-1 16,-1 7 2-16,0 7-3 0,-1 6 0 31,-2 8 2-31,-3 4-3 0,-3 1 1 16,-1 11 0-16,-2 5-1 0,-2 4 1 0,-4 5 1 16,-2 0 0-16,-5 4 1 0,-4 0 0 0,0 2-2 15,-9 2 3-15,-6-1 0 0,-7-1 0 16,-4 0-1-16,-7-3-1 0,-2-3 0 15,-3-5 0-15,1-4 0 0,0-7 0 16,3-5-2-16,2-3 0 0,4-2-4 16,5-5-8-16,6 0-7 0,2-4-17 0,7 5-18 15,2-1-34-15,2 2-63 0,4 3-141 0</inkml:trace>
  <inkml:trace contextRef="#ctx0" brushRef="#br0" timeOffset="118670.11">25241 1097 504 0,'0'0'57'0,"0"0"-23"15,0 0-9-15,0 0-6 0,0 0-4 16,0 0-3-16,0 0-2 0,0 0-4 0,82-59-2 15,-62 42-1-15,1-1-2 0,1-3-1 0,2-5 3 16,1-3-3-16,0-4 0 0,-1-5 0 16,0-3-2-16,-1 0 1 0,-2-3 2 15,-4 3-1-15,-4 4 2 0,-4 4 2 16,-5 10-2-16,-4 5 1 0,0 3-1 16,-4 7-1-16,-7-2 3 0,-4 7-3 0,-1 3-1 15,-9 6 1-15,2 9-1 0,-1 6 0 0,2 7 1 16,2 4 0-1,1 4 0-15,6 5-2 0,1 3-1 0,5 1 2 0,3 1-1 16,4-2 2-16,0-3-1 0,6-5-1 31,5-4 3-31,3-6 0 0,7-6 0 16,2-5 2-16,2-8-2 0,5-5 0 0,5-2 1 16,3-10-2-16,4-7-1 0,3-5 0 0,-1-5 1 15,-4-5 0-15,0-4-1 0,-6-5 2 16,-2-2-4-16,-2 1 3 0,-3-1 1 15,-2 5 1-15,-2 5 0 0,-1 4 0 16,-6 8 0-16,-3 6 1 0,-6 7 2 16,-4 5-1-16,-3 3 1 0,4 0-3 0,6 0-3 15,2 8 2-15,0 5-1 0,-5 4-2 0,-4 4 3 16,-3 5-3 0,0 3 0-16,-2 1 1 0,-5 3-1 0,0 1 3 0,1-2-2 15,0-2 0-15,2-1 0 0,-2-9-1 16,6-1 2-16,0 0 0 0,0-3 0 15,10 4 2-15,5-6-4 0,6-5 3 0,7-3 0 16,5-3-3-16,6-3 0 0,7 0 1 0,4-3-3 31,2-4 1-31,1-6-1 0,1-3-4 16,-1-4-2-16,-1-6-9 0,-4-4-4 16,-2-2-3-16,-7-3 3 0,-5-2 7 15,-5 3 7-15,-6 2 6 0,-3 4 4 16,-9 10 2-16,-2 1 3 0,-4 8 3 0,-4 5 1 15,-1-8 2-15,0 5 1 0,0-5 3 0,0-4 0 16,-4 7 0-16,-4-5-1 0,2 6-4 16,-1-1 1-16,0 2-4 0,-2 0-2 15,2 2-3-15,-3 2-3 0,-6 1-1 16,1 2 0-16,-6 8-2 0,-1 8 0 16,1 5 0-16,0 7-2 0,0 2 1 0,1 5 0 15,2 1-3-15,4 4 2 0,4-1-1 0,2-1-3 16,7-3 0-1,1-4-4-15,0-7-4 0,9-4 3 0,-2-8 4 0,7-8 3 16,5-4 5-16,4-10 1 0,6-9 0 31,-1-4 3-31,-3-5 1 0,-2-4-1 16,-3-2 3-16,-2 0-1 0,-3 0 1 0,-1 1 4 16,-2 3 0-16,-3 2 2 0,-2 8 3 0,-5 4 2 15,1 4-1-15,-3 6 2 0,2 1-3 16,-2 5-3-16,0-1-5 0,0 1-4 15,0-2-2-15,0 2-1 0,0 0 0 16,-5 12 0-16,-4 11-1 0,-3 11 1 16,2 6-1-16,-2 9 0 0,2 9 1 0,0 9 0 15,-3 7 6-15,3 9-1 0,-3 4 0 0,3 1-4 16,-1-2-6 0,4 0 0-16,-1-4 0 0,3-5 3 0,1-6-2 0,1-7 1 15,0-8 1-15,-1-9 10 0,-3-9 1 16,-2-8 3-16,-3-7-2 0,-5-6-10 15,0-7 0-15,-4-5-1 0,0-3 2 0,-1-2-1 16,-3-7 0-16,-1-3-8 0,-2-5-7 0,-1-5-3 31,-2-3-14-31,1-3-13 0,1 1-42 16,0 0-80-16,0 7-141 0</inkml:trace>
  <inkml:trace contextRef="#ctx0" brushRef="#br0" timeOffset="119119.93">23404 1810 574 0,'0'0'60'0,"0"0"-10"16,0 0-14-16,0 0-8 0,0 0-10 0,0 0-2 15,0 0 0-15,0 0-2 0,133-55-1 16,-47 39-6-16,15 1-1 0,16-1-2 15,12 0-1-15,11 1 1 0,6 3 1 16,3 0-1-16,0 1-2 0,-7 3 1 16,-11 1 0-16,-14 1 0 0,-15 0-1 0,-20 0 0 15,-17 1 1-15,-17 0 3 0,-21 2 3 0,-11 2 2 16,-10 1 0-16,-6 0-2 0,0-1-4 16,0-4-1-16,-3-4-3 0,-1 0 1 15,-5-3-1-15,1 5-2 0,0 1-1 16,1 1-3-16,0-2-6 0,0 1-11 15,4 3-32-15,1 0-74 0,2 0-194 0,2-4-15 16</inkml:trace>
  <inkml:trace contextRef="#ctx0" brushRef="#br0" timeOffset="153419.84">28999 627 237 0,'0'0'56'0,"0"0"-7"0,0 0-8 16,0 0-4-16,0 0-4 0,0 0-2 16,0 0-2-16,0 0-4 0,0 0-10 0,0 0-4 15,-32-74-5-15,22 78-1 0,-3 9 0 16,-7 9 0-16,2 5-2 0,0 6-1 15,-1 7-2-15,2 4 1 0,-1 3 0 0,4 5-1 16,-2 1 0-16,3 3 2 0,-1 0-4 31,3 0 1-31,3-1 6 0,0-5-1 16,0-5 3-16,2-7-3 0,2-6-3 0,-1-10 0 16,4-10 1-16,1-6 1 0,0-6 1 15,-2 0 1-15,2 0 3 0,0 0 1 16,0 0-3-16,0 0-2 0,0 0-3 0,0-15-4 15,0-11 1-15,0-14 0 0,0-10-10 16,0-8 1-16,0-4-1 0,0-5 0 16,3 1 9-16,2 0 1 0,2 3 2 0,4 2 2 15,-1 6 2-15,2 8 2 0,0 9 1 16,-4 14 1-16,-3 11 0 0,-2 8-2 16,-3 5-2-16,0-2 0 0,0 2 0 0,6 0 2 15,3 0 2-15,3 5-2 0,4 5 0 16,-3 4 1-16,0 3-1 0,3 1-1 15,0 2-1-15,1 3-4 16,2-1 1-16,0 4-1 0,-1 0-2 0,2 0 2 0,0 0-1 16,-2-1-1-16,-2 0-2 0,0-1 1 31,-4-4 0-31,-3-7 2 0,-4-5 0 0,1-2 0 16,-2-5 0-16,5-1 3 0,5-3-1 15,0-13 1-15,6-10 0 0,-3-6 0 16,3-8-2-16,2-2 2 0,-2-5 1 0,3-3-2 15,-1 1 3-15,-3 1-1 0,0 3 1 16,-5 5 3-16,2 8-3 0,-6 9 0 16,0 8-2-16,-4 8-1 0,-3 3 0 0,0 1-2 15,-3 3 4-15,0-1-3 0,3 1 1 16,1 0 1-16,5 6-2 0,-1 6 0 16,-2 1 1-16,3 7-2 0,-3 3 0 0,-1 3 0 15,-2 4 0-15,-1 2 1 0,-2 5-3 16,0 1 2-16,0 1-2 0,-2 5 1 15,-2 2 2-15,-1-1-3 0,0-1 2 0,2-4 0 16,0-5-2-16,2-7 0 0,-1-6-1 31,2-2-4-31,0-8-9 0,0-4-10 16,5 2-21-16,-2-7-15 0,6 0-44 0,-1-3-58 16,5 0-86-16</inkml:trace>
  <inkml:trace contextRef="#ctx0" brushRef="#br0" timeOffset="155186.49">30130 739 468 0,'0'0'56'0,"0"0"-17"31,0 0-12-31,0 0-10 0,0 0-7 16,0 0-4-16,0 0 0 0,-91-64 1 0,65 64-3 16,-5 2-2-16,-3 8-1 0,-1 7-3 15,3 3 1-15,2 2-4 0,4 4-2 16,4 3 3-16,3 5 0 0,5-1 2 0,2 2 0 15,5-3 0-15,3-2-3 0,4-4-2 16,0-8 2-16,3-4-1 0,4-3 2 16,0-5 3-16,6-1 3 0,0-5 2 0,3-1 0 15,3-11 1-15,0-5-2 0,1-4 3 16,0-5-1-16,0-1-1 0,-1-5 0 16,-1 0 1-16,-3-1-1 15,-3 1 0-15,0 4-1 0,-2 4-1 0,-3 8 0 0,-3 6 1 16,-1 7-1-16,-3 3 0 0,0-1-2 15,5 1 1-15,3 3 2 0,1 8-1 0,1 7 0 16,-2 1 0-16,0 6-4 0,-2 2 0 31,1 2 1-31,-1 1 0 0,2 1-1 16,-2-2 0-16,0 1 0 0,0-3 0 0,0-1 1 16,2-5 1-16,-2-6-1 0,1-2 1 15,1-5 2-15,0-1-1 0,4-4 2 16,1-3 0-16,3-8-2 0,5-9 0 0,1-4 1 15,1-8-2-15,3-4 1 0,2-6-1 16,-1-6 0-16,2-2 0 0,-3-3 0 16,-1-1 2-16,-2 1-2 0,-3-2 3 0,-4 2 0 15,-2 3 3-15,-6 4-2 0,-4 4 1 16,-3 7 0-16,-1 9 2 0,0 3-2 16,0 10 0-16,0 4 2 0,0 1-5 0,0 5 0 15,-1-1-3-15,1 1-2 0,-1 0-2 16,-4 0 2-16,-4 3 0 0,0 12 1 15,-3 6 0-15,2 9-2 16,0 4 1-16,2 2-1 0,0 4 0 0,0 2 1 0,0 5-1 16,2 3 1-16,2 5-1 0,1 1 1 31,1 1 0-31,2-4-1 0,2-3 1 0,4-5 1 16,2-8 1-16,5-7 1 0,-1-7 2 15,-3-8 1-15,5-7 3 0,1-7-1 16,3-1-2-16,7-8 1 0,-3-10-2 0,1-9 0 15,0-5 0-15,1-7-2 0,-2-2-1 16,0-5 2-16,-2 1-3 0,-3-3 2 16,1 3-1-16,-5 4 2 0,-2 8 0 0,-5 8 0 15,-2 12 2-15,-4 2-3 0,0 6 0 16,0-1-2-16,-6 3-1 0,-4 3 3 16,-7 5-2-16,-4 4 2 15,4 5 1-15,3-1-2 0,5-2 0 0,5 3 1 0,1-5 0 16,3 1 1-16,3 5 2 0,7-2 0 15,9 0 3-15,1-2 0 0,8-3-2 0,4-3 1 16,5-2-1-16,4 1 2 0,1-1-2 31,1-1-2-31,-4 2 0 0,-3 2-1 16,-6 0-1-16,-4 3 1 0,-4 0-1 0,-6 3-1 16,-3 0 1-16,-6-1 1 0,-1 3 0 15,-3 3 2-15,-3 1-3 0,0 8 1 16,0-2 0-16,0 0 0 0,-3 0 0 0,-1 2-1 15,-1 0-1-15,2 0 1 0,0-8 3 16,1 2-1-16,0-1-1 0,2-7 0 16,0 8-6-16,0-8 1 0,0-2 0 0,0 0-2 15,6-4 2-15,0 0 1 0,3-6 2 16,6 0 2-16,1-7 1 0,7-13-1 16,0-6-3-16,2-9-3 0,3-4 2 0,-1-7-1 15,2-2 3-15,-3-1 2 0,-1 4 0 16,-5 3 0-16,-1 5 0 0,-4 6 0 15,-3 7 0-15,-3 9 0 16,-5 6 2-16,-1 6 2 0,-3 3-1 0,0 0 0 0,0 0-1 31,0 0-3-31,3 0-2 0,-3 0 0 16,0 0-1-16,-3 4 2 0,-3 9 0 0,-2 5 0 16,-1 3-1-16,1 3 1 0,2 5 0 15,0 1-1-15,3 0-1 0,1 2 0 16,1 0-1-16,1-3 1 0,0-1 1 0,4-6-2 15,4-2 2-15,-2-8 1 0,3-3 1 16,-1-4 4-16,3-5 0 0,8 0-1 16,3-6 0-16,6-8-2 0,1-4 1 0,-1-3-1 15,5-3 3-15,-1-4-3 0,1 1 0 16,1 0 1-16,0-4-2 0,1 1 0 16,0-1 0-16,1 2-1 15,-3 6 0-15,-2 4 2 0,-2 6-2 0,-11 5 3 0,-2 5-2 16,-1 3-2-16,-4 0 3 0,4 9-2 15,-4 6 1-15,1 4-1 0,1 3 0 0,-4 4-2 16,-5-1 2-16,-4 4-1 0,0 2 0 16,-6-1 0-16,-4 1-1 0,-3-4 1 15,0-3-4 1,1-3 6-16,4-5-1 0,2-9 2 16,4-2 3-16,2-5 0 0,0 0 2 15,0 0 1-15,0 0-3 0,0-2-1 16,6-13 0-16,9-8 0 0,2-9 0 0,5 0-1 15,2-1 1-15,1 0-3 0,-2-1 0 16,-1 4 0-16,-1 0 2 0,0 1-1 16,2 1 0-16,-2 6 1 0,1 2 0 0,-7 8 1 15,-7 4-1-15,-3 6 1 0,-5 2 2 16,0-1-2-16,0 1 0 0,2 0-2 16,0 0-1-16,-2 0 0 0,0 0 0 0,0 14 0 15,0 7 0-15,-4 8 0 0,1 3-1 16,0 0 1-16,3 1-1 0,0-1 0 15,0 0-1-15,0-2 0 16,3-1-3-16,7-3 0 0,1-5 1 0,8-3 1 0,2-4 0 31,3-6 1-31,4-7-4 0,2-1-3 16,2-11-10-16,1-5-5 0,2-5-10 0,0-4-11 16,-2 0-11-16,-4-5-16 0,-8 0-39 15,-5 1-40-15</inkml:trace>
  <inkml:trace contextRef="#ctx0" brushRef="#br0" timeOffset="155420.31">31936 309 539 0,'0'0'56'0,"0"0"-5"0,0 0-21 0,0 0-16 16,0 0-9-16,0 0-2 0,0 0-2 31,0 0-1-31,0 0-4 0,-7 0-3 16,7 0-10-16,-2 2-15 0,2-2-32 0,-7 0-62 16,-4 0-143-16</inkml:trace>
  <inkml:trace contextRef="#ctx0" brushRef="#br0" timeOffset="155619.9">30349 272 511 0,'0'0'37'0,"0"0"5"0,0 0-8 0,0 0-7 15,0 0-9-15,0 0-5 0,112 22-8 16,-48-20-4-16,7-1-8 0,7-1-19 15,3 0-58-15,-5-1-114 16,1-5-82-16</inkml:trace>
  <inkml:trace contextRef="#ctx0" brushRef="#br0" timeOffset="156987.7">29456 2064 383 0,'0'0'28'0,"0"0"14"0,0 0 2 15,0 0-8-15,0 0-7 0,36 88-12 16,-27-53-2-16,-3 3-6 0,-5 4 0 16,-1 3-5-16,-1-1-2 0,-9 1-2 0,-5 0 1 15,-1 0 9-15,-2-3-3 0,-2-2 4 16,0-6-6-16,2-6-5 0,6-8 0 15,5-10 1-15,4-5 3 16,3-5 5-16,-2 0-1 0,2 0 0 0,2-13-2 0,8-9-1 16,9-13-10-16,4-8-3 0,9-7 3 31,5-6-3-31,4-6 9 0,2-2 2 0,2 2-3 16,-3 7 2-16,-1 10-1 0,-6 13 2 15,-4 12-1-15,-6 12 0 0,-4 8 3 16,-4 11-1-16,-2 12 1 0,-3 7-1 0,-2 8 1 15,-4 3-1-15,-3 3-1 0,-3-2-3 16,0 0 1-16,-5-2-2 0,-2-1 2 16,-5-4 10-16,-1 0-5 0,-2-5 4 0,-2-3-4 15,2-4-7-15,3-8 1 0,5-7 1 16,4-4-1-16,3-4 1 0,-2 0 1 16,2 0 0-16,0 0 0 15,2-12 1-15,9-11-8 0,10-9-4 0,1-4 4 0,6-3-5 16,3-3 10-16,1 2 2 0,1 5-2 15,-1 5 2-15,-2 6-2 0,-8 12 1 0,-2 6-2 16,-3 6 2-16,-1 6 0 0,4 10 0 31,-5 4 1-31,-5 3-1 0,1 5 1 16,-3 1-1-16,-2 0 0 0,0-1-1 0,0 3 1 16,-1-2 10-16,1 1-4 0,0-1 3 15,-1-3-6-15,1 0-6 0,3-5 1 16,-2-2-2-16,-1-5 0 0,3-2-1 0,2-4 1 15,-4-4 0-15,12 1 1 0,1-5 0 16,6-8 1-16,9-7 1 0,1-7-1 16,3-9 1-16,-1-5-8 15,1-8-4-15,-1-4 2 0,0-2-2 0,-3 0 12 0,0 0 4 16,-5 4-2-16,-4 4 0 0,-5 4 0 16,-4 5 3-16,-5 7 0 0,-4 8 2 0,-4 7 1 15,-4 4-2-15,0 2-1 0,-1-2-3 16,-12-1-1-16,-2 5-1 0,-9 3 0 15,-2 3 1-15,-3 12-3 16,0 6 0-16,-1 7-1 0,2 6-1 0,4 6 4 0,2 2-2 31,5 3 1-31,5-3-1 0,6 0 1 16,6-2 11-16,0-2-6 0,8-3 5 0,6-5-6 16,3-4-7-16,6-6 2 0,5-6 2 15,4-7 1-15,2-6 1 0,4-1 0 16,3-5-1-16,2-9-1 0,2-4 0 0,2-8-6 15,0-3-6-15,2-6 6 0,-4-3-8 16,-2-6 10-16,-2-5 1 0,-5-5-3 16,-3-9 3-16,-2-3-3 0,-4-2 10 0,-3 1-4 15,-2 7 6-15,-6 9-19 0,0 10-1 16,-6 8 4-16,-4 13-2 0,-2 8 19 16,-1 7 0-16,-3 5-1 15,0-1-2-15,0 1-3 0,0-2 1 0,0 2-2 0,0 0 0 16,-8 9 17-16,-4 10 0 0,-4 9 0 15,3 7 1-15,0 5-16 0,1 5 0 0,2 7 2 16,1 4-2-16,0 5 2 0,1 1-3 16,1 0 1-16,2-3-3 0,0-4 1 31,4-3 9-31,-2-5-4 0,1-7 4 0,1-5-5 16,-1-11-6-16,2-9-1 0,0-5 0 15,0-4-2-15,0-1-8 0,0 1-3 16,0-6-3-16,0 0-6 0,0 0-17 0,0 0-21 15,0 0-51-15,0 0-93 0,0-15-51 16</inkml:trace>
  <inkml:trace contextRef="#ctx0" brushRef="#br0" timeOffset="157769.81">31559 1833 492 0,'0'0'59'0,"0"0"-11"16,0 0-8-16,0 0-14 0,0 0-7 0,0 0-9 0,0 0-2 31,0 0-1-31,0 0 0 0,-10-1 18 16,-3 31 1-16,-5 8-1 0,4 8-4 0,-5 5-18 16,3 8-4-16,-1 5 2 0,1 6-2 15,1 2 1-15,5-2-2 0,0-3 1 16,2-3 9-16,0-6-3 0,4-6 3 0,2-8-4 15,1-8-6-15,1-13 0 0,0-5 0 16,0-7 1-16,0-7 0 0,6 1 1 16,6-5 1-16,5 0 0 0,6-8 0 0,-1-7-1 15,2-6 0-15,2-7-4 0,3-5-7 16,0-5 6-16,1-3-6 0,-1-4 9 16,0-2 3-16,-1 3-2 15,-6 6 1-15,-2 6 1 0,-9 10 0 0,-2 12-1 0,-6 5 0 16,-3 5 0-16,0 0-1 0,3 0 2 15,1 11-1-15,0 7 1 0,1 8-1 0,-2 0-1 16,-3 1 0-16,2 1 1 0,-2 0-1 31,2-1 2-31,1 2 8 0,0 2-7 16,-1-2 5-16,4-2-7 0,0-4-5 0,4-3 0 16,0-7 0-16,1-3 0 0,3-3 1 15,2-6-1-15,4-1 1 0,9 0 0 16,1-6 6-16,1-7 0 0,2-6 3 0,-1-4-5 15,-2-6-10-15,0-2 6 0,-1-1-5 16,-1-2 8-16,-2 4 2 0,-6 5-1 16,-1 3 3-16,-7 7 1 15,-6 6 1-15,-4 6 1 0,-2 3 1 0,0-1-5 0,0 1-1 16,0 0-1-16,0 0-1 0,-4 7 2 16,-5 9-1-16,-2 6 0 0,-1 3-1 0,2 3 0 15,1 3 9-15,-1 0-5 0,4 1 4 16,1 0-5-16,2-3-5 0,3-3-1 15,0-4 0-15,7-4 0 16,2-2 0-16,5-6 3 0,2-2 0 0,3-5-2 0,4-3 3 31,-1 0-2-31,4-9 2 0,1-5 2 16,-1-3-1-16,0-4 1 0,-1-5-1 0,-5-4-2 16,-3-7-9-16,-1-3 8 0,-4-3-5 15,-5 1 8-15,-5-1 1 0,-2 7-1 16,-8 4 1-16,-6 9-1 0,-5 9 0 0,-4 10-3 15,-6 4 2-15,-1 11-1 0,-2 8-3 16,1 7-1-16,5 4-15 0,6 7-29 16,0-1-49-16,4 4-128 0,0-2-59 0</inkml:trace>
  <inkml:trace contextRef="#ctx0" brushRef="#br0" timeOffset="158319.87">32866 2541 619 0,'0'0'50'0,"0"0"-10"15,0 0-10-15,-32-84-9 0,25 71-5 16,-2 2-2-16,2 4-4 0,-2 2-3 0,1 0-3 15,-7 5-3-15,-2 0-1 0,-5 12 0 16,-4 8-1-16,0 3 0 0,4 6 2 16,1 3 7-16,2 3-11 15,3 0 6-15,3-2-8 0,6-3-4 0,4-3 6 0,3-2-2 16,0-4 8-16,7-4-1 0,6-3 0 16,-3-7 2-16,7-4-4 0,3-3 1 0,3-2 1 15,8-8 0-15,-2-5-1 0,2-5 0 16,-1-3 0-16,-3-4 0 0,1-6-2 15,-2-7-6-15,-4-4 4 16,-4-8-4-16,-3-5 6 0,-4-8 3 0,-3-9-2 0,-5-4 2 31,-3-4-3-31,-2 0-10 0,-7 4-4 16,0 7 3-16,-3 7 0 0,0 10 14 0,-1 13 1 16,3 13-2-16,4 13 1 0,-5 14-4 15,-2 5 2-15,-6 17-1 0,-4 11 1 16,1 11 15-16,3 8 0 15,3 6 0-15,1 6 0 0,4 7-17 0,4 4 1 0,3 4-1 16,4 0 3-16,0-4-4 0,8-6 2 16,7-8 4-16,5-6-2 0,3-9 4 0,5-8-5 15,-1-9-4-15,8-4-4 0,0-9-5 16,-1-7-8-16,3-3-10 0,-3-5-12 16,3 0-14-16,-3-7-21 15,1-7-37-15,-9 0-52 0,-4-3-79 0</inkml:trace>
  <inkml:trace contextRef="#ctx0" brushRef="#br0" timeOffset="158704.37">30802 2073 538 0,'0'0'50'16,"0"0"-1"-16,0 0-3 0,0 0-5 16,0 0-6-16,0 0-5 0,92 2-9 0,-26-8-6 15,18-2-6-15,13-1 1 0,11-2-1 16,8 1-4-16,4 0-2 0,-1 3-5 15,-10-1-2-15,-10 3 7 16,-17 0-3-16,-14 2 2 0,-15-1 0 0,-19 3-4 0,-15 0 0 31,-11 1-1-31,-8 0 2 0,0 0-2 16,0 0 0-16,0-2-3 0,0 2-5 0,-11 0-9 16,-5 0-15-16,-4 8-30 0,-2 2-52 15,5 3-180-15,-5 0 0 0</inkml:trace>
  <inkml:trace contextRef="#ctx0" brushRef="#br0" timeOffset="-81893.23">30549 3506 330 0,'0'0'48'0,"0"0"1"0,0 0-1 0,0 0-3 0,0 0-4 16,-1-79-3-16,1 73-2 0,0 0-3 16,0 6-4-16,0-2-6 0,0 2-7 31,0 0-5-31,0 0 1 0,-3 0-2 0,0 17 3 16,-3 10-1-16,-2 15-5 0,-1 5 2 15,2 7-3-15,-3 7 3 0,2 6-7 0,1 5 4 16,-2 5-1-16,0 5-4 0,1 2 4 15,-1 6-4-15,2 0-3 0,-1-2 4 16,3-5 1-16,1-3-3 0,2-6 2 16,2-6-2-16,0-4-1 0,0-5 2 0,3-3-2 15,3-5 1-15,-1-5-1 0,2-3-1 16,-3-5 0-16,0-4 1 0,1-3-2 16,-1-4-1-16,1-3-6 0,-3-7-7 0,2 1-14 15,-1-6-19-15,-1 1-22 0,2 3-37 16,-2-5-64-16,1-1-94 0</inkml:trace>
  <inkml:trace contextRef="#ctx0" brushRef="#br0" timeOffset="-81510.23">30000 4988 572 0,'0'0'44'16,"0"0"-2"-16,0 0-5 0,0 0-8 0,0 0-13 15,0 0-7-15,0 0-6 0,0 0-2 16,0 0 1-16,0 0 3 0,-13-33-1 16,17 46 2-16,6 10-2 0,6 9-2 0,0 2-1 15,1 3 1-15,1 3 1 0,1 2-4 16,1 0 4-16,-1 1-6 0,2-2 1 15,1-3 1-15,-2-6-1 0,3-8 2 0,2-6 0 16,-1-7 2-16,3-11 1 0,6-2 0 31,3-18 3-31,6-8-2 0,4-11-1 16,5-9 2-16,5-8-4 0,2-8 4 0,3-5-5 16,-2-5 0-16,0 4-1 0,-2 3-1 15,-6 7 0-15,-3 12-2 0,-7 11 1 16,-6 8-6-16,-5 11-5 0,-10 7-16 0,-2 6-27 15,-2 3-35-15,-6 2-66 0,4 0-118 16</inkml:trace>
  <inkml:trace contextRef="#ctx0" brushRef="#br0" timeOffset="-80709.99">29781 5942 252 0,'0'0'70'15,"0"0"-10"-15,19-103-6 0,-13 74-9 16,-2 11-11-16,-1 0 2 0,0 7-6 0,-3 5-5 16,0-5-8-16,-1 4-3 0,-11-2-6 15,-10 0-2-15,-5 4-1 0,-8 5 0 16,-8 2 2-16,-5 10-1 0,-2 3-1 16,2 3-1-16,3 5-2 0,8 1 0 0,6 2 1 15,8 1-5-15,8-1 4 0,8-1-4 16,7-3 0-16,6-2 2 0,14-2 1 0,7-1-1 15,7-2 2-15,8 2 2 0,4-1-2 16,6 3 0-16,2-1 1 0,1 2 1 16,-5 0 1-1,1 2-1-15,-6 4 2 0,-5 0 1 16,-4 1-3-16,-7 2 1 0,-8-2-1 16,-7 0 1-16,-10 1 1 0,-4-1 0 15,-11-1-1-15,-14-3-2 0,-8 0-2 0,-13-5 0 16,-5-3-2-16,-7-3 0 0,-3-4 0 15,2-4 0-15,4-4-1 0,5 0 1 16,9-7-4-16,6-4-1 0,10-1-2 16,5-3-5-16,9 4-8 0,5-4-4 0,6 1-14 15,0 5-15-15,6-2-18 0,10 10-23 16,1 1-17-16,8 8-52 0</inkml:trace>
  <inkml:trace contextRef="#ctx0" brushRef="#br0" timeOffset="-80325.58">30249 6243 506 0,'0'0'56'0,"0"0"-9"0,7-91-12 16,-7 71-4-16,0 2-8 0,-7 3-1 0,1 1-3 16,-6 5-3-16,-4 3-5 0,-4 6-3 15,-8 0-2-15,-1 6-2 0,-2 11 2 16,0 6-4-16,2 7 0 0,3 3-3 16,5 6 0-16,5 3-1 0,6-2 1 0,8 2-3 15,2-3 5-15,12-4-2 0,5-5 1 16,9-4 5-16,5-3-6 0,3-5 6 0,4-4-7 15,2-5 0-15,2-6-3 0,2-3 0 16,1-1-3-16,-3-10-8 0,-2-5-2 31,-5-2-18-31,-4-3-15 0,-5-8-36 0,-4-3-57 16,-4-5-108-16</inkml:trace>
  <inkml:trace contextRef="#ctx0" brushRef="#br0" timeOffset="-79860.2">30590 5766 621 0,'0'0'52'15,"0"0"-8"-15,0 0-13 0,0 0-10 16,0 0-9-16,0 0-6 0,0 0 1 0,0 0-3 16,0 0 0-16,-25-3 1 0,25 28-3 15,0 8 0-15,0 2 3 0,4 4-5 0,-1 4 4 16,2 4-4-16,-2 4-2 15,0 6 2-15,0 2-1 0,0 3 0 0,-1 2-1 16,1-5 1-16,1-4 1 0,2-6 1 31,-1-10 5-31,0-6-4 0,0-12 2 0,-2-9-2 16,-2-5-2-16,-1-7 2 0,0 0 0 16,0 0 1-16,6 0-1 0,2-5-2 0,3-10-4 15,4-9 3-15,0-4-4 16,1-5 4-16,-2-4 2 0,2 1-1 0,0-2 1 15,1 5-2-15,0 4 1 0,-2 7 0 16,-3 9 0-16,-5 5-1 0,5 8 0 0,-1 0 1 16,5 8 0-16,3 9 0 0,-2 4 1 15,-2 3 0-15,1 5 0 0,-3 0 1 0,1 1-1 16,-2-1 1-16,0 0-1 16,-1 0 0-16,-2-5 4 0,-2-1-4 0,-3-7 3 15,0-5-5-15,-2-2 0 0,-1-3 0 16,1-1-3-16,-1 1 0 0,1-3-5 0,1 2-11 15,-2-2-14-15,2 1-20 0,-3-4-56 16,0 0-121 0,0 0-59-16</inkml:trace>
  <inkml:trace contextRef="#ctx0" brushRef="#br0" timeOffset="-79475.71">31042 6278 696 0,'0'0'45'15,"0"0"-7"-15,0 0-10 0,0 0-9 16,70-78-6-16,-53 75-3 0,1 3-5 0,0 0-1 16,4 11-2-16,-3 3-1 0,-2 6 1 15,-1 4-2-15,0 3 1 0,-1 2 3 0,-1 1-2 16,-4 0 2-16,-1 2-5 15,-1-3 0-15,-3-1-2 0,-2-3 0 0,-2-6 6 16,-1-3-5-16,0-5 6 0,0-5-5 31,0 0 1-31,0-6 0 0,0 0 1 0,0 0 0 16,0-3-5-16,0-12 3 0,2-10-3 16,1-8 4-16,5-6 1 0,7-5-2 0,-1-4 2 15,6 1-2-15,2 2 2 0,-2 6-2 16,5 7 0-16,-4 9-1 0,1 6 0 15,-7 9-2-15,0 6 0 0,0 2-4 16,-3 4-8-16,2 4-14 0,-2 4-24 0,0 6-28 16,-1 2-75-16,3 6-135 0</inkml:trace>
  <inkml:trace contextRef="#ctx0" brushRef="#br0" timeOffset="-78643.13">31752 6281 342 0,'0'0'62'0,"0"0"-8"0,0 0-2 0,0 0-4 0,0 0-6 15,0 0-3-15,0 0-7 0,0 0-6 16,0 0-4-16,0 0-6 0,6-55-3 0,-10 51-2 15,-5 4-2-15,-4 7-2 0,-1 9-2 16,-2 3-1 0,4 7-3-16,1 3 1 0,1 3-2 15,1-1 0-15,3 3 0 16,3-2 0-16,3-2 5 0,0 1-5 0,3-2 2 16,4-4-3-16,5 0 0 0,1-6 1 15,3-2-3-15,1-3 1 0,2-5 0 0,-6-4 2 16,4-4 1-16,1-1 2 0,2-3 0 15,4-8-1-15,-3-6-1 0,-2-4 1 0,-3-6-4 16,-1-7 4-16,-3-5-3 16,1-6 2-16,-6-4 6 0,-1-4-6 0,-4-1 1 15,-2 6-1-15,-6 4-2 0,-5 9 5 16,-4 11 0-16,-5 9 0 0,-4 10-2 0,-5 5 0 16,-3 11-2-16,-1 9 0 0,0 7-3 15,0 4-4-15,7 8-16 0,3 0-19 0,2 0-36 16,10 4-77-16,-2-4-135 0</inkml:trace>
  <inkml:trace contextRef="#ctx0" brushRef="#br0" timeOffset="-77993.31">31624 6000 509 0,'0'0'62'0,"0"0"-10"16,0 0-6-16,0 0-9 0,0 0-5 0,0 0-7 15,0 0-5-15,0 0-5 16,0 0-6-16,0 0-5 0,-25-38-5 0,24 38-3 15,1-1-3-15,-2 1-7 0,2 0-11 16,0 0-26-16,0 0-40 0,0 0-107 0,0 0-87 16</inkml:trace>
  <inkml:trace contextRef="#ctx0" brushRef="#br0" timeOffset="-77759.86">31855 6097 576 0,'0'0'60'0,"0"0"-10"0,0 0-10 16,0 0-10-16,0 0-8 0,0 0-7 15,0 0-7-15,0 0-3 0,0 0-6 0,0 0-3 16,-27-66-5-16,27 66-5 0,0-2-11 15,0 2-19-15,0 0-50 0,10 3-106 0,-1 3-92 16</inkml:trace>
  <inkml:trace contextRef="#ctx0" brushRef="#br0" timeOffset="-76026.52">32115 6384 413 0,'0'0'64'16,"0"0"-8"-16,0 0-8 0,0 0-7 0,0 0-8 15,-88-55-12-15,65 55-3 0,0 0-8 16,1 10-4-16,-1 2 1 0,2 6-8 0,3 3 4 16,2 3-2-16,6 3 1 0,3 0 2 15,4 1-4 1,3 0 2-16,0-2-3 0,4-2 0 0,5-6-1 0,1-1 1 15,4-5 0-15,-5-5 1 0,7-3 0 0,2-4 8 16,3 0-1-16,7-11 2 0,-3-4-1 31,-1-6-9-31,-1-7 4 0,-1-4-5 0,-2-2 4 16,-1-8 1-16,-2-3-3 0,-2-5 1 16,-5-4-1-16,0-3 1 0,-5-2-2 0,-2 3 3 15,-3 2-2-15,0 9 2 16,0 5 0-16,-4 8 3 0,1 13 2 0,-1 2-5 15,1 6 7-15,0 5-6 0,2 2-1 16,1 4 0-16,0-1-4 0,0 1 0 0,0 0 2 16,0-2 2-16,0 2-3 0,-2 0 5 15,2 0-5-15,-1 0 0 0,1 0 2 16,0 0-2-16,0 2 2 0,0-1-1 16,0 1 0-16,0-1 0 0,0 0 1 0,0 1 0 15,0-1-1-15,0 1 1 0,0-1 0 16,0 1 0-16,0 0 1 0,0-1-1 0,-2 1-1 15,2-1 0-15,0 1-1 0,-1-1 1 16,1 0-1 0,-2 1 0-16,2-2 1 0,-1 2-1 15,1-2 1-15,-1 1 0 16,1-1 0-16,-2 2 0 0,2-2 2 0,0 1-1 16,-1-1 0-16,1 0 1 0,0 2 0 15,0-2-1-15,-2 0 2 0,2 2-1 0,0-2 1 16,-1 0-1-16,1 0-1 0,-2 0 1 15,2 0-1-15,-1 0 1 0,1 0-1 0,-2 0 0 16,2 0-1-16,-1 0 0 16,1 0 0-16,0 0 0 0,-2 0 1 0,2 0-1 15,0 0-1-15,0 0 0 0,0 0 0 16,-1 0 1-16,1 0 1 0,0 0-1 0,0-2-1 16,0 0 1-16,0 1-2 0,0-6 2 15,0 2 2 1,0-6-7-16,0-6 6 0,0 5-5 0,0-6 4 0,0 0 1 15,0 1-1-15,-6 0 2 0,2 2-1 0,1 6 1 16,-1 0 0-16,-1 1-1 0,2 4 2 31,2 1 0-31,1 3-1 0,-2-2-1 0,-1 2 0 16,-5 11-2-16,-1 7 3 0,1 9-2 16,0 8 0-16,1 3 5 0,1 8-5 0,1 4 4 15,0 6-3-15,-1 5-2 16,1 3 2-16,2-1-3 0,1-2 3 0,2-6-3 15,2-7 1-15,8-7-1 0,-1-4 1 16,2-6 4-16,4-3-4 0,-2-5 5 0,1-3-5 16,-5-9 0-16,1-2 0 0,0-2 0 15,0-6 1 1,5 2 0-16,0-3 1 0,4-1-1 0,-3-10 1 0,1-4-5 16,-2-5 3-16,1-6-3 0,-2-4 2 0,2-4 2 15,-3-2-2-15,-2-3 2 0,0 1-1 16,-2 3 1-16,-3 3 0 0,-1 11 1 0,-2 8-1 15,0 9 0-15,-3 4 0 0,0-1-1 16,0 1 0 0,0 0 1-16,0 2-1 0,0 15 1 0,0 9 1 0,-3 8-1 15,0-3 0 1,2 3-1-16,0-2 0 0,1-2 0 16,0 0 1-16,0-1 3 0,0-1-4 15,2-3 4-15,4-3-6 0,1-3 1 0,-2-7 1 16,3-1-1-16,-2-6 2 0,6-4 0 15,5-1-1-15,3-5 1 0,6-8-2 16,2-5-2-16,-2-5 4 0,-1-5 1 16,1-2 4-16,-2-3 1 0,0-1-1 0,0 1-5 15,-7-1 0-15,0 6 2 0,-6 2-1 16,-4 9 2-16,-4 6-2 0,-2 7 2 0,-1 4 0 16,0-4 1-16,0-1 1 0,0 0-4 15,0 2 1 1,-4 3-2-16,-2 6 0 0,-3 8 0 0,-4 7 2 0,3 4-2 15,0 1 1-15,0 1-1 0,3 2 0 0,2 0 0 16,1-2 1-16,1 0 2 0,0-1-3 31,2-8 4-31,-1-1-5 0,1-7 1 0,1-3 0 16,0-2-1-16,0 0 0 0,0 0 0 16,0-1-1-16,0 1-2 0,0-5-2 0,0 0-7 15,0 0-15-15,0 0-37 16,0 0-68-16,3 0-174 0,-3-9 1 0</inkml:trace>
  <inkml:trace contextRef="#ctx0" brushRef="#br0" timeOffset="-75843.34">32552 5828 665 0,'0'0'34'0,"0"0"-11"0,0 0-10 15,0 0-7-15,0 0-9 0,0 0-2 16,0 0-2 0,0 0-9-16,0 0-12 0,0 0-37 15,-12 40-75-15,14-8-145 16</inkml:trace>
  <inkml:trace contextRef="#ctx0" brushRef="#br0" timeOffset="-75258.86">32525 6469 563 0,'0'0'54'0,"0"0"-17"16,0 0-9-16,0 0-6 0,0 0 0 0,0 0-7 16,0 0-3-16,0 0-3 0,0 0-4 0,0 0-1 15,-13-28-2-15,13 28 0 0,0 0 1 16,0 1-2-16,0 10 2 0,1 4-2 0,3 5 0 15,1-5-2-15,-4 0 1 0,1-3 4 16,-2 0-4-16,0 2 5 16,0-9-4-16,0 8 0 15,0-7 0-15,0-1 1 16,0 0-1-16,0-5 1 0,0 0 0 0,0 0-1 16,0 0 0-16,-2 2 0 0,1-2-1 15,-1 0-2-15,1 0-2 0,-1 0-9 0,2 0-17 16,0 0-38-16,0 0-68 0,0 0-167 15</inkml:trace>
  <inkml:trace contextRef="#ctx0" brushRef="#br0" timeOffset="-74743.19">32455 6464 588 0,'0'0'63'0,"0"0"-12"16,0 0-12-16,0 0-13 0,0 0-9 0,0 0-7 31,0 0-8-31,0 0 0 0,0 0 0 16,-13-8 0-16,12 20 2 0,-2 8-1 0,3 2 2 15,-1 10-4-15,1-2 3 16,0-1-4-16,-2 0-1 0,2-2 1 0,-1-9-1 15,1 2 1-15,-2-8 0 0,2-5 0 16,0-1 0-16,0-6 1 0,0 0 2 0,0 0 3 16,0 1 3-16,-1 0-1 0,1-1 0 15,0 0-2-15,-3 0-3 16,1-15 0-16,-1-4 0 0,2-10-1 0,1-2 0 16,0-2-2-16,0-3-5 0,3-2 5 0,3 0-4 15,0 1 3-15,1 2 2 0,1 5-3 16,1 6 1-16,-3 6 0 0,4 4 1 0,-4 6-2 15,-3 5 2-15,5 2-1 0,1 1 1 16,4 6 1-16,2 7-4 16,-3 4 4-16,-1 1-1 0,-4 5 1 0,1 0 7 15,-2 3-7 1,-3 1-2-16,0 2 2 0,-1 1-5 16,-2-1 4-16,0-2 5 0,0-1-6 15,-5-1 1-15,2-9 0 0,0-5-1 0,2-2 1 16,1-3-2-16,-2-1-1 0,2 4 0 15,0-7-4-15,6 3 3 16,7-2-10-16,7-3-18 0,6 0-30 0,3 0-64 16,-8-1-112-16,0-4-60 0</inkml:trace>
  <inkml:trace contextRef="#ctx0" brushRef="#br0" timeOffset="-74175.44">32992 6486 535 0,'0'0'77'31,"0"0"-18"-31,0 0-11 0,0 0-12 0,-51-84-8 16,35 71-4-16,2-1-6 0,-4 3-6 16,2 2-2-16,2 3-4 0,-5 6-1 0,0 0-4 15,-5 6-1-15,-5 10-1 16,0 5 1-16,5 3-2 0,2 3 0 0,3 4-3 15,7 1-3-15,2 0-2 0,8-2-5 16,2-1-1-16,2-5-5 0,10-3 3 0,2-6 3 16,5-5 4-16,0-6 4 0,3-4 5 15,-1 0 0-15,2-8 4 16,-2-3-2-16,-1-6 2 0,0-2 1 0,-2-4-1 16,-1 0 6-16,0-5-2 0,-1-3 6 0,-3-2 0 15,-1 1 3-15,-7 2 3 0,-2 9 0 16,-3 0 0-16,0 7 0 0,0 1-4 0,0 1-2 15,0 6-4-15,0 2-2 0,0 4-3 16,0-1-1-16,0 2 1 16,-3 14-2-16,0 9 1 15,2 14 0-15,1 5-2 16,0 3 1-16,4 3 3 0,2 6-4 0,0 0 2 16,0 4-2-16,-3 3-3 0,-2 3 3 15,-1 2-2-15,0 1 1 0,-4-1-1 0,-2-3-1 16,-4-6 2-16,-4-4-3 0,-7-5 2 15,-5-5-1-15,-3-6-2 16,-4-5-1-16,-2-5 1 0,0-7 0 0,-2-6 0 16,1-4 2-16,3-7-7 0,2-4 1 0,5 0-1 15,4-4-2-15,2-7 1 0,5-1-7 16,4 2-8-16,5 2-5 0,5 4-14 0,1-1-26 16,0 0-67-16,0 0-147 0</inkml:trace>
  <inkml:trace contextRef="#ctx0" brushRef="#br0" timeOffset="-73493.26">33053 6745 603 0,'0'0'44'0,"0"0"-6"0,0 0-12 0,0 0-11 16,0 0-6-16,0 0-3 0,0 0-3 15,0 0-3-15,0 0-1 16,29-71 1-16,-11 56 0 0,0-4-1 0,3-3 0 16,2-4 0-16,3-3-5 0,-1-4 4 0,1-4-4 15,-3-2 7-15,-3-1 3 0,-6 1-1 16,-7 6 2-16,-2 8-3 0,-5 5 1 0,0 8 0 15,-10 6 0-15,-9 2 0 0,-7 4-1 16,-10 9-3-16,-7 11-1 16,-2 7 1-16,-2 6-1 15,1 5 5-15,2 3-2 16,8 0 0-16,4 0 1 0,7 2-2 0,12-4 3 16,7-3-3-16,6-2-2 0,11-5 1 15,9-5 1-15,5-5-1 0,5-6 1 0,4-4 0 16,4-6 2-16,0-3 0 0,1-3-2 15,2-7 0-15,0-6 0 16,-2-2 1-16,-1-2 6 0,-4-2 0 0,-2-4 3 16,-7-3 2-16,0-1-10 0,-4-2 5 0,1 0-3 15,-5 2 3-15,2 4 3 0,-3 5-2 16,0 5 0-16,-5 6-3 0,-5 4-1 0,6 4-1 16,-2 2-2-16,4 4 0 0,4 8-1 15,-3 4 0-15,-3 5-27 16,-2 5 0-16,0 3 0 0,-5 4-1 0,-5 4 29 15,0-1-2-15,-13 2 1 0,-5-1 1 0,-5-2 27 16,-3-4 1-16,0 0-2 0,3-6 1 31,0-3-29-31,7-7 0 0,7-7-1 0,6-4 1 16,3-4 1-16,0 0 0 0,14 0 0 16,10-6 0-16,12-5-2 0,9-1 0 0,1 0-29 15,6 0 0-15,-1 0-3 16,-3 1 0-16,-7 2 26 0,-13 3-2 0,-9 0-2 15,-10 2-4-15,-6 0-9 0,1-2-21 16,-3 2-41-16,-1-1-65 0,0 2-152 0</inkml:trace>
  <inkml:trace contextRef="#ctx0" brushRef="#br0" timeOffset="-72360.22">30355 7568 443 0,'0'0'54'15,"0"0"-9"-15,0 0-9 16,0 0-5-16,0 0-7 0,0 0-5 0,0 0-3 15,0 0-3-15,0 0-1 0,-28-6 0 0,28 6 4 16,0 0-1-16,0-2 0 0,14-8-3 31,9-8-4-31,11-10-5 0,2-2-1 0,3-4-1 16,3 0 0-16,-2-4 2 0,3-2 0 16,-4-2 0-16,-4 1-5 0,-3 2 1 15,-7 2-3-15,-8 7 5 0,-4 10 2 16,-7 8-1-16,-3 7 4 0,-3 0-3 0,0 3 2 15,-6-3-1-15,-10 3-2 0,-3 2 0 16,-11 11-1-16,-2 7-3 0,-4 7 6 0,-2 7-5 16,1 5 4-16,2 8-1 0,3 2-4 15,8 4 2-15,9 1-1 16,7-2 1-16,8-2-1 0,9-5 3 0,12-5-3 16,9-8 3-16,9-6 1 0,6-5 0 0,6-7-1 15,1-4 1-15,1-7-3 0,1-1-2 16,-2 0 0-16,-4-8-2 0,-4-2-1 0,-5-1-4 15,-5-1-9-15,-7 0-13 0,-4 0-18 16,-8 4-20-16,-6 2-39 16,-5 5-69-16,-4 1-85 0</inkml:trace>
  <inkml:trace contextRef="#ctx0" brushRef="#br0" timeOffset="-70226.56">31256 7577 382 0,'0'0'66'0,"0"0"-17"0,0 0-5 0,0 0-10 15,0 0-2-15,0 0-3 0,0 0-4 0,0 0-3 16,0 0-3-16,-1-65-2 0,0 60-3 31,-1 1-4-31,1-1-1 0,1 5-2 0,-3-4-3 16,1 0 0-16,-2 2-2 0,3-1-1 16,1 3-1-16,0-2-1 0,-2 2 0 0,2 0-1 15,-6 0-1-15,1 0 2 16,-3 0-1-16,-2 3 1 0,7-1-1 0,-2 4 0 15,3-3 0-15,-1 0 0 0,2 1 0 16,1-4 1-16,-2 0 0 0,2 0 1 0,0 2 0 16,0-1 0-16,0-1 0 0,0 0 1 15,3 0 0-15,2 0 0 16,2-4 0-16,1-2 0 0,-2-3-2 0,0 1 3 16,-2-2-1-16,1 0 1 0,-2 0 1 0,1-1-2 15,-4-1 1-15,0 1 0 0,0-1 0 16,0 1 1-16,-3 1 0 0,-1 1 1 0,-2 1-1 15,0 2 0-15,-3 2 1 0,-1-1 2 16,-3 4-4-16,-5-1 1 16,-1 2-1-16,-6 0 0 15,1 8-2-15,-1 2 1 16,3 4 0-16,-2 4-2 0,1 4 2 0,2 5-3 16,4 3 2-16,0 3-2 0,5 4 1 15,5-2-2-15,4 0 1 0,3-3-1 0,1-3 0 16,9-7 0-16,4-2 3 0,3-4-1 15,-1-5 1-15,-3-3-1 16,1-5 1-16,4-3 0 0,-2 0 1 0,7-6-1 16,-2-6 0-16,1-4 1 0,-5-2-2 0,2-3 2 15,-1-2-1-15,-3-3 1 0,-1-3 0 16,-3-2 0-16,-1 0 1 0,-3 1-1 0,-2 9 1 16,-1 1-2-16,-1 8 2 0,-2 6 0 15,1 1-1-15,-2 5 0 16,0-1-2-16,0 1 0 0,0 0 1 0,1 0 0 15,-1 12 2-15,0 8-1 0,2 8 0 0,-1 4-1 16,2 6 2-16,0 2-3 0,0 1 1 16,1 1-1-16,-1 2 0 0,2 0 9 0,0 0-7 31,-1 0 7-31,-1-3-7 0,0-4-3 16,-1-4 1-16,1-2-1 0,0-6 5 0,0-2-4 15,-1-6 4-15,4-4-4 16,-3-4-1-16,-2-4 1 0,4 3 1 0,-2-5 1 15,0-1 0-15,5-2 2 0,5 0-1 16,3-12 0-16,7-6-2 0,-3-6 1 0,-2-5-1 16,-1-4 2-16,-4-7-1 0,0-2-6 15,-4-5 3-15,0-5-2 0,-2-2 3 16,-2-4 3-16,0 2-1 0,-2 1 1 16,-2 6-2-16,-1 16 2 0,2 9-2 0,-2 10 1 15,0 8-1-15,1 1-1 0,-1 5 0 16,2 0 0-16,1 14 0 0,1 7 2 0,2 11 0 15,1 2-1-15,-1 2 2 0,0 1-3 16,-1-3 0-16,4-2 0 0,-3-3 1 16,1-3-1-16,-3-8 1 0,2-4-1 15,-1-5 1 1,-1-5 0-16,3 1 1 0,2-5 0 16,5 0 1-16,4-7-1 0,-1-9 0 15,-1-5-1-15,1-5-1 0,-1-6 4 0,0-1-5 16,-2-5 5-16,-1-2-2 0,-1 3 0 15,0 0 0-15,-1 7 0 0,-4 10 0 16,-1 8 0-16,0 4-1 0,-2 7 0 16,3 1 1-16,4 0 0 0,-3 9 1 0,5 8 0 15,-3 5 0-15,2 3-1 0,-2 2 0 16,0 0-2-16,2 1 1 0,-2-1-2 0,0-3 1 16,3-1-1-16,-1-3 0 0,3-3 4 15,0-4 0-15,-3-4 0 0,3-4 0 16,3-5-7-16,2 0 2 0,3-8-1 15,0-7 1-15,-4-4 2 0,-2-6 0 0,0-4 1 16,-2-3 0-16,-3-1 0 0,1-1 0 31,-5 6 2-31,-2 8 0 0,-1 2 2 0,-2 6 0 16,-2 5 3-16,1 3 1 0,-2 4 2 16,0-1 2-16,0 1-1 0,0-7-2 15,0 3-3-15,-3-4-4 0,-3 2-1 16,-4 6-1-16,-8 0 0 0,2 11 1 0,-7 7-2 15,0 6 0-15,3 3 0 0,-2 5-1 16,2 2-2-16,4 1 0 0,2 0-7 0,5-2 1 16,3-6-4-16,5-7 2 0,1-3 2 15,0-7 3-15,2-2 2 0,4-2 2 16,3-5 3-16,5-1-1 0,1-2 2 16,5-9 0-16,-2-6 0 0,0-1 0 0,-2-4 2 15,-1-6-3-15,-2-1 1 0,0-1-1 16,-2 0 1-16,1-1 1 0,-5 10 0 0,0 4 0 15,-2 7 1-15,-4 5-1 0,2 2-1 16,-3 3 2-16,0 0 0 0,2 0 3 16,3 11 1-1,-1 7-3-15,2 6-1 16,-1 0-1-16,1 2-1 0,-2 0 0 0,3-2-1 16,-1 0-1-16,0-1 0 0,-1-1 0 15,1-4 0-15,0-4 2 0,-2-1-3 0,1-6 1 16,-2-3 0-16,4 2 0 0,-3-4 1 15,6-2 1-15,5 0 0 0,0-13-2 16,5-6 1-16,-2-6-2 0,0-7 1 16,-1-4 1-16,-1-8 0 0,-3-5-1 0,-3-3 2 15,-2 1-2-15,-3-1 1 0,-4 7 0 16,-1 2 1-16,0 8 1 0,0 11-2 0,0 3 4 16,-1 7-5-16,-1 8 7 0,2 0-2 15,0 6-1-15,0-1 0 0,-3 1-2 16,-3 9 4-16,-2 9-3 0,-1 11 2 15,4 7-3-15,-1 5-1 0,3 7 1 0,2 6-2 16,-1 4 3-16,1 2-3 0,-1 2 2 31,1 1-2-31,1-5 1 0,0-6 4 0,0-4-4 16,0-7 3-16,3-8-3 0,1-6-2 16,2-9 2-16,-2-4-1 0,0-6 1 15,-2-5 0-15,1 1 0 0,0-4-1 16,1-4 0-16,2-8-1 0,2-5-1 0,-6-6 0 15,-2-3-1-15,0-3-5 0,-9-6 2 16,-1-1-3-16,-3-2 5 0,-1 2 3 0,-2 2 2 16,1 6 1-16,5 8 0 0,3 9 1 15,5 7-2-15,2 4 1 0,0-2-2 16,0 2 1-16,0-2 1 0,11 1-1 16,5-2 0-16,5 0 2 0,4 2-2 0,-1-3 0 15,1 1-2-15,-2-3 2 0,-1 0-1 16,-8 0 1-16,2 2 7 0,-7-1 0 0,-5 4 2 15,3-1 0-15,-7 2-5 0,0-2-1 16,0 2 0-16,2 0 0 0,-1 0 1 31,1 0-7-31,-2 11 1 0,0 7-1 16,0 8 0-16,0 1 5 0,-3 5 0 0,-4 2 0 16,2-1 0-16,0 1 3 0,0-1-4 15,2-3 4-15,0-1-4 0,2-9-2 0,1-2 1 16,0-6 0-16,0-6 0 0,0 2 0 15,0-8-1-15,0 0 0 0,0 0 1 16,0 1-1-16,0 1-3 0,0-1-5 16,0-1-10-16,4 0-23 0,2-5-37 0,3-11-163 15,-1-8-88-15</inkml:trace>
  <inkml:trace contextRef="#ctx0" brushRef="#br0" timeOffset="-70043.33">32583 7385 711 0,'0'0'39'0,"0"0"-13"0,0 0-13 0,0 0-1 16,0 0-10-16,0 0 4 0,0 0-1 16,0 0-8-16,0 0 0 0,34 19-24 15,-22 7-35-15,-2 6-80 0,-6 1-161 16</inkml:trace>
  <inkml:trace contextRef="#ctx0" brushRef="#br0" timeOffset="-69309.99">32760 7840 693 0,'0'0'46'0,"0"0"-9"15,0 0-9-15,0 0-10 0,0 0-7 16,-40-79-4-16,31 74-4 0,-2 5-1 31,-10 2-3-31,1 11 0 0,-3 9-7 16,1 5 0-16,4 6 3 0,2 2-5 0,3 5 8 16,4-2-7-16,3-2-2 0,5-2-2 0,1-6 3 15,0-3 3-15,4-8 3 0,3-4 9 16,0-6-6-16,4-2 8 0,3 0 0 15,2-5-5-15,3 0 6 0,1-10-6 16,0-3-1-16,-2-1-1 0,-2-2 3 16,-3-3-1-16,-3 0 1 0,-6-4-1 0,-4 0-1 15,0-1 0-15,-4-1 0 0,-6-2 0 0,-1 0-4 16,1-1 4-16,-1 3-3 0,4 2 6 16,2 6 0-16,2 2 1 0,2 6 2 15,-1 3-1-15,2-4 2 0,0 3 0 16,0-5-1-16,6-1 0 0,-1 5 0 15,5 0-2-15,6 6 0 0,-2 2-3 0,9 1-2 16,-3 9 0-16,1 7-2 0,-1 3 1 0,-1 2 1 31,-3 3-1-31,-1 0 0 0,-4 2 0 16,-4-2 3-16,-3 0-3 0,-4-3 4 16,0-5-3-16,0 0-1 0,0-6 1 15,-4-4-2-15,0 2 2 0,1-6 0 16,1 2 1-16,2-5 1 0,-6 0 0 0,-1-2-1 15,-3-2 0-15,3-9 0 0,5-5-1 0,2-3-4 16,11-11 3-16,6 0-4 0,6-1 4 16,2-2 1-16,4 2-1 0,1 2 0 15,2 4 0-15,-2 6 1 0,-1 5-1 16,-1 9 0-16,-3 5 2 0,-2 2 0 16,1 14 1-16,-4 7 3 0,3 5 1 0,2 6-1 15,-5 3 1-15,2 1 5 0,-5 1-2 0,-4-1 1 16,-4-2-4-16,-2-4-5 0,-6-4 1 15,1-10-2-15,-2 1 0 0,0-8 1 16,0-4 0-16,-5 4 1 0,1-6-2 31,1 0 0-31,0 2 0 0,-2-5-3 16,-6-4-4-16,-3-6-5 0,-4-5-15 0,3-3-36 16,2-4-103-16,0-5-161 0</inkml:trace>
  <inkml:trace contextRef="#ctx0" brushRef="#br0" timeOffset="-16409.77">28081 3870 80 0,'0'0'12'0,"0"0"3"16,0 0 6-16,0 0 1 0,107-21 2 0,-68 21 2 15,4 0 1-15,11 0 4 0,6 0 2 16,8 0-2-16,8 0 4 0,11 0-1 0,10 0-1 15,9-1-2-15,11-4-8 0,12 1 2 16,10-3-10-16,13 2 0 16,10 0-5-1,11 0-2-15,8 2-4 0,7 1-1 16,5 0 1-16,4 2-1 0,2 0 3 0,-1 0-1 16,-4 2 2-16,-2 3 0 0,-4 1-3 15,-6 2-1-15,-8 0 1 0,-11 1 3 0,-11 0 8 16,-15 3 1-16,-10-1 8 0,-14 1-6 15,-9 1-3-15,-8-2-5 16,-8 1-5-16,-7-1-3 0,-6-2 0 0,-11 2 0 16,-8-4 0-16,-12 1 1 0,-10-2-1 15,-11-2 0-15,-11-2 1 0,-6-1 1 0,-6-1 2 16,0 0 0-16,0 0 0 0,0 2-1 0,0-2-2 16,0 2-1-16,0-2 0 0,-6 1-1 15,0 0 2-15,-5-1-2 16,-2 2 1-16,1-1-1 0,-7-1-1 0,2 2 2 15,-6-2 0-15,-2 1-1 0,-1-1 0 16,-3 0 0-16,-4 0-2 0,-3 0 3 0,-6-3-2 31,-4-1 1-31,-4-1 1 0,-2-1-2 0,-4-1-5 16,-2-3 1-16,-2 2 0 0,-7-3 0 16,-7 0 6-16,-10 1-1 0,-8-2-5 15,-11-1 0-15,-13-1-6 0,-11 1 5 16,-12-1-1-16,-11 2 0 0,-10 0-1 0,-10 1-2 15,-9 4 2-15,-5-1 1 0,-4 3 3 16,-1 4 2-16,1 1-1 0,-1 0-3 0,2 3-8 16,2 5-10-16,3 1-6 0,4 1-5 15,4 1 1-15,6 1-3 16,8-3 3-16,8-1 3 0,9-2 2 0,7-3 0 16,9 0-7-16,8-3-5 0,11 1-4 15,11-1-4-15,9 0-2 0,10 0-2 0,13 0-3 16,10-1 4-16,13-2 20 0</inkml:trace>
  <inkml:trace contextRef="#ctx0" brushRef="#br0" timeOffset="-16310.09">27641 3877 0 0,'0'0'18'0,"0"0"7"16,100 0 6-1,-38 3 5-15,16 4 2 0,19 1-2 16,20 2-6-16,21 2-7 0,22 2-11 16,27 1-8-16,25 2-9 0,30 1-12 0,23 2-41 15,24 1-112-15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5T02:34:19.0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2676 16994 6 0,'0'0'3'0,"0"0"2"0,0 0 5 16,0 0-3-16,0 0-1 16,0 0-2-16,0 0-4 0,0 0 0 0,0 0-2 15,0 0 1-15,-4-13 1 0,4 13 0 0,0-3-1 16,0 3 1-16,0-2-3 0,0 2-6 16,-3 0-7-16</inkml:trace>
  <inkml:trace contextRef="#ctx0" brushRef="#br0" timeOffset="-158913.15">2066 910 383 0,'0'0'53'0,"0"0"-9"16,0 0-8-16,0 0-13 0,0 0-8 0,0 0-7 16,0 0 0-16,0 0 2 0,0 0 2 15,0 3 2-15,0 28-2 0,0 13-3 16,0 9-3-16,0 8 1 0,0 6-2 0,0 4-2 16,0 2-2-16,0-1-5 0,0 2 0 15,3-6 1-15,0-3 0 0,0-7 1 16,2-10 0-16,-2-7 0 0,0-9 1 0,-1-11 1 15,-1-4-1-15,2-6-2 0,-3-7-1 16,0 2-5-16,0-6-5 0,0 0-32 31,6 0-66-31,3-9-135 0</inkml:trace>
  <inkml:trace contextRef="#ctx0" brushRef="#br0" timeOffset="-158679.02">1936 947 562 0,'0'0'29'16,"0"0"-9"-16,0 0-6 0,0 0 2 15,0 0 1-15,0 0 5 0,0 0 2 16,0 0 0-16,75 82-4 0,-40-44-4 0,5 4-3 16,2 2-4-16,7 4-5 0,1-1-2 15,3-2-8-15,-1-1 0 0,-4-6-1 16,-2-5-2-16,-1-6-11 0,-3-5-10 0,0-5-31 15,-3-5-46-15,3-3-162 0,-9-5-1 16</inkml:trace>
  <inkml:trace contextRef="#ctx0" brushRef="#br0" timeOffset="-158396.72">3042 819 524 0,'0'0'56'0,"0"0"-12"0,0 0-10 15,97-86-7-15,-82 75-6 0,-7 5-4 16,-2 5-5-16,-6 1-4 0,0 0-3 0,0 1-2 16,-6 14 0-16,-11 10-2 0,-15 10-1 15,-4 4-1-15,-10 5-1 0,-2 2-2 16,-1 1 1-16,4-2-3 0,3-1-1 0,9-6 3 15,4-5-5-15,7-7-6 0,6-9-4 16,6-8-11-16,7-4-3 0,3-5-9 31,0 0-13-31,0 0-41 0,3-13-48 0,6-2-91 16</inkml:trace>
  <inkml:trace contextRef="#ctx0" brushRef="#br0" timeOffset="-158113.33">3063 808 532 0,'0'0'66'0,"0"0"-14"0,0 0-9 15,0 0-14-15,0 0-6 0,0 0-5 16,0 0-3-16,0 0-7 0,0 0-1 0,14-40-5 16,-14 41-1-16,0 16 3 0,-6 9-1 15,0 15 0-15,-1 7 1 0,1 10-2 16,2 10 4-16,4 10 1 0,0 1-4 0,0 0-1 15,0-5-5-15,6-7-1 0,0-8-1 16,2-6 2-16,1-6 0 0,-2-6 0 31,-1-7 1-31,4-9-1 0,-6-8 0 0,2-2-6 16,-3-7-11-16,-3-3-15 0,3-1-15 16,0-3-28-16,1 2-65 0,2-1-121 15</inkml:trace>
  <inkml:trace contextRef="#ctx0" brushRef="#br0" timeOffset="-157613.45">3703 1360 370 0,'0'0'52'0,"0"0"-6"0,0 0-3 31,0 0-2-31,-74-89-2 0,53 76 1 0,-1 3-10 16,0 3-4-16,-4 4-8 0,3 3-5 16,-3 5-8-16,-1 8-2 0,2 7-3 15,-3 5-4-15,2 2 0 0,2 3 1 0,1 4-3 16,4 1 0-16,2 2-1 0,5 1 0 15,2 2 0-15,7-2 1 0,3-3 0 16,2-5 0-16,9-5 2 0,2-7 0 0,4-6 4 16,2-6 1-16,3-6 2 0,1-5 1 15,0-8-1-15,-1-9 2 0,4-3 0 16,-6-4 0-16,-1-5 0 0,0 0 1 0,-5 0-1 16,-1 2 1-16,-3 3 0 0,-4 10-2 15,1 1-1-15,-4 7-3 0,-3 6 0 16,3 1-1-16,-3 4 1 0,0 0 2 0,3 13 1 15,-3 7-1-15,6 9 1 0,-3 3-3 16,0-1 0-16,1 3 0 0,0-2-2 16,3 0 0-1,2-5 2-15,0-3-2 0,2-4 0 16,1-1 0-16,5-6-3 0,2-3-5 16,3-3-16-16,1-7-27 0,3 0-56 15,-3-7-109-15,2-3-38 0</inkml:trace>
  <inkml:trace contextRef="#ctx0" brushRef="#br0" timeOffset="-157162.25">3878 1404 592 0,'0'0'62'16,"0"0"-7"-16,0 0-16 0,81-35-8 15,-58 29-9-15,3 1-6 0,-3 2-7 16,0 3-5-1,-4 2-2-15,-3 7-2 0,0 6-3 0,-2 3 2 0,-5 7-2 0,-3 2-2 16,-3 6 0-16,-3 2-1 0,0 3-1 31,-6-3 1-31,-4-1 0 0,-3-7 1 0,0-3 4 16,3-9-1-16,-2-2 3 0,5-8 0 16,4-3 2-16,-3-2 2 0,3-12-1 15,2-12-1-15,1-14 0 0,3-6 0 0,10-5 0 16,7-1 1-16,-1 1-1 0,4 5 0 15,3 6 0-15,-3 5 1 0,-1 7-2 16,-6 9 0-16,-6 5 0 0,1 7-2 0,-8 3 1 16,2 0 1-16,-2 2 1 0,-2 0-2 15,5 8 2-15,1 7 0 0,-4 3 0 16,0 8 1-16,-3 0-1 16,0 2-3-16,0 3 0 0,0 4-2 0,0 3-1 0,-2 4 1 15,2 1-1-15,2-2 0 0,5-1-1 16,6-7 0-16,3-3-1 0,7-6 0 0,2-7-8 15,4-5-5-15,4-6-18 0,4-6-16 16,1 0-37-16,4-9-66 0,1-4-116 16</inkml:trace>
  <inkml:trace contextRef="#ctx0" brushRef="#br0" timeOffset="-156813.33">5454 950 465 0,'0'0'42'15,"0"0"-3"-15,0 0-8 0,0 0-7 16,0 0-2-1,0 0 5-15,0 0 1 0,0 0 0 0,0 0-2 0,5 42-8 0,-8-4-1 16,-2 3 6-16,2 8-5 0,-1 1-1 31,4 5-5-31,0-2-11 0,0 0-1 0,0 0-1 16,0-3 0-16,0-1 0 0,6-5-1 16,-2-3 1-16,1-8-1 0,-1-6 1 15,3-9 1-15,-4-6-2 0,1-7 1 0,-1-2 1 16,0 1-1-16,3-4-2 0,4-5-10 15,0-12-26-15,2-7-33 0,-4-5-121 16,-6-6-101-16</inkml:trace>
  <inkml:trace contextRef="#ctx0" brushRef="#br0" timeOffset="-156313.3">4954 745 619 0,'0'0'50'0,"0"0"-8"16,0 0-14-16,0 0-8 0,0 0-5 16,0 0-3-1,-13-80-1-15,45 66 0 0,8 3 0 16,11 1-3-16,7 2-2 0,4 2-3 16,3 2-2-16,6 4-2 0,-2 0 0 15,1 7-1-15,0 7-1 0,-2 4 0 0,-4 3-1 16,-8 5-2-16,-9 4-2 0,-14 5-1 15,-13 3 1-15,-17 5-2 0,-6 1 4 16,-21 1 1-16,-14-1 4 0,-11 0 0 0,-5-3 3 16,-2-3 2-16,1-6 3 0,6-8 3 15,11-6-2-15,11-8-3 0,14-6-3 16,7-1 1-16,6-3-2 0,-2 0 0 0,2 0-1 16,0 0 0-16,12-6 0 0,8-1-9 15,13 0 10-15,2 6-1 0,6 1 1 16,3 6 10-16,3 7-10 15,3 6 2-15,1 2-2 0,1 5 0 0,0 2 0 0,-4 2-2 16,-2 2 2-16,-7-2-1 0,-8 0-1 31,-10-2 1-31,-9 1 0 0,-9-1 1 0,-5 3 1 16,-12-1 0-16,-12-1-1 0,-9-2 0 16,-8-4-1-16,-5-5 1 0,-7-4-1 15,0-3-1-15,0-6 1 0,3 0-4 0,6-2-3 16,4 0-8-16,7 0-19 0,12 0-21 15,6 0-58-15,7 0-125 0,5-1-41 16</inkml:trace>
  <inkml:trace contextRef="#ctx0" brushRef="#br0" timeOffset="-155913.35">6357 1422 564 0,'0'0'50'16,"0"0"4"-1,5-89-6-15,-5 69-10 0,0 2-10 16,0 8-5-16,-1 6-8 0,-5-4-4 16,3 6-5-16,-7 2-3 0,-4 2-3 15,-5 15-1-15,-6 9-3 0,1 7 1 0,-1 6-1 16,5 6 1-16,0 3-1 0,5 2 0 15,4 0 1-15,3-1-1 0,4-5 1 16,4-5-1-16,0-5 1 0,13-7 0 0,3-7 1 16,7-8 2-16,2-6 0 0,9-6 3 15,2-4 1-15,2-12-1 0,1-8 0 16,-1-6 1-16,-4-8-1 0,-3-6 2 0,-9-8 0 16,-7-6 0-16,-7-1 0 0,-8 0 0 15,0-2-1-15,-16 5 0 0,-2 6-2 16,-6 9-10-16,-8 15 9 15,-1 14-11-15,-8 12 6 0,-2 11 8 0,1 16-18 0,1 11-1 16,4 7-38-16,4 9-30 0,4 3-87 31,4 6-119-31</inkml:trace>
  <inkml:trace contextRef="#ctx0" brushRef="#br0" timeOffset="-155529.97">6477 1366 732 0,'0'0'36'16,"0"0"-1"-16,0 0-11 16,69-88-7-16,-46 74-5 0,5 5-4 0,-1 6-2 0,5 3-3 15,0 6-4-15,-2 9 0 0,-4 7-2 16,0 6-1-16,0 6 0 0,-7 5-1 0,3 4-3 15,-5 4-3-15,-7 1-7 0,-1 1-5 16,-6-1-4-16,-3-5 1 0,0-5 4 16,-9-8 5-1,2-7 9-15,-2-10 7 0,2-3 8 16,1-10 4-16,-3 0 4 0,-2-12 1 16,-1-11 1-16,6-10 1 0,6-11 0 15,2-9-4-15,8-10-3 0,9-3-5 0,1-6-1 16,8-1 0-16,1 2-8 0,1 7 0 15,5 9-3-15,-5 15-1 0,-1 11 3 16,-3 12-1-16,-3 11-4 0,0 6-6 0,-4 9-16 16,0 7-17-16,-5 6-41 0,-1 4-61 15,-1 1-122-15</inkml:trace>
  <inkml:trace contextRef="#ctx0" brushRef="#br0" timeOffset="-154962.47">7292 1231 705 0,'0'0'45'0,"0"0"-8"15,48-100-10-15,-32 71-7 0,-2 1-6 0,2 9-2 16,-3 5-2-16,0 7-5 0,-3 2-2 15,1 5-4-15,6 6-1 0,-4 12 2 16,7 9 0-16,-5 9 5 0,-1 6-2 0,-2 5-1 16,-4 4-1-16,2 1-7 0,-1 0 0 15,-3 0-2-15,-1-4-2 0,-3-4 2 16,-2-3-1-16,0-6 3 0,0-12 1 0,0-5 2 16,-2-8 3-16,0-5 2 0,2 1 2 15,0-6 3-15,-3 0 0 0,0-12 0 16,3-8-3-16,0-10 0 0,0-5 0 0,8-4-1 15,6-7 0-15,3-2 1 0,3-6-1 16,5 1 0-16,-1 1-11 0,1 10 4 16,-3 7-1-1,-1 12 0-15,-5 11 8 0,-1 9-5 16,-1 6 5-16,-1 15 0 0,7 8 2 16,-7 9 0-16,-1 6-5 0,-2 3-3 15,-1 4 1-15,-3 3-1 0,1 0-1 0,0 1 0 16,-1 0 0-16,1-4 2 0,0-4-1 15,6-9 2-15,-1-6-1 0,5-9 2 16,2-10 0-16,4-8 0 0,3-4 1 0,7-15 0 16,2-11 0-16,-3-10 2 0,3-9 0 15,-5-8 2-15,-4-4 0 0,0 1-2 16,-4 5 1-16,-6 6-2 0,-2 10 0 0,-5 14-5 16,-5 9-10-16,-1 9-18 0,-3 5-25 15,-1 9-58-15,-10 14-140 0,-3 11-45 16</inkml:trace>
  <inkml:trace contextRef="#ctx0" brushRef="#br0" timeOffset="-154446.96">2753 2527 686 0,'0'0'33'16,"0"0"-12"-16,0 0-5 0,0 0-3 0,0 0-4 15,0 0-4-15,0 0-3 0,0 0-1 16,0 0-1-16,0 0 1 0,46-71 2 16,9 69 0-1,22 1-1-15,18-2 0 0,24-1-1 16,21 0 0-16,25-4 0 0,23 1-1 16,23-4 1-16,22 1-1 0,18-4-1 15,17-1 0-15,15-2-1 0,8 1 2 0,7-1 0 16,0 2 1-16,3-1 0 0,-5 0 1 15,-8 0-1-15,-9 0 1 0,-10-1 0 16,-20 0 1-16,-21-1 3 0,-24-1 4 0,-25-1 4 16,-27 1 1-16,-26 3 1 0,-25-1 0 15,-23 2-4-15,-24 1 2 0,-14 2-4 16,-18 3-1-16,-8 0-1 0,-6 3-4 0,-7 1-2 16,2 2-1-16,-3 3-3 0,0-1-5 15,0 1-10-15,0-2-22 0,0 1-41 16,0 1-110-16,0-2-127 15</inkml:trace>
  <inkml:trace contextRef="#ctx0" brushRef="#br0" timeOffset="-153562.22">11153 828 571 0,'0'0'40'0,"0"0"-3"0,-88-37-8 16,53 32-7-16,-2 5-4 0,-1 3-6 15,2 11-6-15,1 7-1 0,5 9-3 16,2 13-2-16,2 12-1 0,2 14 0 0,2 15 4 16,3 9-3-16,6 5-1 0,3 5-2 15,3 0-5-15,5-1 3 0,2-5 11 16,3-7 2-16,10-10 1 15,9-10-1-15,7-12-10 0,6-9 1 0,7-13 2 0,5-12 1 16,4-12 2-16,4-12 0 0,0-6 3 31,0-17 0-31,-3-8-1 0,0-10 4 0,-2-11-19 16,-3-9 2-16,-4-10-2 0,-5-13 1 16,-5-9 14-16,-1-16 0 0,-6-7 1 15,-5-12-10-15,-6-1 3 0,-3 3-1 0,-8 11 1 16,-4 18 7-16,-12 18-4 0,-4 16 2 15,-7 19-1-15,-6 12 1 0,-8 13-2 16,-9 10 1-16,-9 9-1 0,-7 0-1 0,-5 12 2 16,-1 6-3-16,1 4 1 0,8 6-3 15,10 7-2-15,11 9 2 0,11 8-2 16,11 8 2-16,10 9 1 16,6 2-1-16,10 5 5 0,12-2-1 0,7-1-2 0,7-1-1 15,6-4-5-15,7-3 1 0,6-1 1 16,3-2 1-16,4 0 0 0,6-1 1 0,0-2 1 15,0-1 13-15,-3-2 0 0,-3 0-2 16,-5 4 1-16,-8 0-16 0,-12 6 4 16,-9 2-1-1,-12 1 1-15,-9 1-1 0,-7-3 2 16,-13-6 7-16,-10-5-2 0,-9-7 5 16,-4-8-4-16,-5-10-5 0,3-6 0 15,1-10-1-15,4-9 0 0,6-4-1 0,3-2-1 16,7-3-1-16,4-7-7 0,3 3-16 15,7 2-32-15,0 1-68 0,3 4-149 16,-1-2-28-16</inkml:trace>
  <inkml:trace contextRef="#ctx0" brushRef="#br0" timeOffset="-151830.15">11831 1419 538 0,'0'0'62'16,"0"0"-5"-16,0 0-11 0,0 0-10 15,0 0-10-15,0 0-6 0,0 0-8 16,0 0-7-16,0 0-5 16,0 0-1-16,5-38-1 0,-5 53-1 0,0 9 1 0,0 11 0 15,1 4-1-15,-1 3 1 0,3 0-1 0,1 1 0 16,2-2 1-16,3-5 0 0,5-2-1 15,2-7 2-15,4-4-2 0,4-5 1 16,5-6 1-16,1-6-2 0,9-6 2 31,-3 0 0-31,5-12-1 0,-2-6 1 0,-2-7-1 16,1-6 0-16,-5-7 2 0,-4-3 1 16,-5-2 3-16,-6 2-1 0,-1 2 1 0,-4 5 0 15,-1 5-1-15,-5 10 2 0,-1 4-1 16,-3 6-2-16,-2 4 3 15,2 2-3-15,-3 3-1 0,0-2 1 0,0 2-2 16,0 0 2-16,0 0-1 0,-3 8-1 0,-7 7 0 16,-4 8-1-16,-2 6-1 0,-3 6 1 15,0 3-1-15,-1 3 0 0,1 0-2 0,5 0 1 16,5-3-1 0,5-3 1-16,4-4-1 0,13-3 0 0,8-6-1 15,4-3 15-15,14-6-13 0,0-7-1 16,3-4 2-16,6-2-15 0,-2-12 14 0,-1-5 1 15,-3-6 0 1,-5-4 3-16,-3-5-1 0,-5-1 2 0,-5-4 2 16,-2 2-2-16,-2 0 2 0,-3 1-1 15,-1 3-2-15,0 5 3 0,0 5-2 16,-7 7 0-16,1 4 1 0,-2 5-1 16,0 1 0-16,-1-1 0 0,-4 4 0 15,1-1 0-15,-4 2 1 0,0-1 1 0,0 1 0 16,2 0 1-16,-1 0 0 0,1 0-1 15,-2 0 3-15,0 0-4 0,1 0-1 0,-1 0 0 16,0 0-4 0,0 0 3-16,0 0 0 0,0 0-2 0,0 0 2 15,0 0-1-15,0 0 0 0,0 0 0 0,0 0 1 16,0 0-1-16,0 0 1 0,-1 0 0 16,1-2-1-16,0 2 2 0,-2-2-2 0,1 1-1 15,-5-2 1 1,0 0-2-16,-6 3 2 0,-8 0-1 0,-1 1-1 0,-8 13 1 15,3 4-1-15,2 8-1 16,3 6-1-16,1 3 2 0,5 2-2 0,2-3 0 16,7 1 1-16,5-4-1 15,1-2 2-15,3-7 1 0,8-4 0 16,2-4 1-16,-1-6 0 0,4-5-1 16,0-3 2-16,4-3-1 0,6-8 0 0,-3-3 0 15,-4-5 0-15,-2-4 2 0,-4-4-2 16,2-5 2-16,-5-3-2 0,0-3-2 15,0-2 2-15,-1 4 0 0,0 4 2 16,-4 11-1-16,-1 9-1 0,-2 7 2 0,-2 5-5 16,0-2 1-16,0 2 1 0,1 0-1 15,-1 0 0-15,2 0 1 0,-2 0 1 0,1 0 0 16,1 7 1-16,-2-1-2 0,1 5 1 16,-1-6 0-16,0 0 1 0,2 1 0 15,-2-6-2-15,0 0 2 0,0 0 0 16,0 2 0-16,1-2 1 0,-1 1 0 0,0-1-1 15,0 0 1-15,0 0-2 0,0-3 0 16,0-3 0-16,0 1 0 0,0 1 0 0,0 4 0 31,0-1 0-31,0 1 0 0,0-2-2 16,-1 0 1-16,1 1-4 0,-2-1-1 16,2 1-4-16,-1-1-4 0,-1 2-1 15,1-1-3-15,-1 1-3 0,-5-2 3 0,0 2 4 16,-3-1 3-16,0-1 8 0,-2-1 2 15,2 0 2-15,-2-2 2 0,1 2 3 0,1-2 2 16,-3 0 4-16,10 2 2 0,-6-2 5 16,6 4-1-16,-1-2 0 0,1 1 0 15,3 2-2-15,-4-3-2 0,0 1-3 16,1 0-3-16,0 0-2 0,3 2-3 0,-5 0 1 16,1 0-1-16,-3 2 1 0,1 2-1 15,-1 4-2-15,0 2 3 0,1 4-1 0,-2 4 0 16,3 2 0-16,-1 0-1 0,5 4-1 15,-2 1 0-15,1 2-1 0,2 1 1 16,0 3 0-16,0-2-2 0,0 1 0 16,5-3 0-1,2-1 0-15,1-2 1 0,3-1 0 16,-1-3 0-16,4-3 0 0,1-4 1 16,3-2-2-16,2-4 2 0,2-2 13 0,4-3-12 15,3-2-1-15,2-5 0 0,2-6-12 16,2-2 11-16,-2-5 1 0,-1-5 0 15,-2-5 1-15,-2-3-1 0,-2-6 0 16,-5-5 0-16,-3-4-1 0,-3 0 1 0,-3 6 2 16,-1 3-2-16,-3 14 0 0,-5 10 1 15,1 4-4-15,-2 5 3 0,-1 0 0 0,2 1-1 16,-3 3 0-16,0-1-2 0,0 1 0 16,0 0 1-16,0 0 0 0,0 0 0 15,0 0 1-15,4 8-1 0,0 8 0 16,2 5 1-16,-1 2-2 0,-1 1 0 0,0 3 2 15,1 1-2-15,0-3 0 0,1 3 2 16,1-4 0-16,1-1-1 0,2-2 1 0,0-4-1 31,0-2-1-31,-1-4 2 0,2-4 0 16,-3-2 0-16,0-3 0 0,8-1 0 16,-3-1 1-16,3 0 0 0,-4-8-1 15,-5-1-1-15,3 0-4 0,-1-3-8 0,-5 4-15 16,-1 4-24-16,0 1-84 0,-3-2-164 15,-3 2-4-15</inkml:trace>
  <inkml:trace contextRef="#ctx0" brushRef="#br0" timeOffset="-149529.97">13076 1527 209 0,'0'0'62'15,"0"0"-5"-15,0 0-5 0,0 0-7 16,0 0-2-16,0 0-4 0,0 0-3 16,0 0 0-16,0 0-3 0,2-63-6 0,-5 61-5 15,-4-6-7-15,0 2-5 0,-4 1-3 16,-6 1-4-16,-2 2-2 0,-7 0-1 15,-1 2-3-15,-2 0 0 0,-2 7-2 16,1 2-2-16,1-1-3 0,2 0-5 0,2 3-14 16,5 0-13-16,0 2-18 0,1 2-26 15,4 2-52-15,1 3-93 0</inkml:trace>
  <inkml:trace contextRef="#ctx0" brushRef="#br0" timeOffset="-147546.53">13264 1467 391 0,'0'0'71'16,"0"0"-13"-16,0 0-10 0,0 0-14 16,0 0-8-16,0 0-9 0,0 0-6 15,0 0-4-15,0 0-1 0,0 0-1 16,-11-4 0-16,8 24 0 16,2 7 0-16,-1 4-1 0,2 2-2 0,0-1-2 0,2 1-1 15,2-1 0-15,6-3 1 0,0-2-2 0,3-4 1 16,0-5 1-16,5-3 0 0,-1-6 0 15,-4-4 1-15,6-2 1 0,1-3-2 16,-1 0 1-16,8-6-1 0,-2-5-1 16,-4-2 1-1,0-4 0-15,-1-1-2 0,-3-2 1 16,-2 0 1-16,-5-1 0 0,4 1 1 16,-5 0 1-16,-3 7-2 0,0-1 1 0,-1-1-1 15,-2 4 2-15,0-4 0 0,0 6-1 16,-3 3 2-16,0-4-1 0,3 3 0 15,-3 1 0-15,1-6-1 0,1 8-1 16,-1-1 1-16,1 0 0 0,-2 5-1 0,0-1 2 16,0 1-2-16,1-2 2 0,1 1 1 15,-1 1-1-15,-1-2 2 0,2 2 3 0,-2 0 0 16,0 0 3-16,0 2-1 0,0 12-4 16,0 4 0-16,0 6-2 0,-2-1-2 15,-2-1 0-15,1-5-1 0,1 1-1 16,1-1 1-16,-2-5-2 15,3 6 1-15,0-7 2 0,0-5-2 0,0 5 1 0,0-7-1 16,0 1 0-16,0 1 1 0,0-6 0 0,0 0 1 31,0 0 2-31,0 2 0 0,0-2 1 16,6 0 0-16,-2-10-1 0,5-9-1 16,-2-10 1-16,2-5-2 0,-2-5 1 15,3-4 1-15,-1 1-1 0,-2 2 1 0,6 4 0 16,-3 6 0-16,-3 10 1 0,1 5 0 15,-1 7-1-15,-4 5-2 0,2 2-1 0,3 1 1 16,2 10-1-16,3 7 2 0,-3 3-3 16,1 3 1-16,-2 1 0 0,0 5-2 15,1 1 4-15,0 1-4 0,2-1 0 16,1-2 2-16,0-3-1 16,0-3 0-16,3-3 3 0,-2-6-4 0,-1-3 2 0,2-6 0 15,3-2-2-15,0-2 2 0,8-8 0 0,-2-8 0 16,4-8 0-16,-1-4 1 0,1-10 0 15,1-8 0-15,-2-7 0 0,3-9-1 16,1-8 0-16,-2-10-8 0,-3-8 5 16,3 1 1-1,-9 3 1-15,-1 14 7 0,-9 10-3 16,-4 15 1-16,-5 9 1 0,-1 11 1 16,0 8 1-16,-7 4 2 0,-5 3-1 0,2 4 1 15,-6 0-5-15,1 6-1 0,0 0-2 16,-5 0-1-16,4 11 0 0,1 2-1 15,4 9 2-15,-1 5-3 0,4 8 2 16,0 9 0-16,2 8-2 0,1 5 3 0,2 9 0 16,2 4 1-16,1-1-1 0,0 1-2 15,4-3-2-15,6-5-1 0,0-4-1 0,4-4 1 16,2-4 1-16,3-4-1 0,3-7 4 16,4-7-3-16,0-7 1 0,1-8 1 15,1-9-2-15,-1-6 5 0,1-4 0 16,1-13 0-16,1-10 0 15,0-10-1-15,1-8 1 0,-3-6 1 0,0-1 1 0,0 0 1 16,-2 2-2-16,-5 5 1 0,-2 5-1 0,-4 8 1 31,-8 10-1-31,-1 10-2 0,-3 6-2 16,-3 4-1-16,0-1 0 0,0 1 0 16,0 1 1-16,0 14-1 0,0 9 1 15,0 7-3-15,-3 1 2 0,0 0-1 0,0 2 0 16,2-3 0-16,-1 3 0 0,2-2 0 15,0-1 0-15,0-2 1 0,3-4 1 0,0-8-1 16,3-6 0-16,-1-1 0 0,4-6 2 16,7-1-1-16,3-3 2 0,7-6 0 15,0-9-1-15,1-8 2 0,0-6 0 16,1-1 0-16,0-2 1 0,-1 3-1 16,-2 2-1-16,-1 4 1 0,-3 2 0 0,-1 4-1 15,-4 6 1-15,-8 4-2 0,1 6 0 0,-3 1 0 16,4 0-1-16,2 8-1 0,-4 6 0 15,2 8 0-15,-2 2 1 0,-3 2 1 16,1 4-2-16,-1 2 1 0,2 0-1 16,-3-1 0-1,3 0 0-15,-1-3 0 0,0-5-1 16,-2-6 3-16,3-2-2 0,-2-5 0 16,2-5 4-16,-1 3-2 0,5-8 0 0,4 0 2 15,4-4-1-15,4-13 0 0,-1-9 1 16,1-7-1-16,1-7 1 0,2-5 1 15,-1-1-1-15,5 2 1 0,1 5-2 16,-2 5 1-16,0 10-1 0,-2 7-1 0,-1 8 1 16,0 8-2-16,0 1 0 0,1 12-1 15,-2 4 1-15,0 6-1 0,-2 2-1 0,-2 4 1 16,-5 0 0-16,-1 2 0 0,-5 1 2 16,-3-2-2-16,-2-8-1 0,-4-3 1 15,1-7-2-15,-2-5 3 0,0 0 0 16,0-6 2-16,0 0 2 0,0 0 0 15,0 0 1-15,2-3-2 0,1-14 0 0,1-10-1 16,5-8 1-16,3 0-1 0,5 3 0 0,3 4 0 31,2 1 1-31,3 8-2 0,-2 4 1 16,1 2-1-16,-2 8 0 0,1 3 1 16,2 2-1-16,-1 3-1 0,-2 8 1 15,1 4-1-15,-1 2 0 0,-5 4 0 0,1 1 0 16,-5 4-2-16,-2 2 1 0,-4 0 0 15,-2 1-1-15,-2-3 1 0,0-7 1 0,-3-7 0 16,0-2 0-16,0-4 1 0,0 0 1 16,0 0 0-16,0-6 1 0,4 0 1 15,4-1-1-15,7-11 2 0,7-10-2 16,2-5 0-16,4-5 2 0,0 1-1 16,3 2 2-16,-1 6-1 0,-1 4 0 0,-4 8 0 15,2 3-2-15,-5 6-1 0,1 2 1 0,-5 10-2 16,0 6 0-16,-2 7 0 0,0 6-2 15,0 3 1-15,0 3-1 0,-1-1 1 16,0 0 1-16,1-4-1 0,3-1 0 16,0-6 1-1,1-4 0-15,3-5 0 0,3-4 1 16,5-8-1-16,2-2 0 0,2-6 0 16,2-9 0-16,-2-6 2 0,-1-3 0 0,-6-7-2 15,-2-2 2-15,-4 0-2 0,-5-2 0 16,-4 3 1-16,-4 7-2 0,-3 5 1 15,-2 10-4-15,-4 4-5 0,0-5-12 16,0 7-15-16,-4-4-31 0,-9-1-32 16,-5 7-114-16,-5 0-81 0</inkml:trace>
  <inkml:trace contextRef="#ctx0" brushRef="#br0" timeOffset="-147362.3">15195 672 823 0,'0'0'12'0,"0"0"-5"0,0 0-7 16,0 0 0-16,0 0-1 0,131-52-2 16,-58 47-5-16,15-2-26 0,12 3-111 15,8-1-161-15,14-1-17 0</inkml:trace>
  <inkml:trace contextRef="#ctx0" brushRef="#br0" timeOffset="-146330.28">17778 1205 671 0,'0'0'17'16,"0"0"5"-16,0 0-1 0,0 0-3 15,0 0-6-15,0 0-2 0,0 0-3 16,85 20-3-16,-75 6-2 0,3 7-2 15,-3 3-1-15,2 4-1 0,-1 1 0 0,-2 1-1 16,1 1 0-16,-1-2 0 0,-2-4 0 0,0-5 0 31,-4-9 2-31,0-11-1 0,-1-5 3 16,-2-7 2-16,0 0 3 0,0 0 0 16,5 0 1-16,-2-15-1 0,7-13-2 15,2-11 0-15,2-8-1 0,4-8 1 0,3-4-1 16,8-3 1-16,3-2-3 0,6 3-1 15,2 9-1-15,2 16-2 0,-3 13 2 0,-4 14-2 16,-1 9 2-16,-6 17 1 0,-2 10 1 16,-4 10 0-16,-2 5 1 0,-5 3-3 15,-5 1 1-15,0-2-1 0,-6-2 0 16,-1 0-1-16,-3-6 1 0,0-1 0 16,0-5 0-16,-2-10 2 0,-2-2-1 0,3-7 2 15,-1-7 2-15,1 1 5 0,1-5 0 0,-2-3 1 16,2-15-3-16,0-11-3 0,0-14 0 15,8-2-1-15,6-5 0 0,5-3 0 16,4-2-1-16,0 3-8 0,3 7 5 16,0 8-1-1,-3 15-2-15,0 12 7 0,-4 10-5 16,0 13-3-16,-1 13 4 0,0 7 2 16,-1 6-1-16,-2 4 2 0,1 1-4 0,-3-2-1 15,-1-1 0-15,2-1 1 0,-2-4 0 16,2-1 0-16,-2-2 1 0,-1-4-2 15,1-4 0-15,-5-10 1 0,3-3 0 16,-3-6 1-16,5-6 0 0,6 0 0 16,2-13 1-16,8-10 0 0,-2-8-2 0,2-7-1 15,-1-2-1-15,1-5 1 0,-1 0 2 0,-2-1 2 16,3 2 0-16,-3 1 1 0,0 5 1 16,-2 4-8-16,-5 2 9 0,-3 6 5 15,-4 8-2-15,-7 7 9 0,-1 7-6 16,-3 4-3-16,0-2 1 0,0 2-1 15,0-1-4-15,-9 1-3 0,-10 1 1 0,-5 16-1 16,-5 12 1-16,-2 6 0 0,1 7-2 0,2 4-2 31,4-1-1-31,4 4 0 0,8-2 0 16,6 0 0-16,6-3 1 0,3-2-1 16,12-3 0-16,8-8 1 0,6-5 0 15,10-6-3-15,8-9-4 0,8-7-6 0,6-4-18 16,3-12-13-16,2-8-32 0,-1-7-28 15,1-2-86-15,-7-3-77 0</inkml:trace>
  <inkml:trace contextRef="#ctx0" brushRef="#br0" timeOffset="-145246.93">19924 1270 473 0,'0'0'85'0,"0"0"-12"0,0 0-15 0,0 0-12 15,0 0-8-15,-43-79-10 0,38 72-3 0,2 4-2 16,-3-4-9-16,2 4 1 0,-6 1-8 15,-6-1-3-15,0 3-2 0,-6 5 0 16,2 12-2-16,1 9 0 0,-1 6-2 16,1 5-2-1,5 3 1-15,-1 4-1 0,7 1 0 16,2-2-1-16,6 3 1 0,0-2 0 16,6-1 1-16,8-7 1 0,3-7-3 0,8-6 3 15,4-8 0-15,4-8 1 0,6-7 1 16,6-3-1-16,0-15 1 0,4-8 0 15,-1-9 0-15,1-7-1 0,-1-8 0 16,-2-8-1-16,-4-9 2 0,-3-10 1 16,-6-8-2-16,-4-6 1 0,-9 1 0 0,-2 10-2 15,-10 10 5-15,-3 17 1 0,-5 10 2 0,0 17 3 16,0 8-1-16,-5 8 0 0,2 5-6 16,-4 3 1-16,-3 2-4 0,-3 11 2 15,-4 12-1-15,4 13-3 0,1 13 1 16,1 13 0-16,2 8 2 0,-1 7-1 15,-3 4 1-15,1-1-2 0,-1-1-3 0,2-3 2 16,-1-3-5-16,1-6-1 0,3-8-2 0,2-9-1 31,5-11-1-31,-1-12 3 0,2-9 5 16,2-9 1-16,8-9 5 0,10 0 2 16,3-12-1-16,8-11 1 0,-1-7 2 15,0-9-1-15,2-3 1 0,-1-1 0 16,-4 4 1-16,1 6-1 0,-4 7-1 0,-1 8-2 15,-8 5-1-15,-5 6 0 0,-1 7-1 0,-1 0 0 16,5 10 0-16,3 7 0 0,-1 5 0 16,-4 5 0-16,1 3-2 0,2 3 3 15,-2 2-2-15,1 0-1 0,1-1 1 16,2-2-4-16,0-4 3 0,6-2-2 16,1-5-1-16,4-3-1 0,5-4-3 0,1-6-3 15,5-6-7-15,1-2-1 0,2-11-2 0,2-9 1 16,1-9 5-16,-1-7 5 0,0-8 6 15,-2-3 3-15,1 0 3 0,-6 6 2 16,-1 4 3-16,-7 9 2 0,-3 3 3 16,-6 5 5-1,-5 8 4-15,-5 2 2 0,-3 2 6 16,-3 5-5-16,1 0-3 0,-4-1-3 16,1-1-3-16,-1-6-2 0,0-2-2 0,0-1-1 15,-5 2-4-15,-4 1-1 0,-4 3-3 16,-3 4-1-16,-6 1 0 0,-2 3-1 15,-5 9-2-15,-2 9 2 0,-3 5-2 16,-4 6 0-16,2 4-1 0,3 4 0 16,1 4 0-16,5 1 0 0,5 1-1 0,4-1 1 15,7-4-2-15,5-6 0 0,6-5 2 0,4-5-1 16,8-6 3-16,7-6 2 0,1-6-3 16,5-4 3-16,2 0 0 0,2-9-2 15,0-5 3-15,0-4 0 0,-2-3-1 16,2-6 3-16,-4-5-2 0,2-5 2 15,-2-4-1-15,-2-1 0 0,-3 1 2 0,1 4 0 16,-6 7 0-16,-3 10-1 0,-6 10-1 0,-3 5-3 31,-3 5 0-31,0-1 0 0,0 1 1 16,1 0 0-16,1 13 0 0,2 9-2 16,-3 9 1-16,1 4 0 0,-2 6-2 15,1 2 2-15,2 1-1 0,0-2 1 16,1-2 0-16,4-5-1 0,3-5 0 0,1-6 0 15,6-6 1-15,3-7 1 0,6-8 1 0,7-3 0 16,3-6-1-16,6-9-3 0,1-8-1 16,1-6 2-16,-5-6-2 0,-1-4-4 15,-1-5-9-15,-9 2-12 0,-5 3-21 16,-6 12-29-16,-10 12-141 0,-6 7-75 16</inkml:trace>
  <inkml:trace contextRef="#ctx0" brushRef="#br0" timeOffset="-144396.6">21783 1492 561 0,'0'0'61'0,"0"0"-7"0,0 0-13 0,0 0-7 31,96-37-10-31,-70 36-6 0,1-1-6 16,-1 2-5-16,-1 0-2 0,-2 8-1 16,-4 4-3-16,-1 3-1 0,-1 7 1 15,-3 2-4-15,-2 3 1 0,-4 2 0 16,-1-2-1-16,-2-7 0 0,-4 0 1 0,-1-8-1 15,0 0 1-15,0-1 2 0,0-7-2 0,0 2 3 16,0-6 1-16,0 0-3 0,0 0 4 16,0-1 0-16,6-14-1 0,6-12 1 15,5-12-1-15,4-3 0 0,3-2 2 16,5-2-1-16,1 7-1 0,3 4 1 16,3 6-2-16,-4 8 1 0,-2 6 0 0,-5 7-2 15,0 8 2-15,-4 0-2 0,-1 12-2 0,-2 6 3 16,-1 5-1-16,-2 4 1 0,1 2 2 15,-5 2-3-15,1-1 0 0,-1 2-1 16,0-2 0-16,1-1 0 0,-1-3 2 16,-1-3-2-1,1-5 0-15,-3-6 1 0,0-3-1 16,-2-3 0-16,4-3 2 0,5 0-2 16,0-3 2-16,7-3 0 0,0-10 0 0,1-7 1 15,-2-7-2-15,0-5 1 0,1-5 0 16,-1-1 1-16,-3 1 1 0,0 2-2 15,0 1 2-15,-2 4-2 0,-2 2 2 16,-4 10 1-16,-2 7-1 0,-5 7 1 16,-3 4-1-16,0-1 2 0,0 1-2 0,1-2 0 15,-1 2-2-15,1 0 0 0,-1 3 1 0,0 14-2 16,-1 7 0-16,-2 8-1 0,2 1 0 16,1 1-1-16,0 1 1 0,3 0-1 15,4-3 1-15,6-4-1 0,0-2 1 16,5-6-1-16,0-5 1 0,5-4 0 15,2-6 0-15,0-3-2 0,2-2-3 0,2-7-3 16,0-9-5-16,0-3-8 0,-3-7-12 0,-2-6-15 31,1-2-37-31,-5-5-63 0,-3-2-134 16</inkml:trace>
  <inkml:trace contextRef="#ctx0" brushRef="#br0" timeOffset="-144229.98">23056 841 650 0,'0'0'35'0,"0"0"-9"15,0 0-11-15,0 0-9 0,0 0-7 16,0 0-3-16,0 0-3 0,0 0-8 16,0 0-40-16,0 0-86 0,22 51-149 0</inkml:trace>
  <inkml:trace contextRef="#ctx0" brushRef="#br0" timeOffset="-143846.65">23711 1214 671 0,'0'0'34'0,"0"0"0"15,32-103-7-15,-29 77-3 0,-3 5-8 16,-8 2-6-16,-7 9-3 0,-7 5-3 16,-7 5-2-16,-7 5 0 0,0 13-2 0,-1 8 0 15,4 4 2-15,6 5-2 0,5 2-1 0,7-1-1 16,8 3-2-16,6 0 1 0,1-3 0 16,13-1 1-16,8-2 0 0,5-2-1 15,5-1 2-15,3-1-1 0,1-1 0 16,0 1 1-16,-2-3-1 0,-2 0 2 15,-4-5 0-15,-5-2 0 0,-9-7 0 0,-6-4 1 16,-5 0-2-16,-2 0 2 0,-8 3 1 0,-8 1-1 31,-8-3 1-31,-7-5-2 0,-2-2 0 16,-3-2 0-16,-3 0-3 0,4-7 1 16,1-3-6-16,3 0-10 0,2-1-24 15,5 2-35-15,8 2-97 0,-3 2-119 16</inkml:trace>
  <inkml:trace contextRef="#ctx0" brushRef="#br0" timeOffset="-143196.75">24051 1383 755 0,'0'0'41'0,"0"0"-9"0,43-80-6 16,-24 52-9-16,4 1-3 0,0 2-4 15,3 4-8-15,2 6 5 0,-1 6-3 16,-2 7-2-16,-2 2 5 0,-4 8-8 16,-1 9-1-1,-4 7-1-15,-3 7 1 0,-4 4-1 16,-2 4-2-16,-4 1 2 0,-1 0-3 16,0 1-2-16,-1-2 0 0,-5-2-4 0,0-5 2 15,-4-3 1-15,4-11 3 0,-1-6 3 16,1-4 2-16,3-6 1 0,-5-2 1 15,0-7 2-15,1-11 0 0,0-9 1 16,5-7-1-16,2-4 0 0,9-3 0 16,6-6 0-16,6-3-2 0,5-5 2 0,5 2-7 15,-1 1 4-15,2 10-3 0,-2 10-2 0,-2 12 8 16,-3 16-5-16,-2 7 1 0,-2 18 4 16,-2 11-2-16,-3 7 0 0,-2 7 0 15,-4 4-4-15,-2 0 0 0,-2 0 1 16,-4-1-1-16,-2-2 0 0,0-6 1 15,0-3 1-15,-4-8 0 0,1-8 1 0,0-12-1 16,2-4 1-16,1-6 1 0,-2 0 0 0,1 0 0 31,-2-11 1-31,3-10-2 0,0-11 2 16,3-5-1-16,9-8-1 0,6-2 1 16,7-4-2-16,2-4 1 0,3 0-3 15,2 4-1-15,0 10 0 0,0 14-1 16,-3 13 4-16,-2 12 0 0,-3 8 4 0,2 16 1 15,-3 10-1-15,0 7-1 0,-4 8-1 0,-1 5 0 16,-1 1 0-16,-2 2 3 0,0-2 0 16,-1-2-1-16,-2-2-1 0,1-7-1 15,-5-5-2-15,1-8 1 0,0-11-2 16,-4-3 2-16,0-6 0 0,2-6 2 16,7 0-1-16,4-3-1 0,5-5-1 0,2-8-5 15,-2-7-7-15,3-4-10 0,-2-4-25 0,1-4-20 16,-1 5-44-16,-4 3-95 0,-5 9-71 15</inkml:trace>
  <inkml:trace contextRef="#ctx0" brushRef="#br0" timeOffset="-123696.98">1525 3746 505 0,'0'0'63'0,"0"0"-7"0,0 0-12 15,0 0-13-15,0 0-11 0,0 0-9 16,0 0-4-16,0 0 3 0,0 0 0 0,0 15 5 15,0 23-3-15,0 5 1 0,3 4 1 16,3 3-5-16,1 3 3 0,5 1-5 16,2 4-4-16,4 1 0 0,0-1-2 15,-2-5 0-15,2-4-1 0,-3-8 1 0,-3-8-1 16,0-7 1-16,-4-10-2 0,-5-6 1 16,0-6 0-16,-3-4 0 0,3 0-1 0,1-6-11 15,2-7-19-15,1-10-34 0,-1-9-74 16,-3-5-142-16,-3-6 6 0</inkml:trace>
  <inkml:trace contextRef="#ctx0" brushRef="#br0" timeOffset="-123230.3">1065 3618 696 0,'0'0'48'0,"0"0"-6"0,0 0-13 15,0 0-11-15,18-84-5 0,18 62-4 0,22 1-2 16,18-2 0-16,15 4-1 0,8 0-1 16,2 6 1-16,-1 3-1 0,-2 9-5 0,-7 1-3 15,-10 6 0-15,-10 9-1 0,-10 3 3 16,-6 7-1-16,-9 2 0 0,-7 6 1 16,-7 4 0-16,-12 2 1 0,-17 3 1 15,-9 0 0-15,-17-1 0 0,-15 1 1 0,-9-2-2 16,-11-3 0-16,0-2 10 0,-4-4-7 15,4-5 5-15,7-8-5 0,7-4-5 0,15-7 4 16,13-4-1-16,10-1-1 0,6-2 0 31,-3 0-3-31,3 0 1 0,13 0 2 16,9 0 0-16,11 1 0 0,8 5-1 16,3 3-1-16,3 3 0 0,0 2 1 0,0 3 1 15,0 3 2-15,1-1 0 0,0 4 0 16,-5 3-2-16,-2 1 1 0,-8 2-2 0,-13 3 2 15,-10 2 0-15,-10-1 2 0,-17 2 0 16,-13-2-1-16,-14-1-2 0,-11-3 0 16,-7-3-1-16,-2-6 4 0,-2-4 1 15,-2-2-2-15,3-7-1 0,3-1-5 0,4-4-7 16,10-2-3-16,15 0-9 0,7 0-17 16,12 0-35-16,8 0-43 0,6 0-53 0,7 2-105 15</inkml:trace>
  <inkml:trace contextRef="#ctx0" brushRef="#br0" timeOffset="-122379.98">2698 4185 733 0,'0'0'44'15,"0"0"-2"-15,0 0-10 0,0 0-9 0,0 0-8 16,0 0-5-16,0 0-5 0,0 0-3 16,0 0-2-16,0 0 0 0,-48-47 1 0,18 71 0 15,1 11-1-15,3 9 0 0,0 3-3 16,7 3 2-16,2 0-2 0,8-4 2 16,6-2 3-16,3-6-3 0,9-5 4 15,8-4-4-15,5-8 1 0,4-7 1 0,6-7-1 16,7-7 0-16,1-4 0 0,2-13 1 15,0-6-3-15,-1-7 4 0,-4-6-3 0,-2-6 1 16,-6-5 1-16,-3-6-2 0,-6-6 2 31,-8-2-1-31,-9-1 3 0,-3 1-5 16,-12 7 3-16,-8 5-3 0,-6 8-5 16,0 11 5-16,-3 10-5 0,-4 9 4 0,-2 11 8 15,-1 4-8-15,-2 11 7 0,2 5-3 16,1 2-1-16,9 3 0 0,6-3-2 0,10 3 0 15,8-4-1-15,2-2 3 0,15-3-2 16,8-2 0-16,7-7 1 0,8-6-1 16,4-1 1-16,4-6-1 0,5-10-3 15,-2-5-4-15,6-7-3 0,-3-5-4 0,-6-7 1 16,-4-7 1-16,-4-6-2 0,-8-4 6 16,-4-3 4-16,-4 4 8 0,-3 8 15 0,-6 8 1 15,-5 13 9-15,-3 12-1 0,-4 8-3 16,-1 7-7-16,0-1-6 0,0 1-3 15,0 0-4-15,0-2-1 0,0 2-1 16,0 2 2-16,0 15 1 0,-1 10 1 0,-2 11-2 31,0 6 0-31,1 4-3 0,2 5 3 16,0 6 3-16,0 6-3 0,0 4 2 0,2 8-4 16,2 0-4-16,2-2 3 0,3-3-1 15,2-12-1-15,4-9 0 0,-1-12 1 16,-1-10 0-16,-4-12 1 0,-3-8 0 15,2-9 2-15,1 0 2 0,3-11-2 0,2-10 1 16,1-10-1-16,-1-8-1 0,-1-6-1 16,1-7 2-16,1-1-2 0,1 3 2 0,-2 6-2 15,2 9 0-15,2 9-1 0,-7 9-2 16,5 10 1-16,-2 7 0 0,1 2 1 16,5 11-1-16,2 8 2 0,-2 5-1 15,0 6 1-15,-2 1 0 0,-1 5 0 0,-2-1-2 16,-4 1 4-16,2-5-4 0,-4-3 2 15,2-2 0 1,-3-12 0-16,-7-5-1 0,5-2 1 0,-6-4 0 0,3-2 1 0,0 1 1 31,-3-4-2-31,2 0-5 0,1 0-11 16,2-11-21-16,-1-4-46 0,-1 3-156 16,4-3-79-16</inkml:trace>
  <inkml:trace contextRef="#ctx0" brushRef="#br0" timeOffset="-121930.27">3989 4147 728 0,'0'0'46'0,"0"0"-2"16,0 0-11-16,0 0-11 0,0 0-4 0,0 0-6 31,0 0 0-31,0 0-3 0,89-34-1 16,-65 49-4-16,1 7-2 0,-2 5-2 0,-3 5 0 16,0 4 0-16,-1 4 0 0,0 2-1 15,0-1 1-15,-3-1-2 0,-5-2 1 16,1-6-1-16,-8-10 0 0,-1-2 5 15,-3-8-4-15,0-6 5 0,0 1-2 0,0-7-6 16,0 0 7-16,0-13-5 0,-3-9 3 16,3-14 1-16,0-4-3 0,9-10 3 0,4-5-2 15,4-3 2-15,5 0-1 0,4 4-1 16,1 8 0-16,1 10 0 0,-2 8-2 16,-4 10 1-16,-5 9-1 0,-4 5 0 15,4 4-1-15,-5 1-1 0,7 10 0 0,-6 1-3 16,-3-1-6-16,-3 4-16 0,2 1-25 15,-3 3-70 1,2 5-170-16,-5-9-10 0</inkml:trace>
  <inkml:trace contextRef="#ctx0" brushRef="#br0" timeOffset="-121080.15">8712 3750 720 0,'0'0'37'0,"0"0"-1"15,0 0-4-15,0 0-10 0,0 0-6 0,0 0-4 0,0 0-7 16,0 0-2-16,0 0 0 0,-7-10 0 15,7 36 3-15,0 10-1 0,0 7-1 16,4 4 3-16,1 4-6 0,-1 1 1 0,0-2-1 31,2-2-2-31,1-3 2 0,-2-6-1 16,-1-6 0-16,2-10-2 0,-2-4 2 0,-1-11-1 16,-1-3 1-16,-1 0 3 0,-1-5-4 15,4 0-3-15,-1-13-8 0,3-6-19 16,1-10-29-16,-5-6-56 0,-2-3-130 15,0-7-57-15</inkml:trace>
  <inkml:trace contextRef="#ctx0" brushRef="#br0" timeOffset="-120763.48">8550 3089 684 0,'0'0'29'0,"0"0"9"15,0 0 6-15,0 0-8 0,78-9-6 0,-47 9-5 16,2 9-6-16,5 1-2 0,6 5-5 15,7 5-3 1,4 9-3-16,13 7-1 0,0 10 2 0,1 13-4 0,-2 12 2 0,-5 14-4 31,-6 12-4-31,-12 10 3 0,-14 10 0 16,-14 7 0-16,-10 9 2 0,-12 6-1 16,-17 4-1-16,-9 0-1 0,-10-3-1 0,-10-3 2 15,-6-8-3-15,-2-10 5 0,-7-12 2 16,5-13-3-16,1-12 3 0,5-15-4 0,6-15 0 15,10-14 1-15,8-14-1 0,12-10 2 16,7-8-4-16,10-3-2 0,3-3-4 16,0 0-8-16,0 0-14 0,-1 0-25 15,1 0-61-15,0 0-185 0,0 0-21 0</inkml:trace>
  <inkml:trace contextRef="#ctx0" brushRef="#br0" timeOffset="-119896.58">11130 3611 481 0,'0'0'84'0,"0"0"-16"0,0 0-13 16,0 0-11-16,0 0-7 0,0 0-5 16,0 0-8-16,0 0-7 0,0 0-6 15,0-50-6-15,0 50-1 0,-1 12-3 16,-4 12 2-16,-2 14 1 0,3 8 0 0,-2 7-2 15,0 5 0-15,-1 4 2 0,3 1-3 16,-2 4 3-16,3 0-3 0,1-3-2 16,2-5 1-16,2-6-2 0,8-9 3 0,4-9-2 15,2-7 2-15,7-12 1 0,6-5 1 16,6-10-1-16,9-1 0 0,8-6 0 16,5-6-2-16,4-2 1 0,4 1-2 0,0 2 2 15,-4 0-1-15,-2 4 0 0,-8 4 0 16,-9 0 0-16,-15 3-1 0,-7 0 1 15,-8 0 0-15,-9 0-1 16,4 0 1-16,-7 0-1 0,0 0 0 0,0 0-2 0,2 0-7 31,-2 0-15-31,0 0-27 0,1 0-50 16,-1 0-105-16,0 0-92 0</inkml:trace>
  <inkml:trace contextRef="#ctx0" brushRef="#br0" timeOffset="-119578.9">12138 3890 654 0,'0'0'43'0,"0"0"-1"0,0 0-13 0,0 0-2 16,0 0-9-16,0 0 4 0,0 0-3 15,0 0 3-15,113-33-3 0,-56 26-2 0,7 3-5 16,4-2-7-16,0 1 0 0,-3 1-3 16,-7 1-1-1,-9 2 0-15,-10-1-1 16,-13 0-1-16,-11 2 1 0,-8 0-1 0,-7 0 0 16,0 0 2-16,0 0-3 0,1 0-2 15,-1-1-5-15,2 1-11 0,-2 0-10 16,-2 0-24-16,-12 0-51 0,-2 0-121 0,-10 3-77 15</inkml:trace>
  <inkml:trace contextRef="#ctx0" brushRef="#br0" timeOffset="-119330.25">12194 4182 783 0,'0'0'47'0,"0"0"-1"16,0 0-11-16,0 0-11 0,0 0-6 0,106 0-5 0,-64 0-3 31,3 0-2-31,7 0-2 0,1 0-2 16,6 0-2-16,0 0-2 0,-2 0 0 0,-2 0-1 16,-1-5-2-16,-8 2-2 0,-1 0-5 15,-9 2-8-15,-9-1-12 0,-9-3-24 16,-5 1-47-16,-10 0-180 0,1 0-42 0</inkml:trace>
  <inkml:trace contextRef="#ctx0" brushRef="#br0" timeOffset="-118328.75">13757 3286 648 0,'0'0'47'0,"0"0"-2"0,47-80-3 31,-23 54-15-31,5 3-1 0,5 3-5 16,3 7-4-16,6 5-3 0,-2 6-6 0,1 4-3 16,-2 13-3-16,-3 6-4 0,-6 8 3 15,-3 6 4-15,-8 3-5 0,-4 4 4 16,-4 3-4-16,-4-1-2 0,-6 1 2 0,-2-2-1 15,0-4 0-15,-6-2 0 0,-1-9 1 16,2-8-1-16,1-9 3 0,4-7 0 16,0-4 2-16,-1 0 0 0,1-4-1 0,1-15-1 15,8-13-2-15,5-10 1 0,8-5-2 16,4-4 4-16,7-4-3 0,5 0-6 16,-1 2 5-16,2 6-6 0,1 7 5 0,-2 12 1 15,0 10 0-15,-3 9 0 0,-5 9 0 16,-1 5-1-16,-3 15 2 0,-4 6 5 15,-2 5-4-15,-1 5 6 16,-6 2-6-16,-1 0-1 16,-4 1 2-16,-2-1-3 0,-2-3 2 15,-1 0-1-15,-1-4 0 0,-2-4 0 16,1-8 0-16,-1-7-2 0,0-1 2 0,2-7-1 16,-2 1-1-16,1 1-3 0,-1-6-11 15,3 0-21-15,8-2-43 0,1-9-99 16,4-6-131-16</inkml:trace>
  <inkml:trace contextRef="#ctx0" brushRef="#br0" timeOffset="-117862.16">15329 2800 765 0,'0'0'45'16,"0"0"-8"-16,0 0-13 0,0 0-10 15,0 0-7-15,0 0-3 0,0 0-2 0,0 0 1 16,0 0 1-16,-3 95-1 16,-2-44 2-16,1 7-3 0,-2 2 0 0,0 1 5 15,0 1-6-15,0-1 4 0,-1 0-5 16,3-5-1-16,1-3 1 0,1-6-2 16,1-9 2-16,1-12-1 15,0-13 1-15,0-6 1 0,0-7 1 0,1 0 1 16,11-10-1-16,5-8 3 0,8-11-4 15,-5-4 1-15,3-5-1 0,0 0 0 0,0 2-1 16,-2 5 1-16,-1 7-2 16,-4 9 1-16,-6 7-2 0,0 7 0 15,0 1 0-15,8 12 0 0,0 8 2 0,-2 4-2 16,0 7 3-16,-1 0-2 0,-1 3 1 16,2-1-1-16,1 1 1 0,-1-4-1 0,3-5 1 15,1-1-1-15,2-6 2 16,1-9-1-16,5-5 1 0,-1-4 0 0,3-12-1 15,2-7 0-15,-1-8-1 0,-1-5-1 16,-4-2-1-16,-4-2-1 0,-2-1-5 16,-3 7 1-16,-5 7-6 15,-6 9 0-15,-3 9-7 0,-3 5-19 16,0-1-19-16,0 1-52 0,0 8-139 0,-9 7-41 16</inkml:trace>
  <inkml:trace contextRef="#ctx0" brushRef="#br0" timeOffset="-117512.58">14148 4101 701 0,'0'0'37'16,"0"0"-4"-16,0 0-7 0,0 0-6 0,0 0-3 16,0 0 0-16,0 0 2 0,0 0-2 15,0 0-1-15,75-10-4 0,-14 11-2 16,13 2-6-16,15 0 0 0,17-1-2 16,11-2-2-16,17 0 1 0,8 0-1 15,9-2-2-15,2-4 1 0,-6 0-1 16,-8 0 1-16,-10-1-1 0,-16-1 1 0,-14 0 0 15,-16 2 1-15,-15 1-1 16,-19 1-2-16,-16 3-3 0,-17-1-2 16,-7 2-1-16,-9 0-8 0,-2 0-14 0,-12 4-24 15,-9 7-58-15,-11 4-141 0,-4 2-53 16</inkml:trace>
  <inkml:trace contextRef="#ctx0" brushRef="#br0" timeOffset="-117079.21">14446 4711 683 0,'0'0'25'15,"0"0"6"-15,0 0 4 16,0 0-3-16,74-91-4 0,-47 78-4 0,7 1-3 15,1 1-3-15,6 3-3 16,1 4-3-16,3 4-4 0,-2 0-4 0,2 9-2 16,-5 6-2-16,-2 5-3 15,-6 4 2-15,-6 5-1 0,-9 4 1 0,-8 8 0 16,-9 3-1-16,-9 5-1 0,-14 3 3 0,-12-1-4 16,-12 2 1-16,-8-1-1 15,-7-2-1-15,-8-2 4 0,-2-4-3 0,0-6 6 16,2-6-2-16,9-7 1 15,12-8 0-15,17-7 1 0,14-5 0 0,10-4-1 16,8-1 2-16,19-5 0 16,13-4 2-16,19-1-1 0,11 1-1 15,7 4 0-15,11 2-3 0,5 3 2 0,2 0 1 16,8 1-2-16,-1 6 1 0,-3-2-3 16,-8 3 1-16,-5-2-2 15,-12 0-1-15,-8-1-1 0,-8-3-7 0,-9-2-10 16,-9 0-20-16,-5-4-45 0,-7-3-92 0,-9-7-136 15</inkml:trace>
  <inkml:trace contextRef="#ctx0" brushRef="#br0" timeOffset="-116813.49">15514 4720 825 0,'0'0'30'16,"0"0"0"-16,0 0-10 0,0 0-4 0,0 0-3 0,0 0-2 31,0 0 1-31,0 0-4 0,100-28 0 16,-43 25-4-16,8-1-1 0,3 3-1 0,1-1-2 16,0 1-2-16,-5 1 0 0,-3 0-2 15,-9 0-2-15,-4 0-3 0,-11 0-4 16,-11 0-5-16,-10 0-6 0,-9 0-7 0,-7 0-17 15,0 0-35-15,-3 0-61 0,-14 0-120 16,-12 0-29-16</inkml:trace>
  <inkml:trace contextRef="#ctx0" brushRef="#br0" timeOffset="-116578.88">15681 4764 750 0,'0'0'62'0,"0"0"-12"0,0 0-14 16,0 0-12-16,0 0-9 0,0 0-5 15,0 0-4-15,0 0 0 0,0 0-1 0,1 37-2 16,1-14 0-16,-1 1-2 0,-1 5 1 16,0 3-1-1,0 1 0-15,0 2-2 16,0 0 2-16,0 0-4 0,0-2 4 0,3-3-2 16,3-2 0-16,-2-4 3 0,2-5-7 15,-2-4-1-15,1-5-10 0,1 0-12 16,2-2-16-16,-5-5-34 0,1 2-67 0,-2-5-163 15,4-5 1-15</inkml:trace>
  <inkml:trace contextRef="#ctx0" brushRef="#br0" timeOffset="-116330.23">16028 4811 814 0,'0'0'45'0,"0"0"-5"0,0 0-9 16,0 0-8-16,0 0-9 0,0 0-5 15,0 0-2-15,0 0-4 16,0 0 1-16,11 5-1 0,-9 20 2 0,-2 9-3 0,0 6 1 31,0 2-2-31,0 4 0 0,0-1-2 16,0 1 1-16,0-1 1 0,0 0-3 0,0-6 3 16,3-3-5-16,1-4-5 0,1-10-7 15,0-6-13-15,2-4-18 0,-4-7-43 16,0 1-107-16,-1-6-126 0</inkml:trace>
  <inkml:trace contextRef="#ctx0" brushRef="#br0" timeOffset="-112896.68">19326 3546 723 0,'0'0'34'0,"0"0"3"0,0 0-8 16,0 0-10-16,0 0-5 0,0 0-5 0,0 0-2 15,0 0-3-15,0 0-1 0,68-76-2 16,-68 76-1-16,0-2 0 0,0 2-1 16,0 2 1-16,0 8 1 0,-10 9-1 0,-7 2 0 15,-6-3 0-15,-3-1 0 0,-3-4 0 16,1-4 2-16,9-2-1 0,1-6-1 15,2-1 1-15,3-11-1 0,3-7 1 0,5-6-1 16,5-6 0-16,6-4-1 0,7-2 3 31,9-1-4-31,4 2 4 0,3 3 0 16,4 8 2-16,3 6 2 0,0 7 0 0,2 10-2 16,-2 1-2-16,0 12 0 0,2 9-1 15,-3 7 1-15,-2 7-2 0,-4 4 0 16,-5 7-2-16,-7 4 2 0,-8 4-2 0,-6 1 3 15,-3-1-2-15,-12 1 1 0,-11-3 3 16,-8 0-5-16,-9-2 5 0,-6-3-4 16,-4-5-2-16,-1-4 1 0,2-8 0 0,4-8 2 15,5-10 0-15,7-9 1 0,8-3 0 16,4-12-1-16,9-8 0 0,6-6 0 16,6-3 0-16,3 1-1 0,10 3 2 0,3 6 1 15,4 5-7-15,3 11 5 0,4 3-1 16,7 12-1-16,2 8 7 0,4 5-4 15,4 3-2-15,1-1 1 16,1 0-1-16,-3-1 1 0,2-3-3 0,0-5-3 0,-2-3-8 31,-1-6-17-31,-3-4-25 0,-1-4-41 16,-6-1-103-16,0-10-100 0</inkml:trace>
  <inkml:trace contextRef="#ctx0" brushRef="#br0" timeOffset="-112580.02">20065 3030 776 0,'0'0'37'0,"0"0"-4"0,0 0-8 16,0 0-5-16,0 0-5 0,0 0-1 16,81-11-2-16,-41 24-3 15,6 9-2-15,4 6-1 0,2 11-6 0,5 4 3 0,-2 11 2 16,-4 6-5-16,-7 10 4 0,-6 7-5 15,-11 12-3-15,-8 2 4 0,-12 4 1 0,-7 1-3 16,-12-3 2-16,-15-1-3 0,-10-2-2 31,-10-5 4-31,-6-6-1 0,-6-8 1 16,-1-12 0-16,0-10 1 0,6-11-1 0,3-12-1 16,8-10 0-16,5-10-4 0,10-6-8 15,6-4-8-15,6-6-16 0,9-5-26 16,4-3-41-16,3 1-112 0,4-5-84 0</inkml:trace>
  <inkml:trace contextRef="#ctx0" brushRef="#br0" timeOffset="-110963.2">22002 3249 246 0,'0'0'34'0,"0"0"16"0,0 0 6 16,0 0-1-16,0 0 2 0,0 0-1 0,0 0-1 15,0 0-4-15,0 0-9 0,0 0-9 16,-6-5-12-16,6 5-5 0,-2 0-4 16,1 0 1-16,-2 13 0 0,0 10 0 0,0 9 0 15,0 6-4-15,2 9 0 0,-1 8-3 16,2 5-1-16,0 5-4 0,3 2 2 16,5 0-5-16,-1 0 2 15,0-3 4-15,2-4-4 0,-4-3 4 0,0-6-3 0,-2-7-2 16,0-6 1-16,-2-14 0 0,-1-10 0 15,2-8 2-15,-2-6 4 0,0 0 3 0,0 0 2 16,5 0 0-16,1-5-1 0,1-11-4 31,4-8-4-31,0-8-1 0,1-5-1 16,1-2-3-16,2-2 3 0,4 1-4 0,2 4 4 16,3 2-1-16,2 9 0 0,3 3 1 15,1 10-2-15,-1 7 2 0,2 5 0 16,-3 10 2-16,0 8 0 0,-3 8 3 0,-2 4-5 15,0 2 5-15,-4 3-5 0,-2 0 1 16,-1-3 1-16,-6 0-2 0,-1-4 0 16,-2-3-2-16,-1-7 2 0,-5-7 1 0,1-5-1 15,-2-2 2-15,0 2-1 0,0 1-1 16,0-2 1-16,0-5-1 0,0 0 0 16,0 0-2-16,0 2-9 0,0-1-17 0,0-1-23 15,0 2-50-15,0 0-120 0,0-1-93 16</inkml:trace>
  <inkml:trace contextRef="#ctx0" brushRef="#br0" timeOffset="-110563.47">22921 3807 794 0,'0'0'31'0,"0"0"2"0,0 0-5 15,91-12-7-15,-62 12-4 0,2 3-5 16,2 7-3-16,0 5-2 0,1 5-2 16,-3 3 2-16,-2 3-7 0,-3 2 4 0,-3 1-4 15,-4 2-3-15,-6-1 3 0,-1 1-2 16,-2-3 1-16,-4-1 0 0,1-2 0 16,-1-4 0-16,-2-7 1 15,3-2 0-15,-3-5 0 0,-2-4 1 0,1 2 0 0,1-5 0 16,4 0 1-16,4-9 0 0,3-8-1 15,-1-5 1-15,-1-9-1 0,3-7 1 0,-1-7-2 16,1-12-3-16,0-9 3 0,-1-13-3 16,-1-10 1-1,-6-12 2-15,-1-2-4 16,-5 0-2-16,-2 5 4 0,-9 14-1 0,-5 15 2 16,-6 18 1-16,-6 15-2 0,-1 18-2 15,-6 15 0-15,2 8-2 0,-3 15-2 16,2 10-9-16,4 8-7 0,6 6-17 0,4 4-34 15,8 6-56-15,6-1-168 0,1-2 0 16</inkml:trace>
  <inkml:trace contextRef="#ctx0" brushRef="#br0" timeOffset="-110329.97">24347 3618 846 0,'0'0'24'0,"0"0"4"0,0 0-5 0,0 0-6 0,0 0-4 31,78-24-4-31,-39 21-2 0,9 0-2 16,4 2-3-16,2 1-1 0,-1 0-2 0,-4 0-1 16,-8 0-1-16,-7 0-3 0,-11 0-4 15,-11-2-6-15,-6 2-7 0,-6 0-13 16,0-1-35-16,0 1-68 0,-3-2-165 0,-13 1-12 15</inkml:trace>
  <inkml:trace contextRef="#ctx0" brushRef="#br0" timeOffset="-110163.27">24247 3962 839 0,'0'0'50'0,"0"0"-9"0,81 7-14 0,-37-7-11 16,8 0-7-16,3-2-4 0,2-1-4 15,1 2-4-15,-4-2-3 0,1 2-10 0,-3 1-21 16,-4 0-69-16,-4 0-207 0,-9-5-29 16</inkml:trace>
  <inkml:trace contextRef="#ctx0" brushRef="#br0" timeOffset="-109530.04">25949 3342 778 0,'0'0'27'0,"0"0"-4"16,0 0-13-16,0 0-4 0,0 0-1 15,0 0 2-15,0 0 3 0,0 0 3 16,-5 81-4-16,5-31-2 0,0 6-5 0,4 4 1 15,-1 3-4-15,1 1 3 0,0-4 1 16,-1-2-2-16,2-3 3 0,-2-8-4 16,0-5-1-16,0-8 1 0,-1-12 0 0,1-3 0 15,-2-9 0-15,-1-5 0 0,2 0 2 16,-2-5 1-16,1 0-1 0,2-13-1 16,2-8-1-16,-1-12-1 15,-1-11-4-15,-1-8 3 0,-2-12-4 0,0-9 2 0,0-7 2 16,0-8-2-16,-2-3 3 0,-1 1-3 15,2 5-2-15,-1 11 5 0,1 8-4 0,1 16 4 16,0 17 1-16,0 15-1 0,0 5-1 31,0 10 0-31,6 2 0 0,9 1 2 16,7 4 1-16,10 9 2 0,7 2 1 0,7-1 3 16,9-1 0-16,6-2 2 0,4-5-1 15,0-1-3-15,-1-4-1 0,-9-1-2 16,-8 0-2-16,-9-1 0 0,-14-2 0 0,-10 1 0 15,-9 2 0-15,-5 0-3 0,0-1-2 16,0-1-5-16,-11 0-9 0,-11 1-11 16,-10 1-18-16,-4 3-35 15,-5 9-78-15,-2 8-130 0</inkml:trace>
  <inkml:trace contextRef="#ctx0" brushRef="#br0" timeOffset="-109330.2">25847 3699 778 0,'0'0'37'31,"0"0"-2"-31,82-15-8 0,-44 7-9 16,5 2-8-16,-1 2-3 0,3-1-4 0,0 3-4 16,-2 1 1-16,-1 1-1 0,-4 0-3 15,-7 6-3-15,-3 1-13 0,-11 1-11 16,-2 3-13-16,-10 4-21 0,-5 5-48 0,-5 7-127 15,-15 1-43-15</inkml:trace>
  <inkml:trace contextRef="#ctx0" brushRef="#br0" timeOffset="-108945.6">25912 4186 812 0,'0'0'50'0,"0"0"-13"0,81 0-16 0,-44-1-7 0,5-1-5 16,2 2-5-16,1 0-2 0,4 0-1 15,1 0-3-15,-2 0-2 0,1 0-4 0,-2-5-7 16,-1 1-9-16,-4-4-11 0,-3-1-21 16,-3-1-20-1,-4-4-20-15,-5 1-18 16,-7-3 14-16,-5 5 31 0,-5-1 55 0,-6 5 60 16,-2 2 40-16,1 2 16 0,-3-1-5 15,1-1-18-15,1 1-16 0,2-6-17 16,-3 6-13-16,1-1-8 0,-1 2-6 0,-1 3-4 15,0-1-4-15,0 1-3 0,0 0-3 16,2 0-4-16,-2 0 0 0,0 3-2 16,0 13 0-16,0 12 2 0,0 8-1 15,0 4 1-15,0 2-2 0,0 1 1 0,0 1-1 16,4-2 2-16,2-2-2 0,0-5 1 0,1-5-2 16,3-4-1-16,-3-5-5 0,-1-9-6 15,-3-4-7-15,0-4-17 0,-3-4-27 16,0 0-72-16,0 0-166 0,0-4-14 15</inkml:trace>
  <inkml:trace contextRef="#ctx0" brushRef="#br0" timeOffset="-108713.49">27322 3706 754 0,'0'0'40'0,"0"0"-2"0,0 0-8 0,0 0-6 16,0 0-6-16,0 0-4 0,92-33-3 15,-47 24-4-15,7-2-3 0,9 1-2 16,3-2-2-16,-1-1-1 0,0 1-2 16,-6 0-1-16,-5 0-4 0,-7 0-7 15,-6 1-13-15,-7 1-23 0,-12 3-39 0,-5 0-88 16,-7 2-127-16</inkml:trace>
  <inkml:trace contextRef="#ctx0" brushRef="#br0" timeOffset="-108213.61">28278 3301 821 0,'0'0'42'0,"0"0"-12"0,0 0-9 0,0 0-8 16,0 0-4-16,0 0-3 0,0 0-1 15,0 0-3-15,0 0 0 0,0 0-2 16,37 66 1-16,-30-27-1 0,-2 8 3 16,-1 5-3-16,0 5 0 0,-1 1-1 15,2 0 1-15,-2-2 0 0,1-3 0 0,0-5 3 16,-1-3-3-16,0-6 3 0,0-7-5 0,1-5 1 16,-1-9 1-16,0-7 0 0,-1-6 1 15,-2-5-1-15,0 0 1 0,0 0-1 16,6 0 0-16,5-8 0 0,1-12 0 15,3-8-2-15,-2-12-4 0,-1-10-6 16,-4-11 2-16,-2-9-3 0,-3-10 1 0,-3-8 5 31,0-2-3-31,-6 2 5 0,-4 8 1 0,-3 10-2 16,3 12 6-16,0 16-3 0,3 15 3 16,4 13-1-16,2 10-1 0,1 4-3 15,0-2 3-15,0 2 1 0,12 6 2 16,7 5 2-16,10 2 1 0,5-1 0 15,3-2 4-15,9-6 1 0,6-3 0 0,2-1 0 16,4 0-5-16,-5-3-2 0,-4-3 0 0,-8 0-2 16,-9 0 2-16,-11 2 0 0,-10 1-1 15,-6 3 0-15,-5 0-1 0,0 0-2 16,0 0-1-16,0 0-2 0,-8 0-3 16,-11 1-7-16,-7 8-13 0,-4 2-24 15,-1 6-32-15,-2 1-85 0,0 6-129 0</inkml:trace>
  <inkml:trace contextRef="#ctx0" brushRef="#br0" timeOffset="-108013.27">28169 3643 793 0,'0'0'46'0,"0"0"-6"16,0 0-11-16,103-11-9 0,-68 10-7 15,2 1-4-15,3 0-2 0,-2 0-7 16,0 0 1-16,-2 0-2 0,-3 0-1 16,-2 1-1-16,-10-1-5 0,-1 0-5 15,-9 2-9-15,-6-2-16 0,1 0-26 0,-6 0-82 16,0 0-160-16,0 1-2 0</inkml:trace>
  <inkml:trace contextRef="#ctx0" brushRef="#br0" timeOffset="-107780.15">28035 4100 814 0,'0'0'41'0,"0"0"-1"16,0 0-11-16,0 0-10 0,95-9-5 15,-63 9-3-15,7 0-2 0,1 0-3 16,5 2-2-16,3 1-1 0,-1 1-3 15,1-1 1-15,-2-2-2 0,0-1 1 0,-4 0-5 16,-1 0-3-16,-2-4-8 0,-2-4-14 0,-7-1-37 16,-1 0-87-16,-8-5-164 0,0-1-12 15</inkml:trace>
  <inkml:trace contextRef="#ctx0" brushRef="#br0" timeOffset="-107330.15">29041 4101 731 0,'0'0'44'0,"0"0"6"0,0 0-12 16,0 0-14-16,0 0-7 0,0 0-5 15,0 0-1-15,0 0-2 0,0 0-3 0,93-21 0 16,-67 14-1-16,2-3 0 0,4 3 1 15,0 0-2-15,1 3 0 0,2 1 0 16,-3 3-3-16,-2 0 0 0,-4 7-1 0,-3 6-1 16,-4 3-1-16,-1 6 1 15,-8 3-2-15,-6 6 1 0,-4 2 0 0,-6 3-2 16,-14 3 1-16,-8-1 0 0,-7-1-2 0,-9 0 0 16,-3-2 0-16,-3-2-1 0,1-4 1 15,4-3 7-15,5-4-4 0,8-3 5 16,7-4-2-16,9-6-1 0,9-3 2 15,6 0 0-15,2 0 1 0,12 4 2 16,9-2 1-16,10 0-1 0,7-2 0 0,8-1 0 31,7-1-1-31,5 0-1 0,6 0-2 0,2 2-1 16,-1 0 0-16,-1-1-1 0,-5-1 2 16,-7-2-2-16,-11-2-1 0,-7 0 0 15,-13 0-2-15,-11 0-3 0,-4 0-6 16,-7 0-15-16,0-6-28 0,0-2-79 15,0-1-176-15,-7-5-19 0</inkml:trace>
  <inkml:trace contextRef="#ctx0" brushRef="#br0" timeOffset="-101278.78">4452 6156 177 0,'0'0'52'15,"0"0"0"-15,0 0-2 0,0 0-5 0,0 0-6 16,0 0-5-16,0 0-3 0,0 0-1 0,0 0-4 15,-17-48-1-15,15 36-5 0,2 0-1 16,0-2-2-16,2-3-2 0,5 0-4 31,10-3-2-31,4 1 0 0,6-1 1 16,5 2 0-16,10 0 0 0,3 3-4 0,1 3 1 16,0 4-1-16,-1 6-3 0,-6 2 2 15,0 5-6-15,-7 7 0 0,1 5 0 0,-7 1-2 16,-3 5 2-16,-8 2-2 0,-5 5 1 15,-9 2 0-15,-2 1 1 0,-15 3 0 16,-7 2 1-16,-3-1-2 0,-6 0 4 16,-4-3-2-16,4-4 2 0,2-6-1 0,1-4 0 15,11-8 2-15,1-2 1 0,7-6 2 16,4-3 1-16,3 1 0 0,3-2-4 0,0 0-1 16,3-5-1-16,10-2-1 0,9-2 2 15,7 3 0-15,1 3-1 0,8 3 1 16,-2 0 1-16,6 3 0 0,-5 4 1 15,1 4-1 1,-3 0 0-16,-3 2 0 0,-5 1-1 0,-1 2-1 0,-6 1 2 0,-4 3-3 31,-4 0 2-31,-2 3 5 0,-7 2-5 0,-3 1 6 16,-8 0-5-16,-9 1 0 0,-6-1 1 16,-7-2 0-16,-5-1 0 0,-3-3-2 15,-2-5-1-15,-3-1 0 0,2-5-3 16,2-3 2-16,3-2 0 0,3-2-2 0,11-1 0 15,0-1-2-15,9 0-2 0,0 4-1 16,0-3-4-16,6 4-4 0,-3 0-5 0,4 2-10 16,0 0-13-16,5-2-17 0,1 4-34 15,0-5-76-15,4 1-69 0</inkml:trace>
  <inkml:trace contextRef="#ctx0" brushRef="#br0" timeOffset="-100863.45">4977 5854 469 0,'0'0'57'0,"0"0"-8"0,0 0-2 0,0 0-9 16,0 0-7-16,0 0-3 0,0 0-3 15,0 0-1-15,81-62-2 0,-48 62-5 16,2 6-1-16,5 6-2 0,1 3 0 16,8 8 3-16,0 4-7 0,5 7 3 0,2 6-7 15,2 5-2-15,0 10 0 0,-3 7-3 16,-6 9 0-16,-7 8-4 0,-9 6 5 0,-10 5 0 16,-10 1-2-16,-13 3 4 0,-5 0-5 15,-17 0-1-15,-9-3 2 0,-9-7-2 16,-5-7 3-16,-2-11 3 0,-1-11-3 15,0-9 5 1,3-11-4-16,6-8-1 0,2-9 1 0,5-7-1 0,10-6-1 0,9-4 2 31,1-1-2-31,8 0-1 0,-3 0 2 0,3 0-3 16,4 0-6-16,-2 0-7 0,2 0-13 16,0-7-25-16,3-5-42 0,7-4-174 15,5 0-34-15</inkml:trace>
  <inkml:trace contextRef="#ctx0" brushRef="#br0" timeOffset="-98680.14">7087 6018 487 0,'0'0'49'0,"0"0"-13"0,0 0-7 15,0 0-5-15,0 0-3 0,0 0-4 0,0 0-5 16,0 0-3-16,-94 11-2 0,78 12-3 15,-3 6 2-15,5 10-1 0,-1 11 3 16,2 8-4-16,-1 6 4 0,5 5-7 16,2 4 2-16,5 0 0 0,2-2-4 0,3-1 3 15,12-3-3-15,8-8-1 0,7-6 2 16,5-7 0-16,4-11 2 0,7-9 2 0,2-11 2 16,4-11 0-16,4-4 1 0,1-13-2 15,-5-12-3-15,4-4 0 0,-5-4 0 16,-9 0 1-16,-6-1 1 0,-7 2 3 15,-10 2 2-15,-8 1 0 0,-5 1 0 0,-6 1 1 16,0 2-2-16,-3 2-8 0,-4 6 5 31,3 3-7-31,-1 6 5 0,2 3-1 0,-5 3-2 16,-1 2-2-16,-6 14 0 0,-3 9 5 16,2 7-5-16,0 9 4 0,3 4-3 15,0 3-2-15,4 2 1 0,5-1 0 16,4-2 0-16,0-6-2 0,6-4 3 0,5-8-1 15,8-6 1-15,3-6 2 0,5-7-1 16,3-6 1-16,4-2-1 0,-1-5 2 0,5-8 0 16,-8-4 2-16,2-5-1 0,-8-3 2 15,-6-6-1-15,-5-3 0 0,-9-6 0 16,-4-1 2-16,0-3-3 0,-10 0 3 16,-7 2-4-16,-3 2-3 0,-4 5 2 0,0 6-5 15,-5 9 2-15,-3 8 1 0,-3 11-3 16,-2 1 4-16,1 13-8 0,1 11-9 0,3 1-20 15,3 5-30-15,9 2-46 0,1 1-130 16,7 2-32-16</inkml:trace>
  <inkml:trace contextRef="#ctx0" brushRef="#br0" timeOffset="-98246.64">7753 6712 664 0,'0'0'55'16,"0"0"-11"-16,0 0-8 0,0 0-10 0,0 0-9 16,0 0 0-16,0 0-6 0,0 0-4 15,90-72-3-15,-71 82-6 0,4 3 3 16,-1 4-3-16,-5 6 1 0,2 3 0 15,-3 1-1-15,0 5 0 0,-2 0 1 0,2 0-3 16,-4 0 1-16,-1-5 1 0,-2-2 0 31,-5-8 1-31,-1-6 1 0,-1-7 0 0,-2-4 1 16,0 0 1-16,0 0 0 0,0 0 2 16,-3-12-2-16,-2-9 1 0,4-11-1 15,1-7 0-15,6-4-1 0,8-2 0 16,2-1-1-16,4 5 2 0,1 6-2 0,2 3 1 15,0 8 0-15,-2 6-1 0,-6 6-1 16,-5 5-1-16,0 7 0 0,0 0-1 0,-1 2-1 16,4 6 2-16,-7-1-3 0,-3 5-1 15,0-1-11-15,-2 3-18 0,1 6-30 16,-1-8-77-16,2 6-143 0,-3-6-1 16</inkml:trace>
  <inkml:trace contextRef="#ctx0" brushRef="#br0" timeOffset="-97746.74">8293 6682 594 0,'0'0'57'0,"0"0"-14"0,0 0-11 16,0 0-9-16,0 0-1 0,0 0 0 15,0 0-3-15,0 0-2 0,0 0-5 16,88 3-4-16,-59 10-2 0,3 3-5 15,-2 2 1-15,-1 3 0 0,0 2-2 0,-6 3-1 16,-1 3 0-16,-3-1-3 0,-6 2 2 31,-3-2-1-31,-6-2 2 0,-1-8-1 0,0-8 1 16,-3 1-1-16,0-6 2 0,0-1 2 16,-3 0 0-16,-6-4 3 0,-2-14-3 15,-2-9 0-15,4-9 0 0,2-6-2 16,7-6 1-16,7-1 3 0,6-1-4 0,6 3 2 15,1 5-1-15,5 5-2 0,1 7 1 16,0 5-1-16,-2 6-2 0,0 8 2 0,-1 5-3 16,-2 2-1-16,1 4-1 0,-3 7-5 15,-2 3-5-15,-2 1-15 0,-4 1-11 16,-1 1-32-16,-2 1-75 0,-4-4-127 16</inkml:trace>
  <inkml:trace contextRef="#ctx0" brushRef="#br0" timeOffset="-97046.98">9035 6926 480 0,'0'0'52'0,"0"0"2"0,0 0-9 15,0 0-9-15,0 0-14 0,0 0-2 16,0 0-1-16,0 0-2 0,0 0-1 16,0 0-1-16,10-8-4 0,-6 3-2 0,-1-5-3 15,7-5-2-15,0-5 0 0,0-1-2 16,2 0 0-16,1-3-1 0,-1-2-1 0,-1-1 0 16,1-4 2-16,-4-1-1 0,0 0 1 15,-3 3-1-15,-2 8-4 0,-3 2 8 16,0 6-5-16,0 4 5 0,-1-1-2 15,-9 8-2-15,-6 2 4 0,-3 6-6 0,-7 11 5 16,3 6-5-16,0 5-1 0,-2 4 2 16,5 3-2-1,5 5 1-15,1 2-1 0,5 2 2 16,2 0-3-16,7-1 2 0,3-5-1 16,9-5 1-16,5-6 1 0,7-5 0 15,4-9 1-15,5-4 1 0,6-9 1 16,6 0-1-16,4-13-1 0,5-8 0 0,-1-5-1 15,4-5-2-15,-4-5 2 0,-1-3-2 16,-7-4 2-16,-3-1-3 0,-9 0 3 0,-4 0-2 16,-10 1 1-16,-2 7 1 0,-8 9 1 15,-6 4 2-15,-2 9-6 0,-1 5 6 16,-3 0-6-16,-8 7 4 0,-9 2 4 16,-3 8-4-16,-6 7 5 0,4 4-5 0,3-1 2 15,2 0 0-15,11-6-1 0,2 3 0 16,0-6 1-16,7 4 0 0,0 3 1 0,13 0 2 15,4 2-1-15,5-2 1 0,8 1 0 16,5-2 2-16,5 1-4 0,2-1 3 16,3 0-2-1,0 2 0-15,0-1-1 16,0 4-1-16,-6-1-3 0,-6 3 1 0,-7-1-2 16,-6 0 2-16,-10 0-1 0,-7 1 0 15,-3-2 0-15,-11-1 0 0,-11-2 0 0,-4-2 0 16,-1-4-1-16,-5-4 0 0,-3-4-1 15,2-3-3-15,1 0-8 0,0-6-12 16,2-1-32-16,2-2-78 0,2-1-162 16,10 3-15-16</inkml:trace>
  <inkml:trace contextRef="#ctx0" brushRef="#br0" timeOffset="-96529.99">10160 6322 741 0,'0'0'38'0,"0"0"-2"16,0 0-6-16,0 0-7 0,0 0-8 15,0 0-7-15,0 0-5 0,0 0 0 16,0 0 2-16,-11-5 0 0,11 43 2 16,0 16-2-1,0 5 0-15,0 6 2 16,0 8-4-16,2 7 1 0,-1 6-3 0,2 9-2 16,2 2 1-16,-1 2 4 0,6-1-3 0,3-2 1 15,3-2-1-15,3-6-3 0,1-6 3 16,-1-9-4-16,3-9 3 0,-5-14-1 15,-1-11 1-15,-4-10 1 0,-3-12-2 16,-4-8-2-16,-2-5-3 0,-3-4-5 16,0 0-9-16,0 0-18 0,1-1-25 0,-1-13-41 15,0-9-115-15,-10-10-76 0</inkml:trace>
  <inkml:trace contextRef="#ctx0" brushRef="#br0" timeOffset="-95563.2">10073 6862 741 0,'0'0'49'31,"0"0"-7"-31,0 0-12 0,0 0-6 16,0 0-5-16,91-80-4 0,-56 70-3 16,1 5-4-16,6 3-2 0,-3 2-3 15,-1 0-3-15,-4 9-1 0,-2 5 0 16,-6 2 0-16,-3 6 0 0,-7 4 1 0,-3 3-2 15,-6 1 0-15,-7 2 0 0,0 0 0 0,-13-2 0 16,-8-1 0-16,-8-3-4 0,-6-5 0 16,-4-3-2-16,-6-4 1 0,0-7 1 15,2-2 2-15,4-5 1 0,6 0 1 16,5-6 2-16,8 1-2 0,11 1 2 16,6 2-1-16,3 2-1 0,0-1 1 0,0-1 1 15,12-1 0-15,13 1 1 0,9 2 1 0,5 0-1 16,5 5 1-16,2 0-2 0,2 0 0 15,1-1 1-15,-1-3-1 0,1-1-1 16,-3 0 1-16,3-5-3 0,-4-5 0 31,0-3 0-31,-3-6-3 0,-3-5-2 16,0-3-2-16,-6-7-2 0,-4-4 1 0,-5-4 2 16,-5-2 1-16,-1-2 5 0,-8 2 2 0,-3 6 4 15,-2 11 2-15,-3 6 3 0,-2 7 0 16,0 8 0-16,0 1-2 0,0 5-3 15,0 0 0-15,-13 0-2 0,-1 4 1 16,-8 8 0-16,2 4 0 0,5 7-3 16,-2 3 2-16,4 2-2 0,0 6 2 0,6-1-2 15,1 4 3-15,6 0-2 0,0-4 0 0,9-1 0 16,5-7-3-16,5-2 3 0,4-4-1 16,3-6 1-16,4-6 0 0,1-3 0 15,1-4 0-15,-5-4 0 0,2-6-1 16,-5-5 1-16,-6-2 2 0,-1-3-1 15,-8-2-1-15,-6-4 1 0,-3-1-1 0,-3-1 1 16,-4-1-1-16,-6 2 2 0,0 4-2 0,-3 2 2 31,1 3-1-31,-2 3 1 0,4 4 1 16,3 2 2-16,1 3 2 0,5 3 1 16,1 1-1-16,3 2-3 0,-3-1 0 15,3 1-2-15,3-1 2 0,11-1 0 16,8 0-1-16,9 1 1 0,3 1 0 0,5 0 0 15,0 6 1-15,2 3-2 0,2 3-1 0,-2 2-2 16,-2 4-1-16,-4 1 0 0,-4 5 0 16,-3-1-2-16,-8 5 1 0,-7 1-1 15,-6 1 0-15,-7-3 1 0,-4 1 1 16,-9-2 0-16,-6-6 4 0,2-4-3 16,1-5 0-16,0-7 1 0,6-2-1 0,1-2 2 15,-1-11 0-15,4-7 0 0,3-10-2 0,3-5 1 16,12-5-4-16,6-3 4 0,3 0-1 15,5 3 2-15,3 5 0 0,1 6-1 16,2 5-1-16,3 11 3 0,0 4-2 31,1 7 2-31,0 5 1 0,-2 8-3 16,0 9 2-16,-4 2-1 0,0 3-1 0,-4 5-1 16,-2 0 2-16,-1 0-2 0,-2 0 0 0,-3-3-1 15,1-5-2-15,-1-1 0 0,0-5-1 16,0-3-7-16,-4-6-11 0,4-4-22 15,4-5-45-15,1-2-128 0,8-10-100 16</inkml:trace>
  <inkml:trace contextRef="#ctx0" brushRef="#br0" timeOffset="-93830.03">12677 6858 570 0,'0'0'58'15,"0"0"3"-15,0 0-7 0,-8-96-11 16,-4 78-8-16,0 3-12 0,-3 3-5 16,-3 2-4-16,-5 6-6 0,-3 4-1 0,-1 0-6 15,-8 6-1-15,-1 7 0 0,-6 9 0 0,1 5-1 16,-1 8 3-16,2 5-4 0,2 0 2 15,5 5 0-15,9-5-2 0,3-1-1 16,11-6 3-16,6-6-2 0,4-5 1 31,7-7 0-31,12-7 1 0,7-3 1 16,7-5 0-16,8-7 0 0,5-11 1 0,0-7 0 16,5-5-2-16,-5-8 2 0,0-6-2 0,-7-5 2 15,-4-2-1-15,-7-4 1 0,-8-3-2 16,-9-1 2-16,-3-3-2 0,-8-3-2 15,0-2 2-15,-8 2-3 0,-3 4 3 16,-4 5 3-16,2 10-2 0,0 13 2 16,3 12-2-16,4 10-1 0,-4 11 0 0,-4 3-1 15,-2 13 1-15,-6 12-2 0,2 7 2 0,7 6-2 16,1 4 2-16,4 4-1 0,3 4 1 16,4 2 3-16,1 1-4 0,4 2 3 15,8-1-1-15,1 2-3 0,7-1 2 16,5-5-2-16,4-3-1 0,5-7 1 15,7-6 2-15,1-10 0 0,4-9 0 0,0-9 0 16,3-8-2-16,1-1 2 0,-1-13-1 0,-2-9 4 31,-5-5-3-31,-1-8 0 0,-5-4 0 16,-4-4 1-16,-3-2-2 0,-3-1 3 16,-5 2-1-16,-2 3 3 0,-1 5-2 15,-7 4 0-15,-1 11 1 0,-5 7 1 16,-2 10 0-16,-3 4 1 0,0-3-3 0,0-1-2 15,-11 4 0-15,-6 0-3 0,-6 14 3 0,-6 9-1 16,3 7 1-16,0 4-2 0,0 5 1 16,4 7-2-16,3 2 2 0,4 4-1 15,3 1 1-15,7-5-2 0,5-5 2 16,2-8-2-16,11-9 2 0,9-10 0 16,7-7 1-16,2-6 1 0,7-3-1 0,1-8 0 15,4-7-1-15,-2-7 1 0,1-2 0 0,0-5 2 31,-3-5-2-31,-1-2 1 0,-2-2-2 0,-3 2 1 0,-4 1 0 0,0 4 1 16,-3 7-1-16,-3 6 1 0,-7 6-1 16,0 4-1-1,0 7 2-15,0 1-1 16,4 7-1-16,-3 9 3 0,-1 3-2 0,-1 6-1 16,-3 3 1-16,-1 1-2 0,-4 3 2 0,-3 0-1 15,-2 0 0-15,-2 0 0 0,-2-2 1 16,-5-3-3-16,-3-4 4 0,-3-3-2 15,7-8 1-15,0-5 2 0,5-3-1 16,1-4 1-16,-5 0 0 0,2 0 1 16,-2-11-1-16,4-5 0 0,1-9-2 0,12-7 1 15,6-4-1-15,6-4 2 0,5-1-3 0,5 0 2 16,2 2-2-16,1 5 1 0,1 9 0 16,-5 8 0-16,-3 8 0 0,-4 6 0 15,-5 3 0-15,-2 10-1 0,-5 7 1 16,-1 5-1-16,-3 3 2 0,-2 4-2 15,-3 1 2-15,2 4-1 0,-4-2 0 0,2-1 0 16,-2 0 0-16,0-2-1 0,1-5 1 0,0-8 0 31,-1 1-1-31,0-7 0 0,0-3 0 16,1 2-1-16,-2-6 2 0,8-3 0 16,6 0-2-16,7-12 4 0,8-8-3 15,3-6 2-15,-1-7-2 0,5-5 2 16,1-8-2-16,4-2 2 0,2-4-1 0,4 4 1 15,-1 2-1-15,-2 7 1 0,-2 8-1 0,-10 11 0 16,-9 7 0-16,-11 7 0 0,-2 6 0 16,-5 0 1-16,-1 3-1 0,4 8 0 15,-6-4 0-15,-4 7 0 0,0 4 0 16,0-6 0-16,-4 7 1 0,1-9-2 16,1-5 2-16,1 1-3 0,1-6 2 0,0 0 1 15,-4 0-1-15,4 0 2 0,0 1-2 0,-1-1-1 31,-1-10-1-31,-1-9 2 0,0-5-1 0,0 0 2 0,-1-2-2 0,1 2 0 16,0 5 0-16,-3 4 1 0,2 7 1 16,-5-1-4-1,-4 5 3-15,-4 4-1 16,-9 2 0-16,3 13 2 0,-3 8-1 0,-3 5 0 16,1 9 0-16,2 4 0 0,0 6 1 0,7 5-3 15,2 2 2-15,7 1-1 0,3-3 1 16,7-4 1-16,4-7 0 0,8-8-2 15,8-4 2-15,2-9-2 0,8-5 2 16,5-5 0-16,7-9-1 0,3-1 1 16,5-11-1-16,5-7-2 0,6-6 1 0,2-8 1 15,2-9-1-15,-1-6 2 0,-2-8-2 0,-4-4 1 16,-7 0-1-16,-8 1 3 0,-7 6-2 16,-10 10 4-16,-10 5-2 0,-7 10 0 15,-9 6 0-15,-6 4-6 0,-10 8 7 16,-7 6-1-16,-6 3 1 0,-4 5 3 15,-2 10-5-15,0 3 0 0,2 6 1 0,1 6-1 16,5 4 1-16,4 6-1 0,4 3 0 0,5 3-1 31,8 1 2-31,6 0-2 0,6-1 2 16,14-7-1-16,9-3 0 0,7-7-2 16,10-7 1-16,8-6-3 0,6-6 0 15,4-9-1-15,6-1-9 0,2-8-7 16,-4-10-10-16,-2-3-20 0,-5-6-25 0,-8-5-46 15,-6-2-100-15,-12-2-60 0</inkml:trace>
  <inkml:trace contextRef="#ctx0" brushRef="#br0" timeOffset="-93229.97">16538 6484 583 0,'0'0'59'0,"0"0"-3"0,0 0-10 16,0 0-11-16,0 0-4 0,0 0-8 16,0 0-2-16,0 0 0 0,0 0-7 15,-7 122 1-15,7-68-6 0,0 13-5 16,0 13 3-16,-3 12-6 0,-7 9 3 0,0 9 3 15,-3 7-4-15,-3 4 2 0,1 2-1 0,3 0-3 16,3-4 0-16,6-7 1 0,3-9-2 16,4-12-1-16,8-9 1 0,8-12 0 15,2-13-1-15,-2-11 0 0,-1-14-2 16,-7-13-4-16,-4-9-3 0,-5-6-11 16,-3-5-21-16,0-16-43 0,-2-9-87 0,-10-12-138 15,-6-6 11-15</inkml:trace>
  <inkml:trace contextRef="#ctx0" brushRef="#br0" timeOffset="-92246.82">16175 6803 760 0,'0'0'24'16,"0"0"5"-16,0 0-6 0,92-58-4 15,-56 43-5-15,7 2-3 0,3-2-2 16,9 1-2-16,3 1 0 0,3 5-1 16,-1 1-2-16,1 7-1 0,-6 0-3 0,-3 10-1 15,-8 5 0-15,-10 4 0 0,-6 4 1 0,-11 3-2 16,-8 5 1-16,-9 2-1 0,-9 3 1 16,-11 4-3-16,-11-2 3 0,-7-1-4 15,-6-3 3-15,-5-4-2 0,1-4 1 16,-1-6 2-16,4-5 0 0,7-4 0 15,11-4 2-15,14-4-1 0,7-2 1 0,6-1-1 16,0 0 1-16,15-5 2 0,10-8-2 0,15-3 1 31,6-1 0-31,9 0-1 0,3 1 0 16,1-1 1-16,0-2-1 0,1-3 1 16,-4-1-2-16,-1-4 0 0,-3-2 0 15,-5-1 0-15,-3-3-1 0,-6-2 1 16,-2-5-1-16,-4-1 0 0,-3-6-1 0,-3-3-3 15,-2-7 3-15,-1-1-5 0,-3-3 6 0,-3 1 1 16,-6 9 0-16,-3 16 2 0,-7 9 0 16,-1 13-1-16,-4 11 0 0,-12 2-2 15,-10 15 2-15,-9 12-1 0,-3 7 2 16,0 2-1-16,1 3 1 0,7-4-1 16,4-2 1-16,10-3 4 0,7-3-5 0,9-4 5 15,4-5-3-15,14-4 1 0,8-5 0 0,9-3 0 16,4-3-1-1,7-3 0-15,3 0-1 0,2 0 1 0,2 0-2 0,2 0 1 16,-3 0-2-16,0-1 0 0,-1 1 1 16,-6 0 0-1,-5 4 1-15,-4 5-1 16,-5 2 0-16,-5 2-1 0,-4 4 2 0,-5 3-1 16,-4 1 2-16,-6 3-2 0,-1 3 1 0,-5-2-2 15,-1 1 0-15,0 0 0 0,-3-3 1 16,-4-1-1-16,4-7 0 0,1-4 0 15,0-2-1-15,2-4 1 0,0 4 1 16,0 3-2-16,7-4 2 0,9 1-1 16,2-5 0-16,5-2 2 0,4-2-4 0,2-3 4 15,3-6-2-15,0-6 0 0,0-4 0 0,-4-4-2 16,1-4 0 0,-1-1 1-16,-4-3-1 0,-2 1 2 0,-3-1-2 0,-2 1 2 15,-4 4-1-15,-4 8 3 0,-3 3 0 16,-1 5 0-16,-3 6 2 0,-1 1-2 15,-1 3 1-15,0-1-2 0,0 1 0 0,0 0 0 16,0-2 0-16,0 2 0 0,0 2-1 0,-3 11-1 31,-4 10 0-31,0 6 1 0,4 4 0 16,2 1-1-16,1 2 2 0,3 0-2 16,5 2 1-16,5-3 0 0,3-1 0 15,4-7-1-15,3-4 2 0,5-6-2 16,2-9 1-16,5-4 1 0,4-4-2 0,3-12 1 15,6-10 0-15,-2-3-1 0,2-7 0 0,-6-3 1 16,-3-2-2-16,-9 1 2 0,-7 4-1 16,-5 3 1-16,-8 9-1 0,-4 10 1 15,-2 5-5-15,-4 5-5 0,0-5-11 16,-2 3-21-16,-9-1-41 0,-7 3-144 16,-2 1-91-16</inkml:trace>
  <inkml:trace contextRef="#ctx0" brushRef="#br0" timeOffset="-92030.06">18159 6085 885 0,'0'0'32'0,"0"0"-8"15,0 0-8-15,0 0-9 0,0 0-4 16,0 0-3-16,0 0-6 0,0 0-5 16,0 0-15-16,15-51-39 0,-18 63-112 0,-9 3-142 15,-2 6-16-15</inkml:trace>
  <inkml:trace contextRef="#ctx0" brushRef="#br0" timeOffset="-91363.48">18767 6765 528 0,'0'0'63'16,"0"0"-12"-1,0 0-10-15,0 0-8 0,0 0-5 0,0 0-3 0,0 0 0 16,0 0 0-16,0 0-5 0,0 0-1 31,32-30-4-31,-9 29-3 0,1 1-3 16,-1 1-2-16,-1 8-5 0,-2 4-1 0,0 6-2 16,-3 5-2-16,-3 5 2 0,-2 4 1 0,-5 4-2 15,-3 2 3-15,-1-1-2 0,-3-1 1 16,0-4-1-16,-6-4 2 0,3-9-2 15,-1-4 3-15,1-5-2 0,2-6 1 16,-1-1 2-16,2-4 0 0,0 0 1 16,0 0 3-16,6-14-2 0,8-7-1 0,7-14 0 15,5-4-1-15,4-8 1 0,5-5-2 0,5-1 1 16,1 3-3 0,-1 4 1-16,1 7-2 0,-1 8 1 0,-7 10-1 0,-2 9 2 15,-5 6 0-15,-6 6-1 0,0 6 1 16,-2 11 0-16,-4 4 1 0,2 6-1 15,-1 4 3-15,-4 2-4 0,2 3 2 0,-3 1-2 16,-2-1-3-16,0-2 3 0,-1-4 1 0,-1-4-2 31,0-3 1-31,2-5-4 0,-3-6 0 16,4 0-10-16,-2-6-8 0,4-3-20 16,4 1-43-16,2-4-112 0,4-4-118 15</inkml:trace>
  <inkml:trace contextRef="#ctx0" brushRef="#br0" timeOffset="-90896.84">20107 6724 687 0,'0'0'58'16,"0"0"-6"-16,0 0-10 0,0 0-9 0,0 0-8 15,0 0-7-15,0 0-4 0,29-85-6 0,-40 74-4 16,-5 8-2-1,-7 3-2-15,-6 3 2 0,-2 14-3 0,0 8 1 0,-3 5 0 16,4 5-1-16,4 7 0 0,5 4 1 31,6 1-3-31,7 0 3 0,7-3-2 16,2-5 0-16,14-5 1 0,7-8 0 0,8-5-1 16,5-7 4-16,4-10-2 0,5-4 0 0,4-6 0 15,4-12-1-15,0-8 0 0,2-6 1 16,-5-4 0-16,-1-7-1 0,-5-2 2 15,-7-2-3-15,-4-2 4 0,-4 2-2 16,-5 1 1-16,-3 7 0 0,-6 7 1 16,-5 9-1-16,-2 11 1 0,-4 7-1 0,-3 5 0 15,0-1 1-15,0 1-2 0,0 0 0 0,0 12 1 16,-3 9-1 0,-5 8 1-16,2 5 1 0,0 2-3 0,2 2 2 0,2 2-2 15,2-3 1-15,0 2-1 0,8-4 2 16,3-5-1-16,5-5 1 0,4-5-1 15,4-6-1-15,4-6 0 0,4-7 0 0,3-1-1 16,2-8-3-16,1-7-7 0,0-5-8 0,-4-4-13 31,0-5-20-31,-7-4-34 0,-4 0-76 16,-10-7-134-16</inkml:trace>
  <inkml:trace contextRef="#ctx0" brushRef="#br0" timeOffset="-90712.11">20647 6117 800 0,'0'0'31'0,"0"0"-12"16,0 0-8-16,0 0-8 0,0 0-4 16,0 0-3-16,0 0-6 0,0 0-10 0,0 0-42 15,0 0-90-15,-5 80-149 0,4-55-6 0</inkml:trace>
  <inkml:trace contextRef="#ctx0" brushRef="#br0" timeOffset="-90396.96">21065 6099 875 0,'0'0'17'15,"0"0"0"-15,0 0-2 0,0 0-2 16,66-85-3-16,-50 80-5 0,-3 5 0 16,3 2-2-16,1 13-2 0,2 9 1 0,-4 12-3 15,-1 13 2-15,-2 15-1 0,-4 10 1 0,-1 12-3 16,-2 8 4-16,-2 9 1 16,-2 6-3-16,-1 8 5 0,2 4-3 0,0 4 0 15,3-2-1-15,2 0-1 0,2-4-1 16,1-2-3-16,3-7 3 0,3-10 1 15,-2-14-2-15,2-10-1 0,-1-13-6 0,-3-15-4 16,0-12-5-16,0-11-4 0,-5-10-3 0,2-9-17 31,2-6-31-31,4-7-85 0,1-10-143 16,-3-9-3-16</inkml:trace>
  <inkml:trace contextRef="#ctx0" brushRef="#br0" timeOffset="-89579.91">21289 7072 811 0,'0'0'32'0,"0"0"0"16,0 0-4-16,105-82-5 0,-63 68-7 16,2 5-3-16,2 5-6 0,-1 4-2 0,-5 0-4 15,-5 4-1-15,-5 5 0 0,-7 5-1 0,-7-1 0 16,-3 4 0-16,-9 1-2 15,-4 2 1-15,-2 1 0 0,-16-1-2 0,-6 1-2 16,-8-1-3-16,-7-3 1 0,-7 0-5 16,-2-5 5-1,-3-5-2-15,2-3 5 16,1-4 4-16,8 0-2 0,5-5 4 0,11 0-4 16,5-1 7-16,9 2 2 0,5 2-1 0,2 1 3 15,5-3-4-15,12 3 1 0,12-2-1 16,11 0 1-16,6 3 1 0,2 0 0 15,5 0-1-15,4 0-2 0,4-3 0 16,3-2-4-16,-1-4 1 0,3-2 1 16,-6-4-2-16,0-6 2 0,-7-5-3 0,-5-7 0 15,-6-8-3-15,-3-8-2 0,-8-8-2 0,-4-5 3 16,-5-7-3-16,-7-4 0 16,-2-1 5-16,-7-1-3 0,-3 4 7 0,0 6 3 15,-7 10-1-15,-4 11 3 0,0 11-1 16,-4 8-1-16,5 10 1 0,4 8-1 15,-5 4-1-15,1 3-1 0,-3 7 0 0,-6 9-1 16,6 8 3-16,1 7-3 0,4 11 3 0,0 5 0 31,1 6-1-31,3 3 4 0,3 5-4 16,-1 2 1-16,2 4-1 0,0 1-2 16,7-1 0-16,3-2-2 0,3-4 2 15,5-8-5-15,1-7 3 0,5-10-1 16,4-8 2-16,3-10-1 0,3-9 1 0,5-9-3 15,3-1 3-15,1-14-1 0,5-10 1 0,-2-5 4 16,2-7-3-16,-3-7 0 16,-1-4 0-16,-2-4 0 0,-1 2 0 0,-5 3 3 15,-4 6-2-15,-7 5 2 0,-7 7 0 16,-6 9 1-16,-5 9 1 0,-4 7-1 16,-3-1-1-16,0 2-2 0,-10 1 0 0,-8 2-1 15,-3 7 2-15,-7 11-2 0,1 7 1 0,3 7-1 16,4 5 2-16,3 4-4 15,7 3 4-15,4 1-5 0,6 2 3 0,4-2-2 16,11-4 2-16,8-5 0 0,7-4-1 31,8-8-1-31,8-4 0 0,6-5-2 16,3-7-2-16,6-6-3 0,3-2-3 0,-2-12-3 16,-3-4-4-16,-5-5-1 0,-8-5-3 0,-9 0-1 15,-6-1-6-15,-11 2-9 0,-4 3-22 16,-7 6-72-16,-6 3-151 0,-3 1 16 15</inkml:trace>
  <inkml:trace contextRef="#ctx0" brushRef="#br0" timeOffset="-4722.09">5098 8389 583 0,'0'0'52'15,"0"0"-4"-15,0 0-4 0,0 0-8 0,0 0-6 16,0 0-7-16,-21-80-7 0,21 80-5 15,0-2-4-15,-6 2-5 0,-8 15 1 0,-14 13-3 16,-15 16 1-16,-15 8 2 0,-12 8-3 31,-6 4 2-31,-4 1-2 0,1-4-2 0,6-7 2 16,11-8-1-16,13-8 1 16,16-11-2-16,13-10 2 0,8-8 2 0,12-9-2 15,17-1 2-15,12-14-1 0,16-8 1 16,4-1-1-16,8-1 1 0,2 4 0 0,2 1 0 15,-2 5-1-15,5 4 0 0,-5 4-1 16,2 2 0-16,-5 5 1 0,-7 0-2 0,-4 0 1 16,-9 2 1-16,-11 1-1 15,-7 1 0-15,-9-1 0 0,-4-1 0 0,-1-1 0 16,-4-1 1-16,0 0 0 0,0 0 3 16,0 0-1-16,3 0 1 0,0 0-1 0,1-10-1 15,-1-1-2-15,-2-8 1 0,-1-3-2 16,0-4 2-1,-1-7-2-15,-6 0-3 0,1-2 5 0,-1-2-5 0,-2 1 5 16,-1-1 0-16,0 4 0 0,-2 2 3 0,2 4-3 31,-3 4 3-31,7 8-1 0,-4 3 3 16,3 3 0-16,0 3 0 0,-1 0-2 0,4 3-1 16,-7 2 0-16,0 1-1 0,-3 2 0 15,-2 9-1-15,6 4 0 0,0 8-1 0,1 5 0 16,3 5 0-16,2 6 0 15,-3 8 4-15,4 6-4 0,0 5 3 0,2 6-3 16,-1 4-3-16,2 3 3 0,0 5-2 16,0-3 2-16,0-1-2 0,0-7 3 0,3-9 2 15,0-6-3-15,0-9 4 0,4-7-5 16,-4-12 1 0,-2-10-2-16,1-1 1 0,-1-6-4 0,1-1-8 15,-1 2-13-15,-1-6-27 0,0 0-45 0,0 0-137 16,0 0-71-16</inkml:trace>
  <inkml:trace contextRef="#ctx0" brushRef="#br0" timeOffset="-4362.28">5113 8272 710 0,'0'0'43'0,"0"0"-6"0,0 0-7 0,30-95-4 16,-10 75-6-16,4 2-2 0,8 3-3 0,5 4-2 15,5 4-4-15,4 5-1 0,2 2-1 16,1 15-3-16,-1 11 1 0,-2 10-4 16,-1 11-1-16,-2 11-1 0,-5 10 2 0,-6 7 1 15,-5 7-1-15,-5 7 0 16,-5 8-1-16,-8 7-4 0,-6 3 3 0,-3 1 2 15,-9-3 0-15,-8-7 1 0,-8-6 0 16,-5-9-3-16,-5-7 2 0,2-9-2 0,-3-11 2 31,7-7-2-31,4-13 1 0,5-8 0 16,8-12-1-16,4-7-2 0,5-4-5 0,3-5-9 16,0 0-19-16,0 0-46 0,0 0-132 15,0 0-100-15</inkml:trace>
  <inkml:trace contextRef="#ctx0" brushRef="#br0" timeOffset="-3496.92">7385 8596 594 0,'0'0'48'0,"0"0"-7"16,0 0 2-16,0 0-10 0,0 0-7 31,0 0-2-31,0 0-8 0,0 0-8 16,-31-78-4-16,30 78-5 0,-2 13 2 16,0 9 7-16,-1 11-2 0,1 9 6 0,3 5-7 15,0 4-2-15,0 5 0 0,0 2-2 16,0 3 1-16,0-4-2 0,0-3 1 0,0-6-1 15,0-7 0-15,0-4 0 0,0-7 0 16,3-9 5-16,-3-3-5 0,4-6 4 16,-4-5-3-16,1-1-1 0,-1-6 0 15,0 0 0-15,0 0 0 0,6 0-2 0,3-3-2 16,1-8-18-16,2-7-17 0,-8-3-48 16,-1-4-96-16,-3-4-113 0</inkml:trace>
  <inkml:trace contextRef="#ctx0" brushRef="#br0" timeOffset="-2980.96">6643 8675 592 0,'0'0'51'0,"-88"-22"-3"16,53 10-2-16,6-1-3 0,10 3-9 15,12-3-14-15,7-6-4 0,13 0-8 16,16-7 1-16,20 0 0 0,15-1-2 15,11 1 1-15,18-1-4 0,6 1 0 0,8 2-1 16,0 4-2-16,-7 5 0 0,-3 4-1 16,-10 7 0-16,-12 4-1 0,-7 5 0 0,-9 12-1 15,-14 6 1-15,-15 6 0 0,-18 6 1 16,-12 3 3-16,-10 3-4 0,-19 1 4 16,-13 3-3-16,-7-3-1 0,-6 1 2 15,-3-3-2-15,-1 0 0 0,2-4 0 0,5-3 1 16,5-3-1-16,9-8 2 0,12-7-2 15,13-7 1-15,8-3-1 0,5-5 1 0,0 0 1 16,15 0 0-16,11-2 0 0,10-2-1 31,7 0 0-31,2 4 0 0,4 0 0 16,-1 4 1-16,1 8-1 0,-1 4 1 0,1 3-1 16,-2 4 0-16,-3-1 0 0,-6 3 0 15,-2 0 0-15,-7 1 1 0,-6-2-1 16,-8 2 0-16,-7-2-1 0,-8 1 2 0,-4-1 4 15,-16 2-4-15,-12 0 4 0,-9-4-4 16,-6-1-1-16,-7-1-1 0,2-5 1 16,0-3 1-16,6 0-1 0,5-7 1 15,8 0-1-15,10-2-1 0,11-3-2 0,8 2-3 16,4-2-13-16,-3 0-17 0,3 0-24 16,0 3-45-16,9-1-115 0,7 3-71 0</inkml:trace>
  <inkml:trace contextRef="#ctx0" brushRef="#br0" timeOffset="-2113.64">8310 9065 740 0,'0'0'41'16,"0"0"-4"-16,0 0-7 0,29-79-8 0,-26 74-8 15,-3 5-4-15,0-5-5 0,0 1-3 16,-13 3-1-16,-4 1-1 0,-9 9-1 16,-6 12 2-16,0 8-4 0,2 4 3 0,2 4 0 15,2 3 1-15,4 2 5 0,4-3-7 16,3 1 4-16,8-4-4 0,4-2-1 16,3-6 2-16,9-4 0 0,5-4-1 15,4-6 2-15,3-6 1 0,5-5-1 0,3-3 1 16,3-8 1-16,1-7 0 0,-1-4 1 15,0-4 0-15,-3-4 1 0,-6-3-2 0,-7-5-5 16,0-3 2-16,-9-4-3 0,-4-5 3 31,-3-2 0-31,-6-4-2 0,-7 0 2 16,-7 3-1-16,-3 7 1 0,-5 11-3 16,-2 11 2-16,-2 9 1 0,-1 9-2 0,-2 3 3 15,5 8-1-15,1 5 0 0,6 5 0 16,5 2-1-16,7 1-2 0,8 1 3 0,3-1-1 15,13-1 2-15,9-3 2 0,8-5-3 16,13-2 0-16,7-4 0 0,6-6 0 16,6 0-1-16,2-6 0 0,-2-8-3 15,-3-6-1-15,-4-3-5 0,-7-8-5 0,-8-5-4 16,-9-7 0-16,-7-4 1 0,-8-4 8 16,-3-2 3-16,-6-1 2 0,-2 2 7 0,-4 6-2 15,-1 3 9-15,0 10 7 0,0 10 3 16,-1 11 4-16,-1 3-2 0,1 4-4 15,-1 1-4-15,1-1-4 0,1 5-3 16,-2-2-2-16,-2 2 0 0,1 10-1 0,-5 7 1 31,0 10 0-31,4 8-1 0,0 7 3 16,1 6-5-16,1 10 2 0,1 8-2 0,1 8-2 16,0 5 1-16,0 3-1 0,0 0 2 15,0-6 1-15,3-5-1 0,1-10 1 16,3-8-2-16,1-12-1 0,0-8 0 15,1-11 1-15,0-9 1 0,-5-5 1 0,9-8 0 16,0 0-1-16,6-12 1 0,3-10 0 16,-1-5-1-16,2-3 4 0,-1-7-3 0,0-1-4 15,1-1 2-15,-2 2-6 0,1 6 5 16,0 3 2-16,-2 7-2 0,-4 9 0 16,1 4 0-16,-2 8-3 0,-1 0 3 15,5 9 0-15,-3 7 1 0,1 5 1 0,-2 5 0 16,-2 1 3-16,3 5-3 0,-2-1 3 15,-1 1-5-15,-1 0 1 0,-1-3-1 0,-5-3-1 16,1-2 2-16,-4-7-2 0,2-2 2 31,-4-6 1-31,1-4-2 0,1 4 0 16,-1-4 0-16,-2-2-6 0,3 1-7 16,-3-4-21-16,0 0-50 0,0 0-221 0,0-6-26 15</inkml:trace>
  <inkml:trace contextRef="#ctx0" brushRef="#br0" timeOffset="-1762.47">9390 9180 872 0,'0'0'34'0,"0"0"-8"15,0 0-9-15,94-68-7 0,-71 59-4 16,1 4-2-16,-1 5-2 0,0 2-1 15,1 10-1-15,-3 6-1 0,2 3 1 16,0 5 2-16,0 4-2 0,-2 2 3 0,-1 2-4 31,-3-1 0-31,-1-1 0 0,-2-3-1 16,-5-3 1-16,-2-9 0 0,-2-7 0 0,-4-5 1 16,-1-5 2-16,0 0-1 0,0 0 2 15,0 0 0-15,0-11-2 0,0-9 1 16,0-10-1-16,5-5 1 0,4-3-1 0,6-4-3 15,4-3 2-15,4 5-4 0,3 0 3 16,3 5 0-16,4 6-1 0,-1 8 1 16,-3 6-2-16,3 7-1 0,-5 7-5 0,1 1-11 15,-4 4-16-15,-2 5-38 0,-5 1-102 16,-5-5-133-16,-8 0-11 0</inkml:trace>
  <inkml:trace contextRef="#ctx0" brushRef="#br0" timeOffset="-796.85">11381 9010 554 0,'0'0'73'16,"0"0"-9"-16,0 0-10 0,18-86-9 0,-4 70-10 16,4 4-10-16,2 3-4 15,6 6-6-15,3 3-3 0,3 2-3 0,5 8-1 16,1 4-2-16,7 2-1 0,-5 6-3 16,1 2 0-16,-5 4-3 0,-3 0 2 0,-4 2-2 15,-4 2 1-15,-7 0-1 0,-4 0 0 16,-10 0 5-16,-4 0-4 0,-1-4 4 0,-13-3-5 15,-4-5 0-15,-3-5 1 16,4-4-1-16,-2-8 2 0,3-3 1 0,2-9-2 31,4-14 2-31,8-11-2 0,4-8-3 16,16-11 3-16,10-5-3 0,8-4 3 0,6-1 1 16,4 6-3-16,-1 9 3 0,0 9-1 15,-6 12 0-15,0 9 0 0,-7 7-1 0,-3 7-1 16,-6 4 1-16,-4 0 0 15,-5 6-1-15,-5 1-1 0,-2 7-4 0,-1 3-8 16,-3 4-15-16,0 8-23 0,-2 1-53 16,2 0-144-16,-3-5-53 0</inkml:trace>
  <inkml:trace contextRef="#ctx0" brushRef="#br0" timeOffset="1203.22">12936 9028 585 0,'0'0'59'0,"0"0"-7"0,0 0-9 0,0 0-9 16,0 0-6-16,-72-80-9 15,50 70-3-15,-2 0-2 0,-7 4-3 0,-3 3-3 16,-9 3-2-16,-4 5-1 0,-8 9-3 16,0 4 1-16,0 6-2 0,0 3 0 0,10 4-3 15,8 0 2-15,8 1-2 0,10 2 2 16,6-4 4-1,13-1-5-15,4-5 4 0,17-3-5 0,6-4 2 0,9-6 0 16,4-5 1-16,4-6 0 0,-2 0 1 0,1-5-2 31,-4-7 1-31,-5-2 1 0,-7-4-5 16,-1-3 5-16,-7-3-4 0,-2-4 2 0,-5-4 1 16,2-1-4-16,-5-5 5 0,1 0-2 15,0 0 1-15,-1 5 0 0,-2 4 0 0,2 9-1 16,-8 9 0-16,2 7 0 15,1 4 0-15,4 9 1 0,2 10 0 0,3 8 2 16,-4 4-1-16,1 3 1 0,1 1-1 16,2-2 0-16,3 1-1 0,0-4 1 0,4-1-2 15,3-2 0-15,3-3 5 0,-1-4-5 16,3-3 4-16,2-4-5 0,0-5 0 0,5-4-1 16,0-4-1-16,2-1 0 15,-1-11-2-15,-1-3-1 0,-3-7-6 0,-3-2 5 16,-3-3-3-16,-3-1 6 0,-4 1 3 15,-2 2 0-15,-1 2 2 0,0 1 0 0,-4 6 1 16,-4 4 0-16,1 0 2 0,-5 5 0 31,-2 3 3-31,1 1 0 0,-3 3 1 16,0-1-1-16,0 1-1 0,0-5-2 16,0 0-1-16,-8 1-3 0,-9 2 0 0,-6 2 0 15,-2 13 0-15,-5 3 0 0,-1 8-1 16,-2 2 0-16,6 5-1 0,-1-1 2 0,5 0-2 15,7-1 2-15,5-1 4 0,8-5-5 16,3-1 4-16,4-7-4 0,12-3 1 0,3-6 2 16,4-6-1-16,7 0 1 15,2-12-1-15,3-6 1 0,0-7-5 0,2-5 4 16,-2-6-4-16,-2-7 3 0,2-7 2 16,-6-7-4-16,-3-10 4 0,-7-6-2 0,-2-6 1 15,-7-1 0-15,-5-2-3 0,-5 0 2 16,-2 6-3-1,-10 9 3-15,-6 12 1 0,-3 14 1 0,0 12-2 0,-4 11 0 16,2 9 1-16,3 9-2 0,-2 0 2 0,2 10 1 31,5 6-2-31,0 5 0 0,4 4-1 16,1 4 2-16,4 2-1 0,1 6 1 0,5 4 0 16,0 2-3-16,0 5 6 0,5 0-5 15,1 5 3-15,6 2-1 0,-2 1-3 16,6 0 5-16,2 1-5 0,3-3 2 15,6-6-1-15,4-2-1 0,3-6 0 0,3-5 3 16,0-7-1-16,-1-5 0 0,-1-4 0 16,-3-7-1-16,-3-5 1 0,-2-4 2 0,-2-3-2 15,-2 0 4-15,0-10-3 0,0-4-1 16,-1-6 1-16,-5-3-2 0,2-2 2 0,-3-4-2 16,1-1 2-16,-2-1-1 15,-2 2 1-15,-3 5 0 0,-3 8-1 0,-4 4 0 16,0 10 1-16,-3 2-2 0,0-2 0 15,0 2 0-15,0 0 0 0,0 0 0 0,0 0 1 16,0 11-1-16,0 9 1 0,-1 3 0 31,-1 5-1-31,1 1 2 0,-1 0-2 0,2-1 2 16,0 0-1-16,0-1 1 16,3 0 3-16,4-2-6 0,5-3 5 0,-2-2-4 15,9-5 1-15,-2-2 0 0,5-7 0 16,2-2 0-16,5-4 0 0,2-1 1 0,3-10 0 15,3-4 0-15,-1-3-3 0,1-5 3 16,1-1-5-16,-5-1 5 0,-4-2 0 16,-3 1-2-16,-7-1 2 0,-2 3 0 15,-7 3 0-15,-2 5 1 0,-3 7-1 0,-3 2 0 16,-1 2 1-16,-1 0-2 0,3 1 1 16,-3 4 0-16,0-1 0 0,0 1-1 0,0 0 0 15,0-2-1-15,0 2 0 0,0 0 1 16,-4 9-1-1,-2 6 2-15,0 8-2 0,2 0 3 0,1 3-3 0,0-1 2 16,3 1-2-16,0 1 1 0,0 1 4 0,6-1-5 31,3-1 5-31,3-2-6 0,3-3 1 16,4-4 1-16,1-3-1 0,2-7 2 0,2-2 0 16,2-5-1-16,3 0 2 0,2-8-2 15,-1-5 1-15,0-2 0 0,-1-7 1 0,-3 0-1 16,-4-5-4-16,-2-1 3 0,-4-2-3 15,-1-2 2-15,-4 3 2 0,1 1 0 16,-8 9 1-16,2 2-2 0,-3 8 2 16,-2 4-2-16,1 1 0 0,-2 4 0 0,0-2-2 15,0 2-1-15,0 0 2 0,0 0 0 16,0 14 0-16,0 6 1 0,-2 5 0 0,1 3 0 16,-1-1 0-16,2 2-1 15,0 1 5-15,0-1-3 0,0-1 3 0,8-4-3 16,0-3-2-16,7-4-1 0,0-4 2 15,3-4 2-15,2-4-2 0,5-4 1 0,-2-1 0 16,6-4-1-16,1-7 1 0,2-4-1 31,1-3 1-31,3-5 0 0,-4-3-5 0,0-4 5 16,-6-2-3-16,0-3 2 16,-3-1 0-16,-4-1 0 0,-4 3 0 0,-5 2 0 15,-2 2 0-15,-2 11 1 0,-4 7 0 16,-1 7 0-16,-1 5 0 0,0-4-1 0,0-1 0 15,0 0-1-15,-1 3 1 0,-4 2 0 16,1 0 1-16,-6 2 0 0,1 8 0 0,3-3-1 16,-1 7 1-16,4-5 1 0,-1 1-1 15,3 3 2-15,1 1-2 0,0 4 0 16,5-3-1-16,5 5 2 0,3-5-1 16,5-1 1-16,3-2 1 0,4-3 0 0,4 0-3 15,3-3 1-15,4 0 0 0,0-1-1 16,3-2 2-1,-1 1-2-15,-2-1 0 0,1 2 0 0,-4 1-1 0,-2 1 1 16,-4 4-1-16,-2 1 0 0,-2 2 4 0,-3 1-3 31,-4 3 3-31,-3 1-3 0,-4-1-2 16,-2-3 2-16,-5 3 0 0,-2 0-1 0,-6 2 1 16,-7 5 1-16,-9-7-1 0,-2-3 2 15,-5-3-2-15,-3-5 0 0,-1-2-2 0,-1-4 1 16,3-1 0-16,-1 0-3 15,3-7-5-15,0-2-7 0,0 0-19 0,5-2-33 16,0 1-110-16,1-1-138 0,0-3-8 16</inkml:trace>
  <inkml:trace contextRef="#ctx0" brushRef="#br0" timeOffset="1403.08">14148 8481 860 0,'0'0'19'16,"0"0"-7"-16,0 0-7 0,0 0-4 0,0 0-7 15,0 0-9-15,0 0-32 0,0 0-136 16,0 0-126-16,-22-11-9 0</inkml:trace>
  <inkml:trace contextRef="#ctx0" brushRef="#br0" timeOffset="2586.55">18770 8879 412 0,'0'0'79'0,"0"0"-3"0,0 0-11 15,0 0-10-15,0 0-6 0,-64-86-8 0,61 74-8 16,3-2-9-16,0-3-6 0,10 4-2 0,5-5-2 15,6 6 0-15,5 1-3 0,5 5-3 16,2 3-2-16,3 3-3 0,2 0 0 31,1 9 0-31,3 5-2 0,-2 5-1 0,1 4 0 16,-2 4 0-16,-2 5 0 16,-2 3 0-16,-2 5 0 0,-2 0-1 0,-4 2 0 15,-5-2-2-15,-6 0 3 0,-5-2-1 0,-6-5 2 16,-5-1-1-16,0-3 0 0,-9-5 4 15,-1-2-4-15,1-9 5 0,-2-2-3 16,3-5 2-16,0-6-2 0,-5-7-4 16,4-16 3-16,2-12-5 0,5-11 4 15,2-11 2-15,8-13-2 0,9-8 2 0,3-5-3 16,6 0 3-16,6 2-1 0,3 10-3 0,2 12 5 16,-1 10-6-16,1 12 2 0,-1 11 1 15,-3 13-2-15,-1 6 0 0,-2 7 0 16,-4 0-1-16,-3 8 0 15,-4 3-1-15,-1 1-6 0,-4 2-5 0,-1-1-11 16,0 2-22-16,1 1-40 0,-5-4-91 0,3 3-125 31</inkml:trace>
  <inkml:trace contextRef="#ctx0" brushRef="#br0" timeOffset="2986.76">20297 8928 617 0,'0'0'71'0,"0"0"-11"0,0 0-15 16,0 0-11-16,0 0-8 0,0 0-4 31,0 0-3-31,0 0 1 0,0 0-3 0,32-9-3 16,1 9-2-16,6-1-6 16,4 1-2-16,4-4 0 0,0 3-2 0,0-4-1 15,2 3 0-15,-4-3-1 0,-2 0 0 0,-4 2-1 16,-7 0 1-16,-9 2-1 0,-12-1 1 15,-5 2-1-15,-6 0 0 0,0 0-1 16,0 0-3-16,3 0-2 0,-3 0-9 0,0 0-8 16,0 0-16-16,-10 0-29 0,-5 5-70 15,-5 4-167-15,-3 0-7 0</inkml:trace>
  <inkml:trace contextRef="#ctx0" brushRef="#br0" timeOffset="3219.88">20162 9200 694 0,'0'0'58'0,"0"0"0"0,0 0-17 0,0 0-8 16,0 0-7-16,0 0-6 0,0 0-6 16,98-6-1-16,-55 3-7 0,3 1-2 15,2 2-2-15,2 0-2 0,0 0 1 0,-2 0-1 16,1 0-2-16,-2 0 0 15,-2-1-2-15,-3-2-3 0,-3-2-6 0,-4-1-4 16,-5-1-10-16,-3-3-15 0,-8 4-35 0,-7-3-66 16,-4 2-158-16,-7 2-8 0</inkml:trace>
  <inkml:trace contextRef="#ctx0" brushRef="#br0" timeOffset="3931.64">22462 8321 603 0,'0'0'60'0,"0"0"-8"0,0 0-11 0,0 0-5 16,0 0-12-16,0 0-5 0,0 0-4 0,0 0-3 31,0 0-5-31,0 0-3 0,91-65-1 0,-70 83-1 16,-1 6-1-16,-1 7 0 0,0 4-1 16,-4 4 0-16,-1 2 0 0,-4 0-3 15,-2 2 6-15,-2-4-5 0,-3-3 4 0,-1-1-2 16,-2-6-1-16,0-9 0 15,0-4 1-15,0-5 2 0,0-6 0 0,0 1 1 16,0-6 1-16,0-2-1 0,0-14-1 0,0-10 0 16,1-12 1-16,8-6-1 0,1-8-2 15,5-4 2-15,1-4-5 0,1-6 3 16,3-1 1-16,-1 7-2 16,1 7 2-16,2 11-1 0,-5 13 1 0,-2 14-1 15,-1 11-1-15,2 5 2 0,0 16-1 0,6 9 3 16,-5 7 0-16,2 7 2 0,-2 4 0 0,-1 3 2 15,0 1-4-15,-2 1 2 0,1 0 0 16,-4-1-4-16,0-2 2 0,-5-3-4 31,-3-1 1-31,-3-6 0 0,0-4-1 0,-1-5 1 16,-4-8-1-16,-1-6 1 16,3-4 0-16,0-4 2 0,1 0-3 0,2-5 0 15,-1 0 1-15,1 0-1 0,0 0-2 0,0 0-1 16,1 0-7-16,7 0-9 0,6 0-18 15,-1 0-35-15,-1 0-91 0,2 0-144 16,-7-7-2-16</inkml:trace>
  <inkml:trace contextRef="#ctx0" brushRef="#br0" timeOffset="4319.84">23261 7846 712 0,'0'0'47'0,"0"0"0"31,85-38-10-31,-47 29-7 0,7 3-9 0,0 3-4 16,-1 3-8-16,-4 0-3 0,-6 9-3 16,-5 3-2-16,-7 5-1 0,-8 2-1 15,-5 6 5-15,-9 3-4 0,-3 6 4 0,-14 4-4 16,-8 3-2-16,-5 3 1 15,-2 2-2-15,-1 1 2 0,-1-2-3 0,4-4 2 16,3-6-2-16,4-5 3 0,8-10 1 0,5-9 0 16,7-3 1-16,3-1 1 0,13 0-2 15,7-1 3-15,14-6 0 0,9 0-1 16,10-3 1-16,7-3-1 16,5-1-2-16,1-1 1 0,1 2-1 0,-5 1 0 15,-6 1 2-15,-9 1-4 0,-15 2 0 0,-9 1-1 16,-9 0-6-16,-10 0-4 0,2 0-5 0,-6 0-13 15,0 0-24-15,-3 8-47 0,-9 6-193 16,-3 7-20-16</inkml:trace>
  <inkml:trace contextRef="#ctx0" brushRef="#br0" timeOffset="4686.79">22522 9446 563 0,'0'0'84'0,"0"0"-14"15,0 0-15-15,0 0-12 0,0 0-14 16,0 0-4-16,0 0-3 15,0 0-1-15,0 0-1 0,43-11-5 0,11 14-3 16,15-1-3-16,13-2-2 0,16 0-1 0,9-7 0 31,10 0-2-31,4-2-2 0,-1 0-1 0,-5-2-4 16,-5 2 2-16,-14 2 1 0,-10-1 0 16,-18 2 0-16,-13 2-3 0,-22 0 1 15,-14 3-1-15,-12 1 1 0,-7 0-5 16,-5-2-3-16,-16 2-6 0,-14 0-10 15,-9 0-18-15,-1 0-41 0,-3 7-131 0,2 1-105 16</inkml:trace>
  <inkml:trace contextRef="#ctx0" brushRef="#br0" timeOffset="5103.13">22418 9731 846 0,'0'0'17'0,"0"0"3"16,116-37-2-16,-54 30-4 0,7 4-5 31,7 3-5-31,5 0-1 0,1 6-1 0,-1 3 0 16,-2 5-2-16,-6 1 0 16,-8 0-1-16,-12 3 0 0,-11 1 0 0,-7-1 2 15,-15 0-2-15,-7-4 2 0,-9 4 4 0,-4 5-7 16,-14 3 7-16,-8 7-4 0,-10-1 0 15,-6 1 2-15,-4 2-3 0,-6 2 1 16,0-1-2-16,-1 0 1 16,4-1-1-16,3 1 2 0,8-5-2 0,6-4 2 15,9-1-1-15,8-9-1 0,7 0 2 0,4-2 0 16,8-1 1-16,11 3 2 0,10-6 0 0,7-2 1 16,10-3-2-16,6-2-1 0,2-4-1 15,4 0-1-15,1 0 1 0,-1-5-1 16,-3-2 0-16,-5-1 0 0,-5-1 0 15,-7 1-2-15,-12 2 0 0,-9 2-1 16,-4-1-2-16,-9 3-6 0,1 1-6 0,-5 1-14 31,0-2-27-31,0 1-55 0,-9-2-193 0,-1 0-16 16</inkml:trace>
  <inkml:trace contextRef="#ctx0" brushRef="#br0" timeOffset="5454.44">22680 10047 696 0,'0'0'55'0,"0"0"-8"0,0 0-19 15,0 0-10-15,0 0-4 0,0 0-6 0,0 0 5 16,0 0-4-16,0 0-1 0,0 0-4 15,107-6-3-15,-55 6-1 0,6 0-4 16,10-2-12-16,7 2-30 0,6-4-81 16,3-2-181-16,0-9-20 0</inkml:trace>
  <inkml:trace contextRef="#ctx0" brushRef="#br0" timeOffset="5986.58">25137 9157 640 0,'0'0'65'0,"0"0"-7"16,0 0-13-16,0 0-14 0,3-86-10 15,-18 65-3-15,-5 1-5 0,-6 2-3 0,-6 1-1 16,-6 2-2-16,-5 3 0 0,-5 2-2 0,-4 5-1 16,0 5-1-16,0 0-1 0,3 13-4 15,3 7 2-15,4 9-1 0,4 6 0 16,8 4 1-16,8 5-2 0,8 0 3 16,8 0-4-16,6-1 4 0,6-3-3 0,11-5-2 15,5-6-2-15,5-6 0 0,4-8 0 16,1-7 1-16,1-8 3 0,1-4 2 0,-2-12-1 15,1-5 1-15,-1-6-1 0,-3-5 1 16,-2-3 1-16,-5-3-4 0,0-4 4 31,-3-4-2-31,-5 2 3 0,2 2 0 0,-4 6 1 16,-3 12 2-16,-5 10-2 16,-1 10 1-16,-3 4-3 0,4 1 0 0,3 16 2 15,3 11 1-15,6 11 1 0,-3 5 3 0,3 3-4 16,0 2 2-16,0-1-4 0,-2-1-2 15,4-3 1-15,-4-3-1 0,1-4-1 16,-1-5 2-16,-2-5-3 0,1-4 0 16,-6-10-6-16,3-1-13 0,0-3-23 15,-3-2-63-15,5-6-203 0,-2-1-21 0</inkml:trace>
  <inkml:trace contextRef="#ctx0" brushRef="#br0" timeOffset="6369.7">25572 9593 820 0,'0'0'49'15,"0"0"-7"-15,0 0-12 0,0 0-8 16,0 0-7-16,0 0-3 0,0 0-5 15,0 0-5-15,0 0-1 0,39-51-2 0,-43 59 0 16,-5 11 0-16,-4 9 1 0,-4 6-3 0,1 2 2 16,0 5 0-16,1 0 1 0,4-1 2 15,4-1-4-15,4-2 3 0,3-4-3 16,3-4 2-16,11-5-1 0,5-6-2 16,7-4 2-16,4-8 0 0,5-4 1 15,3-2 0-15,2-11-1 0,-1-4 2 0,-3-5-1 16,-1-4-2-16,-5-5 4 0,-5-5-4 0,-7-2 4 15,-6-5-1-15,-6-1-2 0,-6 1 2 16,-4 3-1-16,-12 6 0 0,-10 8-2 31,-6 7 1-31,-10 11-1 0,-4 6-1 0,-6 12-14 16,-2 11-26-16,3 7-77 16,2 3-205-16,10 6-23 0</inkml:trace>
  <inkml:trace contextRef="#ctx0" brushRef="#br0" timeOffset="9921.09">5434 11005 490 0,'0'0'14'31,"0"0"5"-31,0 0 2 0,0 0 5 0,0 0 4 16,0 0 2-16,0 0-1 0,0 0-4 16,0 0-6-16,0 0-4 0,-1 63-3 15,38-55-1-15,5-4-1 0,14-2 1 16,8-2 2-16,4-2-2 0,10-5 0 15,-1-2-2-15,1 0-4 0,-7 0-1 0,-6 1 0 16,-9 0-1-16,-9 6 1 0,-12 0 0 0,-11 2-1 16,-10 0 2-16,-4 3 1 0,-10 9 2 15,0 9-2-15,-10 5-1 0,-13 12-5 16,-3 1 1-16,-4 3 3 0,-5 2-6 16,0 1 3-16,-1 2-4 0,-2 2 0 15,1 1 1-15,1 0-1 0,1 2 1 0,3-1 0 16,3-4 0-16,6-3-2 0,6-6 2 0,4-6-3 15,10-5 3-15,3-4 1 0,14-6 0 32,7-4 0-32,9-3 1 0,10-6-2 15,8-2 1-15,9-2-1 0,3-2 1 16,4-5-1-16,3-3-1 0,-7 0 1 16,-3-1-1-16,-10 0-2 0,-9 1 0 0,-14 2-1 15,-9-1-7-15,-8 3-13 0,-7-3-19 0,-4-6-33 16,-9 1-34-16,-15-4-93 0,-5 4-82 15</inkml:trace>
  <inkml:trace contextRef="#ctx0" brushRef="#br0" timeOffset="10103.42">5524 11697 776 0,'0'0'28'16,"0"0"2"-16,0 0-3 0,0 0-4 15,0 0-6-15,111-53-8 0,-53 39-6 16,4 3-4-16,3 4-2 0,0-1-7 0,0 2-15 31,2-2-48-31,-5 1-147 0,2-1-95 0</inkml:trace>
  <inkml:trace contextRef="#ctx0" brushRef="#br0" timeOffset="10353.06">7441 11403 790 0,'0'0'29'0,"0"0"6"0,0 0-7 16,0 0-8-16,0 0-10 0,0 0-8 15,0 0 1-15,0 0 1 0,0 0 0 0,94-25 2 16,-52 20-5-16,4 1-1 0,-2 1 0 0,-4 0-3 15,-5 0 1-15,-2 1-3 0,-11 1-7 16,-8-1-11 0,-8 2-12-16,-6 0-13 15,0-1-38-15,0 1-99 0,0 0-104 16</inkml:trace>
  <inkml:trace contextRef="#ctx0" brushRef="#br0" timeOffset="10521.16">7305 11756 782 0,'0'0'39'0,"0"0"-1"0,0 0-6 15,0 0-9-15,78 15-8 0,-30-15-8 0,7 0-5 16,9-3-5-16,-1-3-4 0,1 0-21 0,-3 0-57 16,-5-1-217-16,-7-4-30 0</inkml:trace>
  <inkml:trace contextRef="#ctx0" brushRef="#br0" timeOffset="11453.51">8691 11450 681 0,'0'0'51'0,"0"0"-4"0,0 0-9 16,0 0-9 0,94-51-7-16,-64 45-3 15,6 3-6-15,3 3-4 0,0 0-3 16,2 6-4-16,-4 6-1 0,-1 5-1 16,-7 4 0-16,-4 4-2 0,-6 5 0 0,-8 4-3 15,-2 3 3-15,-9 5-2 0,0-2 1 0,-9 0-1 16,-5-4 0-16,-5-5-1 0,0-4 0 15,0-6 0-15,6-7 0 0,3-7 4 16,6-4 0-16,4-3 1 0,0-1 1 16,7-13 0-16,9-10 1 0,10-14 0 15,6-7 0-15,4-7 3 0,6-4-1 0,4 1 1 16,-2 5-3-16,-3 10 1 0,-3 10-2 0,-5 9 2 16,-10 10 0-16,-2 7-1 0,-4 4 1 15,3 6-1-15,2 7 1 0,-5 7-1 16,-2 4 1-16,1 6 0 0,-6 0-1 15,3 2 0-15,-3 1-1 0,0 1-1 16,0-1 0-16,0 0-1 0,-1-2 0 0,0-4 0 31,2-1-1-31,-2-5 1 0,0-3-1 0,2-4 0 16,-5-5 0-16,9-2 0 0,0-4 1 16,3-3 0-16,9 0 1 0,-1-10 0 15,3-7 1-15,0-6 0 0,0-4-2 16,4-6 2-16,-1-4-1 0,-3-2 0 15,1 1 0-15,-4 3 2 0,-3 5-2 0,-5 4 4 16,-2 5-2-16,-6 7 1 0,-6 5 0 0,-1 5 0 16,-3 4-1-16,0 0 0 0,0 0-3 15,0 0-1-15,0 2 0 0,0 10-1 16,0 9 3-16,-4 10-1 0,-2 4 2 16,2 1-2-16,-1 4 0 0,1-2-2 15,1-2 2-15,3-4-2 0,0-3 2 0,6-5 0 16,1-3 0-16,3-4 3 0,3-3-3 0,3-4 5 15,3-3-4-15,0-7-2 0,4 0 4 16,4-10-4 0,2-5 5-16,0-5 1 15,2-4-3-15,-1-6 1 0,-1-8-1 16,-3-5 1-16,-6-5-1 0,-7-5 3 16,-3 0-3-16,-8-1 2 0,-2 4-2 0,-9 6 0 15,-8 6-1-15,-5 9 1 0,-6 8-2 0,-2 9-1 16,-3 9 1-16,-3 3-2 0,3 12-1 15,1 9-7-15,0 7-11 0,6 7-26 16,7 4-38-16,2 5-86 0,7 5-132 16,1 1 16-16</inkml:trace>
  <inkml:trace contextRef="#ctx0" brushRef="#br0" timeOffset="11653.37">10757 11812 864 0,'0'0'30'0,"0"0"-2"31,0 0-10-31,0 0-7 0,0 0-4 0,0 0-4 16,0 0-2-16,0 0-3 0,0 0-6 16,0 0-12-16,0-58-19 0,0 58-41 15,0 0-106-15,0-1-124 0,0 1-3 16</inkml:trace>
  <inkml:trace contextRef="#ctx0" brushRef="#br0" timeOffset="12386.37">11920 11704 787 0,'0'0'31'0,"0"0"4"0,0 0 0 0,0 0-6 15,0 0-9-15,-3-80-5 0,3 75-5 16,0 5-3 0,0-1-1-16,0 1-3 15,0 0-2-15,0 0-1 0,-2 0-1 16,-7 11 1-16,-5 8 0 0,-2 9-1 16,-1 3 1-16,2 1-2 0,2 0 1 0,3 2-3 15,3-4 2-15,3-1 3 0,4-2-5 0,0-4 5 16,10-3-4-16,3-5 0 0,4-4 2 15,2-7 1-15,4-4 0 0,5 0 2 16,-1-9-2-16,2-8 2 0,-2-3-2 16,-2-4-3-16,-6-5 4 0,-3-3-4 15,-6-4 4-15,-6-5 0 0,-4-4-3 0,0-4 2 16,-13-3-1-16,-6 1 1 0,-8 2 0 0,-2 7 0 16,-9 7 0-16,-4 7 0 0,-8 9 0 15,-5 5-2 1,-1 8 4-16,0 4-2 0,3 2 0 0,12 0 0 0,11 5 0 15,16-2-3-15,8-2 2 0,6 2 1 16,3 5 1-16,14 0-1 0,15 1 1 0,13-5-2 31,13-2 1-31,8-2-1 0,4-2-1 0,3-7-1 16,0-3-2-16,-2-4-1 0,-4-4-3 16,-2-6 0-16,-5-4-1 0,-8-8-4 15,-6-8 5-15,-10-7 1 0,-8-8 2 16,-8-5 7-16,-10-1 2 0,-7 3 4 15,-3 9 2-15,-3 8 3 0,-9 9-2 0,-2 8 3 16,-2 7-2-16,6 8-1 0,3 8 1 0,-2 0-4 16,8 4-2-16,-2 0-3 0,-1 2-3 15,4 1 0-15,0 14 2 0,4 11-1 16,7 18 1-16,7 10-1 0,-1 13-1 16,2 14 0-16,-6 9 2 0,3 10 2 15,-9 8 0-15,-4 10 0 0,-2 11-4 0,-1 4 3 16,0 6 0-16,3 0-1 0,5-1 2 0,6-5-6 15,5-8 2-15,4-10 2 0,7-11-2 16,1-13 1 0,1-11 0-16,-1-14-3 15,0-10 1-15,-1-14-3 0,-2-12-4 16,-4-11-5-16,-2-13-5 0,-3-5-15 16,-2-16-28-16,-4-10-83 0,-2-6-160 0,-8-10-12 15</inkml:trace>
  <inkml:trace contextRef="#ctx0" brushRef="#br0" timeOffset="12569.88">12499 11733 783 0,'0'0'25'15,"90"-50"4"1,-31 26-3-16,6-2-9 0,3 2-9 0,3 0-7 0,1 1-4 15,-2 1-7-15,-3 4-25 0,-4 3-61 16,-5 1-172-16,-9-1-49 0</inkml:trace>
  <inkml:trace contextRef="#ctx0" brushRef="#br0" timeOffset="12986.43">13601 11774 800 0,'0'0'15'16,"0"0"2"-16,0 0-1 0,0 0-1 15,0 0-4 1,0 0-6-16,0 0-1 0,0 0-3 0,99-86 0 0,-72 74 0 16,5-2-1-16,-2-1 0 0,2-3 1 15,-2-4-2-15,-1-2 1 0,0-2 1 0,-4-3 0 16,-2 1-1-16,-4 0 1 0,-7 2-2 0,-5 8 4 15,-6 3 0-15,-1 1 2 0,-7 5 1 16,-8-1-1 0,-6 5-1-16,-8 5 0 15,-4 1-1-15,-5 12 0 0,0 5 2 16,-2 6-5-16,5 7 1 0,2 5-2 16,4 6 1-16,6 4-1 0,8 1 4 0,8-1-1 15,7-2 0-15,7-2 0 0,15-6 1 0,8-1 4 16,8-6-4-16,7-6 4 0,5-8-7 15,4-4 1-15,0-7-2 0,-1-4 1 16,-1 0-4-16,-7-10 0 0,1-4-6 16,-7-2-12-16,-7-4-6 0,-6-2-25 15,-3 3-23-15,-7-1-69 0,-3 6-155 0,-12 1 11 16</inkml:trace>
  <inkml:trace contextRef="#ctx0" brushRef="#br0" timeOffset="14786.38">14210 10845 642 0,'0'0'46'16,"0"0"7"-16,0 0-2 0,0 0-13 0,0 0-12 15,0 0-11-15,0 0-5 0,0 0 0 0,0 0-1 16,16-4 0-16,-4 4 2 0,3 10-4 15,7 7-1-15,-3 9-1 0,0 6-2 16,-2 9-1-16,-1 4 0 16,-1 7-2-1,-3 4 1-15,-3 5 4 0,-3 4-4 16,-3 6 2-16,0 5-3 0,0 3-3 0,4 0 4 16,0-3-3-16,6-6 3 0,6-9-2 0,5-8 2 15,5-9 4-15,3-9-4 0,1-10 4 16,5-6-4-16,0-9-1 0,2-8-1 15,2-2 2-15,2-12 0 0,2-10-5 16,-1-5 4-16,4-8-4 0,-4-6 2 16,-1-6 4-16,-4-4-4 0,-6-4 4 0,-5-1-2 15,-4 1 1-15,-9 8-1 0,-3 7 0 0,-8 17 1 16,-2 7-1-16,-3 7 1 0,0 6-3 16,-5-1-1-16,-13 4 0 0,-2 1 0 15,-11 13 1-15,0 7 1 16,-3 8-1-16,5 4 0 0,2 3 0 0,4 2 0 15,8 1 1-15,4-2 0 0,10-2-1 0,1-3 2 16,7-3-1-16,10-6 1 0,8-4 0 0,3-5 0 31,7-3 1-31,3-7 1 0,3-2-1 16,3-2-1-16,1-6 1 0,6-8-1 16,-1-3 0-16,-2-2 1 0,4-6-1 15,-4-3-1-15,1-3 2 0,-4 1-3 16,-2 1 3-16,-5 5-1 0,-6 7 1 0,-9 8-2 15,-6 6 0-15,-4 3-2 0,-7 1 0 0,0 13 2 16,-5 4 0-16,-1 5 3 0,0 6-3 16,-6-2 1-16,-1-3-3 0,1-7 3 15,1 0-1-15,2-8 1 0,1-5 1 16,1 3-1-16,1-7 1 0,-2 0 1 16,2 0 0-16,0 0 1 0,0 1 0 0,0-1-2 15,0-5-1-15,0-11 0 0,0-11-1 0,2-7-1 16,-1 1 3-16,1 3-3 0,-2 3 3 15,0 8-2-15,0 4 2 0,-6 2-2 16,-1 8 0-16,-8-2 1 16,-5 7-2-1,-5 4 0-15,-7 9 0 0,2 5 1 16,1 5 0-16,2 3 1 0,2 4-1 0,5 2 1 16,1 3-1-16,7-1 1 0,4-1-2 0,7 0 2 15,1-1 5-15,6-3-4 0,6-3 4 16,7-7-3-16,3-2-2 0,7-6 3 15,4-5-1-15,10-6 1 0,2 0-1 16,3-8-2-16,1-7 2 0,2-6-1 16,-2-6-4-16,0-7 2 0,-3-5-2 0,2-10 0 15,-2-7 3-15,-5-9-2 0,-5-8-1 0,-4-4 0 16,-6-3-3-16,-8 0 2 0,-6 2 0 16,-8 6 3-16,-4 7 3 0,-7 10-3 15,-9 9 2-15,-4 10 0 16,-5 7 0-16,-2 6 1 0,1 6 1 0,8 7-2 15,0 4 1-15,6 3-2 0,4 3 0 0,-7 3 0 16,9 9 0-16,-4 7 0 0,6 9 0 0,2 4 1 31,2 7 0-31,0 5 0 0,2 5-1 16,1 2 1-16,1 6 1 0,-1 2-1 16,-2 3 2-16,1 3-3 0,1 2 0 15,0 1 0-15,2-1-3 0,4-5 4 16,5-5-3-16,3-9 2 0,3-8 5 0,1-7-5 15,4-7 4-15,1-8-4 0,2-7 1 0,3-10-1 16,3-1-2-16,3-9 1 0,-1-9-3 16,3-5 4-16,-1-4-1 0,2-3 1 15,-4-4 2-15,-2-1-3 16,-4 0 3-16,-4 4-2 0,0 3 2 0,-7 4 0 16,-2 4-1-16,-8 8 0 0,-3 4-1 0,-3 6 1 15,-3 2 0-15,0-2 0 0,0 2 0 0,0-2 0 16,0 1-1-16,1-1 0 0,1 1 0 15,-1 1 0-15,-1-2 1 0,2 2 1 16,-2-2-2-16,0 2 1 16,2-1-3-1,-2 1 1-15,0 0 0 0,2 0 0 16,-2 0 0-16,0 0 1 0,0 0 0 0,1 0 1 16,-1 0-2-16,0 0 1 0,2 1 1 0,-2 1-1 15,0 0-1-15,1-1 2 0,-1 1-1 16,0-1 2-16,0-1 0 0,0 0 1 15,2 2-1-15,-2-2 0 0,0 0 0 16,0 0-2-16,0 0 2 0,0 0-1 16,0 0 0-16,0 0 0 0,0 0 1 0,0 0 1 15,0-2 1-15,0 2 0 0,0-1-1 0,0-1 0 16,0 1-1-16,0-1 1 0,5-1-2 16,0 0 0-16,8 3 3 0,4 0-2 15,2 2 1-15,4 10 0 16,2 5-2-16,-2 2 1 0,-2 2 0 0,-2 4-1 15,0 0-1-15,-4 3 1 0,-1-1-3 0,-4-1 2 16,0 0 0-16,-3-2-1 0,-1-1 3 0,-3-6-3 31,-1 1 3-31,-1-6-2 0,-1 0 3 16,0 0-3-16,0-7 1 0,0 1-2 16,0-6 1-16,0 0 1 0,0 0-1 15,0 2 1-15,0-2 1 0,-1 0-1 16,-5-5-5-16,0-10 4 0,0-10-6 0,6-5 4 15,9-8 3-15,8-8-3 0,9-7 4 0,8-3-3 16,4 0 0-16,6 2 0 0,1 8 1 16,0 10-1-16,-5 9 2 0,-4 11-2 15,-4 5 1-15,-10 7-2 16,-5 2 1-16,-5 2-2 0,-3 0 0 0,0 2-4 16,-3 4-5-16,0 0-6 0,-3 5-14 0,-3 4-18 15,0 0-53-15,0 6-127 0,-3-7-87 0</inkml:trace>
  <inkml:trace contextRef="#ctx0" brushRef="#br0" timeOffset="15669.84">17590 11723 732 0,'0'0'32'0,"0"0"7"15,0 0-1-15,0 0-5 0,0 0-7 16,0 0-8-16,0 0-4 0,0 0-6 16,0 0-3-16,0 0-3 0,27-61-2 0,-40 61 0 15,-7 3-1-15,-5 9 1 0,-1 8-1 0,3 2 0 16,-2 5 0-16,4 1 1 0,1 3-2 16,4-1 1-16,3 2 4 0,7-1-6 15,3-1 6-15,3-3-5 16,4-4 0-16,8-4 1 0,4-5 1 0,7-3 0 15,3-5 1-15,7-6 0 0,3 0 2 0,4-6-3 16,1-6 2-16,0-7-2 0,-2-2 0 0,-3-2 2 31,-3-6-7-31,-7-1 7 0,-4-5-6 16,-6-1 5-16,-7-1 1 0,-8 3-2 16,-1 2 1-16,-7 4-2 0,-9 6 2 15,-6 5-1-15,-3 5-1 0,-6 6 1 16,-3 3 0-16,-3 3-1 0,2 1 1 0,2 5-1 15,4 3 0-15,12-3 1 0,5-1-1 0,3-1 1 16,5 0-1-16,3-3 2 0,-2 2-1 16,3-3 4-16,0 0 1 0,11 0 1 15,9 0 1-15,9 0-3 16,5-6 0-16,3-6-2 0,3-3-1 0,4 0 1 16,0-2-1-16,0 2 0 0,0 2 2 0,-5 4-3 15,-1 6 0-15,-5 3 0 0,-7 5 0 0,-2 9 0 16,-5 7 2-16,-4 6-2 0,-3 7 0 15,-3 3 1-15,-3 4-3 0,-1 3 3 16,-4-1 2-16,-1-2-2 16,0-1 2-1,0-4-3-15,0-4-3 0,0-10 3 16,-1-3-1-16,-1-7 1 0,1-6 2 0,1 0-2 16,0-6 1-16,0 0 2 0,0 0-3 0,0 0 2 15,7-14-1-15,7-7-1 0,4-8 0 16,5-4 1-16,4-5-4 0,5-3 2 15,4-5-3-15,6 1 3 0,0 1 2 16,0 4-2-16,0 7 1 0,-7 10-1 16,-12 9 1-16,-3 9 1 0,-4 5-1 0,-3 10 0 15,3 10-2-15,-6 7 2 0,-3 8 0 0,-4 3 1 16,-1 3 3-16,-2 2-4 0,0-3 4 16,0 0-4-16,0-4-1 0,5-2 1 15,1-5-1-15,3-5 1 16,4-6 1-16,1-5-2 0,9-3 1 0,5-10 0 15,2 0 0-15,9-14 0 0,2-7 0 0,0-6-2 16,0-8 4-16,-2-3-2 0,-2-5-7 0,-6 2 7 31,-5 2-4-31,-7 5 2 0,-7 12 3 16,-6 8 0-16,-4 9-2 0,-2-1 0 16,0 2-1-16,-4-4-1 0,-6 1-1 15,-7 7-2-15,-7 0-4 0,-2 3-7 16,-1 7-11-16,-4 2-18 0,-3-1-44 0,-6 1-105 15,-4-4-113-15</inkml:trace>
  <inkml:trace contextRef="#ctx0" brushRef="#br0" timeOffset="15921">16997 10973 799 0,'0'0'29'0,"0"0"1"16,0 0-2-1,0 0-3-15,0 0-4 0,97-20-8 16,-29 17-4-16,11 2-4 0,12-1-3 0,5 1 0 16,2-2-2-16,2-1-1 0,-5 0-2 0,-5-1-5 15,-9 1-7-15,-15-3-11 0,-12-1-22 16,-18-3-44-16,-13-4-206 0,-17-2-20 15</inkml:trace>
  <inkml:trace contextRef="#ctx0" brushRef="#br0" timeOffset="40053.43">20178 12181 328 0,'0'0'0'0,"0"0"30"0,0 0-30 15,0 0 50-15,0 0 22 0,0 0 6 0,0 0-9 16,0 0-14-16,0 0-10 0,0 0-13 16,-23-29-9-16,22 29-6 0,1 0-5 15,0 0 0-15,0 0 3 0,0 14 0 0,8 7-3 16,1 11-1-16,-3 6-9 0,-3 6 1 16,-3 5-4-16,-2 2 1 0,-8 4 3 15,-7 0-3-15,-1-1 2 0,-3-4-5 0,-1-1-3 16,1-8-7-16,3-6-20 0,6-13-41 15,5-8-135-15,6-8-99 0</inkml:trace>
  <inkml:trace contextRef="#ctx0" brushRef="#br0" timeOffset="40636.35">22636 11682 586 0,'0'0'30'0,"0"0"2"16,-20-87-2-16,17 57-2 0,0 1 1 15,1 1-2-15,-1 10-4 0,0 0-1 16,-3 3-7-16,-4 1-2 0,-2-3-4 0,-2 4-1 31,-7 4-2-31,-3 4-3 0,-6 5-1 16,-8 4-2-16,-8 12 0 0,-7 11-1 16,-4 12 1-16,-1 6-2 0,2 10 2 0,5 4-2 15,8 3-1-15,6-1 6 0,8 0-5 16,11-6 4-16,9-4-5 0,9-6-2 15,3-7 3-15,13-6-1 0,4-8 1 0,5-7 0 16,4-8 0-16,-1-7 2 0,3-4 0 16,1-13 1-16,-1-8-1 0,1-6 1 15,-3-6 0-15,-1-4 0 0,-5-5 1 0,-4-3-4 16,-4 0 3-16,-4 1-3 0,-2 5 5 16,-4 14-1-16,-2 10 1 0,-2 11-1 15,-1 6-2-15,0-1-1 0,3 1 0 0,2 12 0 16,1 11 3-16,2 8-1 0,4 6 2 15,-2 3 2-15,3-1-4 0,0 2 4 16,2 0-5-16,0-5 0 0,1-1 0 0,2-3-1 31,-1-5-1-31,-1-4 0 0,2-3 0 16,0-5-2-16,-2-5-7 0,3-3-23 16,5-3-35-16,2-4-77 0,8 0-152 0,-6 0 6 15</inkml:trace>
  <inkml:trace contextRef="#ctx0" brushRef="#br0" timeOffset="41019.93">23030 12175 696 0,'0'0'65'15,"0"0"-10"-15,0 0-18 0,0 0-10 0,0 0-7 16,0 0-6-16,0 0-3 0,0 0-5 15,0 0-2-15,0 0-3 0,-25-20-1 16,7 40-1-16,0 8 0 0,-1 5 1 0,5 6-2 31,1 4 2-31,4 1-2 0,5-3 1 16,2-2 3-16,2-1-5 0,8-4 5 16,9-5-4-16,6-6 0 0,9-4 2 0,7-7 0 15,1-6-2-15,4-6 4 0,2 0-1 16,-1-10 1-16,0-9 2 0,-5-4-6 15,-5-4 4-15,-5-5-4 0,-7-3 3 0,-5-4 3 16,-10-5-3-16,-5-3 2 0,-3-2-2 16,-9 1 0-16,-6 5 0 0,-4 8 0 15,-6 9 0-15,-2 13-3 0,-7 10 0 0,0 3-2 16,-6 13 1-16,0 8-2 0,1 7-6 16,4 4-18-16,5 4-37 0,4 2-112 15,7 3-140-15,2-3 0 0</inkml:trace>
  <inkml:trace contextRef="#ctx0" brushRef="#br0" timeOffset="41453.4">24642 11621 597 0,'0'0'64'16,"0"0"-5"-16,0 0-17 0,0 0-12 15,0 0-11-15,0 0-8 0,0 0 3 16,0 0 4-16,0 0 0 0,0 0 1 0,84 3-4 31,-36 3-6-31,4-1-2 0,3-3-3 16,-2 0-3-16,-3 0 1 0,-6-2-2 16,-5 1 1-16,-13-1 0 0,-11 0-1 0,-7 2 0 15,-8-2 1-15,0 0 0 0,0 0 0 16,2 0 0-16,-1 0-2 0,1 0-7 15,-2 0-10-15,0 0-14 0,-2 0-29 0,-12 0-55 16,-8 0-154-16,-4 0-40 0</inkml:trace>
  <inkml:trace contextRef="#ctx0" brushRef="#br0" timeOffset="41653.28">24568 11868 650 0,'0'0'34'0,"0"0"12"15,0 0 4-15,0 0-2 0,0 0-10 16,0 0-6-16,0 0-6 0,0 0-7 0,77 35-5 31,-39-31-6-31,6-3-3 0,7-1-3 16,4 0-4-16,7-6 0 0,3 0-1 16,3-2-5-16,-3 2-14 0,-3 3-26 0,-5 3-72 15,-6 0-190-15,-7 0-23 0</inkml:trace>
  <inkml:trace contextRef="#ctx0" brushRef="#br0" timeOffset="42169.84">26247 11267 575 0,'0'0'67'0,"0"0"-10"16,32-78-13-16,-23 61-5 0,-5 6-5 16,-1 7-8-16,-3 4-3 0,0-2-6 0,0 2-6 15,0 0-3-15,-13 6-6 0,-7 11 1 16,-12 10 1-16,-4 8-3 0,-3 4 3 15,3 4-5-15,1 1-1 0,6 0 1 0,6 0-2 16,8-3 1-16,8-3 0 0,7-4 0 16,1-6 1-16,14-5 0 0,7-6 1 15,4-7 0-15,4-4 0 0,5-3 1 0,2-3 0 16,3 2 0-16,1-1 0 0,1 3-1 16,-1 2 1-16,-1 4 0 0,-4 4 0 15,-4 2 0-15,-3 3 1 0,-3 3 0 0,-5 3 0 16,-4 0 2-16,-4 3 3 0,-2 1-3 15,-5-1 3-15,-3 1-2 0,-3-1-1 16,-4-3 1-16,-9-1-1 0,-6-5-1 0,-7-1-3 31,-5-4 1-31,-5-3-2 0,-7-2 1 16,0-5 0-16,-3-4 0 0,2 0-2 16,5-2 0-16,3-8-4 0,3-3-3 0,6-4-3 15,1-1-5-15,5 1-6 0,2 0-9 16,6 4-14-16,3 2-22 0,0-3-37 15,4 5-70-15,0-6-105 0</inkml:trace>
  <inkml:trace contextRef="#ctx0" brushRef="#br0" timeOffset="42369.93">26108 11258 687 0,'0'0'39'15,"0"0"4"-15,105-26-3 0,-46 16-19 16,9-1-3-16,7 0-11 0,2 3-1 0,-2-2-3 31,-4 3-4-31,-6 1-7 0,-6 2-25 16,-6 1-69-16,-6 3-199 0,-15 0-17 16</inkml:trace>
  <inkml:trace contextRef="#ctx0" brushRef="#br0" timeOffset="42836.5">27002 11439 719 0,'0'0'55'0,"0"0"-8"15,0 0-17-15,0 0-9 0,0 0-5 0,0 0-3 16,0 0-3-16,10-81-2 0,-7 62-3 15,2 3-2-15,4-3-1 0,3 2-1 16,7 2 0-16,1 3 0 0,6-1-1 0,3 5 2 31,5 3-1-31,2 5 0 0,1 0 1 16,1 9-2-16,-2 6 1 0,-3 6-2 16,-4 7 0-16,-4 5 0 0,-6 8 1 0,-5 6-2 15,-10 3 3-15,-4 5-2 0,-6-1 0 16,-14 3-1-16,-6-4 2 0,-8 0-1 15,-7-5 0-15,-7-2 4 0,-1-7-4 0,-1-5 3 16,3-7-2-16,2-6-1 0,8-7 3 16,12-6 0-16,4-6 0 0,8-2-1 15,4-4-2-15,-1-6 1 0,8-7-1 0,2-1 1 16,12-8 1-16,4 3-6 0,5 3 4 16,4 7-3-16,4 3 3 0,1 9 1 15,3 1 2-15,4 6 2 0,2 6-5 0,3 2 6 16,-2 1-6-16,1-1 0 0,-2 0 1 15,0-2-1-15,-5-3 0 0,1-2-4 32,-3-2-11-32,0-5-28 0,0 0-56 0,1-9-206 15,0-3-19-15</inkml:trace>
  <inkml:trace contextRef="#ctx0" brushRef="#br0" timeOffset="43020.74">27857 11525 737 0,'0'0'55'0,"0"0"-5"0,0 0-10 15,0 0-11-15,0 0-13 0,0 0-7 0,0 0-4 16,0 0-6-16,0 0-1 0,0 0-8 16,40-40-22-16,-35 32-52 0,2-3-219 15,4 2-32-15</inkml:trace>
  <inkml:trace contextRef="#ctx0" brushRef="#br0" timeOffset="43521.12">28875 11371 740 0,'0'0'33'15,"0"0"3"-15,0 0 1 0,27-85-10 0,-18 66-7 16,-5 6-6-16,1-1-10 0,-2 3 2 16,-3 1-5-16,0-4 3 0,-11 3-2 15,-7 2-1-15,-8 6-2 0,-8 3 1 0,-5 11 3 16,-6 7-5-16,-1 5 3 0,0 5-2 16,1 4-2-16,4 2 0 0,8 1 0 15,9-2-4-15,5 1 3 0,12-4 0 0,5-1 0 16,2-5 2-16,13-2-2 0,8-6 0 15,3-7 1-15,3-6 2 0,2-3 1 16,0-8 2 0,0-8 0-16,-2-6-2 0,0-5 2 15,-3-1-3-15,1-3 4 0,-3 1 1 16,-3 0 1-16,-2 2 0 0,-3 2 3 16,1 5-1-16,-7 6 4 0,-2 7 0 0,-3 6-2 15,-3 2-1-15,0-2-4 0,2 2 0 16,3 12-1-16,-2 9 2 0,1 11-1 15,-1 7 2-15,-1 7-4 0,-1 6 1 0,1 5-2 16,1 2 0-16,0 4-1 0,0-2 3 16,0-5 0-16,2-5-2 0,1-7 2 15,0-8-5-15,0-11 1 0,-3-11 1 0,-1-8-1 16,-2-6 0-16,0 0-6 0,0 0-15 16,0-5-16-16,0-13-58 0,-1-12-215 15,-5-10-29-15</inkml:trace>
  <inkml:trace contextRef="#ctx0" brushRef="#br0" timeOffset="44153.43">30361 11040 610 0,'0'0'61'0,"0"0"-2"15,0 0-7-15,0 0-7 0,0 0-9 0,0 0-11 16,0 0-9-16,0 0-7 0,0 0-3 16,0-73 0-16,0 91 2 0,-4 15 0 15,-3 17 2-15,1 10 0 0,-3 11-4 0,2 9 2 16,-3 12-5-16,3 6-3 0,0 5 2 15,2 7 2-15,2 1-2 0,2-1 0 16,1 3 1-16,0-3-6 0,0-5 3 0,1-6 2 31,2-13-4-31,0-11 4 0,-1-12-2 16,0-12-4-16,0-10 1 0,-2-17-5 16,0-9-5-16,0-9-4 0,0-6-10 0,0-1-29 15,-2-14-55-15,-5-12-162 0,-2-10-50 16</inkml:trace>
  <inkml:trace contextRef="#ctx0" brushRef="#br0" timeOffset="44453.46">29893 11607 625 0,'0'0'50'0,"0"0"3"0,0 0-3 16,97-75-10-16,-60 55-10 0,7 1-5 15,8 3-4-15,7 1-4 0,5 4-4 16,4 5-4 0,-2 4-4-16,-2 2-3 0,-12 8 0 15,-6 6 0-15,-11 6 0 0,-9 2 1 16,-10 4-2-16,-9 3-1 0,-7 3 1 16,-7 1-2-16,-16-1-1 0,-10 0 1 0,-10-4-3 15,-8-3 4-15,-7-2-1 0,-3-5 0 16,3-5-2-16,0-3-3 0,6-6-6 15,6-2-4-15,5-2-9 0,7-2-12 0,2-7-31 16,6 0-65-16,5-2-163 0,6 4-8 16</inkml:trace>
  <inkml:trace contextRef="#ctx0" brushRef="#br0" timeOffset="45154.21">30781 11571 594 0,'0'0'59'0,"0"0"-7"0,0 0-5 15,0 0-7-15,7-78-7 0,-4 70-7 16,1-2-6-16,1 3-3 0,-1-1-4 15,6-1-4-15,0 1-1 0,0 1-1 0,6 2-1 16,0 5-2-16,4 0-1 0,5 2-2 16,-2 10 0-16,-1 6-1 0,-2 5 0 15,-3 6 2-15,-1 3-3 0,-6 3 1 0,0 1-3 16,-7-1 2-16,-1 0 0 0,-2-2 1 16,-3-4 0-16,-6-1 1 0,-1-6 2 15,0-2-3-15,0-7 4 0,3-2-5 0,1-3 1 16,3-5 1-16,1 0 0 0,2-3 1 15,0 0-6-15,0-12 4 0,11-6-5 16,4-12 4 0,6-1 1-16,5-6-2 0,4-2 4 15,1-2-3-15,2 0 1 0,-1 6 0 16,-2 8-2-16,-1 8 1 0,-5 12 3 16,-1 7 0-16,-3 4 0 0,-2 15 1 0,-2 5-2 15,-1 5-1-15,-5 1 0 0,-3 2 0 16,0 0-1-16,-3-4 1 0,-1 0 1 15,-3-8 0-15,0-2-2 0,0-7 1 0,0-6-3 16,0 2 3-16,0-7 1 0,0 0 1 16,0 0 2-16,0 0-1 0,0 0-3 15,3-3 0-15,3-13 0 0,5-8-1 0,6-11 4 16,3-3-4-16,4 0 1 0,3 1-1 16,0 3 0-16,2 8 0 0,0 9 0 15,-2 10 0 1,2 7 0-16,-3 6 1 0,0 14-1 0,-4 7 3 0,-2 6 1 0,-3 5 1 15,-5 2 1-15,-5-1 0 0,-1 1-1 16,0-4-1-16,-2-2 2 0,-1-2-4 0,1-7 4 31,-1-6-5-31,2-4 0 0,-4-5 0 16,1-5-2-16,-1 0 2 0,-1-5 1 16,0 0-2-16,0 0-1 0,7 0-6 0,2-7-9 15,1-8-11-15,3-8-29 0,-3 2-93 16,-3-3-168-16,1 3-19 0</inkml:trace>
  <inkml:trace contextRef="#ctx0" brushRef="#br0" timeOffset="64670.97">5680 13869 628 0,'0'0'49'0,"0"0"-3"0,-74-80-7 16,48 55-5-16,0 4-7 0,3 4-7 0,-3 7-3 15,0 5-7-15,-3 5-4 0,0 10-3 0,-1 9-2 16,-2 10-2-16,0 7 1 0,0 7 3 15,2 4-3-15,2 3 3 0,7 2-7 16,6-2 1-16,8-3 0 0,5-5-1 16,2-4 5-16,9-8-4 0,6-7 2 15,3-7 1-15,4-12 1 0,5-4 1 0,0-15 2 16,3-9-2-16,-1-8-1 0,0-6 1 0,-3-5-3 16,-2-1 5-16,-5-3-1 0,0 0-4 15,-5 2 4-15,-5 5-4 0,0 7 6 16,-5 12 2-16,-1 8 1 0,-1 9-3 15,-2 4-1-15,0 0-4 0,2 13 2 16,1 12 6-16,0 7-4 16,0 4 4-16,1 2-5 15,1 1-2-15,1-1 0 0,2 0-2 0,2-3 0 16,2-1 0-16,5-4 1 0,1-4-1 16,-1-5 1-16,3-4 0 0,-7-7-2 15,3-2-2-15,-7-5-8 0,1-3-20 16,10 0-45-16,-8-3-160 0,5-2-83 15</inkml:trace>
  <inkml:trace contextRef="#ctx0" brushRef="#br0" timeOffset="65058.86">6131 14382 784 0,'0'0'47'0,"0"0"-13"0,0 0-8 16,0-79-7-16,0 66-4 0,-3 0-4 31,2 4-1-31,-2 6-4 0,-3 2-3 16,-7 1-1-16,0 11-4 0,-6 11 2 16,0 8-1-16,-1 8 2 0,3 6-4 0,1 2 4 15,3 3 3-15,3 1-6 0,2-2 6 0,4-1-4 16,4-4-2-16,3-4 2 0,9-4-3 15,6-6 1-15,5-6 1 0,5-7 2 16,5-8-1-16,3-8 1 0,2-5 1 16,4-12-2-16,1-5 3 0,-4-7-1 15,-4-3 0-15,-9-3 0 0,-3-2 2 16,-10-3-1-16,-7 1-5 0,-6-3 3 0,-4 6-5 0,-11 3 4 16,-8 7 0-16,-3 4 0 0,-3 10-1 15,-7 8-1-15,-2 4-1 0,-5 8 1 16,1 8-3-16,3 7-2 0,0 6-9 15,6 3-26-15,1 4-46 0,7 3-145 16,2 0-90-16</inkml:trace>
  <inkml:trace contextRef="#ctx0" brushRef="#br0" timeOffset="65386.8">7641 13927 847 0,'0'0'11'0,"0"0"9"0,0 0 4 16,0 0-2-16,0 0-2 0,0 0-7 16,0 0-5-16,0 0-1 0,0 0-3 15,0 0 0-15,-57-9 1 16,76 9 1-16,16 0-2 0,14 1 2 0,6-1-3 0,7-3-2 0,-1-3 0 15,-2-2-5-15,-7 1 5 0,-8 1-6 16,-15 1 5-16,-6 2-1 0,-9 2-2 31,-10 1 0-31,2 0-6 0,-6 0-4 16,0 0-18-16,-13 3-21 0,-3 6-58 16,-10 3-171-16,0 0-38 0</inkml:trace>
  <inkml:trace contextRef="#ctx0" brushRef="#br0" timeOffset="65554.17">7471 14305 853 0,'0'0'49'16,"0"0"-5"-16,0 0-17 0,97-47-10 0,-49 33-7 0,6 0-5 16,-1 5-2-16,2 2-4 0,-6 2-3 15,-1 0 0-15,-3 4-12 0,-2 1-19 16,-4-2-62-16,0 1-217 0,-7-6-28 15</inkml:trace>
  <inkml:trace contextRef="#ctx0" brushRef="#br0" timeOffset="66119.89">9408 12706 749 0,'0'0'36'0,"0"0"2"15,0 0-6-15,0 0-6 0,0 0-7 16,0 0-4-16,0 0-4 0,0 0-1 31,0 0-5-31,-25 111-1 0,25-64-2 16,4 6-1-16,1 6-1 0,-1 6 2 16,-1 4 1-16,0 4-2 0,-1 1 3 0,-2 2-3 15,0-1-1-15,0-6 0 0,0-5-2 0,0-11 2 16,0-10-2-16,0-16 4 0,0-12-1 15,0-8 0-15,0-7 3 0,0 0 0 16,4-10-1-16,7-11 0 0,1-12-2 16,8-12 0-16,2-2 1 0,1-1-1 15,3 1 0-15,3 3-2 0,1 6 2 0,1 6-2 16,-1 9 1-16,3 9 0 0,-2 10-2 0,-1 4 2 16,-4 9-1-16,0 11 1 0,0 7 0 15,-4 5 1-15,-2 8-1 0,-3 3 1 16,-2 6-2-16,-1 3 2 0,-4 0-1 15,-2-1 0-15,-2-5-1 0,-2-7 1 16,-4-11-1-16,4-6 0 16,-4-8 0-16,0-8 0 15,0 0 0-15,0-6-2 0,0 0-8 0,0 0-19 16,0-9-43-16,-4-9-137 0,-3-13-108 16,1-6-8-16</inkml:trace>
  <inkml:trace contextRef="#ctx0" brushRef="#br0" timeOffset="66504.52">9992 12683 620 0,'0'0'63'0,"0"0"-9"0,0 0-10 0,36-80-6 0,-26 65-7 0,2 1-6 15,4 5-11-15,0 2 4 0,4 5-7 16,1 2-4-16,0 9 3 0,2 6-9 31,0 5 1-31,-3 3-1 0,-4 4-1 16,-4 5 1-16,-1 3-2 0,-9 3 0 16,-2 4-1-16,-6 2 1 0,-10 1-1 0,-1-2 2 15,-8-1-2-15,2-6 1 0,-1-4-2 0,3-6 2 16,2-5 0-16,8-7 1 0,2-7 1 15,8-4-1-15,1-3 0 0,0 0 0 16,11 0 1-16,10 0 1 0,9-3-2 16,9-1 2-16,0-1-2 0,3 0-1 15,1 2 0-15,1-1 0 0,-2 2-3 0,-2-2-12 16,-2 2-22-16,-2 1-36 0,-4 1-99 0,0 0-135 16,-9 0 9-16</inkml:trace>
  <inkml:trace contextRef="#ctx0" brushRef="#br0" timeOffset="67186.63">11557 13089 632 0,'0'0'64'0,"0"0"-7"15,0 0-10-15,0 0-10 16,0-84-8-16,-2 65-9 0,-4 2-3 0,-2-4-4 0,-4 6-4 0,-4 3-1 15,-7 4-3-15,-4 4-2 0,-7 4 0 16,-5 5-1-16,-4 10-2 0,0 5 0 31,-4 7-1-31,1 4 1 0,1 2 0 16,8 4 0-16,5-2-1 0,10 1 1 16,8-1 4-16,8-2-4 0,6-1 4 0,9-3-4 15,9-3-1-15,7-2 1 0,5-4 0 0,3-3 0 16,4-7 1-16,2-2-1 0,-3-7 1 15,4-1-1-15,-4 0 1 0,-2-9 2 16,-4-1-2-16,-1-3 0 0,-6 1 0 16,-5 3-1-16,-4 2 2 0,-5 2 1 15,-6 2 0-15,1 2 0 0,-4 1 0 0,0-2-4 16,0 2 2-16,-6 0-1 0,-11 9 0 0,-8 4 1 16,-4 4-2-16,-4 3 0 0,-3 5-1 15,-2 2 2-15,2 1-1 0,3 4 1 16,2 2-2-16,4 1 2 0,8-2-2 15,6-1 1-15,7-2 0 0,6-2 2 16,2-2-2-16,11-4 1 16,10-2 0-16,3-4-2 15,7-3 3-15,2-4-1 0,6-3 1 0,0-3 1 16,0-3-1-16,-2 0-2 0,-4-3 2 16,-5-1-2-16,-8-1 1 0,-11 2 0 15,-4 1-4-15,-7 2-5 0,0-1-15 16,0 1-27-16,2 0-43 0,-1 0-109 15,-1 0-107-15</inkml:trace>
  <inkml:trace contextRef="#ctx0" brushRef="#br0" timeOffset="67586.81">11817 13779 702 0,'0'0'50'0,"0"0"1"16,0 0-7-16,0 0-11 0,0 0-9 16,0 0-6-16,0 0-4 0,0 0-3 0,0 0-4 15,19-77-2-15,-19 77-3 0,0 0-3 0,-2 0 0 16,-9 7 1-16,-8 9 0 0,1 8-1 15,-2 5 1-15,0 3 0 0,4 1 0 16,2 2 4-16,4-1-5 0,4-3 4 16,6 0-4-16,0-4-1 0,7-3 1 15,9-4 0-15,3-3 2 0,7-7-1 16,4-3 1-16,3-6 0 0,2-1 0 0,0-9 1 0,-1-6-1 16,-2-4 0-16,-7-2 2 0,1-3-2 15,-4-5 0-15,-8-1-4 0,-4-3 0 16,-7 1-1-16,-3 1 4 0,0 7-1 15,-14 4 1-15,-4 6-2 0,-9 10-2 16,-7 4-6-16,-7 11-15 0,-9 8-51 16,-6 9-147-1,-6 0-100-15</inkml:trace>
  <inkml:trace contextRef="#ctx0" brushRef="#br0" timeOffset="68070.82">9269 14343 627 0,'0'0'45'0,"0"0"-6"31,0 0-6-31,0 0-8 0,0 0-2 16,0 0-2-16,0 0 3 0,0 0 1 16,0 0-1-16,42 19-4 0,-3-8-6 0,9 0-2 15,12-1-4-15,13-1 0 0,15 0-2 0,16 1-1 16,16-3-1-16,17-1-1 0,20-1-2 15,16-2 0-15,15-2-1 0,17-1 0 16,5 0 0-16,7-5 0 0,-1-5 1 16,-5 3 0-16,-9-3 1 0,-14 1 0 15,-15 0 5-15,-19 0 2 0,-24 1 2 16,-24 1-1-16,-23 1-3 0,-23 0-2 0,-26 3-5 0,-15 0 0 16,-12 3 0-16,-7 0 0 0,0-5 0 15,0 2 0-15,-4-4 0 0,-3 0 0 16,3 4 0-16,-7 1 0 0,7 0 0 15,-2 0-4-15,1 2-23 0,-1 0-18 16,0 0-55-16,3 4-162 0,-6-4-71 16</inkml:trace>
  <inkml:trace contextRef="#ctx0" brushRef="#br0" timeOffset="68837.57">9228 15234 604 0,'0'0'63'0,"0"0"-6"0,0 0-8 16,0 0-14-16,0 0-6 0,0 0-15 0,0 0 2 16,0 0 5-16,0 0-4 0,0 0 0 15,45-19-2-15,13 19-8 0,16 0 3 16,14 0-3-16,13-6-2 0,6 2-1 16,3-2-2-16,-7 0-1 0,-9 1-1 0,-10 0-1 15,-15 2 2-15,-14-1-1 16,-10 3 2-16,-19-2-2 0,-10 3 0 0,-12 0-2 0,-4 0-3 15,0-2-3-15,-20-1-6 0,-6 0-13 16,-9-2-16-16,-5 1-32 0,-5-1-62 31,0 0-154-31,-4 3-16 0</inkml:trace>
  <inkml:trace contextRef="#ctx0" brushRef="#br0" timeOffset="69086.7">9615 15150 773 0,'0'0'48'0,"0"0"-8"0,0 0-9 16,0 0-7-16,0 0-8 0,0 0-4 16,0 0 1-16,0 0-1 0,0 0-5 0,-3 94 2 15,3-44-3-15,0 5-5 16,-3 7 4-16,1 5-5 0,2 5 0 0,0 0-2 0,2 0 1 16,2-4 4-16,2-6-3 0,1-7 5 15,-1-9-5-15,0-10-1 0,-2-12 0 16,-1-6-1-16,1-7 0 0,-2-5 0 15,1-3-2-15,-3-3-5 0,2-1-8 0,3-12-16 16,-1-9-23-16,3-7-42 16,1-8-84-16,-4-4-129 15</inkml:trace>
  <inkml:trace contextRef="#ctx0" brushRef="#br0" timeOffset="69319.87">9905 15317 792 0,'0'0'52'15,"0"0"-8"-15,0 0-8 0,0 0-6 0,0 0-11 16,0 0-5-16,0 0-5 0,0 0-4 16,0 0-1-16,0 0 1 0,6 0-1 15,0 29 0-15,1 11-2 0,-1 7 1 16,-1 3-3-16,0 4 0 0,-1 4-3 16,1-2 6-16,-1-1-7 0,3-4 8 0,0-4-4 15,-1-4 0-15,3-7 0 16,0-6-11-16,-1-2-6 0,1-10-11 0,1-1-21 0,3-2-36 15,-4-4-101-15,5 1-131 0,-2-4-3 16</inkml:trace>
  <inkml:trace contextRef="#ctx0" brushRef="#br0" timeOffset="69953.19">10354 16219 754 0,'0'0'51'0,"0"0"2"0,0 0-13 16,0 0-12-16,0 0-10 0,0 0-4 0,0 0-4 15,0 0-2-15,0 0-1 16,-14 10-2-16,13-10 0 0,-1 0 0 0,1 2 1 0,1-2 0 16,-3 0-2-16,3-6-1 0,0-13-1 15,6-9-3-15,4-13 2 0,3-5 0 16,3-7 2-16,4-6-3 0,1-11-5 15,0-10 3-15,1-8-1 0,-2-6 2 0,-1-1 2 16,0 6-2-16,-5 12 1 16,-2 13 0-16,-1 17-3 15,-5 18 3-15,-1 13-3 0,-4 11 3 16,-1 5 0-16,0-2-1 0,0 2 0 16,0 0-1-16,0 0 5 0,0 7-2 15,-4 10 3-15,-4 8-4 0,4 4 0 16,-3 2-2-16,7 6 0 0,0 2 4 0,4 2-4 15,5 0 2-15,1 2-1 16,7-4-2-16,-2-1 1 0,2-4 1 0,1-4 0 0,-3-6 2 16,0-7-2-16,-2-5-1 0,0-9 2 15,4-3 1-15,1-11 2 0,5-10 1 16,0-9-1-16,-3-8-2 0,2-8-1 16,-2-4 0-16,-1-4 2 0,3 2-1 0,-1 2 1 15,2 6-2-15,-2 7-3 16,-1 10 3-16,-7 9-3 0,-5 7 5 0,-3 8-1 0,-5 3-1 15,0-1 0-15,0 1 2 0,4 0 2 16,2 6-2-16,6 9 3 0,-1 8-5 31,-1 7 0-31,-2 5 0 0,0 5 0 16,1 2 0-16,0 3 0 0,0 1 0 0,2 0 0 16,-1-4 0-16,3-4 0 0,-3-8 0 0,5-4-3 15,-3-8 2-15,-1-6 1 0,-4-2-2 16,3-6-4-16,-1-4-7 0,4 0-5 15,1-6-12-15,1-7-22 0,-1-4-53 16,-4-6-204-16,0 0-23 0</inkml:trace>
  <inkml:trace contextRef="#ctx0" brushRef="#br0" timeOffset="70736.47">12012 15299 629 0,'0'0'68'0,"0"0"-5"16,0 0-10-16,0 0-15 0,0 0-10 16,0 0-6-16,0 0-5 0,0 0-4 0,0 0-2 15,0 0-3-15,16-8 0 0,-7 2-2 16,4-3-2-16,4-3-1 0,6-2-6 0,-1-1 4 16,4-1-4-16,3-6 4 0,0 0 0 15,3-8-1-15,-1-3 0 0,1-4 0 16,-3-6 1-16,-1 0 0 0,-7 4 2 15,-6 2-3-15,-6 13 4 0,-4 10-3 0,-5 4 0 16,-4 4 2-16,-11 1-1 0,-9 3 0 16,-8 4 0-1,-4 15 0-15,-3 7-5 0,-3 7 3 16,1 5 0-16,4 3 0 0,2 5 0 16,5 1 0-16,4 2 3 0,4-2-3 15,10 0 3-15,5 1-4 0,7-3 2 16,7-4 0-16,11-3-2 0,8-4 1 0,6-4-1 15,5-6 2-15,8-3-1 0,0-7 1 16,4-5-1-16,0-3 0 0,-4-4-2 0,-3-4 1 16,-3-5-4-16,-6-5-8 0,-4-1-17 15,0-1-35-15,-6-4-97 0,3-1-155 16,-4-8-13-16</inkml:trace>
  <inkml:trace contextRef="#ctx0" brushRef="#br0" timeOffset="71136.7">12877 14770 776 0,'0'0'55'0,"0"0"-6"16,0 0-10-16,0 0-10 0,71-83-7 0,-47 74-5 15,7 3-4-15,2 4-3 0,3 2-1 16,3 5-5-16,0 6-4 0,-3 4 0 15,-1 3 0-15,-3 5 0 0,-5 4 0 16,-4 4 0-16,-4 5 0 0,-10 5 0 16,-6 4 0-16,-3 2 0 0,-16 4 0 0,-7-1 0 15,-8-3-3-15,-5 0 3 0,-4-4-5 16,1-3 4-16,1-3-3 0,6-7 1 0,6-3 2 16,8-10 0-16,9-6 1 0,7-4-1 15,4 1 3-15,16 1 0 0,10-1 2 16,15-4-1-16,14-4 1 0,9 0 0 15,10-1-4-15,9-2 0 0,5 0 0 0,2 1 0 16,-1 0 0-16,-4-1 0 0,-13 2 0 16,-12-1 0-1,-16 1 0-15,-16 0 0 0,-15-1 0 16,-9 2 0-16,-6 0-19 0,-3-3-22 16,-10-2-50-16,-13 2-228 0,-13 2-25 15</inkml:trace>
  <inkml:trace contextRef="#ctx0" brushRef="#br0" timeOffset="71936.64">10971 16302 705 0,'0'0'48'0,"0"0"-9"15,0 0-6-15,0 0-6 0,0 0-4 16,0 0-2-16,0 0-2 0,0 0-7 16,0 0 0-16,17 40-6 0,-11-17-1 0,0 5 0 15,-5 1 0-15,-1 6-2 0,0 5 0 16,-4 2 4-16,-3 3-7 0,1 6 6 0,3-5-5 16,3 5-1-16,0-3 3 0,10 1-4 15,8-8 2-15,9-5-2 0,8-4 0 16,14-11 2-16,12-7 2 0,15-6-1 15,18-8-1-15,18-12-1 0,15-11-1 0,20-7 4 16,14-5-3-16,11-3 0 0,6 0 0 16,0 1 0-1,-3 4 0-15,-8 3 2 0,-12-1-3 16,-13 5 3-16,-16 4-2 0,-18 4 0 16,-21 1 1-16,-21 6 1 0,-18 0-1 15,-19 5 6-15,-15 4 2 0,-8 2-2 16,-6 0-4-16,0-7-3 0,0-2 0 0,-1-3-3 15,-5-2 2-15,0 8 0 0,-1 0 2 16,1 0-1-16,3 3 4 0,-4-3-4 0,4 3-4 16,-5-3-1-16,-4-8 1 0,5 0-2 15,-9-2 0-15,4-1-1 0,-2-1-1 16,-2 1 3-16,-4 0 1 0,-1 2 2 16,-2 2 1-16,-1 2 0 0,-1 3 1 0,8 1 2 15,4 4-1-15,7 1-1 0,6 2 1 16,-3 0-1-16,-1 0 1 0,-1 0 0 0,2 7 2 15,5 6 1-15,11 4 1 0,10 5-2 16,3 3 1-16,6 0-1 0,1 3-1 31,-1-1 3-31,0 4-4 0,-5 0 3 16,-1 1-6-16,-7 2 2 0,-6-1-1 0,-3 2-1 16,-7 2 2-16,-3 2 0 0,-7 1 2 15,-12 2-2-15,-5-4 2 0,-8-3-4 0,-6-3-1 16,-2-8-5-16,-5-6-2 0,4-4-15 15,11-6-27-15,4-8-96 0,10-5-174 16,0-15-24-16</inkml:trace>
  <inkml:trace contextRef="#ctx0" brushRef="#br0" timeOffset="72519.92">14361 16572 655 0,'0'0'59'15,"0"0"0"-15,0 0-9 0,0 0-12 0,0 0-12 16,12-80-2-16,0 67-13 0,4 2 4 15,0 3-2-15,6 5-4 0,2 3-1 16,6 0-3-16,4 11-2 0,0 5-3 31,3 6 4-31,-1 3-5 0,-3 5 4 16,-1-2-2-16,-6 2-2 0,-4 1 0 0,-6-2 0 16,-5-2-2-16,-8-1-1 0,-3-3 1 15,0-10-1-15,-6-2 2 0,1-3 1 0,-4-8 0 16,-3-4 0-16,-1-12 1 0,3-10-1 15,4-6 1-15,6-7 3 0,2-7-3 16,11-6-3-16,8-2 5 0,5-2-6 16,6 3 5-16,4 7 0 0,1 8-3 0,3 11 2 15,-2 7 0-15,1 8-3 0,-3 9-1 0,-1 3-6 16,-6 1-12-16,-3 11-18 0,-5 5-30 16,-3 3-69-16,-3 4-167 0,-6-6-6 15</inkml:trace>
  <inkml:trace contextRef="#ctx0" brushRef="#br0" timeOffset="72903.09">15389 16767 675 0,'0'0'23'0,"0"0"8"0,0 0-1 0,0 0-3 15,0 0-6-15,0 0-9 0,0 0-1 0,0 0-3 16,0 0-4-16,46-84 1 0,-24 71-4 16,1-3-1-16,0 0 1 0,2-3-1 15,2-3 0-15,-1-3-5 0,0-6 7 16,-4 0-4-16,-5-2 6 0,-5 4 6 16,-5 8-2-16,-4 3 7 0,-3 6 1 0,0 2-2 15,-9-2-4-15,-4 7-7 0,-10 3-1 0,-6 2-2 16,-4 12 0-1,-5 9 1-15,-2 6 0 0,-1 5 4 16,4 6-7-16,3 1 5 0,7 4-6 0,8 1-1 16,5-2 2-1,11 1-2-15,3-4 3 0,13 0-2 16,11-4 3-16,13-7-3 0,9-6-1 0,10-7-7 16,9-11-9-16,9-4-6 0,7-4-12 0,7-11-37 15,5-7-47-15,-1-5-73 0,1-2-49 16</inkml:trace>
  <inkml:trace contextRef="#ctx0" brushRef="#br0" timeOffset="73736.78">16603 16565 698 0,'0'0'77'0,"0"0"-23"0,0 0-17 15,0 0-8-15,0 0-14 0,0 0 1 0,0 0-9 16,0 0 4-16,0 0-3 0,-76-71-1 16,57 69-2-16,-7 2-3 0,-1 0 2 15,-4 9-6-15,-4 8 6 0,-5 1-6 16,-8 5 2-16,0 2 0 0,-1 4-1 15,3 2 1-15,3 4-1 16,5 1 1-16,9 2-2 0,8 0 0 0,9 0 2 0,9-2 0 0,3-5-2 31,13-5 2-31,9-8-3 0,7-7 4 16,7-8-1-16,4-3 2 0,9-14-2 16,3-7 0-16,1-10 2 0,0-3-1 15,-1-6 1-15,-7-2-1 0,-2-4 1 16,-7-3-4-16,-5-9-3 0,-8-5 5 0,-6-7-3 15,-7-6 6-15,-5-6 1 0,-5-3-3 0,-3 1 2 16,-7 4-3-16,-2 10 3 0,-2 14-3 16,2 14-2-16,3 14 4 0,3 15-5 15,5 8 5-15,1 5-3 0,-2-2 0 16,2 2 0-16,-3 0-1 0,0 8 6 16,0 9-5-16,1 10 5 0,2 8-3 0,0 8-3 15,2 8 2-15,1 7-3 0,0 6 3 0,0 4-2 16,0 0 1-16,-1 2 4 0,2 2-6 15,2-4 4-15,2 0-2 0,6-5-2 16,2-6 2-16,4-2-4 0,3-8 4 31,5-6-2-31,2-8 0 0,5-9 4 16,-1-5-3-16,4-12 0 0,1-7 2 0,3-3-1 16,-3-12 1-16,-1-8 3 0,-2-6-1 15,-1-4-1-15,-3-3-1 0,-4-4 0 0,-2-1-1 16,-4 0 5-16,-2-1-4 0,-5 0-3 15,-4 6 6-15,-2 1-5 0,-3 11 7 16,-5 10-2-16,1 8 1 0,-2 6-4 16,0-1 0-16,0 1-2 0,0 0 0 0,0 0 1 15,-6 14-1-15,-4 6 6 0,0 10-5 0,2 0 7 16,5 0-7-16,2 2 0 0,1-2 1 16,0-1-1-16,6 2 2 0,4-2-2 15,3-2 1-15,1-4-4 0,5-2 3 16,2-3 0-16,2-7 1 0,1-6 0 15,1-5 0-15,1-4 1 16,-3-8-2-16,2-9 2 0,1 0-1 0,-3-7 1 0,1-4 1 0,-2-1 1 31,1 1-3-31,-1 1 1 0,-2 8 0 16,0-2 1-16,-3 7 1 0,-5 7-1 16,-6 4 2-16,-2 5-3 0,-4 2 1 15,3 0-1-15,6 3-1 0,1 10 1 16,5 3-1-16,-3 6 0 0,2 2-1 0,0 1 0 15,-1 4 2-15,3-1-4 0,0-1 4 16,1 0-2-16,4 2-1 0,2-3-1 0,0 0-3 16,1-5-7-16,1-5-10 0,-2-2-23 15,5-8-39-15,-3-6-119 0,4-3-117 16</inkml:trace>
  <inkml:trace contextRef="#ctx0" brushRef="#br0" timeOffset="74686.66">18300 16448 625 0,'0'0'56'0,"0"0"4"0,0 0-9 0,0 0-12 16,32-79-12-16,-31 73-8 0,0 1-2 0,-1 5-4 15,0 0-1-15,0 0-5 0,-1-3-2 16,-12 3-3-16,-10 0-2 0,-6 11 0 15,-3 6 1-15,0 5-2 0,2 6 1 16,1 5 5-16,3 5-7 0,4 3 4 16,3 2-4-16,6 4 0 0,5-5 3 0,6 5-3 15,2-4 2-15,12-2-2 0,4 0 2 0,7-6-2 16,7-8 2-16,6-7 1 0,7-8-1 16,5-6 1-16,6-6-1 0,4-3 0 15,2-16 1-15,3-3 0 0,-3-6-2 16,-3-5 1-16,-1-2 0 0,-5-1 1 15,-5-4 0-15,-4 1 1 16,-6-2-1-16,-7-3-3 0,-4 0 6 0,-8 3-5 0,-6 6 6 0,-3 11 1 31,-7 4 2-31,-1 9-2 0,0 2 0 16,-7-3-1-16,-6 6-6 0,-6-1 1 16,-2 5 0-16,-5 2-1 0,0 3 1 15,0 8-1-15,2 4-1 0,1 3 0 16,5 8-1-16,1 2 7 0,3 7-5 0,4 3 4 15,3 2-2-15,4-1-3 0,3 0 0 0,1-3-1 16,11 0 1-16,5-1 0 0,8-3-1 16,9-5-2-16,8-7-1 0,10-5 1 15,9-6-1-15,7-5-1 0,5-4-1 16,4-7 0-16,0-6 5 0,1-7 2 16,-4-3 2-16,-3-3 0 15,-3 1 0-15,-10-2 1 0,-3 0-1 0,-9 2 4 0,-8-1 0 0,-10 3 1 16,-7 4 3-16,-10 5 2 0,-6 4 0 15,-5 2-1-15,0-4-4 0,-12 1-2 16,-4-5-2-16,-3 6 1 0,-4 4 1 31,-1 1-4-31,-2 3 0 0,-2 2 1 16,1 0 0-16,0 7-1 0,-1 3 2 0,-1 4-4 16,0 1 2-16,0 5-2 0,1 4-1 0,4 2-1 15,2 3 3-15,5 1-1 0,4-1 0 16,6 0 0-16,7-2 0 0,0-1 0 15,12-5 2-15,6-5 1 0,7-4-1 16,5-12 0-16,5 0 0 0,1-11 2 16,4-6-2-16,1-5 2 0,-2-4 0 0,-1-3 0 15,-3-5-1-15,-3 0 1 0,-1-7-3 0,-8-5 3 16,0-6 1-16,-6-10-6 0,-5-9 5 16,-5-8-4-16,-4-9 0 0,-3-3 6 15,0-3-4-15,-9 2-1 0,-1 9 2 16,-3 12-3-16,0 11 5 0,0 16 1 15,3 17-1-15,4 12 1 16,5 9-3-16,1 6-2 0,-5 0 1 0,-4 5-3 0,-2 11 2 0,0 13 0 31,1 9 3-31,5 11 2 0,4 7-4 16,1 6 2-16,0 9-4 0,6 5-2 16,4 5 4-16,3 2-2 0,7 2 1 15,4 0 3-15,10 0-3 0,6-3 1 16,9-3-8-16,5-3-6 0,5-6-11 0,4-13-22 15,2-8-40-15,1-17-128 0,0-14-116 0</inkml:trace>
  <inkml:trace contextRef="#ctx0" brushRef="#br0" timeOffset="75870.17">20842 16434 701 0,'0'0'40'0,"0"0"-4"16,0 0-4-16,77-45-5 0,-31 25-2 15,6 2-8-15,4 4-4 16,2 4-4-16,-2 6-5 0,-2 4-1 0,-9 8-3 0,-6 7-1 0,-5 5-1 31,-10 4 2-31,-6 4-3 0,-7 3 2 16,-7 3 5-16,-4 1-7 0,-1-2 6 16,-10-3-5-16,0-3 1 0,-5-5 1 15,1-2-1-15,3-8 2 0,1-3-2 16,4-3 0-16,4-4 2 0,-1 0-1 0,4-2 0 15,0-1 1-15,5-14 0 0,9-6-2 0,9-11 4 16,6 0-1-16,5-9-5 0,8-3 5 16,4-2-4-16,2 1 3 0,3 4 1 15,-3 9-2-15,-2 11-1 0,-5 11 1 16,-8 10 0-16,-4 4-2 0,-8 15 3 16,-6 10-1-16,-5 5-2 0,-6 5 2 15,-4 4 5-15,0-1-6 0,-1-1 7 0,-7-3-5 0,-1-4-3 16,-3-6 5-16,0-2-4 0,-1-6 0 15,5-9 2-15,2-4-2 0,4-4 2 16,2-3 0-16,-3 0 1 0,1-12-1 31,2-9 1-31,0-10-3 0,13-5 2 16,3-5 0-16,7-6-4 0,3-4 5 0,3-3-4 16,1 4 3-16,3 6 1 0,-1 9-1 15,0 11 2-15,-2 10-3 0,-1 14 0 0,-3 3 0 16,-1 14 0-16,-5 7 0 0,2 5 0 15,-1 3 1-15,-2 3-2 0,3 0 1 16,-1 1 3-16,1 2-6 0,4-3 8 16,0-1-5-16,2-6-3 0,1-3 3 15,2-6-2-15,1-4-3 0,6-5-2 0,4-6-3 0,3-4-3 16,5-6 2-16,3-9-1 0,1-6 0 16,0-10 4-16,-1-4-1 0,-5-8 0 15,-3-3 9-15,-6-1-3 0,-6 3 3 16,-5 6 6-16,-8 7-1 0,-9 11 8 15,-2 3 1-15,-6 7 3 0,-1 6 0 16,-1-1-2-16,-1-1-3 0,0 2-5 0,-4-5 0 0,-7-2-2 31,-3 2-1-31,-3 0-2 0,-8 4-2 16,-2 5-1-16,-7 2 0 0,-2 11 0 16,-3 7 0-16,-4 6-1 0,2 4 0 15,4 5-1-15,2 5 2 0,4 1 2 16,10 1-3-16,5 0 5 0,9-3-7 0,7-4-1 15,4-7 1-15,12-5-2 0,4-6 2 0,5-7 2 16,4-5 1-16,1-5 2 0,4-3 1 16,-1-9-1-16,-1-5-1 0,-2-2 2 15,-3-9-2-15,-1-3-2 0,-3-3 5 16,-1-4-6-16,-4-3 5 0,-1 2 1 16,-4 5-1-16,-3 9 3 0,-1 10-1 15,-5 5-2-15,-3 5 0 0,2 2-4 0,-3 3 2 0,0 11-1 16,0 9 2-16,0 9-1 0,3 3 2 15,0 4 4-15,3 2-8 0,5 1 8 16,4-4-8-16,4 0 1 0,4-6 0 31,3-3-2-31,4-8 3 0,2-1-5 16,3-8-5-16,-1-3-18 0,0-5-38 0,-1-1-116 16,-1-9-137-16,-5-9-11 0</inkml:trace>
  <inkml:trace contextRef="#ctx0" brushRef="#br0" timeOffset="76269.88">23860 16260 709 0,'0'0'54'0,"0"0"1"16,0 0-13-16,0 0-9 0,0 0-11 15,0 0-7-15,0 0-4 0,0 0-6 16,-9-81-3-16,-13 78-2 0,-10 3-1 15,-6 6 1-15,-3 10 0 0,-1 2-1 16,0 3-1-16,8 5 0 0,3-1-2 0,9 2 2 0,4-4 0 31,7 2 0-31,8-2-1 0,3-4 2 16,8 1 1-16,9-1 0 0,9-1 6 16,3 0-7-16,6-1 8 0,0-1-8 15,3 0 1-15,0-3 2 0,-2 2-3 16,-2 0 2-16,-4-1-2 0,-4 3 1 0,-4-2 1 15,-8 2 0-15,-2-7 0 0,-7 4-1 16,-5 0 0-16,-4-1 1 0,-13 6 1 0,-8-6 0 16,-6 1-3-16,-10-6 1 0,-5-5-2 15,-4-3-1-15,-2 0 0 0,2-8 1 16,4-3-3-16,5-2-3 0,4-4-8 16,6-3-9-16,9 0-15 0,5 2-21 15,5-3-51-15,7 7-85 0,5-1-107 0</inkml:trace>
  <inkml:trace contextRef="#ctx0" brushRef="#br0" timeOffset="76671.09">24438 16163 747 0,'0'0'66'0,"0"0"-13"0,0 0-16 16,0 0-13-16,0 0-9 0,0 0-8 16,13-79-4-16,-30 77 0 0,-8 2-1 15,-14 6-2-15,-1 6 0 0,-4 7-4 0,0 2 2 0,3 5 0 16,5 4 2-16,5 3-2 0,8 2 2 16,9 2-3-16,8-2 2 0,6 1-1 15,6-1 2-15,13 2 5 0,7-1-6 16,6-1 6-16,5-1-7 0,6-2 2 15,2-1 0-15,4 0-2 0,-2-4 2 16,-3-4-1-16,-6-1 1 0,-7-1 3 0,-12-7-3 0,-8-5 0 31,-10 2 0-31,-4-1-1 0,-12 4 2 16,-13 0 1-16,-6-7-1 0,-9-7-1 16,-4 0 0-16,-1-6-5 0,0-4 2 15,3-2-6-15,2-2-11 0,6-3-18 16,5 1-46-16,3-6-154 0,4 2-88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5T02:46:55.2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16107 7482 118 0,'0'0'26'16,"0"0"4"-16,0 0 1 0,0 0-1 0,0 0 1 16,0 0-2-16,0 0 3 0,0 0-2 15,0 0-5-15,0 0-3 0,-49-42-7 16,49 42-4-16,-1 0-2 0,-2-1 0 15,3 1 0-15,-1-1 4 0,1 1 10 16,0-2 7-16,0-1 0 0,14-2-5 0,6-1-6 16,14-3-4-16,6 2-2 0,6 1 0 0,5-2-4 15,1 4-2-15,0-3-4 0,-3 3 0 16,-4 1-3-16,-2 0 0 16,-7 1 1-16,-4 2-1 0,-10 0 0 0,-3 0 0 15,-6 0-1-15,-8 0 1 0,1 0 0 16,-6 0 1-16,0 0 3 0,0 0 1 0,2 0 3 15,-1 0 0-15,1 0 0 0,-2 0-1 0,1 0-4 16,-1 0-1-16,0 0 1 0,0 0-3 31,-1 0 1-31,-5 0-2 0,-7 0 0 16,-6 0 1-16,-1 0-2 0,-4 0 0 16,-3 0 1-16,4 3 0 0,-4 0-1 15,-1 2 1-15,-1 1 1 0,-1 0-1 0,1 0 0 16,-3 0 0-16,2 0 1 0,-2 2 0 0,2-2 0 15,1 0 1-15,1 0-1 0,11-2 0 16,-2 1 0-16,9-3 0 16,0 1 0-16,0-2 0 0,5 1 1 0,1-1-1 15,4-1 0-15,-2 0 0 0,2 0 0 16,-1 0 0-16,0 2 0 0,-1-2 1 0,2 0 1 16,0 0 1-16,2 0-1 0,11 0 2 0,11 0-1 15,8 0 0-15,3-3-1 0,3 1 0 16,2 1 0-16,0-1-2 15,1 2 1-15,-4 0-1 0,-5 0 0 0,-10 0 0 16,-3 2-1-16,-9-1-1 0,-6 1 0 31,3-1 1-31,-7-1 1 0,0 0 1 0,0 0-1 16,0 5 1-16,-10 3 0 0,-7-1-2 0,-9 2 1 16,-5-3-1-16,-2-1-1 0,-6-2-1 15,-3 0-1-15,0-1-4 0,2-1 0 16,-1-1-2-16,5 0-2 0,4 0-2 15,9 0 0-15,4 0-2 0,7 0-1 16,6 0-11-16,0 0-1 0,6 0-5 0,1 0-6 16,19 0-9-16,11 0-39 0,17-1-59 0,8-3-48 15</inkml:trace>
  <inkml:trace contextRef="#ctx0" brushRef="#br0" timeOffset="1299.78">2562 9743 466 0,'0'0'64'15,"0"0"-12"-15,0 0-9 0,0 0-11 16,0 0-7-16,-6-96-4 0,18 80-4 0,8 4-2 16,6 3-2-16,3 4-2 0,3 5-2 0,1 5-1 15,-1 11-3-15,0 10-3 0,-3 6 0 16,-2 6-2-16,-1 8 4 16,-1 2 2-16,-2 4-3 0,0 4 5 0,3 0-6 15,-7 3-3-15,3 1 3 0,-5-4-3 16,-4-5 2-16,0-5 1 0,-6-8 1 0,-1-14 2 15,-2-9 1-15,-2-9 0 0,-2-6 4 0,0 0 1 16,0 0 0-16,0 0-1 0,3-1-4 31,3-13-3-31,-1-9-2 0,2-9 0 16,-7-2-1-16,0-4 2 0,-7 1-2 16,-4 0 0-16,-7 4-1 0,-5 4 1 15,-4 7-1-15,-4 5 1 0,-5 9-2 0,-2 8 1 16,-6 4 0-16,-6 14-3 0,-9 9 5 0,-3 6-1 15,-13 8 1-15,1 4 0 0,-5 2-2 16,5 0-1-16,6-2 2 16,10-4-1-16,12-3 1 0,14-6 0 0,10-5-1 15,8-8-1-15,8-9 0 0,6 2-2 16,0-3 1-16,4 5 5 0,8 1-9 0,7-4-8 16,2-3-24-16,-6-4-39 0,8-1-76 0,-3-3-132 15,2 0 6-15</inkml:trace>
  <inkml:trace contextRef="#ctx0" brushRef="#br0" timeOffset="2533.39">4938 9909 542 0,'0'0'56'0,"0"0"-13"16,0 0-4-16,0 0-10 0,0 0-10 0,0 0-8 16,0 0-4-16,0 0-4 0,-95-66-1 0,67 80 3 15,-4 6-5-15,-1 6 5 0,0 4-6 16,-2 5-3-16,6 0 2 0,0 1-3 15,5-1 2-15,5-1-3 0,6-4 1 16,4-4-2-16,9-7 1 0,0-3 2 31,3-5 1-31,11-7 2 0,5-1 2 0,4-3 0 16,3-14 0-16,2-4 1 0,1-5-1 0,-2-3 2 16,-2-4 0-16,4 0-1 0,-3-2 0 15,-2 0 2-15,-2 3-2 0,-6 3 1 16,3 5-1-16,-9 7-6 0,-1 7 5 15,2 4 0-15,-1 3-1 0,2 1 7 16,8 10-6-16,-4 2 1 0,-3 6 0 0,4 0 0 16,-2 5 0-16,-1-1-2 0,1 2 2 0,-2-3-3 15,1 1 1-15,-2-1 0 0,2-3 0 16,-5-6-1-16,0-3 1 0,-1-2 0 16,-5-5 2-16,3 0 2 0,0-3 2 15,4 0 2-15,7-6 2 0,3-5 1 16,-2-6-1-16,2-1-2 0,-1-4-2 0,7-1-1 15,0-1-2-15,0 1-2 0,4 3-1 0,-4 5 0 16,-1 6 1-16,-3 4 0 0,-1 5-1 31,1 0 0-31,-3 8 0 0,1 6 0 16,-1 1 0-16,-3 3-1 0,-2 1 1 16,-4 3-1-16,-4-1 1 0,-3 0-1 15,-3 0 1-15,0 1 0 0,-1-2 0 0,-7-4-1 16,1-2 1-16,4-7-1 0,3-2 2 0,0-5 1 15,0 0 1-15,0 0-1 0,0-3 0 16,0-14-2-16,6-5 0 0,7-10 1 16,10-2-1-16,6-1 2 0,3 0-2 15,4 2 1-15,0 1-1 0,-1 0-5 16,4 5 5-16,-6 2-4 0,0 6 3 0,-2 3 2 16,-7 6-1-16,-8 2 3 0,-5 5 2 0,-6 2 1 15,-5 1 1-15,0-1 1 0,0 1-2 16,0 0-1-16,3 0-1 0,-3 0-1 15,3 0 1-15,-2 0-1 0,1 0 0 16,-1 1 0-16,4 10-3 0,1 0 1 31,2 8 1-31,-1-4 5 0,2 2-5 0,7-2 4 16,-3 1-5-16,6 0-1 0,-2 0 1 0,2 1 0 16,0 1-1-16,-2 1 0 0,3-3 0 15,-5 3 0-15,-1-1 0 0,-5 0 0 16,-2-4 1-16,-5 3-2 0,-2 1 1 15,-5 0 0-15,-8 3 0 0,-3-3-1 16,-2-3 2-16,-3-2-2 0,0-6 1 0,3-1 0 16,1-6-2-16,-2 0-1 0,3 0-5 0,-4-4-8 15,7-4-10-15,3 2-22 0,6 1-38 16,-5-2-96-16,6 3-116 0</inkml:trace>
  <inkml:trace contextRef="#ctx0" brushRef="#br0" timeOffset="2951.18">6488 10009 544 0,'0'0'53'0,"0"0"-1"0,0 0-8 16,0 0-9-16,0 0-3 0,0 0-8 0,0 0-2 15,0 0-5-15,-13-77-4 0,9 75-2 16,-8 1-4-16,-5 1 0 0,1 1-3 16,-6 8 0-16,1 5-2 0,0 2-2 15,0 6-1-15,-1 4 1 0,7 1-1 16,1 3 1-16,4 2-2 0,4 1 1 0,6-1-1 16,0 0 1-16,7-2-1 0,8-3 1 0,5-6-1 15,5-5 2-15,2-8-2 0,8-5 2 16,1-3 2-16,2-11-1 0,2-8 1 15,-1-6-1-15,2-7 1 0,-2-1-1 16,-3-2 1-16,-6-1-1 0,-8-2 2 31,-3-2-2-31,-12 1 1 0,-4-1 0 0,-3 4-6 16,-9 4 5-16,-3 6-6 0,-8 8 4 0,-4 7 0 16,-5 9 0-16,-3 2-1 0,-3 7-1 15,-1 9 1-15,4 6-17 0,-1 4-22 16,1 4-57-16,5 1-194 0,4 1-11 15</inkml:trace>
  <inkml:trace contextRef="#ctx0" brushRef="#br0" timeOffset="4851.04">7219 9924 519 0,'0'0'60'0,"0"0"-12"0,0 0-3 0,0 0-15 15,0 0 3-15,-41-82-7 0,35 76-7 16,-4-2-3-16,0 4-6 0,-2 4-3 16,-9 0-1-16,-2 7-2 0,-8 9-1 15,6 3 4-15,-1 8-6 0,3 4 3 16,3 2-4-16,4 2-2 0,3 2 1 0,6-4-1 16,7 1 2-16,0-4-2 0,13-3 1 0,3-4-1 15,7-5 1-15,3-4 1 0,4-8 0 16,4-6 1-16,0-2 0 0,3-13-1 15,-1-4 0-15,-1-6 1 0,-2-2 0 16,-4-5 1-16,-3-3 0 0,-5-2 0 31,-2 0-1-31,-6 0-4 0,-3 4 4 0,0 5-4 16,-4 9 5-16,-3 8 1 0,0 7-1 0,-3 4 0 16,0-2-2-16,0 2 0 0,0 0 0 15,0 0 0-15,0 0 1 0,3 0 0 16,3 11 1-16,1 5 3 0,0 6-4 15,2-1 5-15,0-2-6 0,2 3-2 16,1-4 2-16,2 1-1 0,2-3 0 0,4-2-1 16,2-2 2-16,7-3-1 0,3-3 0 0,2-3 1 15,2-3-1-15,2 0 1 0,-2-3-1 16,-4-6 1-16,0-5-1 0,-5-1 1 16,-1-2 0-16,-3-2 1 0,-2-3-1 15,-1 1-4-15,0 0 3 0,-2 1-3 16,-3 4 4-16,-4 3 2 0,-4 2 0 0,1 6-1 15,-5 2 2-15,0 0-1 0,-3 3 1 0,0-2 1 16,0 2 3-16,2-2 0 0,-1 1 0 31,-1 1-2-31,0-2-3 0,0 2-2 16,-1 0 0-16,-12 0-1 0,-5 7 0 16,-6 4-1-16,-1 5 1 0,2 2 4 15,3 2-5-15,1 1 4 0,3 0-6 0,3 0-2 16,4-7-2-16,2 1-3 0,4-5-1 0,2-6-2 15,1 7 3-15,0-7 0 0,0 0 3 16,0 1 4-16,4-5 1 0,8 0 3 16,2-5 2-16,4-3-2 0,-4-4 0 15,-4-1 2-15,0 0-4 0,-4 2 4 16,3 0 1-16,-5 4 1 0,2-1 2 0,-2 1-1 16,-2 2-2-16,1 2 2 0,-3 3 0 0,0-2-3 15,0 2 1-15,1 0-3 0,1-1 0 16,0 1-1-16,-2 0 1 0,6 0-1 15,3 3 2 1,1 6-2-16,4 3 1 0,-6-3 0 0,-1 1-3 0,4 0 3 31,-2 1 0-31,1-1 0 0,0 1 0 0,2-3 0 16,-5-2 0-16,9 0 0 0,-3-3 0 0,1-1 0 16,4-2 1-16,-1 0 1 0,4-5-1 15,5-6 0-15,-2-4 0 0,-1-3 1 16,0-5 1-16,-4-3-7 0,0-5 5 15,-6-6-5-15,0-4 2 0,-4-6 3 16,-5-8-1-16,-1-6 3 0,-3-1-3 0,0 0 3 16,-6 6-2-16,-3 6 1 0,-2 9 3 0,-2 9 3 15,-3 6 0-15,4 7 3 0,2 6-3 16,3 7-3-16,4 3-1 0,3 3-2 16,-4 0-1-16,-2 0-1 0,0 3-1 15,-1 11 0-15,3 6 0 0,1 7 0 16,3 5 1-16,0 4-1 0,8 5 2 0,-2 5-3 15,4 4 3-15,-1 1-3 0,1 2 1 0,2 1 0 16,2-4 0-16,2-2 4 0,3-4-4 31,3-4 3-31,5-5-4 0,5-5-2 16,1-4 1-16,6-5-1 0,-1-6 1 16,-1-7 0-16,1-5 2 0,2-3 0 15,-5-6 1-15,-2-8 2 0,-4-5-1 0,-3-3 1 16,-4-3-1-16,-3-2-4 0,-6 0 5 0,0 0-4 15,-6 1 3-15,-1 2 1 0,0 6-1 16,-2 1-1-16,-3 6 3 0,-1 5-1 16,0 2 0-16,0 4 1 0,0-5-3 15,0 2-1-15,-4 0 0 0,-3 3 0 16,-5 0 0-16,-5 12 2 0,1 5-2 0,-1 3 0 16,4 1 0-16,1 3 3 0,2 2-4 0,6 0 4 15,2 1-5-15,2 0-1 0,0 1 1 16,10-4-2-16,6-1 0 0,5-2-4 15,6-4 0 1,6-3-3-16,9-6-1 0,6-3 1 0,11-3 2 0,2-2 2 16,4-5 5-1,6-4 3-15,-5-5 0 0,-1-1 2 16,-4 0 0-16,-3-3 1 0,-7 1 3 0,-5-1 1 16,-7 1 0-16,-1 2 3 0,-8 1 3 15,-7 0 1-15,-7 6 2 0,-6-3-6 16,-6 3 4-16,-2 4-8 0,-1-7 3 15,-1 5-1-15,0-6-1 0,-1 1-2 16,-5 2-1-16,0 0 0 0,-2 1-2 0,-5 1-2 16,2 4 0-16,-6 0 0 0,-4 3-1 0,0 3-1 15,-8 9 2-15,0 5 3 0,0 3-5 16,-1 2 6-16,4 3-5 0,0 0-2 16,4 1 1-16,2 0-2 0,6 0 2 15,5-2-2-15,6-1 3 0,3-3-3 16,6-4 2-16,7-5 0 0,4-4 1 0,5-5 2 15,4-2-1-15,1-4 2 0,4-10-1 0,-1-4 0 16,-1-5 1-16,1-3 0 0,-3-3-1 31,-3-6 2-31,-1-3-2 0,-4-6-4 16,-6-6 3-16,-1-6-3 0,-4-6 2 16,-2-3 3-16,-2-1-2 0,-2 7 2 15,-2 7-1-15,0 13 1 0,-6 9 0 0,0 10 2 16,3 9-3-16,2 8 1 0,1 3-2 0,-7 0-1 15,-2 0 1-15,-3 12-2 0,-2 10 2 16,7 10 0-16,2 8 0 0,2 9-2 16,3 7 2-16,0 3-2 0,3 4 3 15,5-1 2-15,2-1-3 0,4-2 3 16,1-1-5-16,5-7 1 0,1-2-2 0,4-9-1 16,1-6 2-16,-1-7 0 0,-1-9-1 0,-1-7 0 15,-4-9-1-15,0-2-5 0,-3-14-3 16,1-4-7-16,-5-5-15 0,-4-3-35 15,-3-4-79 1,-5-6-150-16,-2-4 2 0</inkml:trace>
  <inkml:trace contextRef="#ctx0" brushRef="#br0" timeOffset="5034.26">9062 9497 695 0,'0'0'51'0,"0"0"-7"16,110-32-12-16,-62 22-11 0,-2 1-8 0,-4 1-9 15,-2 2-3-15,-15 2-4 0,-11 1-5 16,-6 3-19-16,-8 0-43 0,0-2-124 16,-2 2-111-16</inkml:trace>
  <inkml:trace contextRef="#ctx0" brushRef="#br0" timeOffset="5216.59">7162 9168 660 0,'0'0'11'0,"0"0"0"16,0 0 0-16,0 0-6 0,0 0-3 0,0 0-5 15,0 0-5-15,0 0-34 0,0 0-129 16,0 0-99-16</inkml:trace>
  <inkml:trace contextRef="#ctx0" brushRef="#br0" timeOffset="5751.16">11100 9763 529 0,'0'0'42'31,"0"0"3"-31,0 0 2 0,0 0-4 16,0 0-1-16,0 0-7 0,0 0-5 16,0 0-8-16,0 0-8 0,96-24-4 15,-52 13-5-15,-2 2-2 0,3 1-1 0,-11 4-3 16,-8-1 0-16,-14 4 0 0,2 1-1 0,-8 0-1 15,-3 0 0-15,4 0-3 0,-7 0-1 16,0 0-7-16,0 0-9 0,0 0-21 16,0 6-30-16,0 3-68 0,-8 4-144 15,-5-3 24-15</inkml:trace>
  <inkml:trace contextRef="#ctx0" brushRef="#br0" timeOffset="5934.38">10933 9960 701 0,'0'0'50'0,"0"0"-4"31,0 0-12-31,105-35-18 0,-58 27-2 0,4 1-6 16,1 1-3-16,3 5-4 0,0-1-2 0,1 2-3 16,2 0-4-16,0 0-13 0,10 3-39 15,-2-1-86-15,2-1-155 0,-3-1-2 16</inkml:trace>
  <inkml:trace contextRef="#ctx0" brushRef="#br0" timeOffset="6466.53">12598 9197 639 0,'0'0'51'0,"0"0"-5"0,0 0-6 0,0 0-5 15,33-90-9-15,-30 83-5 0,-3 2-6 0,3 0-4 16,-3 5-4-16,0-1-6 0,0 1 1 31,1 0-3-31,2 14 2 0,0 10-1 16,-2 8 0-16,-1 6 4 0,0 3-4 16,0 3 3-16,-4 3-3 0,1 3-2 15,2 2 1-15,-2 1-1 0,3 0 1 0,0-5-1 16,0-5 3-16,0-8-2 0,0-12 1 0,0-7 0 15,3-7 0-15,-2-6 0 0,9-1 2 16,2-4 0-16,7-11-2 0,7-7 2 16,-3-7-3-16,2-3 3 0,-1-5-2 15,2 1 0-15,0 2 1 0,-3 3-1 16,-1 7 0-16,-6 8 0 0,-3 6-1 0,0 8 0 16,0 2 1-16,0 10-1 0,0 8 0 0,-4 6 0 15,-5 2 1-15,3 6-1 0,-2-1 3 16,2 1-4-16,0-2 2 0,3-4 0 15,3-2-1-15,5-5 1 16,2-6 0-16,4-4 0 0,5-7 1 0,4-4 0 16,4-2-2-1,3-12 2-15,-1-7-2 0,2-5 2 16,-7-4 1-16,-2-4-1 0,-6-3-1 0,-3 3 1 16,-7 3-2-16,-4 6 1 0,-2 6 0 15,-6 10-2-15,-1 7-4 0,-3 2-7 16,0 0-4-16,-1 5-9 0,-8 11-7 15,-4 8-20-15,1 4-26 0,-5 3-61 16,1 2-139-16</inkml:trace>
  <inkml:trace contextRef="#ctx0" brushRef="#br0" timeOffset="6783.19">12513 10165 495 0,'0'0'61'0,"0"0"2"16,0 0-3-16,-83-12-11 0,70 12-12 31,1 0-10-31,1 0-8 0,5 0-5 16,2 0-4-16,4 3 1 0,3 5 1 16,12 2-2-16,13 4 1 0,11-6-3 15,13-4-1-15,13-3-3 0,12-1 0 0,14-2-2 16,14-6-1-16,7 0 0 0,5 3-2 0,4-3 1 15,-5 2 0-15,-9-2 0 0,-10 1-1 16,-13 1 0-16,-16-1 0 0,-13 3 1 16,-22 3 0-16,-13-1 0 0,-12 2-1 15,-8 0-1-15,0 0 0 0,0 0-3 16,-9 2-7-16,-8 6-16 0,-6 8-34 0,-2-1-81 16,-3 5-159-16,-4-2-2 0</inkml:trace>
  <inkml:trace contextRef="#ctx0" brushRef="#br0" timeOffset="7116.48">12754 10725 704 0,'0'0'40'0,"0"0"0"16,0 0-2-16,49-88-6 0,-43 76-6 15,-2 5-6-15,-2 2-5 0,1 2-6 16,-3 3-2-16,0-2-4 0,0 2-1 0,0 2 0 16,0 13-1-16,0 11 1 0,0 10 0 0,-5 9-1 15,1 6 1-15,1 7-2 0,0 5 2 16,0 3-3-16,3 2 2 0,0-1 3 16,9 0-3-16,-2-3 3 15,2-4-4-15,5-2 0 0,-2-4-2 0,4-4 1 16,-2-4 1-16,2-6-2 0,-3-9 0 0,3-6-1 15,-7-10-2-15,1-4-5 0,-3-5-6 0,-4-3-14 16,0-1-24-16,-2-2-48 0,1-2-121 31,-2-12-85-31</inkml:trace>
  <inkml:trace contextRef="#ctx0" brushRef="#br0" timeOffset="7399.88">12718 11129 759 0,'0'0'42'0,"0"0"-2"0,0 0-7 16,98-69-8-16,-62 53-7 0,6 5-5 0,0 4-3 16,0 2-3-16,-3 5-4 0,-3 0 0 0,-4 9-3 15,-6 4 0-15,-4 4 0 0,-5 1 1 16,-5 3-1-16,-2 2 1 0,-7 1-1 15,-3-1-1-15,-5 1 6 16,-9-1-5-16,-5-2 5 0,-8-1-6 0,-5-5-3 16,-7-1-3-1,1-7-9-15,-2-2-4 0,-1-5-12 16,5 0-17-16,3-8-41 0,3-4-92 0,2-6-121 16</inkml:trace>
  <inkml:trace contextRef="#ctx0" brushRef="#br0" timeOffset="14338.08">21506 2861 320 0,'0'0'53'0,"0"0"-9"16,0 0-10-16,0 0-10 0,0 0-12 0,0 0-6 15,0 0 2-15,0 0-3 0,0 0 3 16,12-12 4-16,-4 33 1 0,1 11 4 0,-4 7 2 15,2 8-2-15,-2 5 0 0,-1 6-2 16,2 3-4-16,0 2-1 0,2 4-6 16,1 1-3-16,-2 0 1 0,2 1-3 15,0-6 3-15,-1-4-1 0,0-11 3 0,-1-7 1 16,0-8 3-16,0-7-2 0,-2-9 0 16,-1-3-2-16,0-7-1 0,-2-4 1 0,1 2 0 15,-3-5 2-15,0 0 1 0,4 0-4 16,0-7-4-16,4-8-6 0,-3-7-12 15,-2-7-33-15,-3-3-68 0,0-6-147 16</inkml:trace>
  <inkml:trace contextRef="#ctx0" brushRef="#br0" timeOffset="14684.37">21367 2831 423 0,'0'0'42'0,"0"0"-9"16,0 0-6-16,0 0-6 0,0 0 2 16,0 0 2-16,0 0 4 0,0 0 2 15,0 0-2 1,69-7-6-16,-17 0-3 0,12-1-7 0,10-1-5 0,8 0-3 0,2 2-3 15,-3-1-1-15,-5 3 1 0,-6 1-2 0,-12 1-1 16,-12 1 1-16,-15 2-1 0,-13 0 0 31,-10 0 2-31,-8 0 0 0,0 0 0 16,0 0 1-16,1 0-5 0,-1 0 1 16,0 0-3-16,0-1-3 0,-4-1-3 0,-8 2-14 15,-7 0-16-15,2 0-29 0,-6 7-56 16,0 1-131-16</inkml:trace>
  <inkml:trace contextRef="#ctx0" brushRef="#br0" timeOffset="14967.77">21455 3327 528 0,'0'0'29'15,"0"0"-3"-15,0 0-1 0,0 0 1 16,0 0 0 0,0 0-1-16,0 0-4 0,0 0 0 15,0 0-6-15,104 6-3 0,-66-4-3 16,3-2-5-16,4 0 0 0,4 0-2 0,-2-2 0 16,2-3-2-16,-4 0 0 0,-2-2 0 15,-4 3 0-15,-7-1-1 0,-9 4-1 16,-11-1-2-16,-6 2-5 0,-6 0-3 15,0 0-2-15,0 0-14 0,0 0-16 0,-2 9-41 16,-9 3-76-16,-10 4-103 0</inkml:trace>
  <inkml:trace contextRef="#ctx0" brushRef="#br0" timeOffset="15251.18">21448 3802 522 0,'0'0'56'0,"0"0"-5"0,0 0-10 0,0 0-10 31,0 0-4-31,0 0-9 0,0 0-3 16,0 0-5-16,96 52-2 0,-64-44 5 16,4-3-7-16,8-2 4 0,7 1-7 0,2-4 0 15,4 0 0-15,0 0-6 0,1-5 4 16,-4 0-6-16,-6 1 5 0,-7-1-1 0,-7 2 0 15,-11 1 0-15,-12 2-1 0,-5 0-1 16,-6 0-3-16,0 0-8 0,0 0-11 16,0 0-16-16,2 0-28 0,-2 0-49 15,-3 0-136-15,-8 4-5 0</inkml:trace>
  <inkml:trace contextRef="#ctx0" brushRef="#br0" timeOffset="15916.75">22237 2386 335 0,'0'0'56'16,"0"0"-2"-16,0 0-10 0,0 0 0 0,-7-87-7 0,7 66-6 15,0 5-3-15,0-1-6 0,4-3-4 0,5 3-2 16,2 2-3-16,4 3 2 0,4 1-2 31,1 5 0-31,5 5-3 0,1 1 0 16,1 3-5-16,1 9-1 0,-2 6-2 16,-1 5-1-16,-1 4 0 0,-2 4 0 0,-6 2-2 15,-4 3 1-15,-6 1-1 0,-3 3 2 16,-3-1 9-16,-6 2-6 0,-7-2 7 15,-8 2-7-15,-5-1-6 0,-6-4 2 0,-3-3-2 16,-3-2 1-16,3-4 0 0,1-3 1 16,5-5 0-16,10-6 1 0,7-5-2 15,7-5 1-15,5-3-2 0,-1 0 3 0,1 2 0 16,7 0 0-16,12 1 1 0,11 1 0 16,8-4-1-16,5 0 0 0,3 0 1 0,3 0-1 15,-1 0 1-15,0-2-1 0,-3-1 0 16,-5 1 0-16,-5 0-1 0,-15 0 0 15,-5 2 1-15,-10 0-1 0,-5 0 1 16,0 0-1-16,0 0-1 16,2 0-1-16,-1 0-2 15,-1 0-1-15,0 0-3 0,0 4-8 16,-1 7-12-16,-5 3-20 0,-3-1-32 0,-4 7-63 16,6-8-123-16</inkml:trace>
  <inkml:trace contextRef="#ctx0" brushRef="#br0" timeOffset="16883.34">23336 3313 224 0,'0'0'64'0,"0"0"3"0,0 0-5 0,0 0 0 15,0 0-9-15,0 0-7 0,0 0-8 16,0 0-8-16,0 0-5 0,0 0-5 16,-41-18 0-16,41 17-1 0,0-4-1 15,15-1-2-15,11-2-2 16,13-4 0-16,10 2-4 0,8-1 0 0,11 0-3 0,3 2-8 16,-2 3 4-16,-5 2-8 0,-12 2 5 15,-12 2 6-15,-15 0-7 0,-11 0 5 0,-8 0-4 16,-6 0 0-16,0 0 0 0,0 0 1 15,0 6-1-15,0-1 0 0,-3 4 0 16,-2-1 0-16,-4-4 0 16,0 0-4-16,-1-2-3 15,-1 1-10-15,-1-1-22 0,-8 2-34 16,1 4-65-16,-9 1-148 0</inkml:trace>
  <inkml:trace contextRef="#ctx0" brushRef="#br0" timeOffset="17200">23245 3549 582 0,'0'0'57'0,"0"0"-10"16,0 0-11-16,0 0-10 0,0 0-8 15,0 0-7-15,0 0 1 16,0 0-5-16,0 0 1 0,0 0 0 0,0-2 1 0,21 2 0 15,10 0 1-15,13-3-1 0,8-7-2 0,6-3 0 16,8-2-4-16,3 1 1 0,1 1-2 31,-8 4 0-31,-7-1-1 0,-13 6-1 16,-14 0-2-16,-13 2 2 0,-7 2 0 16,-8 0 0-16,0 0 2 0,0 0-4 0,0 0 0 15,0 0-2-15,0 0-3 0,-5 0-4 16,-6 0-11-16,2 3-24 0,0 3-34 0,2 0-89 15,0 0-123-15</inkml:trace>
  <inkml:trace contextRef="#ctx0" brushRef="#br0" timeOffset="20133.14">24606 2999 289 0,'0'0'62'0,"0"0"-9"16,0 0-9-16,0 0-6 0,0 0-2 0,0 0-5 15,0 0-2-15,0 0-3 0,0-77-9 16,0 77-4-16,0-2-3 0,0 2-2 0,0 2 4 16,0 16-1-16,0 9 3 0,0 11-2 15,3 6 3-15,0 5 3 0,1 5-5 16,1 7 1-16,2 4-7 0,0 7-5 16,2 5 0-16,-1 2-2 0,4 3 1 0,-3-3-3 15,-1-5 4-15,1-7 2 0,-3-8-4 16,-2-9 4-16,0-7-5 15,1-8 0-15,-2-11 1 0,1-5 0 0,-1-9-1 0,-2-5 0 16,1-1-1-16,0-4-1 0,3 2-4 31,4-2-11-31,5 0-21 0,-4-6-51 16,3-5-122-16,-3 2-72 0</inkml:trace>
  <inkml:trace contextRef="#ctx0" brushRef="#br0" timeOffset="20483.45">24531 3356 558 0,'0'0'44'0,"0"0"-2"0,0 0-2 0,45-93-4 16,-24 72-9-16,7 0 0 0,-1 3-7 15,6 2 0-15,1 4-4 0,-3 6-4 0,0 3-4 16,-2 3-2-16,-3 5-4 0,-1 5-2 16,-2 5 4-1,-3 3-4-15,-3 6 5 0,-1 0-3 16,-4 3-3-16,-6 4 0 0,-5 0-1 16,-2 6 1-16,-14-1 0 0,-8 2 0 15,-7-1-3-15,-7-4 0 0,-3-3-3 16,-3-5-5-16,0-6-6 0,0-7-5 0,6-6-8 15,0-6-3-15,4-1-8 0,6-11-10 16,4-8-25-16,7-1-45 16,1-5-126-16</inkml:trace>
  <inkml:trace contextRef="#ctx0" brushRef="#br0" timeOffset="21033.24">24975 2700 324 0,'0'0'67'0,"0"0"-8"15,0 0-5-15,0 0-8 0,0 0-9 16,0 0-1-16,0 0-6 0,0 0-3 16,0 0-2-16,18-83-4 0,-7 71-7 0,3 2 3 15,6 2-7-15,0-1 2 0,1 7 3 16,1 2-9-16,-2 0-3 16,-3 0-1-16,0 6-2 0,-3 3-1 0,-2 5 6 0,-1 2-6 15,-6 5 0-15,-2 4 0 0,-3 3 1 16,0 3-2-16,-10 4 2 0,-2 0-2 15,-5 0 4-15,-3 1-3 0,0-3 1 0,-3-2-1 16,1-2 1-16,3-7-1 0,0-2 1 31,8-8 0-31,4-4-1 0,4-3 1 0,3-5-2 16,0 0 2-16,0 1 1 0,13 2 1 16,6 0 0-16,8-2 0 0,5-1-2 15,3 0 1-15,2-3 0 0,1-1 0 16,-4 1 1-16,0 0-3 0,-4 0 1 0,-10 1 0 15,-8 1-1-15,-6 1 1 0,-6 0-1 16,4 0-2-16,2 0 1 16,-2 0 0-16,2 0 0 0,-6 0 0 0,0 0-2 0,0 3-5 15,1 3-6-15,-1 6-12 0,2-1-15 16,-2-5-18-16,1 7-27 0,2-3-60 16,2 5-110-16</inkml:trace>
  <inkml:trace contextRef="#ctx0" brushRef="#br0" timeOffset="21549.78">25814 3345 484 0,'0'0'59'0,"0"0"-10"15,0 0-10-15,0 0-9 0,0 0-6 0,-9-79-4 16,0 67-2-16,-2 3-5 0,-4 3-2 31,-5 3-4-31,-8 3-2 0,0 0-2 0,-4 13-2 16,-3 6 0-16,0 7 0 16,0 4-2-16,4 8 1 0,2 6-2 0,4 7 3 15,8 6-3-15,2 2 2 0,8 0-1 16,7-1 0-16,2-8 1 0,12-6 2 0,11-8 8 15,7-7-2-15,9-8 8 0,7-6-7 16,6-7 1-16,3-8-1 16,0 0-4-16,-2-8 0 0,-2-5-8 0,-7-4 4 0,-6-1-4 15,-10 0 3-15,-7 1 1 0,-10 5-2 16,-6 4-4-16,-4-1-4 0,-1 4-15 16,-2 0-27-16,0-5-47 0,0 6-114 0,-5-5-73 15</inkml:trace>
  <inkml:trace contextRef="#ctx0" brushRef="#br0" timeOffset="21949.98">25978 2781 625 0,'0'0'51'0,"0"0"-9"0,41-81-5 16,-22 58-8-16,5 5-2 0,5 3-6 0,2 4-5 15,2 5-4-15,0 5-5 0,-1 1-4 16,-5 6-2-16,-2 7-2 16,-5 6 0-16,-5 5 0 0,-7 7-1 0,-2 3 1 0,-6 9-3 15,-10 4 3-15,-6 1-1 0,-6 2 2 16,-2-1-2-16,-2-5 2 0,2-6-2 15,1-6 3-15,3-6-1 0,7-10 1 0,4-5 1 16,5-6-2-16,4-5 1 0,0 0 2 31,0 1-1-31,16-1 2 0,9 0 1 0,9 0-2 16,7-4 0-16,3-4 0 0,0 2-5 16,-2 1 2-16,-2 1-1 0,-6 2-1 15,-4 2-1-15,-11 0-6 0,-2 0-17 16,-2 5-21-16,-7 2-55 0,1-1-167 0,-6-1-28 15</inkml:trace>
  <inkml:trace contextRef="#ctx0" brushRef="#br0" timeOffset="22416.6">27414 3259 641 0,'0'0'39'0,"0"0"0"0,0 0-16 15,0 0 2-15,0 0-5 0,0 0-3 16,0 0-4-16,0 0-2 0,0 0 2 16,0 0-7-16,51-38 6 0,-45 63-7 0,-3 7 0 15,-3 3 0-15,0 7-3 0,0 1 1 16,-5 4-3-16,1 5 2 0,1 0-3 15,1-2 2-15,2-3-2 0,0-6 2 0,2-8-1 16,4-5 1-16,-2-12-2 0,2-2 2 31,-2-7-2-31,3 0 0 0,1-3-2 0,-5-2-1 16,5-1-3-16,2-1-9 0,3-4-13 16,2-7-33-16,-4-3-64 0,-5 4-169 15,-6-10 1-15</inkml:trace>
  <inkml:trace contextRef="#ctx0" brushRef="#br0" timeOffset="22599.83">27098 3521 694 0,'0'0'51'0,"0"0"-11"16,0 0-10-16,0 0-9 0,0 0-7 0,0 0-8 15,101-51-2-15,-65 46-3 0,6 2-1 16,6 0-1-16,7 1-5 0,7 2-12 15,4 0-22-15,6 0-58 0,1 3-168 0,-2-3-41 16</inkml:trace>
  <inkml:trace contextRef="#ctx0" brushRef="#br0" timeOffset="23183.29">28295 3256 723 0,'0'0'42'15,"0"0"-2"-15,0 0-18 0,0 0-3 16,0 0-1-16,0 0-11 0,0 0 1 16,0 0-6-16,0 0-2 0,29-5 1 0,-23 28-3 15,-5 6 2-15,-1 1-1 0,0 2 1 16,0 1 0-16,0-1-1 0,-1-2 1 16,-1-1-1-16,1-11-1 0,1-5 2 15,0-7-2-15,0-6 2 0,-2 0 2 0,2 0 0 16,0 0 1-16,0-3-2 0,0-15-1 15,0-12-1-15,5-8 1 0,6-5 0 0,6-3 1 16,3-2-1-16,4 1-5 0,2 1 3 31,0 8-4-31,0 6 4 0,-2 11 1 0,-3 10 0 16,-1 10 1-16,-2 1 0 0,-1 17 0 16,-3 6 2-16,2 5 3 0,-3 7-3 15,0 2 3-15,-3 2-4 0,-1-1-1 16,-2 0 0-16,-1-2-1 0,0-1 1 0,-3-5-2 15,-2-8 2-15,-1-4-1 0,0-6 2 16,0-6-1-16,0 0 2 0,0-6 1 16,0 0-1-16,0 0 1 0,2-13-3 0,2-9 0 15,4-8 0-15,3-6 0 0,2-2-1 16,6-5 2-16,2-3-2 0,4 1-5 16,-2 4 5-16,0 6-5 0,0 9 5 0,-8 9 2 15,0 10-1-15,0 7 0 0,2 2 0 16,2 11 1-16,1 9 2 0,2 3 4 15,-3 7-3-15,0 2 4 0,-1 2-6 0,-3 2-1 16,-1 0 0-16,-2 0 0 0,-3-3 0 31,-3-2-1-31,-1-2 0 0,-2-9 0 16,-3-4-1-16,1-5 1 0,-1-7 0 0,0 0-1 16,0-6 1-16,0 0-3 0,0 0-8 15,0 0-16-15,2-1-30 0,-2-15-92 16,0-7-155-16,-3-7-6 0</inkml:trace>
  <inkml:trace contextRef="#ctx0" brushRef="#br0" timeOffset="23533.25">29112 2510 646 0,'0'0'47'0,"0"0"-11"15,0 0-6-15,84-54-2 0,-46 48-3 0,5 1-5 16,3 5-4-16,0 0-5 0,-1 5-4 31,-6 5-4-31,-5 6-2 0,-8 3-1 0,-8 6 6 16,-7 3 4-16,-11 4-5 0,-2 5 4 16,-14 2-10-16,-9 0-1 0,-6 3 0 15,-4-5-1-15,-4 2 2 0,3-6-2 16,1-4 2-16,6-5-1 0,5-4 2 0,9-8-1 15,6-5 0-15,6-4 0 0,3-3 0 16,2 0 1-16,17 0 0 0,10 0 0 16,11 0 0-16,5 0-1 0,2 0-3 0,0 0-4 15,2 2-10-15,-1 3-16 0,-1 0-22 16,-3 2-43-16,1 0-76 0,-6 1-109 16</inkml:trace>
  <inkml:trace contextRef="#ctx0" brushRef="#br0" timeOffset="23867.2">30215 3139 546 0,'0'0'74'0,"0"0"-9"0,0 0-10 15,0 0-13-15,0 0-7 0,0 0-8 16,0 0-6-16,0 0-6 0,38-79-6 0,-38 76-3 15,-6-2-4-15,-10 2-2 0,-8 3 1 16,-8 6-1-16,-5 9 1 0,-1 9-2 16,0 3 1-16,-1 4 5 0,1 4-6 0,5 3 3 15,4 2-4-15,6-1-1 0,7 1 2 16,9-2-1-16,7-2 1 0,3-5-1 16,16-5 3-16,5-4 0 0,9-7 0 15,5-6 0-15,6-4-1 0,2-5-1 0,2-2 0 16,2-7-1-16,-1-1-2 0,-2-3-2 15,-4 1-6-15,-7 2-9 0,-7 0-12 0,-10 3-25 16,-6-1-50-16,-8 2-178 0,-2 2-11 31</inkml:trace>
  <inkml:trace contextRef="#ctx0" brushRef="#br0" timeOffset="24466.81">31051 2446 689 0,'0'0'51'0,"0"0"-12"16,49-100-4-16,-34 71-8 0,1 6-7 16,-6 7-4-16,-3 5-5 0,-3 8-5 0,-4 3-3 15,0-1-3-15,0 1-2 0,-11 12 3 16,-11 11-2-16,-10 9 1 0,-7 4-1 15,-3 2 1-15,-2 2-2 0,2-3 1 0,4 2 7 16,3-3-5-16,6-4 4 0,6-5-8 31,7-9-5-31,8-7 2 0,5-6 1 16,3-2 5-16,0 1-1 0,7 0 0 0,12 1 2 16,7-3 0-16,10-1-1 0,2 1 3 15,1 1-3-15,2 0-1 0,-3 1 1 16,-5 0 0-16,-2 0 0 0,-10-3 1 0,-9 1-2 15,-6-1 1-15,-6-1 0 0,4 0 0 16,3 0 1-16,-2 0 0 0,2 0-1 16,-4-4 1-16,0-7-1 0,0-7 0 0,-3-3 1 15,1-7-6-15,-1-2-6 0,2 0 7 16,-2-2-7-16,0-1 10 0,2 1 4 16,-2 2-3-16,0-1 1 0,0 5 2 0,0 6 1 15,0 2 0-15,-2 7 3 0,0 6-2 16,2-2 4-16,0 7-5 0,0-1 0 15,0 1 0-15,0 0-2 0,-1 0-1 0,-2 0 1 16,-2 12 0-16,1 11 0 0,0 7 3 31,2 4-2-31,2 4 2 0,0 2-3 16,0 5 7-16,0 2 2 0,0 1-5 0,2 5 3 16,1 0-9-16,-2 2-2 0,2 1 2 15,0-3-2-15,0-3 1 0,1-4-1 16,2-6-2-16,-2-5-8 0,-1-13-12 0,-2-2-25 15,-1-7-68-15,0-5-187 0,-3-1-29 16</inkml:trace>
  <inkml:trace contextRef="#ctx0" brushRef="#br0" timeOffset="27766.1">24512 4498 351 0,'0'0'85'16,"0"0"-9"-16,0 0-10 0,0 0-13 15,0 0-11-15,0 0-13 0,0 0-7 0,0 0-8 16,0 0-6-16,9-14-3 0,-9 14 0 31,0 0 4-31,0 15-4 0,-3 9 2 16,-3 9-4-16,2 9-1 0,-1 2 0 0,2 7 0 16,-1 4 1-16,3 3-3 0,-1 2 1 15,1 1-2-15,-1 0 4 0,1-2-5 16,-2-3 2-16,0-5 3 0,2-3-3 15,-2-7 3-15,0-5-2 0,0-4-1 0,1-12-1 16,1-8 0-16,-2-2 0 0,2-5 2 16,-1 0-1-16,1-1-1 0,-5-4-6 0,2 0-14 15,-7 0-25-15,-6-6-54 0,6-6-99 16,-7-8-87-16</inkml:trace>
  <inkml:trace contextRef="#ctx0" brushRef="#br0" timeOffset="28133.19">24392 4622 574 0,'0'0'39'0,"0"0"-2"0,0 0-10 16,0 0-11-16,0 0-7 0,0 0-5 15,0 0 1-15,0 0-1 0,0 0 0 16,0 0-1-16,-87 62-2 0,64-33-1 0,0 3-1 15,0-2 0-15,0-1 0 0,5-5 1 16,4-7 0-16,7-6 1 0,4-7 2 16,3-4 1-16,-2 0 0 0,2 0-1 0,0-3-2 15,0-15-1-15,9-10 0 0,7-9 1 16,4-1 2-16,5 3 0 0,1 1 5 16,-2 5 1-16,0 5 2 0,-3 8 0 0,-4 5 0 15,-2 5-4-15,-2 3-2 0,-2 3 0 16,7 0 0-16,-4 6 0 0,3 5-2 15,-2 1-1-15,-2 1-2 0,2 2 0 0,-1 2-6 16,3-2-4-16,1 0-22 0,1 1-51 31,2-5-203-31,5-3-18 0</inkml:trace>
  <inkml:trace contextRef="#ctx0" brushRef="#br0" timeOffset="32149.8">21938 6264 460 0,'0'0'52'0,"0"0"-12"16,0 0-9-16,0 0-2 0,0 0-7 16,0 0-5-16,0 0-4 0,0 0-4 0,0 0-1 15,-61 5-1-15,57 13 0 0,0 9-2 16,2 4 5-16,2 3 0 16,0 4 1-16,0 6 3 0,3 2-7 0,-3 4 2 0,0 2-6 15,0 1-3-15,0 2 2 0,0-2-3 16,-1-2 3-16,-1-2-3 0,2-6 3 15,0-9-2-15,0-10 2 0,0-5-1 0,0-9-1 16,2-5 1-16,-1 1-1 0,-1-6 1 31,4 0 0-31,8-1-2 0,2-10-7 0,5-6-16 16,-3-4-30-16,-5-6-56 0,-2-2-110 16,-7-6-57-16</inkml:trace>
  <inkml:trace contextRef="#ctx0" brushRef="#br0" timeOffset="32483.08">21672 6282 568 0,'0'0'41'16,"0"0"-1"-16,0 0-4 0,0 0-5 16,0 0-7-16,-26-86-7 0,38 69-3 0,8 4-3 15,7-1 0-15,8 3-2 0,8 1-1 16,9 0-1-16,6 3-2 15,3 1-1-15,1 4-1 0,-1 2-2 0,-4 0-1 0,-6 10 0 16,-5 3-2-16,-8 7 2 0,-7 4-3 31,-11 6 3-31,-13 5-2 0,-7 4 1 16,-16 0 0-16,-12-1 1 0,-13-2-2 0,-6-4 2 16,-8-3-3-16,-2-3 2 0,-3-5 3 15,1-6-4-15,1-3 6 0,7-4-7 0,4-5-2 16,9-3-2-16,14 0-5 0,9 0-7 15,8 0-16-15,7 0-12 0,-1 0-8 16,1 0-11-16,12 0-15 0,9 0-22 16,5-2-48-16,3 2-68 0</inkml:trace>
  <inkml:trace contextRef="#ctx0" brushRef="#br0" timeOffset="33566.37">22365 6316 545 0,'0'0'56'0,"0"0"-10"0,0 0-11 0,0 0-9 31,0 0-8-31,0 0-4 0,0 0-3 0,0 0-1 16,0 0 0-16,56-11-3 0,-46 31 0 16,0 4 0-16,-4 5-3 0,-3 4-1 15,-3 4 1-15,0 4 1 0,0 1-3 16,0 2 2-16,-3 1-5 0,0-3 1 0,0-1 0 15,2-2-1-15,-1-4 1 0,-2-5-2 16,3-6 2-16,-1-6 0 0,1-6 0 0,-1-6 0 16,2 0 3-16,0-6 1 0,0 0 0 15,2-9 0-15,9-11-2 0,4-7-2 16,3-8 1-16,3-6 1 0,3-2-3 16,4-1 2-16,2 2-1 0,-1 4-5 15,0 6 5-15,-5 8-5 0,-6 9 4 0,-7 7 0 16,-2 8 0-16,1 0 0 15,5 11 1-15,-1 4 6 0,1 3-3 0,-4 3 2 0,1 0-3 16,1 4 0-16,0-3-1 0,3 2 0 31,-2-1 0-31,3 0-2 0,0-1 1 16,0-3-1-16,-1-2 0 0,0-3 1 0,-5-5-1 16,1-2 0-16,-4-1 0 0,1-4-2 15,8-2 2-15,-2-3-1 0,7-9-1 0,-2-6 0 16,-1-7-1-16,1-2 1 0,0-3 0 15,1-4 4-15,0 2 0 0,1 2-3 16,-3 1 3-16,1 5-4 0,-4 4 2 16,-5 6 3-16,-3 9-1 0,-6 2 1 0,-2 3-1 15,0-2 0-15,0 2-1 0,2 0 1 16,1 0 1-16,-2 10 5 16,1 7-5-16,-2 8 3 0,0 2-5 0,-3 1-2 0,-4 3 2 15,1-1-1-15,1 2 2 0,1 0-2 16,4-1 1-16,0-4-2 0,0-3 2 15,6-4-2-15,3-5 2 0,-1-4 2 16,7-7-2-16,2-4 2 0,5-1-1 0,5-12 0 31,-2-2 0-31,-1-4 0 0,-2-6 0 0,0-2 0 16,-4-2-1-16,-3-4 0 0,-3-3 0 16,-2-3-3-16,-6 0 3 0,-1-1-2 15,-3 2 2-15,0 3 1 0,-6 5-1 16,-3 5 0-16,-4 3 1 0,0 5 0 0,-5 5 0 15,-2 3 0-15,-4 5-2 0,-5 1 2 16,-1 3 0-16,-1 0 1 0,3 0 1 0,6 0-1 16,4 3-1-16,7-2-2 0,7 1 1 15,-1-1-1-15,5-1 1 0,0 1 0 16,11 1 0-16,10 0 0 0,11-2-1 16,6 0 0-16,5-4-1 0,2-3 0 0,1-2-2 15,0-3-1-15,0-2-1 0,-3-4 0 16,-3-2 0-16,-5-2 2 15,-5-3 1-15,-5 1 4 0,-7-2 0 0,-4 2 3 0,-3 1 1 16,-5 5 2-16,-3 1 2 0,0 5 3 31,-3 6 3-31,0-6 2 0,0 6-2 16,0 0-2-16,0 1-4 0,0 5-5 16,0-2-2-16,0 2-2 0,0 0 0 0,0 4 1 15,0 14 1-15,0 10-2 0,0 12 2 0,0 4-1 16,0 5 0-16,1 2-1 0,-1 3 3 15,0 0-5-15,2-1 4 0,-2 1 2 16,0-4-3-16,1-5 2 0,1-4-3 16,0-6-2-16,3-8 2 0,-2-7-2 0,2-4 2 15,-2-6-1-15,-1-6 0 0,1 5 0 16,-1-5 0-16,0-1-4 16,1 1-3-16,0-4-10 0,3-3-15 0,1-9-28 0,1-7-47 15,-3-3-114-15,-2-3-80 0</inkml:trace>
  <inkml:trace contextRef="#ctx0" brushRef="#br0" timeOffset="34033.51">23649 6472 577 0,'0'0'52'0,"0"0"-3"16,0 0-6-16,0 0-7 0,0 0-4 15,0 0-5-15,0 0-9 0,89 12-5 16,-47-10-7-16,3-2-5 0,0 0-2 0,2 0 0 15,0 0-2-15,0 0-1 0,-1-3-4 16,-3 0-6-16,-3-2-5 16,-4-1-4-16,-2 0 4 0,-5-1 6 0,-6-1 7 0,-9 2 6 15,-1-2 5-15,-7 3 1 0,-3 3 3 16,0-1 1-16,-3 3 2 0,0 0 1 16,0 0-3-16,-2-2-3 0,-3 1 0 0,-8 1-1 15,-3 0-1-15,-3 8 0 0,-3 8-3 16,2 3 0-16,0 3-1 15,4 3-2-15,-1 3 5 0,3 3-5 0,3-1 4 0,4 0-3 16,4 0-1-16,3-2-1 0,1-2 0 31,8-2 2-31,7-3-1 0,1-4 1 16,8-5-1-16,4-6 0 0,4-4 0 16,6-2 1-16,3-5 1 0,0-7 0 0,1-6 0 15,-5-5 0-15,-5-3 1 0,-6-4-2 0,-5-4 3 16,-10-1-1-16,-5-3-4 0,-7 2 5 15,0 0-6-15,-12 4 3 0,-3 3 2 16,-6 6-2-16,-3 6 2 0,-5 7-1 16,-2 5-1-16,-2 5-3 0,-2 5 2 15,1 9-1-15,-1 4-2 0,3 3 3 0,6 5-6 16,2 2-11-16,2 4-19 16,2 3-41-16,4 2-88 0,0 0-131 0</inkml:trace>
  <inkml:trace contextRef="#ctx0" brushRef="#br0" timeOffset="34600.94">24434 6575 687 0,'0'0'44'15,"0"0"-4"-15,0 0-11 0,53-95-6 16,-25 74-4-16,4 3-5 0,4 2-1 15,0 5-3-15,0 7-3 0,-4 4-2 0,-3 1-5 16,-4 12 0-16,-4 2 0 0,-2 6 0 16,-5 3-3-16,-1 5 1 0,-5 1 5 0,-3 4-6 15,-3 1 4-15,-2 0-3 0,0 0-1 16,-3-2 0-16,-3-3-2 0,-4-1 2 16,1-4 0-16,-1-7 1 0,3-4 1 15,0-7 1-15,6-4 2 0,1-3 0 0,-5 0 0 16,2 0 0-16,0-10-1 0,3-9 0 15,0-4 0-15,11-10-1 0,7-1 2 0,4 0-2 16,4-2 2-16,4 2-2 0,5 1-3 31,0 4 4-31,1 3-4 0,-1 6 5 16,-2 8-3-16,-4 6 3 0,-3 6-2 0,-3 1 0 16,-4 12 0-16,-2 5-2 0,-2 3 6 15,-1 4-6-15,-2 2 5 0,-1 0-4 0,1 2-1 16,-4 0 0-16,3-1 1 0,0 0 0 15,-1-2-1-15,0-4 3 0,2-1-3 16,0-4 1-16,-3-5-2 0,3-4 1 16,3-5 1-16,3-3 0 0,8-4 2 15,0-12-1-15,3-5 2 0,0-5-3 0,-1-2 3 16,-1-2 0-16,-2 2 1 0,-2 2 0 16,-7 3 0-16,-3 8-1 0,-7 6 1 0,-3 6-1 15,-3 3-1-15,0-2-2 0,0 2-1 16,0 0-1-16,0 0 0 0,0 0-1 15,-6 9-2-15,-3 4-13 0,-5 3-32 0,0 0-66 16,-3-6-188-16,4-1-9 0</inkml:trace>
  <inkml:trace contextRef="#ctx0" brushRef="#br0" timeOffset="43147.63">27003 6624 396 0,'0'0'66'0,"0"0"-9"31,0 0-9-31,0 0-11 0,0 0-9 16,-17-84-2-16,30 65-6 0,3 1 3 0,4-1 2 16,5 4-3-16,2 0 1 0,1 4-2 0,4 5-2 15,4 5-5-15,-2 1-6 0,3 7-2 16,-3 7-4-16,1 7-1 0,-4 4 3 15,-3 3-5-15,-4 2 5 0,-4 4-6 16,-6 1-1-16,-3 2 2 0,-7-2-1 16,-4-1 1-16,0-2 0 0,-9 0 0 0,-3-5 0 15,-3-2 0-15,0-7 0 16,2-6 1-16,6-5 1 0,0-7-1 0,1-5 1 0,-3-14-1 16,5-10 2-16,4-7-2 0,10-8 2 15,9-5-2-15,7-4 2 0,7-3-1 16,9-3-4-16,4 0 3 0,5 3-4 15,1 9 4-15,-3 7 1 0,-1 11-2 0,-9 11 0 16,-3 7-1-16,-6 7 1 0,-4 4-2 16,-3 2-2-1,-4 6-6-15,-1 6-11 0,-4 0-16 16,0 1-28-16,1 2-45 0,-1-1-106 16,0 1-62-16</inkml:trace>
  <inkml:trace contextRef="#ctx0" brushRef="#br0" timeOffset="44033.39">27996 6632 415 0,'0'0'54'16,"0"0"-10"-16,0 0-11 0,0 0-9 0,0 0-6 15,0 0-6-15,0 0-2 0,0 0-3 0,0 0-1 16,0 0-1-16,17-2 0 0,0-16-3 15,3-5-1-15,1-5 0 0,-1-3-4 16,2-6 4-16,-5 1-3 0,0 0 5 31,-5 2 9-31,-2 6 7 0,-4 8 4 16,-5 8 3-16,-1 2-6 0,0 6-6 0,-10 1-5 16,-10 1-5-16,-5 4 0 0,-6 12-1 0,-3 5-2 15,1 5 1-15,0 7-3 0,-1 0 2 16,6 4 4-16,2 4-5 0,5-3 4 15,10 2-6-15,5-3 0 0,6-2 1 16,1-4 0-16,13-3 1 0,6-5 0 16,6-4 1-16,5-6 1 0,7-7-1 0,3-4 2 15,3 0-2-15,3-9 0 0,2-8-1 0,0-4 1 16,0-5-1-16,-1-6 1 0,-5-4 2 16,-5-6-8-16,-5-4 4 0,-7-3-3 15,-7 1 2-15,-6 3 4 0,-4 8-1 16,-5 9 2-16,-3 8-1 0,-1 8 2 15,0 6-2-15,0 2-2 0,0 4 0 0,0 0 1 16,-5 7 0-16,1 8 1 0,2 8 1 0,2-1-1 31,11 0 2-31,8 0 0 0,7-1 3 16,8-3 2-16,3 2 1 0,8-1-1 16,0 1-3-16,0 2 3 0,-5 0-8 15,-5 3 4-15,-5-3-6 0,-8 0-1 16,-7 1 1-16,-9-4 0 0,-4 2 0 0,-4-1 1 15,-10-2-1-15,-4-1 1 0,-5-3 0 0,-2-5-3 16,7-2 3-16,-2-5 0 0,0-2 1 16,2-6 1-16,2-8-2 0,5-4 0 15,9-5 0-15,5-3 1 0,12-4-1 16,9-3-4-16,6-4 4 0,5-4-4 16,8-3 2-16,3-4 2 0,2-5-3 0,-2-5 1 15,1-3-2-15,-4 2 2 0,-4 4-1 0,-5 5 4 16,-7 6 0-16,-5 8 1 0,-9 6 1 15,-5 10-1-15,-8 1 0 0,-2 3 2 16,-6 2-1-16,-6-4-5 0,-4 3 5 31,3 6-5-31,-3 1 5 0,6 5 0 16,-3 3-2-16,-4 0 5 0,2 11-6 0,-4 7 5 16,6 4-5-16,3 9-1 0,6 2 1 0,3 9-1 15,1 3 1-15,4 7 0 0,7 5 2 16,1 4-2-16,3 0 1 0,-1 1-2 15,1-3 2-15,-3-4 3 0,-1-4-4 16,-4-4 4-16,0-4-4 0,-3-7-2 16,-2-6 1-16,-2-8 0 0,1-10-2 0,-1-1 0 15,0-6-4-15,0 0-6 0,0 1-7 0,0-6-24 16,0 0-55-16,0-1-193 0,0-12-17 16</inkml:trace>
  <inkml:trace contextRef="#ctx0" brushRef="#br0" timeOffset="44199.71">29134 6421 701 0,'0'0'45'16,"0"0"-5"-16,0 0-6 0,117-62-14 15,-69 49-8-15,4 2-6 0,-1 5-6 16,0 2-4-16,0 3-9 0,1 1-29 0,-3 0-78 15,-1 0-183-15,-8-2-13 0</inkml:trace>
  <inkml:trace contextRef="#ctx0" brushRef="#br0" timeOffset="45634.47">30014 6493 784 0,'0'0'30'15,"0"0"-5"-15,0 0-6 0,0 0-8 16,0 0-4-16,80-16-3 0,-59 25-2 31,-3 3-2-31,1 5 1 0,-4 2 3 16,0 4-3-16,-3 3 2 0,-2 3-3 0,-6-1-5 16,-4 2 0-16,-1 0-2 0,-11-3-1 0,-2-2-3 15,-4-6 0-15,2-2 0 0,2-8 3 16,1-4 2-16,4-4 4 0,-1-1 2 15,1-12 1-15,4-7 1 0,3-6-2 16,2-7 2-16,12-1-1 0,8-6 2 16,6-1-2-16,3-2-3 0,6 2 2 0,1 5-5 15,1 5 6-15,1 8 1 0,-2 10 0 0,-4 7 0 16,-5 5-1-16,-5 10 0 0,0 8 0 16,-4 3 0-16,-4 4 0 0,-4 2 5 15,-3 1-5-15,-6 3 4 0,-1-2-6 16,-1 0 0-16,-11-4 1 0,2-2-1 15,-4-3 1-15,4-6-1 0,-1-4 1 0,6-3 0 16,-1-5 0-16,3 1 0 0,0-3 2 0,2-10-1 31,1-7 0-31,1-7-1 0,14-5-1 16,4-3 2-16,7-3-1 0,4-1-2 16,5-1 6-16,2 4-6 0,1 6 4 15,-2 7-1-15,-4 6 0 0,-2 10 0 16,-4 4 3-16,-4 7 1 0,0 10-1 0,-4 4 0 15,-2 4 0-15,-1 3 3 0,-4 1-6 0,0 0 4 16,0 0-5-16,-2-2-1 0,-1 0 0 16,4-2-1-16,-2-3 1 0,2-2-1 15,2-2 1-15,1-6-2 0,2-2-1 16,4-6-1-16,1-4 0 0,4-1-2 16,3-13-1-16,2-6 2 0,-1-6 0 0,0-5 0 15,2-5 2-15,-3-3 0 0,1-2 6 0,-2 2-3 16,-4 3 5-16,-3 4-1 0,-4 5-1 15,-8 9 3 1,-3 8 2-16,-2 7 3 0,-4 3 0 0,0-2 0 0,0-2-1 31,0-2-4-31,0 1-1 0,-9 1-2 16,-4 4-2-16,-7 0-3 0,-6 9 0 0,0 6-1 16,0 6 0-16,0 5 3 0,-2 3 2 0,1 4 1 15,1 3-4-15,1 1 1 0,5 0-7 16,1-4-2-16,7-3-1 0,7-9 0 15,1-1 2-15,4-8 1 0,0-3 6 16,1 0 1-16,10-7 1 0,7-2 2 16,2-3-2-16,8-11 2 0,-1-3 0 0,-3-2 0 15,1-5 1-15,0-3 2 0,-1-4-1 0,1 0-4 16,-2 0 5-16,-4 2-8 0,-2 5 5 16,-7 7 2-16,-2 6 0 0,-1 5 0 15,-4 3-1-15,-1 0-1 0,1 1 1 16,0 2-2-16,3 7 1 0,3 6-1 15,1 9 2-15,-3-1 3 0,-2 3-5 0,-1 0 5 16,-3 2-7-16,-1 0 0 0,2 1 0 0,-2-1 0 31,0 0 0-31,0-2-1 0,0-5 3 16,0-1-3-16,0-8 2 0,0-3 0 16,0-2 0-16,0-2 1 0,0 1 2 15,3-1-2-15,7-2 1 0,3-1 0 16,4-8-3-16,5-5 3 0,-2-7-2 0,0-3 2 15,-1-4-2-15,4-3 1 0,0-4-2 0,5 1-4 16,-1-1 5-16,4 2-4 0,0 5 5 16,-2 4 1-16,0 7 1 0,-4 5 0 15,0 6 0-15,-4 5 0 0,-2 0 0 16,0 11 0-16,-2 3-1 0,-4 3 5 16,0 2-2-16,0 2 0 0,-4 1 0 0,-2 0-1 15,0 0-2-15,-4-6 1 0,0 1-4 0,-1-5 0 16,-2-1 2-16,1 1-2 0,-1-6 0 15,1 0 1 1,-1-1 0-16,2 0 0 0,-1-1 0 0,1 0 0 0,4-4 0 31,5-3 1-31,5-9-1 0,7-6 0 16,-1-5 0-16,-2-6-1 0,2-6 1 0,-1-2-5 16,0-3 3-16,-1-1-2 0,-4 3 3 0,-3 5 1 15,-6 3 0-15,-2 10 2 0,-4 1-1 16,-1 6 0-16,-1 2-1 0,-7-1 0 15,2 6 1-15,2 3 1 0,-7 1-1 16,1 2 0-16,-4 4 0 0,0 0-1 16,4 8 2-16,4 2-2 0,3 4 1 0,-1 5 1 15,4-2-1-15,0 2 0 0,7 0 1 0,3-1-1 16,2 1 2-16,4 1 0 0,4 2 1 16,0 0 4-16,5 3-5 0,1 1 2 15,3 2-5-15,1 3 0 0,-1 1-1 16,0 3-1-16,-7-4 1 0,-5-2-1 15,-10-4 3-15,-7-4-3 0,-3-2 1 0,-15-6 0 16,-7-5-3-16,-7-4-2 0,-7-5-2 0,-1-3-5 31,-2 0-7-31,-5-8-16 0,5-3-54 16,-2-2-182-16,3 2-58 0</inkml:trace>
  <inkml:trace contextRef="#ctx0" brushRef="#br0" timeOffset="47367.64">21940 8538 528 0,'0'0'62'0,"0"0"-9"15,0 0-3-15,0 0-10 0,0 0-11 16,0 0-11-16,0 0-6 0,0 0-6 0,0 0 1 15,0 0 1-15,-15-30 0 0,22 51 4 0,2 13-4 16,-1 6 3-16,-2 9-3 0,-1 4-3 16,-1 5-1-16,0 4-4 0,1 3 2 15,-1-1-4-15,-1 0 4 0,-2-7-1 16,1-3-2-16,-2-8 5 0,1-7-6 16,1-7 1-16,-1-13 1 0,1-8 0 0,-1-5-1 15,-1-6 2-15,0 0-1 0,0 0 0 0,4 0-1 16,1-9-2-16,2-11-5 0,-1-9-15 15,-5-6-9 1,-1-6-27-16,0-4-27 0,-3-8-50 0,-8-5-79 0,-4-6-50 31</inkml:trace>
  <inkml:trace contextRef="#ctx0" brushRef="#br0" timeOffset="47583.11">21732 8482 558 0,'0'0'45'16,"0"0"-3"-16,0 0-1 0,0 0 1 15,0 0-4-15,0 0-4 0,0 0-8 16,90-28-4-16,-46 21-3 0,8-2-4 16,7 2-5-16,4-3-5 0,3 3-3 0,0 0-1 15,-1 1-1-15,-1 2-1 0,-6 1-1 0,-8 0 0 16,-8 1-1-16,-14 1-2 0,-12 1 0 16,-8 0 0-1,-8 0 1-15,0-2-3 0,0 2-7 0,2 0-11 0,-2 0-16 16,-2 0-15-16,-12 0-25 0,-7 0-53 15,-7 6-133-15</inkml:trace>
  <inkml:trace contextRef="#ctx0" brushRef="#br0" timeOffset="47800.1">21945 8802 598 0,'0'0'54'15,"0"0"-1"-15,0 0-6 0,0 0-14 0,0 0-9 16,103 6-10-16,-64-4-5 0,4-1-5 16,1 4-3-16,-1 0-2 0,0-1-1 15,-2 0-1-15,-5 1-1 0,-4 1-5 16,-10-3-4-16,-4 2-12 0,-9-1-8 16,-5 0-14-16,-2 4-20 0,-2 3-46 0,-13 6-77 15,-10 5-70-15</inkml:trace>
  <inkml:trace contextRef="#ctx0" brushRef="#br0" timeOffset="47983.32">21955 9247 607 0,'0'0'66'0,"0"0"-3"0,0 0-12 16,0 0-13-16,0 0-13 0,0 0-10 0,91 35-5 15,-62-31-5-15,3 1-2 0,1-2-2 16,5 0-1-16,3-1-2 0,2-2-3 15,2 0-7-15,1 0-17 0,-3-5-41 16,4-4-85-16,-8-7-155 0,0 0 9 16</inkml:trace>
  <inkml:trace contextRef="#ctx0" brushRef="#br0" timeOffset="48267.75">23433 8872 661 0,'0'0'56'0,"0"0"-9"0,0 0-8 16,0 0-11-16,0 0-8 0,0 0-5 15,0 0-1-15,0 0 0 0,0 0-2 16,0 0-2-16,71-36-2 0,-26 28-4 0,3 2-2 15,2 1 0-15,-3 1-2 0,-4 1-1 0,-7 1 1 16,-10 2-3-16,-7 0 0 0,-6 0-4 16,-9 0-3-16,2 0-6 15,-6 0-4-15,0 0-10 0,0 0-18 0,0 5-42 16,-9 3-81-16,-9 2-129 0</inkml:trace>
  <inkml:trace contextRef="#ctx0" brushRef="#br0" timeOffset="48450.12">23374 9136 670 0,'0'0'60'0,"0"0"2"16,0 0-16-16,0 0-16 0,0 0-13 0,94 15-7 16,-56-13-5-16,2-2-4 0,-1 0-3 0,3 0-1 15,0 0-4-15,-2-3-9 0,0 0-21 16,-1-2-33-16,-1-1-67 0,0-1-170 15,-5-5 7-15</inkml:trace>
  <inkml:trace contextRef="#ctx0" brushRef="#br0" timeOffset="48783.37">24194 8623 772 0,'0'0'46'0,"0"0"-11"15,0 0-9-15,0 0-6 0,0 0-10 0,0 0-2 16,0 0-5-16,0 0-2 0,0 0-1 0,0 0-2 31,-15-20 3-31,15 32 3 0,-1 10-3 16,1 8 2-16,0 8-2 0,0 9 0 16,0 8 1-16,0 7 3 0,0 7-4 15,0 3 4-15,4 4-1 0,4 2-4 16,2 0 3-16,1 0-3 0,5 1-2 0,0-2 4 15,6-3-4-15,2-4 3 0,2-7-3 0,-1-10 2 16,2-8-1-16,-2-10 0 0,-2-6 3 16,-4-9-5-16,-5-8 4 15,-5-4-4-15,-5-6-1 0,-4-2-4 0,5 0-10 16,0 0-7-16,1-4-28 0,0-4-39 16,-6-4-89-16,0-8-134 0</inkml:trace>
  <inkml:trace contextRef="#ctx0" brushRef="#br0" timeOffset="49150.1">24114 9175 633 0,'0'0'48'0,"0"0"-1"16,0 0-7-16,0 0-7 0,0 0-6 15,0 0-6-15,25-80-4 0,-5 70 0 16,6-1-3-16,5 4-1 0,5 0 1 16,6 4-7-16,1 2-1 0,2 1-2 0,-3 0-4 15,-2 4 0-15,-2 5 0 0,-7 4 0 0,-2 0 0 16,-5 4 0-16,-4 1-1 0,-5 2 0 16,-7-1-1-1,-8 1 5-15,-1 2-2 0,-17-3 3 0,-6 1-5 0,-8-3 0 16,-4-2-3-16,-5-3 1 0,-3-3-1 15,-1-1-3-15,-1-4 0 0,2-4-2 0,6 0-4 16,6 0-2-16,6-1-7 0,8-2-10 0,9 1-14 31,5 1-34-31,4 1-51 0,0-2-76 16,0 2-75-16</inkml:trace>
  <inkml:trace contextRef="#ctx0" brushRef="#br0" timeOffset="49528">25138 8945 635 0,'0'0'59'0,"0"0"-8"15,0 0-14-15,0 0-8 0,0 0-6 0,28-79-3 16,-27 74-1-16,-1 0-1 0,0-2-5 15,0-2-4 1,-9-3-3-16,-6 6-1 0,-7 1-3 0,-9 5 0 0,-3 2-1 31,-8 11 0-31,-2 7-1 0,0 9 1 16,3 6-2-16,6 3 1 0,5 4-1 0,7 1 0 16,10 1 0-16,7-2 0 0,6 0 4 0,7-5-4 15,11-3 4-15,11-4-5 0,7-5 2 16,9-9 1-16,5-4 0 0,5-7 3 15,2-5-4-15,-3 0 0 0,-2-6 1 16,-5-3-2-16,-8-2 2 0,-7 2 0 16,-11 3-1-16,-8 3-1 0,-7 2 1 0,-6 1-2 15,0-2-2-15,0 2-5 0,1 0-11 0,1-2-18 16,-1 2-43-16,-1 0-102 0,0-1-136 16</inkml:trace>
  <inkml:trace contextRef="#ctx0" brushRef="#br0" timeOffset="53183.49">28590 8582 358 0,'0'0'59'0,"0"0"-7"16,0 0-12-16,0 0-12 0,0 0-11 31,0 0-8-31,0 0 0 0,0 0 2 16,0 0 4-16,-18 0 3 0,16 4 0 0,-5 6-4 16,1-1-1-16,1-1-2 0,1 1-4 0,1-5-1 15,2 1-3-15,1-5-1 0,-2 0 1 16,2 0-2-16,0 1 3 0,0-1 4 15,0 1 1-15,0-1-1 0,0-5 0 16,6-9-3-16,1-5-1 0,-1-3 1 16,1-2-1-16,-4-2-3 0,-2 0 6 0,1 6-3 15,-2 2 7-15,0 6 2 0,-3 3 0 0,-1 0-4 16,-8 4-3-16,-7 5-2 0,-7 0 1 16,-10 14 0-16,-4 6 2 0,-1 5 2 15,-1 7-7-15,-1 3 2 0,7 5-3 16,2 3-1-16,9 6 1 0,4 4 0 15,8 5-1-15,7 3-2 0,6-1 2 0,3-2-2 16,17-8 2-16,8-5 1 0,11-9 0 0,6-9-1 31,7-6 1-31,6-8-3 0,-1-8 2 16,0-5 0-16,0 0-2 0,-7-10-1 16,-6-4-7-16,-4-1-9 0,-10-2-16 15,-5 1-19-15,-5 2-32 0,-8 3-73 16,-4 6-123-16</inkml:trace>
  <inkml:trace contextRef="#ctx0" brushRef="#br0" timeOffset="54183.24">27060 8588 603 0,'0'0'75'16,"0"0"-15"-16,0 0-13 0,0 0-14 0,0 0-5 15,0 0-12-15,0 0 0 0,0 0-5 16,10-77-3-16,-3 70-3 0,5 6-1 16,1 1-3-16,-4 0-1 0,3 3 4 15,-6 9-5-15,-3 5 4 0,-3 6-4 16,0 1 0-16,-11-3 0 0,-8 1 0 0,-3-4 1 15,-1-4-1-15,-3-6 1 0,1-5-2 16,2-3 1-16,2 0-1 0,3-10-1 0,4-7 1 31,5-4 0-31,5-3-5 0,2-4 5 16,2 4-7-16,0 6 3 0,6 5-2 16,0 4-4-16,1 8-3 0,3 1-7 15,1 8-13-15,3 12-25 0,-4 5-52 0,0 5-123 16,-1 1-52-16</inkml:trace>
  <inkml:trace contextRef="#ctx0" brushRef="#br0" timeOffset="54484.27">27358 8526 709 0,'0'0'35'0,"0"0"-6"16,0 0 2-16,0 0-7 0,0 0-6 15,0 0-6-15,0 0-4 0,78-55-3 16,-69 55-2 0,3 5-2-16,-3 7 0 15,0 4 3-15,-6 6-4 0,-3 1 4 0,0-2-4 16,-6 0-1-16,-3-4 1 0,3-5-1 16,-3 0 0-16,3-6 1 0,1-3-1 0,2 2 2 15,-2-5 0-15,-1 0-1 0,-1-5 1 16,-1-1-2-16,7-3 2 0,0 0-2 15,1-2-1-15,1 2-2 0,2 5-6 16,4 1-10-16,-2 3-14 0,3 1-31 0,-1 13-51 16,-7 6-179-16,0 7 1 0</inkml:trace>
  <inkml:trace contextRef="#ctx0" brushRef="#br0" timeOffset="54799.94">27223 9410 774 0,'0'0'35'16,"0"0"-6"-16,0 0-8 0,0 0-6 16,0 0-3-16,0 0-4 0,0 0-2 15,0 0-3-15,84-54 0 0,-71 61-2 0,3 5 0 16,-6 1-2-16,-2-2 0 0,-5 5 1 15,-3 1-1-15,0 0 1 0,-5 4 0 0,-4-3-1 16,-1-4 1-16,0-3-1 0,-1-7 1 16,-5-2-1-16,1-2 0 0,-5-8-2 15,2-6-1-15,4-2-2 0,2-4-3 16,5 0-5-16,-1-1-5 0,5 4-6 0,0 7-13 16,3 5-33-16,0 5-76 0,-2-2-146 0</inkml:trace>
  <inkml:trace contextRef="#ctx0" brushRef="#br0" timeOffset="55366.75">29366 8913 544 0,'0'0'67'0,"0"0"-14"0,0 0-11 0,0 0-7 16,0 0-7-16,0 0-4 0,0 0-3 16,0 0-4-16,0 0-2 0,0 0 2 15,-15-12 1-15,15 12 0 0,15 0 0 16,9 0-6-16,14 0-4 0,6 0-3 0,5-5-2 16,3 1-1-16,0-1-2 0,-1 2 0 15,-6 0-1-15,-8 0-1 0,-11 1 0 0,-10 2-1 16,-10 0 1-16,-6 0-1 0,0 0-4 15,0 0-9-15,0 0-13 0,0 0-16 16,0 0-33 0,-14 0-79-16,-8 7-144 15,-10 0 3-15</inkml:trace>
  <inkml:trace contextRef="#ctx0" brushRef="#br0" timeOffset="55583.24">29270 9226 726 0,'0'0'49'15,"0"0"-3"-15,0 0-12 0,0 0-9 0,0 0-9 16,0 0-5-16,96 4-4 0,-57-4-4 16,5-1-2-16,2-2-4 0,3 1 1 15,2 2-3-15,-1 0-8 16,0-2-14-16,-6 2-37 0,-4 0-83 0,-7-1-162 0,-6-1-4 15</inkml:trace>
  <inkml:trace contextRef="#ctx0" brushRef="#br0" timeOffset="56151.05">30252 8456 705 0,'0'0'56'0,"0"0"-8"0,24-85-11 0,-4 58-9 16,6 3-6-16,6 1-5 0,4 4-3 15,5 6-2-15,-1 6-5 0,2 7-1 0,-3 2-1 16,-1 13-1-16,-5 7-1 0,-2 8 1 15,-4 7-5-15,-1 5 3 0,-3 8 1 16,-1 5-2-16,-5 2 2 16,2 6-3-1,-5 2-3-15,2 3 4 0,-3 0-4 0,0 1 2 16,-4-5-1-16,-3-5 1 0,-2-8 0 16,-1-8 1-16,-1-16 4 0,-1-4-4 0,-1-11 4 15,0-6-4-15,2 0 1 0,-2-6 1 16,0 0 0-16,0 0 1 0,2 0-6 15,5-13 4-15,-2-10-6 0,1-8 5 16,-2-2 1-16,-2-3-2 0,-2-2 2 0,0-2-1 16,-6 4 2-16,-2 2-3 0,-3 7 1 0,-4 9-1 15,-2 6 2-15,-5 9-1 0,-7 3-1 16,-5 9 1-16,-7 9-3 0,-4 6 1 16,-2 7-1-16,-3 2 1 0,-2 2 2 15,2 2 0-15,1-1-1 16,1 0 2-16,6-1 3 0,4-2-3 0,6-4 2 0,9-4-3 15,9-8-1-15,7-9 0 0,4-3 0 16,3-5 0-16,-2 0-1 0,2 0-2 0,0 2-3 31,-1-1-9-31,1 1-12 0,0-2-20 16,0 0-48-16,0 1-111 0,3-1-111 16</inkml:trace>
  <inkml:trace contextRef="#ctx0" brushRef="#br0" timeOffset="56666.56">31159 8914 724 0,'0'0'56'16,"0"0"-9"-16,0 0-14 16,0 0-8-1,0 0-6-15,0 0-5 0,0 0-1 0,40-78-3 16,-32 73-3-16,8-1 2 0,0 5-4 16,9 1 4-16,-1 0 1 0,4 5-1 0,-1 8-4 15,3 5-3-15,1 5-2 0,-2 2-1 16,1 3 0-16,-2 2 0 0,-2 2-1 15,-2-2 1-15,-1-1 0 0,-1-3 1 16,-4-2-2-16,-1-4 1 0,-7-8 1 0,-4-4 0 16,-3-4 1-16,-3-4 1 0,0 0-2 0,0 0 2 15,1 0 1-15,1 0 1 0,0 0 1 16,1 0-2-16,2-13-2 0,0-8 0 16,1-13 0-16,-1-7-1 0,-2-6 1 15,-3-9-2-15,0-7 2 16,-2-5-1-16,-8-3 2 0,-3-5-2 0,-4-2-3 0,-3 3 2 15,0 3-2-15,-1 8 2 0,1 13 3 0,4 10-2 16,0 14 1-16,6 10-2 0,2 9-1 31,2 8 0-31,1 3-1 0,-2 13-1 16,1 7-6-16,1 4-4 0,4 5-13 16,1 1-15-16,0 2-38 0,0 0-115 15,0-5-124-15</inkml:trace>
  <inkml:trace contextRef="#ctx0" brushRef="#br0" timeOffset="63250.11">21854 10750 468 0,'0'0'47'16,"0"0"5"-16,0 0-2 0,0 0-7 15,0 0-6-15,0 0-6 0,0 0-5 16,0 0-3-16,0 0-5 0,0 0-6 15,12-29-5-15,-11 29 0 0,1 1 2 0,-1 13 1 0,2 10 1 16,1 10-3-16,-1 4-1 0,3 4-3 31,-2 3 2-31,2 4-4 0,0 0 2 16,-2-1-1-16,3 1-1 0,-2-3 3 16,-1-2-5-16,-1-4 3 0,0-3-3 15,-2-7 1-15,1-8 0 0,-2-11-1 0,0-4 2 16,0-3-4-16,0 2 4 0,0-1 0 15,0 1 0-15,0-6 1 0,0 0-5 0,0 0-5 16,3-12-6-16,1-8-17 0,3-7-32 16,-1-4-76-16,0 0-171 0,-6-6-3 15</inkml:trace>
  <inkml:trace contextRef="#ctx0" brushRef="#br0" timeOffset="63567.62">21822 10633 735 0,'0'0'51'31,"0"0"-4"-31,0 0-14 0,0 0-10 0,0 0-8 16,0 0-6-16,0 0-2 0,0 0-1 0,0 0-1 16,0 0-1-16,32-55 0 0,-9 45 0 15,9-3-1-15,10 1-6 0,4-2 5 16,8 3-5-16,5-3 3 0,2 4 1 15,-1 3-1-15,-2 4 0 0,-7 1 0 16,-8 2-1-16,-14 0 0 0,-13 0 0 16,-7 0 1-16,-9 0 0 0,0 0 0 0,0 0-1 15,1 0 1-15,1 0-2 16,-1 0 0-16,1 0-3 0,-1 0-5 0,0 2-7 16,-1-2-11-16,0 6-13 15,0 5-27-15,-12 4-29 0,-6 5-68 0,-8-2-127 16</inkml:trace>
  <inkml:trace contextRef="#ctx0" brushRef="#br0" timeOffset="63849.92">21951 10889 627 0,'0'0'63'16,"0"0"-12"-16,0 0-17 0,0 0-11 0,0 0-7 15,0 0-3-15,0 0 1 0,0 0 3 16,0 0-2-16,0 0 0 16,-13 12-1-16,27-4-2 0,7 0-2 0,8-4-1 15,7-2-2-15,3-2-2 0,4 0-3 16,3 0-2-16,-1 0 0 0,-2-4-1 0,-3 3 0 16,-7 0 0-16,-10 1-3 0,-10 0-2 0,-7 0-3 15,-6 0-3-15,0 0-4 0,3 0-2 16,2 1-7-16,-2 7-16 15,-3 4-21-15,-4-1-34 0,-10 5-71 0,-2-1-119 16</inkml:trace>
  <inkml:trace contextRef="#ctx0" brushRef="#br0" timeOffset="64101.18">21844 11463 684 0,'0'0'51'0,"0"0"6"0,0 0-11 0,0 0-13 16,0 0-8-16,0 0-9 0,0 0-4 0,84 12-4 15,-58-9-2-15,1 0 0 0,1 1-4 16,1-3 0-16,-2-1-1 16,6 0-1-16,1 0-1 0,0 0 1 0,3 0-1 15,-1-1 1-15,0-3 0 0,-3 1-2 16,-1-2-2-16,-6 3-2 0,-7-1-3 0,-5 0-5 15,-2 0-7-15,-8 1-9 0,3-3-23 16,-2 3-45-16,1-6-155 0,1 0-59 0</inkml:trace>
  <inkml:trace contextRef="#ctx0" brushRef="#br0" timeOffset="64883.44">22998 11043 625 0,'0'0'64'16,"0"0"-10"-16,0 0-8 0,0 0-10 15,0 0-9-15,0 0-7 0,0 0-5 0,0 0-5 16,0 0-3-16,0 0 1 16,-2-22 1-16,21 16 1 0,13-1-1 0,10 0-1 15,6 2-2-15,5-1 0 0,5 1 0 0,3 2-1 16,-2 1-1-16,-4 1-3 0,-4 1-1 16,-8 0 1-16,-14 0-1 0,-13 0 0 15,-9 0 3-15,-7 0-2 0,0 0 1 0,0 0 1 16,2 0-1-16,-1 0 0 0,1 0-1 15,0 0 0-15,0 0-2 0,-1 0 0 16,-1 0-6-16,0 0-4 0,2 0-6 0,-2-1-11 31,0 1-19-31,0 0-39 0,0 0-74 16,-7 7-153-16,-7 7-3 0</inkml:trace>
  <inkml:trace contextRef="#ctx0" brushRef="#br0" timeOffset="65183.51">23167 11319 818 0,'0'0'34'0,"0"0"-4"16,0 0-6-16,0 0-6 0,0 0-9 15,0 0-1-15,0 0-4 0,0 0-1 0,0 0-2 16,0 0-1-16,-19-23 1 0,21 23 1 15,15 0 1-15,12 0 1 0,13-2-1 0,4 0 0 16,8-3-1-16,5-1 0 0,2 0-1 31,2-2-2-31,-1 1 0 0,-4 1-2 16,-7 1 0-16,-8 0-1 0,-15 4-1 16,-12 0-2-16,-9 1-3 0,-7 0-5 0,6 0-10 15,-2 0-19-15,0 0-44 0,1 0-88 16,-5 0-139-16</inkml:trace>
  <inkml:trace contextRef="#ctx0" brushRef="#br0" timeOffset="66083.2">24324 10618 699 0,'0'0'53'0,"0"0"-7"0,0 0-12 15,0 0-7-15,0 0-8 0,0 0-8 16,0 0-4-16,0 0-2 0,0 0-3 15,0-10 3-15,0 13 0 0,0 16 1 0,3 13-1 16,3 11 1-16,0 11-6 0,-2 5 4 16,-3 5-5-16,2 4 2 0,-3 0-1 15,0 1 1-15,0-6 3 0,0-2-4 0,0-6 5 16,0-8-7-16,0-7 1 0,0-10 1 16,1-10-1-16,1-10 1 0,-1-5 1 15,-1-5 4-15,6 0 1 0,6-5 0 0,4-9 0 16,3-9-4-16,-4-7 0 0,-1-6-1 15,-3-5-4-15,-2-5 2 0,-2-2-3 16,3-2 2-16,-1 0 3 0,1 4-2 0,3 7 1 31,-3 5 0-31,2 7 0 0,0 9 0 16,-3 6 0-16,4 5-1 0,5 6 1 16,2 1 2-16,7 5-2 0,0 8 2 0,-2 5-1 15,0 5 0-15,-1 3-2 0,-1 4 4 16,-3 4-3-16,-2-1 1 0,-3 4-1 15,-1-3-2-15,-5 3 6 0,-3-2-3 0,-3-4 4 16,-2 0-3-16,-1-10-2 0,0-1-1 16,0-8 1-16,0-6 0 0,0 5 0 0,0-5 2 15,0-2-2-15,0 2 0 0,0-6 0 16,0 0-1-16,0 0 0 0,0 2 1 16,0 0-2-16,0-1 0 0,0 1-1 15,0-1-5-15,0 0-5 0,0 1-8 0,6 1-14 16,-3 0-18-16,-1 0-36 0,1 0-94 15,-3-3-127-15</inkml:trace>
  <inkml:trace contextRef="#ctx0" brushRef="#br0" timeOffset="66549.86">25057 11111 705 0,'0'0'58'16,"0"0"-9"-16,0 0-15 0,0 0-9 16,0 0-9-16,0 0-6 0,0 0 0 15,0 0-3-15,0 0 1 0,0 0 1 0,51-67-2 16,-25 67 1-16,0 5-1 0,3 7 0 15,-2 5-3-15,2 1-1 0,-2 3-4 16,0 0 2-16,-3 2 3 0,-1 0-3 0,-1 0 4 31,-4-2-5-31,-1-2 0 0,-3 0-1 16,-2-7 1-16,-4 0-1 0,-2-6 1 0,-3-3-1 16,0 2 1-16,-3-5 0 0,0 0 2 15,0 0 2-15,2 0-1 0,-1-2-1 16,-1-11 1-16,0-9-3 0,0-9-4 15,-1-9 4-15,-7-7-5 0,0-11 4 0,-5-7 2 16,1-8-3-16,-1-4 3 0,-1 2-2 0,0 7 1 16,0 10-1-16,5 13-2 0,2 15 3 15,4 14-6-15,2 10 3 0,1 6-9 16,-2-2-2-16,1 4 0 0,-3 13-16 16,1 10-11-16,1 8-46 0,2 2-138 15,0 0-92-15</inkml:trace>
  <inkml:trace contextRef="#ctx0" brushRef="#br0" timeOffset="73200.86">2011 12855 392 0,'0'0'-4'0,"0"0"-2"15,0 0-1-15,0 0 0 0,0 0 5 16,0 0-1-16,0 0 3 0,0 0-3 15,-17-9 3-15,17 9 4 0,0-2 5 0,0 2 4 16,4 0 5-16,8 0 5 0,5 7 2 16,6 1 1-16,-1 3-2 0,7 0-2 15,4-1-3-15,7 1-1 0,7-2-2 0,8-1-1 16,8-4-1-16,8 1-3 0,10-4-4 16,12-1-4-16,8 0 1 0,16 0-4 15,9 0 2-15,11-3-2 0,11 2 1 0,8-2-1 16,9 0 0-16,7-2 0 0,10 2-1 15,8-3 1-15,6 0 0 0,14 0 1 16,5-1 0-16,11-1 0 0,7-1 1 0,11 1 0 31,6 1-1-31,5-1 1 0,2 2 1 16,5 1-2-16,-2 1 0 0,3 1 0 16,1 0-1-16,-1 0 2 0,-3-2 1 0,2 0-1 15,-2-2 2-15,2-2-1 0,0-3-1 16,2-2 1-16,1-1-1 0,1 0 0 15,-2-3-1-15,-5-1 0 0,-7 1 0 0,-6 0 0 16,-8-2-1-16,-9-1 2 0,-2 1-1 16,-10-1-1-16,-9-2 1 0,-7 2-5 15,-8-2 3-15,-10 1-2 0,-4-3 3 0,-4 2 2 16,-5-1-3-16,-3 1 2 0,-3 1-2 16,-2-2 0-16,-3 4 1 0,-3 1 0 15,-3 4 0-15,-2 3 0 0,-5 1 0 0,-3 4 0 16,-7 1 0-16,-6 1 0 0,0 0 1 15,-7 1-1-15,-9-2 2 0,-7-2-1 16,-10-1 4-16,-9-1 4 0,-8-4 6 0,-7 0 6 31,-7 0-4-31,-7-1-1 0,-8 2-1 16,-5 1-2-16,-7-2-1 0,-6 3-1 16,-2-1-4-16,-7 2-3 0,-2-1 0 0,-9 4-2 15,1-2 0-15,-7 5 3 0,-1-3-2 16,0-1 0-16,-1-1 1 0,0 0-3 15,-4-4 2-15,1 1 0 0,-2-1 0 0,0-9 2 16,0 1-2-16,0-6-4 0,-2 1 5 16,2 0-5-16,0-3 3 0,0-1 0 15,0-5-2-15,0-6 0 0,0-4-1 0,0-8 1 16,-1-5 0-16,-3-3 1 0,1-6-3 16,-3-1 3-16,0-6-2 0,-2-7-3 15,-2-5 3-15,-2-7-2 0,0-5 3 0,-2-4 2 16,4-2-2-16,-3 1-2 0,1 0 2 15,2 3-2-15,-3 1 0 0,0 5 6 16,-1 6-6-16,-1 4 4 0,-3 4-1 0,0 1-4 31,-1 2 2-31,-1-2-2 0,1 0 1 16,-2 0 3-16,-1 3-2 0,-1 2 3 16,-2 3-2-16,1 4-2 0,-4 1 3 0,2 4-3 15,-1 0 3-15,0 2 1 0,0 5-1 16,1 1 1-16,0 6-1 0,0 4 1 15,3 6-2-15,1 4 1 0,-1 7-1 0,0 4 1 16,0 3-2-16,-1 4 0 0,1 1 1 16,-1 4 0-16,-1 1 0 0,2 0 0 15,-3 3 0-15,4 1 0 0,-1-1 0 0,1 3 0 16,-1 0 0-16,-1 1 0 0,-2-1 0 16,-3 3-2-16,-1-1 4 0,-7 2-2 15,-2 0 0-15,-7 0 0 0,-5 3-2 0,-5 2 2 16,-5 0 0-16,-5 0 0 0,-8 2-1 15,-4-1 0-15,-9-2 0 0,-5 3-1 16,-8-3 2-16,-8 2 0 0,-6-1 0 0,-7-1-1 31,-7 1 0-31,-7-4-3 0,-8 2 2 16,-3 0-1-16,-9-1 1 0,-7-2 1 16,-3 0 0-16,-4 0 1 0,-6 0 0 0,0 0 0 15,-7 0 0-15,1-2 1 0,-2 1-1 16,-4-1 0-16,-1 1 1 0,0-1-2 15,0 1 1-15,0 1 1 0,-3 0-2 0,0 0 1 16,-2 0 0-16,-3 0-2 0,1 0 2 16,-3 0-1-16,3 1 1 0,-3 2 0 15,4 2-1-15,0 0 0 0,0 0-1 0,2 2-1 16,1 0 1-16,-3 2 2 0,-2 0-4 16,-4 1 2-16,3-2-1 0,-4 2 0 15,-1-3 1-15,1 2 0 0,-1-1 1 0,2-2 0 16,-1 0 0-16,6 0-1 0,-1 0 2 15,3-1-1-15,2-1 1 0,6 3 1 16,3-2 0-16,1 3-1 0,10-1 1 0,1 1-1 31,5 0 0-31,1 1 0 0,5 0 0 16,3 0 0-16,7 0 1 0,3 1-1 16,6-5 0-16,8 2 0 0,11-3 0 0,8 0-1 15,10 0 3-15,8 0-2 0,5 1 3 16,8-1 0-16,9-1-3 0,8 0 2 15,12-3-1-15,11 0 2 0,16 0-1 0,10 0-1 16,12 0 1-16,4 0-2 0,-2 0-2 16,2 0 1-16,0 0 0 0,0 0 0 15,0 0 2-15,0 0-1 0,0 0 0 0,0 0 0 16,0 0-1-16,0 0 0 0,0 0 2 16,0 0-1-16,0 0 0 0,2 2 0 15,-2-2 0-15,0 2 0 0,1-2 0 0,-1 1 0 16,0 5 0-16,0 6 0 0,-1 4 0 15,-2 4 0-15,-3 2 1 0,3 2-2 16,0 5 2-16,3 3-1 0,-3 4 1 0,3 5 3 31,-1 6-3-31,-2 8 3 0,-4 7-3 16,-2 10-3-16,-3 8 2 0,-2 11-1 16,1 8 3-16,-4 7 0 0,-1 8 1 0,-2 5-2 15,0 8-1-15,2 2 1 0,1 4-2 16,1 1 3-16,2 3-1 0,-1-1-4 15,4-1 4-15,-1-1 1 0,5-5 1 0,-3-5 2 16,4-4 5-16,2-5-6 0,-1-5 3 16,1-5 2-16,-2-8-3 0,-1-3 4 15,1-6-4-15,-4-3-3 0,0-4-2 0,-3-9-4 16,4-7 4-16,3-8-2 0,-2-10 1 16,2-6 3-16,3-9-5 0,2-11 1 15,-1-9 1-15,2-6-1 0,0-6 1 0,0 0 2 16,0 0-2-16,0 2 0 0,0-1 1 15,0 1-1-15,0 4 0 0,0 0 1 0,0 0-1 16,0 4 0-16,2-2 1 0,5 3-2 31,6 2 1-31,0 1-4 0,7 0 0 16,-1-1 0-16,4 4 1 0,0 1 1 16,2 2 2-16,-1 1-2 0,1 1 0 0,10 0-5 15,5 0-8-15,16-3-19 0,15 0-29 16,13-11-57-16,23-1-114 0,18-7-57 15</inkml:trace>
  <inkml:trace contextRef="#ctx0" brushRef="#br0" timeOffset="146572.1">4482 13477 94 0,'0'0'17'0,"0"0"5"0,0 0 10 16,-82-4 2-16,56 4 5 0,-3 0 12 15,-3 2-4-15,-1 2-2 0,0 2-5 16,-2 2-9-16,0-1-1 0,2 2-2 16,-3 2-3-16,1 2-5 0,-1 3-4 0,3 0-6 15,-2 4-3-15,-1 0-1 0,-3 2-3 16,0 1 1-16,0 3 2 0,-3 2 0 0,-3 0 0 15,-3 6-2-15,-1 1 1 0,2 4 3 16,0 2-5-16,1 1 3 0,4 3-3 31,3-1-2-31,1 0 3 0,-2 0-2 16,5 3 3-16,-1 1-2 0,3 2 0 0,-2 3-3 16,0 2 1-16,-5 3 3 0,4 0-4 15,-5 2 4-15,1 1-2 0,-1 1-1 0,2 1 2 16,6 2 0-16,1 2 2 0,3-1-3 15,6 3 2-15,3 0 0 0,4 1-2 16,0 0 2-16,7 0-1 0,2 0-1 16,1 0 1-16,2 1-3 0,1 0 2 0,3 2-2 15,0 2 2-15,3 0 3 0,4 0-4 16,-1-1 2-16,6 1-3 0,-1-3 0 0,4 0 1 16,3-4-1-16,1 0 2 0,6-1 1 15,7 3-5-15,4 2 4 16,7 5-34-16,8 2-2 0</inkml:trace>
  <inkml:trace contextRef="#ctx0" brushRef="#br0" timeOffset="149250.07">4384 13565 151 0,'0'0'3'0,"0"0"-2"0,0 0 1 15,0 0-2-15,0 0 1 16,0 0 4-16,0 0 5 0,0 0 10 0,0 0 7 0,0 0 5 31,28-65 0-31,-20 61-2 0,2 1-4 0,-1 0-3 16,0-1-5-16,8 0-2 0,3-1 1 16,4-2-1-16,2-2 1 0,1-4-1 15,8 0 1-15,1-2-2 0,7-2-1 16,4 0-4-16,3 2-3 0,5 0-3 0,4 1-3 15,2 2 0-15,1 3-2 0,5-1 0 16,-2 2 0-16,0-1 0 0,0 1 1 0,7 2-2 16,-2 0 1-16,2 0-1 0,6 2 2 15,0-1 0-15,2 0-1 0,1 2 3 16,0 3-2-16,-2 0-1 0,-2 0 1 16,-1 6-1-16,-5 5 1 0,-1 0 0 15,-5 2-2-15,0 2 2 0,-3 2 0 0,-1 0 0 16,0 1 0-16,-2 0 0 0,0 2 0 0,-1-1 0 15,0 5 0-15,0-2 0 0,-1 6 0 16,0-1 0-16,-2 5 0 0,-3 1-1 31,-2 2 2-31,-3 2-2 0,0-1 2 16,0 2-1-16,-1 2 2 0,-1 0 2 0,-2 3-4 16,2 1 2-16,-1 0-2 0,-1-1 0 15,0-1 0-15,-1-1-2 0,-1-2 2 0,-2 4-1 16,-3-1 2-16,0 2-2 0,-3 2 1 15,-4 1 0-15,3-1 1 0,-3 1 1 16,-3-2 0-16,2 0 4 0,-1 3-1 16,-1 0 2-16,-3 1-3 0,3 2-2 15,-4 2 0-15,1 4-2 0,0 0 2 0,0 1-3 16,-1 0 1-16,0-5 0 0,1-3-1 0,-4-1 4 16,2-6-1-16,-1 1 1 0,-5-1-4 15,4-4 2-15,-6 1 0 0,0-2-1 16,-3 0 0-16,-3 0 0 0,3 0 2 15,-3 1-2-15,1-1 0 0,-1 0 0 16,3 0 0-16,-3 0-2 0,-1-1 2 0,0 0 5 31,-2 3-6-31,-2-1 5 0,-2 1-5 0,0 1 0 16,-5 0 1-16,-3 0-2 0,-4 0 2 16,-2-2-1-16,-1-2 1 0,-2-3 1 15,1-2-1-15,-3-3-1 0,5-1 2 16,-1-1-2-16,2-1 1 0,0 0-1 0,0-1 1 15,2 3-3-15,-1-1 0 0,3 2 0 16,-1 1-3-16,3 2-3 0,1 1-12 0,0-2-42 16,0-1-66-16,-3-4-108 0</inkml:trace>
  <inkml:trace contextRef="#ctx0" brushRef="#br0" timeOffset="150949.71">3845 13607 69 0,'0'0'1'0,"0"0"-1"0,0 0 2 15,0 0 2-15,0 0 5 0,0 0 5 16,0 0 3-16,0 0-3 0,0 0-5 16,-12 4-3-16,12-4-2 0,0 0 2 15,-1 0 4-15,1 0 2 0,-6 4 7 0,3 0 4 16,-3 0 5-16,-1 2 7 0,-3-3 2 0,1 0-1 16,-1-1-4-16,-1 1-11 0,-1-2-4 15,2 1-6-15,-6 1-4 0,1 1-1 16,-2 3-2-16,-2 0 0 0,-1 1-1 15,0 2-1-15,4 2 1 0,-4 2-1 16,-2 1 1-16,0 2 0 0,-1 0 2 0,0 2 0 31,-4 1 3-31,-1 3 6 0,-1-1-4 0,-1 5 3 16,0-3-1-16,-4 2-5 0,1-2 2 16,1 2-2-16,-1 0 1 0,0 1-1 15,-1 2 2-15,-2 1-2 0,3 5 0 16,-5 1-2-16,1 6-1 0,-2 0-1 0,-2 2 0 15,-2 0-1-15,5-2 1 0,-1 2-2 16,1 1 2-16,-2-2 4 0,-2 1-1 0,3 1 4 16,-4-1-3-16,4-2 2 0,1-1-4 15,6 1-1-15,2 3 0 0,1 0-3 16,3 5 1-16,0 2-1 0,6 1 1 16,-1 0-3-16,1 0 3 0,4 0 3 15,-1 2-5-15,4 0 5 0,0 1-5 0,1 3-1 16,-2 2 1-16,5-1-2 0,-1 4 2 0,4-1-1 15,1-3 2-15,0-1 4 0,4-2-5 16,-1-3 5-16,2 1-6 0,0 1 1 31,8 1 1-31,0 3-1 0,5 1 1 16,-1 1-3-16,5 0 1 0,5 1-2 0,-3 0 3 16,4-2 2-16,0 1-4 0,3-2 4 15,0 4-4-15,0 0-1 0,3 3 3 0,3-3-2 16,1-2 2-16,3-5-4 0,0-3 2 15,5-4-1-15,1-3 3 0,1-5 9 16,2 2-6-16,4 1 5 0,4-3-2 16,3 1-4-16,3-1 3 0,7-1-1 15,1 3 0-15,1-2-5 0,3 2 1 0,5-1-2 16,1 2 1-16,10-2 3 0,1 4 0 0,4-3-4 16,1 1 3-16,5 0 4 0,1-6-2 15,2-1 2-15,0 0-6 0,5-3 0 16,-2 0 3-16,0-5-1 0,0 2 2 15,0-4-3-15,0-1 1 0,0-4-2 16,-1 1 0-16,0-1-2 0,2-4 4 0,1-4 2 31,1-1-3-31,3 0 1 0,1-7-3 0,2-1 0 16,4-6 2-16,-1 0-1 0,-1 0-3 16,0 0-1-16,-4 0-3 0,-1 0-1 15,-6-4-2-15,0-5 0 0,-3-2 0 16,-4-1 2-16,-3-5 2 0,-3-1 0 0,-1-6 3 15,-6-3 3-15,0-3-1 0,-5 2 0 16,-2-3-2-16,-2 0-1 0,-3-9-3 0,-1-1 6 16,-3-3 2-16,0 1-2 0,-4 0 2 15,-5 0-4-15,-1 2 2 0,-7-3 1 16,-4-3 0-16,-3-3 2 0,-3 0-3 16,-4-3 4-16,-3-1-2 0,-2-1 1 15,0-5-2-15,-3-5-6 0,0-5 0 0,0-6 1 16,0-9 5-16,-2-4 2 0,1-7 0 0,-1-4-1 15,-2 0-2-15,-4-9-2 0,-6-1 3 16,-4-3-1-16,-9 0 1 0,-2 0 4 31,-10 3-2-31,-9 1-5 0,-10 0 4 16,-7 0-2-16,-9 3 0 0,-6 0 6 0,-8-2-5 16,-10 0-2-16,-2-2 2 0,-11-4-3 15,-8 0-2-15,-10 0-4 0,-7 5-16 0,-6 4-26 16,-7 11-48-16,-7 12-132 0</inkml:trace>
  <inkml:trace contextRef="#ctx0" brushRef="#br0" timeOffset="151767.75">5321 15891 411 0,'0'0'38'0,"0"0"8"16,0 0 3-16,0 0-7 0,0 0-9 15,0 0-10-15,0 0-13 0,0 0 2 0,0 0-8 16,6-50 2-16,3 45-3 0,2 2-3 0,-1 0 0 16,-5 2-1-16,5 1 1 0,-5 0 0 15,0 0-2-15,-1 6 3 0,-2 0 4 16,-2 4-3-16,-2 4 2 0,-8-2-3 15,-6 4 0-15,-2-6 0 0,6-4 3 16,-4-2-3-16,3-2 1 0,1-2 0 0,-5 0 0 31,4-9-1-31,-1-4-1 0,6-6 0 0,5 0-7 16,3-3 6-16,6 1-6 0,7 3 5 16,5 4 1-16,0 5-1 0,1 1 1 15,0 8 0-15,1 0 1 0,-5 11 0 16,-5 3 0-16,1 2 0 0,-5 4 5 15,-3 1-5-15,-3 0 5 0,0 1-5 0,0-7 0 16,-4 0 0-16,-4-3-1 0,0-2 1 0,2-3 0 16,-1-4 0-16,-5-3-4 0,1-5-8 15,-4-8-21-15,8-6-43 0,3-8-88 16,4-3-99-16</inkml:trace>
  <inkml:trace contextRef="#ctx0" brushRef="#br0" timeOffset="155167.66">5272 16005 315 0,'0'0'21'16,"0"0"-6"-16,0 0 0 0,0 0 3 15,0 0 5-15,0 0 4 0,0 0 1 0,64-87 0 16,-24 62-1-16,11-5-6 16,11-3 2-16,13-5-10 0,13-6 4 0,12-6-2 15,9-6-5-15,11-4 1 0,7-6-4 16,13 2-1-16,6-1-1 0,7 1 1 15,6 2-4-15,2 0-3 16,1 0 1-16,-1 1-4 0,-11 5 2 0,-7 2 2 16,-14 6-1-16,-14 4 2 0,-18 4 0 15,-16 6 0-15,-17 4 3 0,-16 7 4 16,-15 3 6-16,-11 8 12 0,-11 1 3 16,-4 5 1-16,-5 1-6 0,1 2-7 15,-3 3-6-15,0-1-2 0,0 1-6 16,0-2-1-16,1 1-2 0,-1-1-3 15,0 1 1-15,0-1-1 0,0 1-2 0,0-1-2 16,0 2 1-16,2-2 0 16,-2 2 0-16,1 0 2 0,-1 0-3 0,6 0-1 15,-3 0-1-15,1 4-2 0,0-1 3 16,-4-3 2-16,0 0 1 0,0 3 4 0,-7 3-1 16,-6 2 2-16,0-3-3 0,-3-2 3 15,6 1 0-15,-3-4 0 16,0 0 0-16,0 0 0 0,0 0 0 0,4 0-1 15,-8-4 1-15,2-2 0 0,-5 0 0 16,2-1 1-16,0 1-1 0,-2-1-1 0,0 1 1 16,-2 1 0-1,-4 0 0-15,-3 0 2 0,-3 2 0 16,-1-1-2-16,-3 1 0 0,-3-3 0 0,1 0 0 16,1-1 3-16,-1 0-1 0,5-1 1 0,1 2 1 15,9 2-1-15,3 1 2 0,8-1-1 16,6 3-1-16,-1 1-4 15,7 0-3-15,-1 0 0 0,1 0 0 0,1 6 3 16,13 6 2-16,9 3 0 0,8 0 0 16,5-1-1-16,9-1-1 0,1-1 0 0,-2-2 1 15,-1 0 0 1,-7-2 0-16,0 0-1 0,-7-1 1 0,-3 1-1 16,-7 0 1-16,-3-4-1 0,-6 3 2 15,-1-3-1-15,-1 2 0 0,0 0 2 0,-4 2 1 16,3 0 3-16,-4 2 0 15,3 5 1-15,-3 3-2 0,1 7-2 0,-4-1 0 16,3 3-1-16,-3 1-1 0,0 2-1 0,-3 0 0 16,-3 1-2-16,-4-3 2 15,0 3-4-15,3-2 1 0,-3-2-4 16,1-1-4-16,3-2-11 0,2 0-28 16,2-7-35-16,2 1-78 0,0-5-108 15</inkml:trace>
  <inkml:trace contextRef="#ctx0" brushRef="#br0" timeOffset="155747.09">5726 14822 414 0,'0'0'43'0,"0"0"6"0,0 0 1 0,0 0-7 16,0 0-4-16,49-77-8 0,-33 71-7 15,4 0-4-15,-1 4-7 0,4 2-5 16,2 2-3-16,1 8-1 16,1 4-2-16,0 1 0 0,0 3-2 0,-4 4 0 15,0 0-1-15,0 4 1 0,-4-2-2 0,-3 3 1 16,-4-4 1-16,-5-1 0 0,0-5 0 15,-4-1 0-15,-3-1 0 0,0-4 0 0,-3 4 1 16,-4-7 1 0,4-5 0-16,3 1 2 0,-4-4-1 0,-2-12-1 15,-3-10 0-15,2-15-2 0,7-10 1 16,0-9-2-16,10-6 3 0,3-4-2 16,12-1-2-16,2 4 2 0,8 7-4 15,-2 10 3-15,2 12 1 0,-3 15-1 16,-5 10 0-16,-4 9 2 0,-1 1-3 0,-6 11 1 15,-2 5-1-15,-2 5 2 0,-5-1 5 16,-4 1-5-16,0-5 4 0,0-6-7 0,-2 1-8 16,-1-6-20-1,0 0-32-15,3 0-67 0,-3-6-147 0</inkml:trace>
  <inkml:trace contextRef="#ctx0" brushRef="#br0" timeOffset="157399.96">10322 13564 234 0,'0'0'44'0,"0"0"0"0,0 0 2 0,0 0-3 16,0 0-9-16,0 0-7 0,0 0-6 16,0 0-1-16,0 0-5 0,0 0-1 0,-9-9-2 15,9 9-3-15,0-2-2 0,-3 2-1 16,3-1 0-16,0 1-1 0,-3 0-1 15,-4 0-1-15,1 0 1 0,-5 0 1 16,0 0 2-16,4 0 2 0,-3 0-1 16,6 0 0-16,-5 0 0 0,-1-2-1 0,4-7-1 15,0 1 1-15,5-3-1 0,1-8-3 0,1-1 1 16,8-7-2-16,5 3 0 0,4 1 1 16,5 3-1-16,0 2 0 0,3 3 4 15,2 1-4-15,1 5 4 0,1 3 1 16,-1 5-2-16,-3 1 1 0,3 1-1 15,-3 8-1-15,-2 5 1 0,0 4-2 0,-1 5 0 16,-3 6 1-16,-2 4-2 0,-4 7 1 0,-4 5-3 31,-3 5 2-31,-4 3-2 0,-3 5 2 16,0 2 2-16,-10 4-4 0,-5 0 3 16,-3 1-5-16,-7 1-1 0,-2-2 2 15,-5-4-2-15,-1-4 4 0,-2-6-2 0,-1-7 2 16,-2-8-1-16,0-8 1 0,-2-5-1 15,1-7 3-15,6-10 1 0,2-5-2 0,4-4 2 16,4-12-1-16,5-9-1 0,3-8-1 16,6-5 1-16,4-5-3 0,5 1 2 15,3 2-3-15,9 7 2 0,5 7-2 16,5 8 2-16,1 7 0 0,6 7 0 16,3 4 0-16,1 2 0 0,3 10 1 0,0 3-1 15,-1 5 1-15,0 3-1 0,-2 7 1 0,0 0-2 16,-1 3 1-16,0 1-1 0,3-1 1 15,0-2-2-15,-1-6 1 0,-2-3-1 16,-3-6-2-16,-3-4 0 0,-6-4-3 31,0-5-7-31,-1-2-17 0,0-1-32 16,7-5-63-16,-6-8-97 0,2-2-41 0</inkml:trace>
  <inkml:trace contextRef="#ctx0" brushRef="#br0" timeOffset="157749.87">11147 13858 301 0,'0'0'49'16,"0"0"6"-16,0 0 3 0,0 0-3 15,0 0-4-15,0 0-9 0,0 0-11 0,0 0-9 16,0 0-10-16,-34-33-5 0,34 33 3 0,0 0 3 31,4 0 7-31,16 0-2 0,13 0-3 16,12 0-2-16,6 0-2 0,2-2-2 16,1 2-1-16,1 0-5 0,-3 0-2 15,-7 0 0-15,-5 3-3 0,-5 2 2 16,-13-2-3-16,-9-1 1 0,-9-1-2 0,-4-1 2 15,0 0-3-15,0 0 2 0,0 2-1 0,0 2-4 16,-3-1-8-16,-6 1-12 0,-6 0-19 16,-4-4-30-16,-3 0-55 0,-4 0-107 15</inkml:trace>
  <inkml:trace contextRef="#ctx0" brushRef="#br0" timeOffset="158049.91">11117 13865 596 0,'0'0'17'0,"0"0"7"0,0 0 4 16,0 0 0-16,0 0-10 0,0 0-3 0,0 0-2 16,0 0-1-16,0 0 6 0,0 0-6 0,23 69 4 15,-23-31-9-15,0 6-3 0,0 4-2 16,0 2-1-16,0 2 1 0,0 3-3 15,-3-3 4-15,3-4-3 0,0-5 0 16,0-7-1-16,3-4 1 0,3-6-1 0,-3-9 2 16,1-3-2-16,1-6 0 0,-4-4-1 15,2 0-2-15,-3-4 1 0,0 0-3 0,0 0-7 16,0 0-10-16,7 0-26 0,0-8-46 16,1-5-102-16,0-5-84 0</inkml:trace>
  <inkml:trace contextRef="#ctx0" brushRef="#br0" timeOffset="158383.1">11399 13954 552 0,'0'0'26'0,"0"0"10"0,0 0 10 15,0 0-1-15,0 0-10 0,0 0-4 0,0 0-15 16,0 0-3-16,0 0-1 0,0 0-10 16,19-49 6-16,-16 57-3 0,-2 9 0 15,2 7 2-15,0 6-2 0,-3 5 0 16,0 5-3-16,0 4 3 0,0 3-5 0,0 4 2 16,1 3-4-16,4-1 4 0,-1-2-4 15,5-5 5-15,-1-5-4 0,1-6 1 0,1-7 4 16,-3-5-6-16,1-6 8 0,-5-8-6 15,-2-4-1-15,-1-5 1 0,0 0-1 16,0 0 0-16,3 1-2 0,-3-1-12 31,0 0-18-31,3 0-34 0,-3-10-76 16,0-1-147-16,0-10-2 0</inkml:trace>
  <inkml:trace contextRef="#ctx0" brushRef="#br0" timeOffset="158933.37">11921 13927 437 0,'0'0'53'0,"0"0"2"0,0 0 0 31,0 0-5-31,0 0-7 0,0 0-6 16,0 0-16-16,0 0 0 0,0 0-6 16,0 0-2-16,-23-23-1 0,23 19-1 15,10-1-5-15,6-1 6 0,7 1 0 16,6 5-2-16,1 0 4 0,2 11-7 0,0 6 3 15,0 2-7-15,-2 7-4 0,-1 4 1 0,0 4-3 16,-3 5 3-16,-3 5-2 0,-4 2-1 16,-6 2-1-16,-3 2 1 0,-6-3 0 15,-4-1 0-15,0-5 0 0,-8-4 2 16,-5-7 0-16,0-4 1 0,-3-7-1 16,6-5 2-16,-1-6 0 0,2-4 0 0,-2-4 1 15,-2-3 0-15,0-12 0 0,0-8-1 0,3-9 0 16,6-10-1-16,4-8 2 0,1-11-2 15,12-6 2-15,6-6-2 0,9-4 2 16,6 1-4-16,8 2-3 0,5 7 3 31,3 9-3-31,-2 13 2 0,-2 10 1 0,-4 10-2 16,-4 10-4-16,-4 6-5 0,-5 8-6 16,-3 1-11-16,-4 4-14 0,-8 4-12 0,-6-3-23 15,-3 5-48-15,-3-4-125 0</inkml:trace>
  <inkml:trace contextRef="#ctx0" brushRef="#br0" timeOffset="182016.64">13314 13998 234 0,'0'0'45'0,"0"0"6"0,0 0 2 15,0 0 3-15,0 0-5 0,0 0-5 32,0 0-12-32,0 0-8 0,0 0-7 0,0 0-2 15,-9-23-1-15,9 22 3 0,13-1 0 16,10 2-2-16,9 0-3 0,8 0-3 16,5 3-3-16,10 0-2 0,6 1-1 15,4-2-3-15,0-2-2 0,-1 0 0 0,-7 0-1 16,-5 0-1-16,-7 0 1 0,-8 0-1 15,-13 0 0-15,-8 0 0 0,-10 2-1 0,-6-2 1 16,0 0 1-16,0 0 0 0,1 1 1 16,1 1-2-16,-2-1-1 0,0 6-8 15,0-2-12-15,0 0-23 0,0 1-28 0,0-3-58 16,-3 0-117-16</inkml:trace>
  <inkml:trace contextRef="#ctx0" brushRef="#br0" timeOffset="182416.84">13374 14227 452 0,'0'0'50'0,"0"0"-7"0,0 0-10 15,0 0-10-15,0 0-9 0,0 0-9 16,0 0 0-16,0 0 3 0,0 0 1 15,-30 20 4-15,23-11 0 0,1-1-2 0,0 1-2 16,3-5-1-16,2 1-2 0,1-5 1 16,-3 0-3-16,3 6-1 0,0 1 2 15,10 6 0-15,6-3 2 0,9-2 2 0,5-4-1 16,8-2-1-16,6-1 1 0,4-1-3 16,3 0 0-16,1 0-1 0,-3 0-2 15,-3-1-1-15,-7-1-1 0,-7 1-1 0,-9-1 1 16,-10 2 0-16,-7 0 0 0,-6 0 3 15,0 0-1-15,0 0 4 0,2 0-3 16,0 0 0 0,0 0-1-16,-1 0-1 0,-1 0-2 15,0 0 0-15,0 0-3 0,0 0-4 16,0 0-2-16,0 0-12 0,0 0-28 16,0 0-51-16,0 0-169 0,0-1-15 15</inkml:trace>
  <inkml:trace contextRef="#ctx0" brushRef="#br0" timeOffset="184767.81">14524 13918 225 0,'0'0'61'0,"0"0"-2"0,0 0-10 0,0 0-3 16,0 0-13-16,0 0 1 15,0-85-6-15,0 68-4 0,4 6 0 0,2-3-1 16,0 7-2-16,0-1-2 0,2 3-4 0,-5 2-2 31,9 1-5-31,-2 2-1 0,7 2 0 16,3 6 1-16,-4 6-1 0,0 4 1 16,-3 5 2-16,-1 3-7 0,-1 3 4 15,-2 3-7-15,0 2 0 0,-2 4 2 0,-3 1-3 16,-1 0 1-16,-3 0-1 0,0 1-1 15,0-2 1-15,0-2 2 0,-4-2-1 0,-1-4 2 16,1-9-3-16,0-2 1 0,3-9 0 16,-1-5 1-16,2-1 2 0,0-4 4 15,0 0 3-15,0 0 0 0,0-3-2 0,2-13-3 16,5-12-3-16,6-10-1 16,3-6 1-16,4-3-2 0,4-2 3 0,5 1-6 15,3 1 5-15,4 5-2 0,2 2-6 0,2 3 6 16,1 7-4-16,-3 5 4 0,-5 5 2 15,-3 4-1-15,-5 4 2 0,-9 6 4 16,0 1-3-16,-6 3 1 0,1 0-1 16,-1 1-1-1,-1 1-1-15,5 0 1 0,-2 4-1 16,1 7 0-16,-3 2 0 0,-1 7 0 16,-3 3 7-16,-1 7-5 0,-2 2 4 0,-1 4-7 15,-2 3-1-15,0-1-1 0,0 2 0 16,0 2 1-16,-2-2-2 0,2 1 3 15,0-1-3-15,0-7 1 0,6-3 0 16,4-3 0-16,3-7-1 0,2-4 2 16,3-4-1-16,4-6 0 0,4-5-1 0,3-1-2 15,3-7-13-15,1-7-16 0,4-4-23 0,3-3-44 16,0-6-96-16,1-2-82 0</inkml:trace>
  <inkml:trace contextRef="#ctx0" brushRef="#br0" timeOffset="185417.71">16170 13436 333 0,'0'0'66'0,"0"0"1"0,0 0-4 16,0 0-10-16,0 0-11 0,-9-82-12 15,9 78-6-15,0-5-6 0,7-2 0 0,5 4 0 16,8 0 2-16,3 6 0 16,6 1-2-16,1 4-5 0,4 7-4 0,-1 3-2 15,0 3-3-15,-1 5 0 0,-3 6-4 0,-2 7 2 16,-1 7-2-16,-5 7 0 0,-1 5 0 15,-2 4 0-15,-3 1-3 0,1 1 4 16,-3-3 3-16,-3 1-3 0,2-5 4 0,-4-3-5 31,0-6-1-31,-2-6 1 0,-1-8-1 16,-1-9 2-16,-2-10-3 0,-1-5 3 16,-1-6 1-16,0 0 0 0,0 0 3 0,2 0 2 15,-2 0 0-15,0 0-1 0,1 0-2 16,1-14-3-16,-2-5 0 0,0-8-3 15,0-1 1-15,0 1 0 0,-6 1 2 16,0 5 0-16,-4 1 0 0,0 2-2 16,-4 4 1-16,-2 0 0 0,-3 6-5 0,-2 0 6 15,-3 6-2-15,-6 2 1 0,-5 0 4 0,-7 11-4 16,-3 3-1-16,-1 1 1 0,1 5 0 16,4 1-1-16,3 3 0 0,1 3 0 15,6 2 0-15,2 3 1 0,3 1 0 16,4 4 1-16,2-1-2 0,4 4 1 15,1-4-1-15,5 2 0 0,0-4 0 0,6-3 0 16,1-2-2-16,1-7 1 0,2-6-3 0,0-4 1 31,0-7-2-31,0 1-2 0,0-6-2 16,0 0-2-16,0 0-11 0,0 0-20 16,0 0-39-16,0 0-87 0,0-3-114 0</inkml:trace>
  <inkml:trace contextRef="#ctx0" brushRef="#br0" timeOffset="197267.86">2169 15125 70 0,'0'0'25'16,"0"0"-2"-16,0 0-3 0,0 0-2 0,0 0 0 16,0 0 3-16,0 0 0 0,0 0 2 0,0 0 0 15,0 0-3-15,23-7-4 0,-17 6-5 16,-1-1-4-16,4 0-1 0,-6 1-2 16,3 0-2-16,-2-1 3 0,1 1-1 15,0-1 1-15,-2 1 3 0,6-4-2 0,-5 3 1 16,-1 1-3-16,6-3 3 0,-4 1 1 15,-2-1 2-15,3 0 1 0,-3 1 0 0,0 0-2 16,0 0-3-16,0 0 1 0,0-1-3 31,4-1 1-31,-3-1 0 0,2-1-2 16,1 3 1-16,-1-4 1 0,4-2-2 16,-4 2-1-16,3-4 2 0,2 0-2 0,-2 0 2 15,1-2 0-15,-1 3-1 0,1 1 2 16,0-1 1-16,-4 4 0 0,5-6-1 0,-2 3 2 15,-3 2-4-15,1-1 0 0,0 3 1 16,2 0-1-16,1-2 0 0,1 1 0 16,1-4-2-16,3 2 3 0,-1 0-2 15,-1-2 0-15,4 2 3 0,1 1-4 0,2 0 4 16,0 0-2-16,1 1-2 0,0 0 4 16,-8 1-3-16,3 0 3 0,1 1-1 0,-8 1 0 15,10 0-2-15,-9 1 3 0,2-1 1 16,5 0 0-16,-7 1 1 0,9-2-1 15,-6 1-2-15,4-1 1 0,1 1 0 16,-1 1 0 0,-1 0 0-16,4-1-2 0,5 1 0 15,-9 2 1-15,4 1-1 0,0 0-1 16,-4 0 1-16,6 0-2 0,-6 0 1 0,1 1 1 16,-5 1-2-16,5 3 2 0,-1-1 0 15,0 0-2-15,-3 1 1 0,1 1-1 16,-8-1 1-16,3 1-1 0,2 3 1 15,-4-3 0-15,2 5 1 0,-6-4-1 0,4 1 1 16,-1 1-2-16,0-1 0 0,0 4 0 16,-2-5 1-16,3 6-1 0,-1-5 0 0,-3 3-1 15,1 4 0-15,2 1 1 0,0 3-1 16,-2-4 1-16,2 1-1 0,-5-1-1 16,2-3 1-16,0 6-1 0,-3 0 1 15,3 0-1-15,0 1 3 0,-3 0-2 0,0 0 1 16,0-6 1-16,0 9-2 0,0-2-2 15,0-2 2-15,0 7 4 0,0-3-5 0,-3-1 6 16,0-5-6-16,0 1 1 0,0 0 0 31,-2 1-1-31,-4 5 1 0,0-3 0 16,-4-1 0-16,0 1 0 0,-3 0 0 16,0 0 1-16,-1-1-1 0,-2 1 1 0,2 0-1 15,-2 0 0-15,-3 0 0 0,-2 0 0 16,-1 0 1-16,-2 2-1 0,-1 0 1 0,-1-1-2 15,2 2 1-15,-2 0-1 0,0 0 0 16,0 0 1-16,0-2 0 0,3 0-1 16,-1-1 2-16,1 0 0 0,2-2 3 15,-2 1-1-15,0 0 1 0,2-1 3 0,-2 2-9 16,0 2 6-16,-2-2-4 0,2 3-1 16,0 0 1-16,-1 1-1 0,-1-3 1 0,-2 2-1 15,1 0 3-15,2-2-2 0,-1 2 1 16,2-2-2-16,0 0 1 0,3 0 0 15,0 1 1-15,2-1-1 0,1 0 0 16,0-1 0-16,4 1-2 16,-3 2 2-16,2 0 2 15,-2 1-1-15,-1 0 1 0,5 1-2 16,-2-3 1-16,1 0 3 0,-1-1-4 0,2 0 3 16,-2-1-4-16,5 1 1 0,-5-4 1 15,4 1 4-15,-4-2-2 0,2 0 2 16,-2 1-4-16,5 1-2 0,-2-1 1 15,4 1 0-15,-2 0-1 0,1 0 1 0,-1 0 0 16,3 2 0-16,2 0 1 0,0 0-2 16,1-1 3-16,0 3-1 0,2-2 0 0,-3 1-2 15,1 1 2-15,0 4-2 0,0-3 3 16,-1 1-2-16,-3 0 0 0,4 0-1 16,-1-2 1-16,-2-1-1 0,4 1 2 15,0-7-1-15,1 2 0 16,-2-1-1-16,3 3 1 0,-1 5 0 0,-2-1 1 0,-1 1 5 15,1 2-7-15,0 3 7 0,-5-1-6 0,5 2-1 16,-3 1 4-16,2-2-5 0,1 1 4 31,1-3-2-31,0-1-2 0,4 0 2 16,1-3 2-16,0-1-5 0,3 0 4 16,5 1 1-16,-1-7-2 0,2 2 0 0,0-1 0 15,4-2 0-15,-3 0 0 0,-1 1 0 16,2 0 0-16,1 0 0 0,2 0 0 0,-1 0 2 15,3-3 0-15,-1-1-2 0,0 0 0 16,0 1 1-16,5 1 0 0,-2-3-1 16,2 1 0-16,3-4-4 0,0-5 2 15,5-3-1-15,-1 0 1 0,2 4 3 0,0-4 0 16,0 5 3-16,1-3-2 0,2-2-1 16,3 0 0-16,1-7-4 0,7 0 2 0,1-1 1 15,0-2-1-15,-3 1 3 0,-2-5-2 16,-1 4 1-16,-1-1-1 0,-2-1 0 15,-2 1-1-15,2 1-1 0,-2-3 0 16,3 4-2-16,-2-4 2 16,-1-1 2-16,-1-1-4 15,-2-2 4-15,-1 0-1 0,0 4 1 16,0-3 1-16,0-2 0 0,-2 3-3 0,-1-2 2 16,3 1-1-16,-3 0 2 0,-1 1-2 15,-1-3 3-15,-2 1-4 0,1 1 0 16,-4 0 0-16,4 1-2 0,-3 2 0 15,-2-1 1-15,2-1 0 0,-3-2-1 0,1-1 2 16,-1 0 2-16,-1-1 0 0,1 1-2 16,2 0 0-16,1 1-6 0,2-2 4 0,-2-4 0 15,2 3 2-15,-2 1 2 0,2-3-1 16,1 6-1-16,0-1 1 0,0-1-1 16,3 1 2-16,-4-1 1 0,1 2-1 15,3 0 1-15,0 4-2 16,-1-3 1-16,1 0 0 0,1 2 1 0,-1-2-1 0,0 3 0 15,2-3 2-15,-1 3-2 0,-1-1 1 0,-1 0-1 16,1 1-1-16,3 1 1 0,-2 0-1 31,1 4 1-31,-1 0 0 0,-1 3 0 16,3 0-1-16,-4 1 1 0,2-1 0 16,1 3 1-16,-1-4 0 0,1 3-1 0,-4-2 0 15,2 1 0-15,-1 2 0 0,-2 1 1 16,0 0 0-16,-3 3 0 0,-1 3 0 0,0 0-1 15,-3 2-1-15,4 0 2 0,-4 3 0 16,1-3 1-16,-1 2 0 0,2 3-2 16,-1-1 2-16,-1 0-4 0,1 0 4 15,-2 0-2-15,2 2 1 0,-4-1 0 0,3 3 0 16,-3 0-1-16,3 1 0 0,-3 3 1 16,-1 1 0-16,-1 0-1 0,1 4 2 0,-5-4-2 15,6 3 1-15,-6 2 3 0,2 2-6 16,-1 0 6-16,0 1-4 0,-4 1 2 15,5 1 0-15,-2 1-2 0,-3-2 1 16,2 2-1-16,-2-2 1 16,-1 2-1-16,0-5 0 15,0 4-1-15,0-2 3 0,-3 1-3 16,4 0 2-16,-1-3-1 0,-3 2 1 0,3-3 0 16,-3 1 2-16,3-2-2 0,-2 1 0 15,1-2-1-15,-1 3 2 0,1-4-3 16,-2 0 1-16,1 1 4 0,-1 0-1 15,0 4-1-15,0 1-1 0,0 3 1 0,0-1-3 16,-1 1 0-16,-2 2-1 0,0-2 0 16,0 3 3-16,3 1 2 0,-3 0 0 0,3-1-2 15,0-3-1-15,0 0 0 0,0-2 0 16,0 1 1-16,0 1 1 0,3-2-3 16,0 2 1-16,1-2 1 0,2 2-2 15,0-3 2-15,7-2-4 16,-3-1-1-16,6-3 4 0,-2-4 1 0,2 1 0 0,-1 0 0 15,2-3-3-15,-1 1 1 0,4-1-1 0,-1 1 1 16,3-3-4-16,-1 0 3 0,2-1-1 31,-1-1 3-31,4-1 14 0,0-2-3 16,2 0-2-16,-1 2 1 0,2 1-12 16,0-3-1-16,0-2 1 0,1-1 0 0,-2 1 1 15,1 4-4-15,-2-3 4 0,-1 5-1 16,-1-2 1-16,-1 3 4 0,0 1-4 0,-1-3-3 15,3-2 2-15,0-8 0 0,1-3 3 16,-1 0 4-16,3-8-3 0,3 2-1 16,-2-3-4-16,-1 1-1 0,3-4 6 15,-4 2-4-15,2-1 6 0,-2 5-4 0,-1-5-2 16,2-1 7-16,0-3-5 0,-2-3 2 16,2 1 1-16,-3-3-5 0,3 0 5 0,1-2-12 15,-1-3-4-15,-1 3 6 0,-2 2 0 16,-3-3 8-16,3 3-1 0,-4 1 2 15,-2-4-3-15,-1-1 4 0,1 1 1 16,-4-4-5-16,3-5-1 16,-5 1 2-16,2 1-1 15,-3 1 4-15,0 2 2 0,-1-2-2 16,-2 2-4-16,1-2-1 0,-2 2 2 0,1-4-1 16,0 4 3-16,-4 1-3 0,0-3 0 15,-2-3 1-15,-1 2-1 16,0-2 2-16,-1 3-5 0,-2 2 3 0,1-2 0 15,-1-4-1-15,0 4 5 0,0-3-4 0,0 5 2 16,0-1-5-16,4 2 4 16,-1-1-3-16,0 3 0 0,0 3 3 0,1 1-3 15,1-1 4-15,-1-2-2 16,6 3 1-16,-3-3-4 0,2 1 2 0,3 5 1 16,2-1 1-16,-1 3 1 0,3 1 0 15,-3 3-3-15,6-1 2 0,-2-1 0 0,2 0 1 16,1 1-1-16,-1 3 1 15,0 1-3-15,-6 2 1 0,3 2 3 16,0 1-1-16,1 1 0 0,0 2 0 0,2 0-1 16,0 0 1-16,0 0 1 15,7 3 0-15,-3 3-1 0,1 0 0 16,2 1-2-16,1 0 1 0,0 1 1 16,5-1 0-16,0 4 1 0,0-1-2 0,-2 3 0 15,4-1-2-15,-3-3 2 0,-2 3 0 16,-2-1 1-16,1-1 0 0,-1-1-1 0,-1 2 1 15,0-4-1-15,-1 1 2 16,-2 1-1-16,0 2-2 0,2 0 2 16,-1 1 0-16,2 0-1 0,-1 0 2 0,1 0-2 15,3 2-2-15,-3-1 3 0,1 1-2 16,-1 3 3-16,0-5 0 0,-2 0 2 0,0 0 0 16,-1-1-5-1,-1-2 1-15,-2 0-2 0,2-3 2 0,-2 3 2 16,-1 0-1-16,1 3 1 0,3-1 0 15,-4 1-4-15,1-4 4 0,2 0 0 0,-2-1-1 16,2-1 1-16,1 1-2 16,-4 0 0-16,4-3 0 0,-1 4 0 15,-5 1 0-15,3 1 0 0,-1 3 0 16,-3-2-5-16,4-1 6 0,-1 0 3 0,1-2-2 16,2 0 4-16,-3-2-4 0,4 2-3 15,0-4-1-15,0-2 5 0,2 4-3 16,-2-2 4-16,3 0-4 0,1 0-2 0,-2 4 1 15,1-4 0-15,-3 2 2 16,0 2 1-16,2-2-2 0,-2 0 0 0,-1-1 4 16,1-4-1-16,-6 1 0 0,1-2 0 0,2 0 1 15,1-3-3-15,4-5 2 16,0 3-1-16,-2-2 0 16,0-1-2-16,0 1 1 0,0-3 2 0,0 3-5 15,2-1 3-15,-3 2-1 0,1 2-4 0,-2-1 6 16,-3-1-2-16,-2 0 2 15,0 0 2-15,-2 2-3 0,1-6 1 0,3 0-3 16,-2-7 2-16,-3 2 1 16,-1 0-1-16,2-4 2 0,-2 3-3 15,1-7 2-15,-3 3 0 0,2-3-1 16,-1 0-5-16,-1 1-1 0,-1 0 3 0,-3-2 1 16,4 1 4-16,-4 0-3 15,-2-2-1-15,5 0-1 0,-4 1 1 0,1-3 2 16,-3-1-2-16,0 6 0 0,-3-4 0 0,0 2 2 15,0-1-3-15,0 3 3 16,0-3 0-16,-7 3-1 0,-3-3 1 0,0 2 1 16,-2 1-1-16,-4-3 2 15,3 3-1-15,-3-4 0 0,2-1-4 0,-2 2 0 16,0-2-1-16,0 0-7 16,-3 1 10-16,2 2-8 0,-3-1 4 0,-1 3 4 15,0-1-1-15,-4 3 0 0,1 0 1 0,-1 2 2 16,0 2-2-16,1-4 1 15,-1-2-1-15,3 2 0 0,-1 0 0 16,2-7 0-16,-1 2 0 0,3-3 2 16,0-1-5-16,3 1 3 0,-1-1-1 15,1 2-1-15,2 1 1 0,-1 2 1 16,4 1-3-16,-1 5 3 0,8 1 0 0,-5 3 1 16,6 4 0-16,-1-3-1 0,1-4-1 15,0 7 0-15,3-10 4 0,0 2-3 16,0-2 3-16,9-1-7 0,2 0 3 15,-2 3 2-15,6 2-3 0,-1 0 2 16,2-1 0-16,1 0-4 0,0-1 3 16,1 1 1-16,-1 2-1 0,-1 2 1 0,1-2 0 15,-2 1-2-15,4-1 1 0,-2 0 2 0,3 1-2 16,-1-3 3 0,3 2-2-16,1-3 0 0,0 0 0 0,0-4 1 15,-1 1-1-15,4-1 1 0,-3 0-1 16,-1-1 0-16,-2 2-1 0,-1 0 0 0,-2-1 1 15,-1 1 0-15,-1 0 1 0,-4 1 1 0,1 0-2 16,-1 0 3 0,-2-2-2-16,0 1-5 0,-2-2 5 15,4-1-7-15,0 0 6 0,0-3 0 16,1-1-1-16,-1-1 2 0,2 0-1 0,-3-1 0 16,-1 1 0-16,1 0 1 15,-4 2-1-15,0 1 2 0,-2 2-2 0,-1-1 1 16,-3 1-1-16,0 1 1 0,0-1-1 0,-1 0 2 15,-4-2-1-15,-1 0 0 0,-1-1-2 16,0-2 1-16,0-1 1 0,1-2-4 16,0 0 5-16,0 0-5 0,-1 1 3 0,0 4 0 15,0 1 0-15,-2 2 1 0,-4 1-1 16,1 1 1-16,-2-1 0 0,-2-1-1 16,-3-1 1-16,3 1 0 0,-4-2-2 0,3 1 2 15,-1-2-1-15,0 2 1 0,0 2 0 16,1-1 0-16,2 1-1 0,-2-1 1 15,1 1-2 1,0 0 1-16,-2 1-1 0,0 0 1 0,-5 2-1 0,0 1 0 0,1 2 0 31,-4 0 1-31,0 2 1 0,-1 1-6 16,2 2 5-16,2 2-4 0,-2-1 3 0,4 0 1 16,-1 1 1-16,3 0-2 0,-1 2-1 15,0 1 2-15,1 2-1 0,-3 0-1 16,-1 2 2-16,-2 1-3 0,-2 2 2 0,-5 0-1 15,-1 0 0-15,-6 5 0 16,3 1-1-16,-5 0 0 0,3 0 0 0,-2 0-2 16,0 2-1-16,-4-2-3 0,2-2-8 0,0 1-21 15,-1-2-38-15,1-1-105 0,3 1-96 16</inkml:trace>
  <inkml:trace contextRef="#ctx0" brushRef="#br0" timeOffset="-211680">17645 13966 315 0,'0'0'59'15,"0"0"0"-15,0 0-4 0,0 0-7 0,0 0-7 16,-78-12-7 0,72 10-5-16,1 2-4 0,5 0-7 15,-1-1-4-15,1 1-3 0,-2 0-4 16,2 0 2-16,3-1 2 0,19-1 1 16,11-1 0-16,15 0-5 0,7-2 0 15,6 1-2-15,2-1 0 0,4 2-1 16,-1 0 1-16,-6 2-4 0,-5-1 0 0,-8 2-1 15,-12 0 0-15,-12 0-1 0,-10 0 0 0,-7 2 1 16,-6-2 0-16,0 0 1 0,0 0 2 16,0 4-2-16,0 1 0 0,-6 2-2 15,0-1 0-15,-4-2 0 0,0-1-2 16,6-2-3-16,-6 0-4 0,4-1-18 16,-6 3-22-16,2-1-38 0,0 3-57 0,-6 1-122 15</inkml:trace>
  <inkml:trace contextRef="#ctx0" brushRef="#br0" timeOffset="-211413.62">17611 14276 477 0,'0'0'62'0,"0"0"-3"0,0 0-7 16,0 0-12-16,0 0-10 0,0 0-7 15,0 0-6-15,0 0-5 0,0 0-1 16,-29 6-2-16,28-6-2 0,1 6 0 16,1 4 1-16,10 6-2 0,9-1 1 0,7-3-2 15,9-6-1-15,8-1 0 0,6-5-1 0,7 0-2 16,2 0-1-16,-1-4 0 0,-4 0-2 16,-4 1 1-16,-8 0 0 0,-3 2-1 15,-16 1 0-15,0 0-2 0,-8 0-5 16,-5 0-11-16,2 0-19 0,-8 1-32 15,3 1-80-15,-7-2-132 0</inkml:trace>
  <inkml:trace contextRef="#ctx0" brushRef="#br0" timeOffset="-210595.68">19251 13948 341 0,'0'0'65'0,"0"0"2"0,0 0-10 16,0 0-17-16,0 0-4 0,-24-85-11 16,24 73 1-16,0-5 1 0,3 6-3 0,4-2-4 15,1-1-3-15,4 4-2 0,5-3-1 0,1 1-2 16,2 3-1-16,1 0-2 0,1 0-1 16,2 1-1-16,1 3-1 0,1 3-2 15,0 2-2-15,0 4-1 0,-2 9-1 16,-1 6-1-16,-2 5 3 0,-4 8 2 15,-3 5-4-15,-4 4 5 0,-6 1-6 0,-1 2 0 16,-3-1 1 0,0-1-2-16,-3-1 2 0,-4-3-1 15,0 0 1-15,-1-4 1 0,2-5 0 16,1-8-2-16,2-11 1 0,3-4 0 16,0-6 1-16,-1 0 2 0,1 0 1 15,0 0-1-15,0-4-1 0,1-11 0 16,9-13-3-16,6-8 3 0,6-4 0 0,3-5 0 15,8-2-2-15,1-3 1 0,5 0-2 0,2 0-5 16,2 6 5-16,-4 6-4 0,-1 9 5 16,-6 11-1-16,-5 8 1 0,-2 10-2 15,-6 2 2-15,-3 12 0 0,-3 7 1 16,-2 3 6-16,-2 5-6 0,-3 4 4 16,0 1-4-16,0 2-1 0,0 2 0 0,0 2 1 15,0 0-1 1,1 5-1-16,3 0 0 0,1 1 0 0,3-1-1 0,-1-2 4 0,3-6-2 15,-2-5-2-15,2-7 2 0,0-5-3 16,3-8 4-16,-6-5-1 0,6-4 0 31,0-3 0-31,1-4-3 0,4-9-13 16,-3-2-26-16,-3-4-68 0,-2-2-189 0,-6-6-10 16</inkml:trace>
  <inkml:trace contextRef="#ctx0" brushRef="#br0" timeOffset="-209580.3">20849 13150 333 0,'0'0'66'0,"0"0"3"0,0 0-9 15,0 0-9-15,0 0-11 0,0 0-11 16,0 0-7-16,0 0-9 0,0 0-3 16,0 0 0-16,4-28 2 0,-4 28 2 0,0 15-1 15,2 10-2 1,1 11 5-16,-2 7-5 0,2 5 2 0,-1 7-6 0,0 6-4 0,0 4-1 16,-2 6-3-16,0 2 3 0,1 0-3 15,-1-5 2-15,0-5 3 0,2-8-4 16,1-7 3-16,-1-9-3 0,3-9 0 15,-2-8 0-15,1-5 0 0,-2-7 0 0,-1-5 0 16,1 1 3 0,-2-6 2-16,0 0 1 0,5 0 0 15,4-8-2-15,4-9 0 0,6-8-2 16,2-3 0-16,0-2-2 0,2 0-5 16,3-1 4-16,0 4-4 0,1 4 5 15,0 5 0-15,0 4-1 0,-3 6 0 16,-1 4 0-16,-2 4 1 0,-4 2 0 0,0 7 0 15,-1 4 1-15,-1 4 0 0,-1 5 0 0,1 0 4 16,-4 4-6-16,1-2 6 0,-1 1-5 16,0-1-1-16,-1-3 2 0,3-1-2 15,-2-2 0-15,-2-8 0 0,2 0 1 16,3-4 0-16,1-5 1 0,7-1 0 16,3-1 0-16,4-13 0 0,3-6-1 0,2-5 1 15,5-3-1-15,0-4-4 16,0 2 7-16,-4 3-8 0,-4 4 5 0,-10 7 0 0,-11 9-4 15,-3 4 2-15,-7 3 0 0,0 0-1 16,2 0 1-16,-2 5 4 0,0 7-5 31,0 8 0-31,-6-1-12 0,-4 6-16 16,0-3-19-16,-4-2-38 0,-1 1-63 0,-1-4-129 16</inkml:trace>
  <inkml:trace contextRef="#ctx0" brushRef="#br0" timeOffset="-209203.72">20781 14487 495 0,'0'0'37'0,"0"0"1"0,0 0-1 15,0 0-5-15,-82-5-1 0,56 5-5 16,0 0-3-16,2 0-5 16,0 0-2-16,5 2-2 15,5 1-3-15,4-1-4 0,5-1-2 16,1 0-3-16,4-1-2 0,-2 0 0 16,2 3 1-16,13 0 1 0,12 4 1 15,17-3-1-15,12-3-1 0,16-1 0 0,10 0-1 16,13 0 2-16,9 0-1 0,5-4 1 15,4 1 2-15,-1-2 3 0,-3-1-2 0,-5 2 0 16,-10-1-2-16,-13 2-3 0,-13 0 1 16,-15 0-1-16,-20 2 1 0,-12-1 0 15,-12 2 1-15,-7 0 1 0,0 0-1 16,0 0-2-16,2 0-3 0,-1 0-1 0,1 0-4 16,-2 0-20-16,-3 5-46 0,-12 5-139 15,-6 4-98-15</inkml:trace>
  <inkml:trace contextRef="#ctx0" brushRef="#br0" timeOffset="-208812.53">20778 15115 472 0,'0'0'21'0,"0"0"22"0,0 0 13 0,0 0 5 16,0 0-6-16,0 0-12 0,0 0-10 15,0 0-6-15,0 0-8 16,38-76-6-16,-38 76-6 0,0 0-1 0,0 0-1 0,0 2 1 16,1 13 2-16,-1 9 0 0,0 11 0 15,0 6-3-15,-1 5 4 0,-2 6-4 16,0 6 2-16,1 6-5 0,2 6-3 0,0 4 2 15,8 4-2-15,2-1 2 0,4-1 0 16,1-1-1-16,4-6 2 16,0-2-3-16,1-6 1 15,0-5 0-15,-3-6-3 0,1-6 1 16,-5-6 0-16,-2-6 1 0,-5-11 1 16,-2-9-4-16,-2-1-7 0,-1-5-10 15,-1-1-16-15,2 1-31 0,-2-6-68 0,-5 0-170 16,-8 0-4-16</inkml:trace>
  <inkml:trace contextRef="#ctx0" brushRef="#br0" timeOffset="-208463.22">20748 15558 597 0,'0'0'34'16,"0"0"4"-16,0 0 5 0,27-86-7 31,-18 68-10-31,3 1-5 0,0 2-3 0,2 1-3 16,4 0-1-16,3 4-2 0,3 1-2 16,7 1-1-16,2 2 0 0,5 4 0 0,5 2-2 15,0 0 1-15,3 0-2 0,1 8-1 16,-3 3-3-16,-4 1-1 0,-4 5-1 15,-6 1-1-15,-5 2 0 0,-5 3 1 16,-10 1-2-16,-7 2 2 0,-3 3 0 0,-17-1 0 16,-10-1-2-16,-11 1 1 0,-9-4-5 15,-9-4-5-15,-6-5-11 16,-2-4-20-16,-1-5-47 0,3-3-148 0,2-3-77 0</inkml:trace>
  <inkml:trace contextRef="#ctx0" brushRef="#br0" timeOffset="-207412.65">23066 14523 313 0,'0'0'67'0,"0"0"-5"16,0 0-4-16,0 0-16 0,0 0-6 16,0 0-5-16,0 0-5 0,0 0-5 0,0 0-2 15,0 0-4-15,-7-18-3 0,7 18-1 16,-2-1-3-16,2 1 2 0,2-2 4 15,12 1 1-15,14-1 1 0,9-1-2 16,9 0-2-16,5 0-2 0,6 0-1 0,-1 0-2 16,-3 0-3-16,-3 1 0 0,-9 0-3 15,-13 2 0-15,-8 0-1 16,-7 0-2-16,-8 0 1 0,0 0 1 0,-5 0 1 0,0 0 0 16,0 0 0-16,0 4-1 0,0 0-1 15,-5 4-2-15,-1-2-4 0,-6-1-15 16,-4 0-24-16,-2 0-56 0,-7 1-121 0,0-1-69 15</inkml:trace>
  <inkml:trace contextRef="#ctx0" brushRef="#br0" timeOffset="-207112.61">22887 14795 592 0,'0'0'51'0,"0"0"1"0,0 0-7 0,0 0-14 16,0 0-9-16,0 0-5 0,0 0-2 15,0 0-3-15,102-9-4 0,-66 16-2 16,0 2-1-16,2 2-3 0,3 1 0 0,2 2-1 16,0-1 0-16,2 1-1 0,-1 0 0 15,-1 0 0-15,0-4-1 0,-1-1 0 16,-1-1 0-16,-5-2 1 0,-4-1 1 0,-10-3-2 15,-8 0 0-15,-4-2-1 0,-4 0 1 16,1 0-1-16,-1 0-6 0,-6 0-16 31,3 0-31-31,1 0-78 0,1-3-170 0,-5-4-2 16</inkml:trace>
  <inkml:trace contextRef="#ctx0" brushRef="#br0" timeOffset="-203179.94">24810 13607 205 0,'0'0'50'32,"0"0"2"-32,0 0-2 0,0 0 0 15,0 0-2-15,4-82-6 0,-2 69-4 0,-1-6-5 16,3 1-5-16,2 2-1 0,2-3-1 16,1 3 0-16,2 1-3 0,-1 3 1 15,4 0-3-15,2 0-1 0,3 3-4 0,1 1-2 16,-4 2-4-16,1 4-3 0,0 2-3 15,-2 2 0-15,3 9-3 0,-4 7 2 16,-1 6 0-16,-1 6-3 0,-4 8 3 0,1 5-4 16,0 2 1-16,-1 3-1 0,0 0 1 15,-1 1-1-15,0-1 5 0,2-1-1 0,-3-5-4 16,-1-3 4-16,1-6-5 0,-3-12 1 16,-1-7 2-16,-1-4-1 0,2-5 0 15,-2 0 0-15,1-1 2 0,-2-4 3 16,0 0 1-16,1-1-1 0,3-15-2 0,1-8-7 15,2-9 4-15,-1-5-5 0,2-4 5 16,1-5 1-16,1-7-2 0,5-2 1 16,1-3-1-1,2 3 2-15,5 4-3 0,2 9 3 16,3 7-1-16,-2 9 0 0,1 7 1 16,-2 6-1-16,-8 7-2 0,3 4 3 15,-1 3 0-15,-3 0-1 0,6 3 2 0,-5 6 0 16,-1 3-1-16,-3 3 0 0,3 5 1 15,-1 3-1-15,-1 4 0 0,0 3-2 16,1 4 2-16,-2 1-2 0,3 0 1 0,-2 0-2 16,2-2 3-16,-1-1-2 0,2-2 0 15,-1-4-1-15,1-1-1 0,-1-6 1 16,3-2 0-16,-3-3-1 0,3-4-1 0,1-4-9 16,-1-3-6-16,4-3-16 0,1 0-17 15,1-6-29-15,2-3-56 0,-3-3-136 0</inkml:trace>
  <inkml:trace contextRef="#ctx0" brushRef="#br0" timeOffset="-202613.6">26560 13023 468 0,'0'0'71'0,"0"0"-14"16,0 0-5-16,0 0-10 0,0 0-12 15,0 0-9-15,0 0-6 0,0 0-8 16,0 0-3-16,0 0 1 0,-18-12 2 0,14 29 3 15,-1 9 4-15,3 6-5 0,0 4-1 16,2 5 1-16,0 5-9 0,0 2 5 16,4 6-5-1,1 1-1-15,1 5 3 0,0 2-4 16,1 2 1-16,1-2-1 0,0-4 3 16,-1-7-2-16,0-6 3 0,2-9 2 15,-4-9-4-15,1-8 4 0,-3-9-5 0,-1-5 0 16,-2-5 2-16,0 0 1 0,0 0 2 15,6 0-3-15,6-10 2 0,3-9-4 16,7-7 3-16,1-5-1 0,-1 0 0 0,4 0 0 16,0 1-2-16,2 2 2 0,1 6 0 15,0 4 0-15,-1 7 3 0,-2 7-4 16,-4 4 1-16,-2 4 0 0,-2 11-1 0,-3 3 1 16,-2 3 2-16,0 4-3 0,-4 1 2 15,0-2-2-15,0-2-2 0,-1 0 2 0,1-2 1 16,0-3-1-16,0-4 1 0,-2-3 3 15,2-1-7-15,4-2 5 0,-4-3-5 16,8 3-8 0,-7-6-9-16,2-1-24 15,2 0-35-15,-8 0-66 0,0 0-150 0</inkml:trace>
  <inkml:trace contextRef="#ctx0" brushRef="#br0" timeOffset="-202196.75">25190 14473 500 0,'0'0'52'0,"0"0"-2"0,0 0-6 16,0 0-9-16,0 0-8 0,0 0-9 0,0 0-1 31,0 0 2-31,0 0 1 0,0 0 1 16,33 0-3-16,25 3-7 0,15-3-3 16,18 0-3-16,16-4-5 0,15-4 3 15,18-1-1-15,11 0 1 0,10 2 0 0,6 2-1 16,0 1-4-16,-5 3 4 0,-9 1-2 15,-8 0 0-15,-14 0 4 0,-11 0-4 16,-11 3 0-16,-14 0 1 0,-13-1-3 0,-12 0 3 16,-14-2-1-16,-12 0 0 0,-17 0 0 15,-11 0 0-15,-9 0-1 0,-7 0 2 16,0 0-1-16,0 0-6 0,2 0-5 0,-2-2-21 16,0 0-25-16,-14-3-47 0,-7 2-109 15,-9 1-78-15</inkml:trace>
  <inkml:trace contextRef="#ctx0" brushRef="#br0" timeOffset="-201263.37">25218 15109 513 0,'0'0'63'0,"0"0"-12"16,0 0-12-16,0 0-12 0,0 0-5 16,0 0-4-1,0 0-3-15,0 0 1 0,0 0-2 16,0 0 0-16,49-68-4 0,-33 63-1 16,0 4-1-16,1 1-1 0,6 0-2 15,-2 8-1-15,0 4-1 0,-1 4 0 0,-1 6-1 16,1 3 0-16,-1 7 3 0,-3 5-4 15,0 2 2-15,0 4-3 0,0-1-1 0,-2 4 2 16,2-1-2-16,-3 1 0 0,0-2 0 16,-4-2 1-16,-2-4-3 0,-2-5 3 15,-3-8 0-15,-2-11-1 0,2-7 3 16,-2-7-2-16,0 0 2 0,0 0 2 0,0 1 1 16,1-1-4-16,-1-2 2 0,2-21-4 15,3-11 2-15,3-14-1 0,3-4 0 16,5-5-1-16,5-3 1 0,3-2-1 0,5 2-3 15,3 1 1-15,1 9-1 0,0 8 3 16,-1 10 2 0,-1 11 3-16,-4 9-4 15,-1 7 1-15,0 5 1 0,-3 5-2 0,-1 8 1 16,0 6 1-16,-4 4-1 0,-2 4 2 16,1 3 3-16,-2 3-5 0,-1 4 6 15,1 2-7-15,-2 1 1 0,-1-1 0 0,-4 1-2 16,1-4 0-16,-3-1 0 0,-4-4 1 15,0-4-1-15,-2-9 2 0,0 0-2 16,0-6 0-16,0-5-1 0,0-1 2 0,0-6 1 16,0 0 3-16,0 0-2 0,0-2-1 15,0-14-1-15,0-11-3 0,3-9 3 16,7-3 0-16,6-1 0 0,5 2 0 0,4 2 1 16,6 3-2-16,1 2 2 0,-2 8 0 15,-1 3 1 1,-2 7 1-16,-8 6-3 0,-3 0 2 0,3 4-1 0,-3 1 1 0,4 2 0 15,-2 0-1-15,-1 7 1 0,0 5 1 16,-3 3 0-16,2 8 1 0,-1 2 0 16,0 7 0-1,0 3-1-15,-1 4 1 0,-2 0-3 16,-2 2 1-16,-1-2-2 0,-5-1 0 16,-1-3-2-16,-1-3 1 0,-2-9 0 15,1-3 1-15,-1-8-1 0,0-6 1 0,0 0-2 16,0-6 1-16,0 0-4 0,0 0 0 15,0 1-6-15,1-1-11 0,-1 2-22 0,6-2-37 16,0-11-82-16,5-4-148 0</inkml:trace>
  <inkml:trace contextRef="#ctx0" brushRef="#br0" timeOffset="-200763.49">27018 14993 697 0,'0'0'18'0,"0"0"8"16,0 0 2-16,0 0 0 0,0 0-7 16,0 0-4-16,0 0-1 0,0 0-7 15,0 0-1-15,82-11-4 0,-70 35 0 0,-1 5-1 16,-2 7 1-16,0 2 2 0,-1 5-4 15,1 0 1-15,2 2-5 0,0 0 2 16,3-1 1-16,4 2-2 0,2-3 3 0,5-4-3 16,2-1 1-16,5-6 1 0,0-7 0 15,1-3 0-15,0-9 3 0,2-3-3 0,1-9 1 16,2-1-2-16,-4-6-1 0,3-11 2 16,-3-4 2-16,0-8-1 0,-3-6-2 15,-2-6 1-15,-3-4-6 16,-3-8 6-16,-4-4-1 0,-4-3-4 0,-5-1 5 0,-6 1-5 15,-4 5 3-15,0 6 1 0,-6 8 0 16,-5 7 0-16,-6 7 0 0,-1 6 0 16,-5 7-1-1,-3 7 0-15,0 7 0 0,-1 1 0 16,3 13 1-16,4 4 0 0,3 5-1 16,5 3 0-16,5 3-1 0,4 1 2 15,3 0 0-15,0 0 0 0,6-1 2 0,5 2 0 16,5-4-3-16,2-1 3 0,2-2-5 15,1-4-4-15,0-5-9 0,0-3-15 16,1-1-25-16,-3-7-59 0,4-2-179 0,-3-2-14 16</inkml:trace>
  <inkml:trace contextRef="#ctx0" brushRef="#br0" timeOffset="-196412.47">11695 17001 116 0,'0'0'35'16,"0"0"7"-16,0 0-2 0,0 0 0 0,0 0 0 31,0 0-3-31,0 0-5 0,0 0-2 16,0 0-4-16,-33-8-1 0,33 8 7 16,0 0 5-16,0 0 3 0,15 0-1 15,11 1-7-15,16 1-3 0,11-2-8 0,15-3 0 16,13-2-4-16,12-1-4 0,8 5 0 15,7-2-1-15,1 3-1 0,-1 0-1 0,-4 0-3 16,-8 3-5-16,-8 2 0 0,-12-3-1 16,-12 1 0-16,-13-1-1 0,-9-1 1 15,-16-1-1-15,-12 2 1 0,-8-2 3 16,-6 0-1-16,0 0 1 0,0 0-2 0,2 0-2 16,-2 0-4-16,0-5-7 0,-6-4-16 15,-9 0-22-15,-8 2-23 0,-10-4-45 0,-5 5-51 16,-4 0-94-1</inkml:trace>
  <inkml:trace contextRef="#ctx0" brushRef="#br0" timeOffset="-196063.55">11788 17280 518 0,'0'0'39'15,"0"0"10"-15,0 0 1 0,0 0-5 0,0 0-2 16,0 0-12-16,0 0-3 0,0 0-6 16,0 0-8-16,55 12-2 0,-23-7-4 15,5 0 0-15,5 2 0 0,7 0-4 0,4-1 1 16,7 1 0 0,8 0-2-16,3-1-1 0,7-1 0 0,5-1-3 0,3-1 1 15,4-3 0-15,0 0-1 0,-2 0 1 16,-4 0 0-16,-3-3 2 0,-7 0-2 0,-5 2 1 15,-9-4-1-15,-9 2-1 0,-9 3 0 16,-16 0 3-16,-10 0-2 0,-9 0 2 0,-7 0-1 31,0 0-2-31,0 0 5 0,2 0-3 16,-1 0 1-16,1 0-2 0,-1 0-4 16,-1 0-4-16,2 0-8 0,-2 0-10 15,-2-8-18-15,-8 1-24 0,-2-5-34 0,-5-5-58 16,2-4-71-16</inkml:trace>
  <inkml:trace contextRef="#ctx0" brushRef="#br0" timeOffset="-195679.97">12773 16581 545 0,'0'0'31'0,"0"0"11"0,0 0 3 15,0 0 0-15,0 0-10 0,0 0-8 0,0 0-5 16,17 96-7-1,3-76-2-15,5 1-4 0,2 2-1 0,7-1-4 0,5 5 0 16,4 0-2-16,6 1 1 0,3 3-4 16,1-2 2-1,1 0-2-15,1-4 0 0,0 0 1 16,-4-1 0-16,-2-4-1 0,-4-2 3 16,-5 2-1-16,-8-2-1 0,-2 3 1 0,-9-1 1 15,-5 4 0-15,-9 5 5 0,-7 5 11 16,-3 5-1-16,-10 7 7 0,-10 4-6 15,-8 6-5-15,-3 4-1 0,-8 0-3 16,1 0-1-16,-4 1-3 0,-1 1 5 0,1 2 2 16,1 0 3-16,2-2-15 0,4-1 0 15,5-1 0-15,5-3 0 0,5-2 0 0,6-8 0 16,7-19 0 0,4-2 0-16,3-14 0 0,0-6 0 0,3 0-25 0,0-6-16 15,0 0-37-15,0 0-134 0,0-9-112 0,0-18 1 16</inkml:trace>
  <inkml:trace contextRef="#ctx0" brushRef="#br0" timeOffset="-194696.63">15446 17265 465 0,'0'0'72'0,"0"0"-8"16,0 0-11-16,0 0-20 0,0 0-1 15,-5-88-18-15,21 71 7 0,4 3 0 0,3 4 0 16,6 4-3 0,4 2-4-16,2 4-6 0,2 7-2 0,0 3-5 0,-4 10 2 15,-3 6 13-15,-2 7-6 0,-4 4 3 16,-3 3-4-16,-4 3-9 0,-4-1-1 0,-3-2 2 15,-4-1 0-15,-3-4-1 0,-3-6 3 16,0-3-2-16,0-3 0 0,-5-11 0 0,-2-2 0 31,3-2 0-31,1-3 2 0,0-1-1 16,-1-4-1-16,-4-4 0 0,1-12-3 16,-1-11 2-16,8-8-4 0,0-10 4 15,12-7-2-15,6-5 3 0,7-3-9 0,5 3-6 16,6 3 4-16,2 9-3 0,2 12 10 15,-2 11 2-15,-2 12 1 0,-3 10-1 0,1 1-1 16,-4 13 3-16,-3 7 0 16,-1 7-2-16,-3 5 10 0,-4 2 5 0,-1 2-4 15,-4 3 6-15,-2 0-15 0,-4-1-1 16,-3-1 2-16,-4-3-2 0,-1-3 2 0,0-5 0 16,-4-3-3-16,1-8 0 0,0-6 1 15,-1-2-1-15,2-4 2 0,1-1 1 0,-1 2 0 16,2-5 1-16,0 0-2 15,0-18 0-15,6-10-2 0,7-11 0 0,4-5-2 16,6-3 2-16,4-2-1 0,3 5-10 16,-1 2 6-1,4 7-8-15,-1 8 7 0,-1 7 7 16,-1 5 1-16,-1 7 2 0,-3 5 0 16,-2 3 1-16,-1 0-1 0,-2 6 1 0,0 2 1 15,1 6-2-15,-3 4 11 0,3 1 5 16,-2 7-7-16,0 1 4 0,-1 2-14 15,-1 2-1-15,-1-1 3 0,-5 2-4 16,-1-3 6-16,-4-1-5 0,-1-2 1 0,-1-7 0 16,-3-1-5-16,-1-6 4 0,-1-5-2 15,0 6-1-15,0-9 2 0,0 2-2 0,0 0-5 16,0-6-1-16,0 0-10 16,0 5-16-16,0 1-34 0,0-2-95 0,5-1-142 15,-1-8-14-15</inkml:trace>
  <inkml:trace contextRef="#ctx0" brushRef="#br0" timeOffset="-194229">17283 17133 700 0,'0'0'26'0,"0"0"5"0,0 0 7 16,0 0-3-16,0 0-13 0,0 0-11 15,0 0-4-15,0 0-4 0,0 0 0 0,11 4 1 16,6 14-3-16,4 8 9 16,-3 8 3-16,0 3-4 0,-3 5 5 0,2 0-13 15,-2 3 1-15,1 0-1 0,2 0-1 16,0-3 3-16,5-2-3 0,1-8 3 0,4-2-2 16,2-1 0-16,2-4 0 0,3-6-1 15,-1-7 2-15,3-4-1 0,-1-8 3 0,0-2-1 16,1-12-4-16,0-5 0 15,-4-12 1-15,-4-5-3 0,-3-2 4 0,-7-10-6 16,-5-4 3-16,-2-5-2 0,-8-7-13 0,-1-6 7 31,-3 0-6-31,0 3 5 0,-6 5 14 16,-3 6-4-16,-1 10 4 0,-4 11-3 16,-2 10 1-16,-4 8-1 0,-2 9-1 0,-4 5 2 15,-1 3-3-15,0 12 2 0,3 7-3 16,1 0 1-16,4 5 0 0,7 2 1 15,5-1 0-15,6 0 2 0,1 0-4 16,8-1 4-16,8-3-3 0,5-1 1 0,5-2-5 16,4-1-6-16,5-3-17 0,1-2-22 15,-9-3-36-15,2-3-85 0,-4-6-123 0</inkml:trace>
  <inkml:trace contextRef="#ctx0" brushRef="#br0" timeOffset="-193829.29">18381 17087 759 0,'0'0'25'0,"0"0"4"0,0 0 1 0,92-64 1 16,-60 49-11-16,1 5-7 0,5 3-6 15,0 6-5-15,0 1 1 0,0 11-2 0,-2 4 0 16,-2 5 0-16,-6 7-2 16,0 0-2-16,-7 5 1 0,-3 3 14 0,-4 3-5 15,-6 0 8-15,-5 0-7 0,-3 3-9 16,-5-6-1-16,-9-3-3 0,-1-2 4 0,-5-3-2 16,0-7 1-16,-2-2-1 0,6-6 0 15,0-9 2-15,2-3 1 0,4-6 1 0,-2-12-3 16,9-8 1-16,3-7 0 15,4-8 2-15,11-5-8 0,7-7-6 0,4-3 5 16,7-3-4-16,2 3 10 0,4 4 3 16,0 10-2-1,-3 10-1-15,-3 9 2 0,-4 6 0 16,-8 8-4-16,-1 8 0 0,-9 1-4 16,-1 0-13-16,0 7-8 0,-5-4-32 0,1 6-45 15,-2-1-141-15,-1 0-59 0</inkml:trace>
  <inkml:trace contextRef="#ctx0" brushRef="#br0" timeOffset="-193563.42">19863 17222 792 0,'0'0'24'0,"0"0"9"15,0 0-2-15,0 0-22 0,0 0 6 16,92 15-19-16,-60-15 20 0,1 0-11 0,2 0-1 31,3 0 12-31,1 0-23 0,0 0 8 16,-3 0-3-16,-1 0 0 0,-5 2 5 16,-8-1-15-16,-9 1-1 0,-2 1-9 15,-5-1-18-15,-1 0 3 0,0 0-65 0,-6-2-190 16,-11-4-20-16</inkml:trace>
  <inkml:trace contextRef="#ctx0" brushRef="#br0" timeOffset="-193363.57">19727 17511 821 0,'0'0'40'15,"0"0"5"-15,0 0-2 0,0 0-10 0,0 0-9 16,0 0-7-16,90 57-17 15,-44-49 0-15,6-2 0 0,7 0 0 0,5-3 0 16,5-2 0-16,5-1 0 0,5 0-32 16,4-1-53-1,-2-11-243-15,4-11-24 0</inkml:trace>
  <inkml:trace contextRef="#ctx0" brushRef="#br0" timeOffset="-192663.25">21884 16636 548 0,'0'0'60'0,"0"0"-10"16,0 0-10-16,0 0-5 0,0 0-5 0,0 0-1 15,0 0-8-15,-11-102-9 0,12 78 2 0,9 3-10 16,6 3 4-16,6 4-1 0,4 6-2 16,6 7 0-16,3 1-2 0,2 9-2 15,1 11-1-15,-2 7 6 0,-2 5-8 0,-6 4 8 16,-3 4-6-16,-7 1-2 15,-4-1 3-15,-6 2-2 0,-5 0 0 0,-3 3-1 16,0-6 0-16,-4 0 1 0,-3-5 2 16,-1-7-2-1,4-7 2-15,1-10-2 0,2-5 0 16,1-5 4-16,-2 0 1 0,2-2 1 16,0-14-2-16,0-13-2 0,2-14-2 0,6-7 4 15,8-7-3-15,2-2 2 0,6-4-1 16,4 2-4-16,3 6 3 0,1 7-5 15,0 10 5-15,-2 11 0 0,-1 12-1 16,-3 10 0-16,0 5 1 0,-2 11-1 0,2 9 3 16,-2 4 4-16,1 8-6 0,-5 1 6 15,2 2-5-15,-4 1-1 0,0-2 3 0,-2-1-3 16,-3-1 0-16,0 2-2 0,-3 1 3 16,-3-4-2-16,-1 1 1 0,-1-3-3 15,-2-9 0-15,-1 0-4 0,-1-10-7 16,1 1-15-16,-1 0-22 0,1-7-48 0,-1 0-101 15,-1-4-107-15</inkml:trace>
  <inkml:trace contextRef="#ctx0" brushRef="#br0" timeOffset="-192163.35">23210 16208 705 0,'0'0'39'16,"0"0"-2"-16,0 0-2 0,0 0-6 16,0 0-9-16,0 0-7 0,0 0-7 15,0 0-4-15,0 0-3 0,0 0 0 16,25-49 1-16,-12 78 1 0,2 17-2 0,-3 1 1 16,-3 6-2-16,-3 3 2 0,-3 2 3 15,-1 1-3-15,-1-1 4 0,-1 0-5 0,1-1-2 16,3 3 4-16,1-5-4 0,1 2 2 15,1-9 0-15,2-5 0 0,-1-12-2 16,0-9 4-16,-6-10 0 0,1-7 1 16,3-5 3-1,6-8-4-15,5-9 1 0,6-13-2 16,0-9 0-16,0-7 2 0,-1-1 0 16,0 1-1-16,-1 7 0 0,-2 7-1 0,-1 9-1 15,-7 10 1-15,-3 5 0 0,3 6-1 16,1 2 0-16,5 7 1 0,3 6 0 15,0 4-1-15,-1 1 2 0,0 4-2 16,3-3 1-16,1 4 0 0,-1 0 0 0,4 1 1 16,1-4-1-16,4-4 0 0,2-5-1 15,3-6 1-15,3-5 0 0,-2-7 0 0,1-8 0 16,-2-4 0-16,-2-6 0 0,-5 1-2 16,-5 0 0-16,-5 1-2 0,-6 8-4 15,-6 4-2-15,-3 8-6 0,-4 3-12 16,0-2-17-16,0 2-17 0,-10 7-48 0,-9 6-88 15,-13 7-90-15</inkml:trace>
  <inkml:trace contextRef="#ctx0" brushRef="#br0" timeOffset="-191796.88">21822 17436 575 0,'0'0'58'0,"0"0"-2"0,0 0-5 0,0 0-20 16,0 0-4-16,0 0-3 0,0 0-1 15,0 0 1-15,0 0-4 0,104-3-8 0,-28 3-3 16,15 0-3-16,21-3-1 0,22-3-4 15,20-2 3-15,21 1-4 0,18-4 2 16,13 2 2-16,8-1-4 0,0 0-1 16,-6 3-2-1,-12 1 0-15,-17 4 0 0,-23-3 3 16,-23 5-1-16,-26-1 1 0,-27 1 0 16,-24-1-1-16,-22 1 1 0,-17-3 1 0,-17-2 0 15,-10-3-2-15,-15-1-4 0,-14-1-2 16,-4-3-14-16,-11 6-26 0,-5-1-54 15,-6 1-124-15,-7-3-102 0</inkml:trace>
  <inkml:trace contextRef="#ctx0" brushRef="#br0" timeOffset="-191397.02">22125 17824 704 0,'0'0'17'16,"0"0"13"-16,0 0 9 0,98-22-1 0,-62 10-7 31,3 4-9-31,3-2-3 0,4 4-4 16,1 2-2-16,2 0-2 0,0 2-2 16,-6 2-3-16,-4 6-3 0,-4 6-3 15,-4 8-5-15,-7 3 8 0,-5 6 2 0,-8 8 3 16,-6 6 3-16,-5 9-12 0,-5 9 0 15,-11 2-3-15,-8 3 0 0,-10-1 2 0,-7-1 3 16,-7 1 1-16,-6-1-4 0,-3-3-1 16,-3-7-1-16,5-7 0 0,5-9 5 15,8-9 0-15,14-9-3 0,11-10 2 16,11-2-5-16,6-8 3 0,3 0 1 0,17 0 4 16,16 0 0-16,18 3-1 0,11-3 0 15,10 0-4-15,10 5 4 0,7-5-2 0,3 0-1 16,1 0-2-16,-4 0-2 0,-5-8-2 15,-7-4-7-15,-8-3-24 0,-13-3-51 16,-10-4-115-16,-13-3-112 0</inkml:trace>
  <inkml:trace contextRef="#ctx0" brushRef="#br0" timeOffset="-191146.55">23054 17817 769 0,'0'0'33'15,"0"0"2"-15,0 0 4 0,91-50-9 0,-40 38-7 16,11 0-5-16,10 4-2 0,8 5-3 16,5 3-5-16,5 0-2 0,-2 8-9 15,-5-1 7-15,-4-3-5 0,-8 0 1 16,-9 3-5-16,-10-3-12 0,-10 2-18 0,-13-2-22 15,-13-1-54-15,-9 0-137 0,-8-6-71 16</inkml:trace>
  <inkml:trace contextRef="#ctx0" brushRef="#br0" timeOffset="-190896.57">23157 17697 800 0,'0'0'43'16,"0"0"-3"-16,0 0-6 0,88-9-12 16,-69 11-8-16,0 8-2 0,-6 7-8 15,0 6 5-15,-3 11 0 0,-4 9 0 16,-1 9 1-16,-3 9-3 0,-2 6-3 0,0 5-2 16,-6 7-1-16,1-1 2 0,-1-1-3 15,1-1 0-15,1-8 0 0,1-9 0 0,1-9-8 16,2-21-3-16,0-6-5 0,0-11-14 15,2-6-16-15,5-1-35 0,4-5-80 16,3-9-158-16,2-14 2 0</inkml:trace>
  <inkml:trace contextRef="#ctx0" brushRef="#br0" timeOffset="-190663.46">23714 17759 829 0,'0'0'29'0,"0"0"7"16,0 0-3-16,0 0-5 0,0 0-9 0,0 0-5 16,0 0-2-16,0 0 2 0,65 101-5 15,-58-45-9-15,0 12 0 0,-3 14 0 0,-2 4 0 16,-2 10 0-16,0 1 0 0,0 2 0 16,0-2 0-16,-3-4 0 0,3-4 0 0,0-10 0 15,0-6-16-15,0-15 1 16,3-11-6-16,6-15-31 0,-2-10-80 0,-1-14-178 15,-1-8-24-15</inkml:trace>
  <inkml:trace contextRef="#ctx0" brushRef="#br0" timeOffset="-190097.02">15241 16708 238 0,'0'0'4'15,"-33"-92"15"-15,20 53 13 16,3 7 23-16,1 5 11 0,-1 3 2 0,4 7 1 16,3 8-13-16,2 6-10 0,1 3-17 15,-2-2-11-15,2 2-8 0,-1 2-2 0,0 16 7 16,-2 12-5-16,0 18 3 0,1 9-7 16,1 16 0-16,-2 13 3 0,1 13-4 0,-2 9 7 15,3 7 7-15,-1 8 0 16,2 2 4-16,0 2-3 0,2 7-10 0,3 5 7 15,3 10-3-15,0 6-2 0,1 1-4 16,0-8-8-16,-1-16-2 0,-2-26-4 0,0-21 2 31,-1-20-2-31,0-21-2 0,-4-16-2 16,-1-15-15-16,0-13-34 0,-4-15-72 16,-7-18-162-16,-11-16-8 0</inkml:trace>
  <inkml:trace contextRef="#ctx0" brushRef="#br0" timeOffset="-189512.57">14965 16422 683 0,'0'0'-5'15,"0"0"3"-15,0 0 5 0,91 55-2 0,-47-42 4 16,9-4-4-16,11-2 0 0,15-3-1 15,15-4 2 1,19-3 0-16,23-7-5 0,23-4 5 0,29-9-4 0,27-3 4 16,31-3 1-1,30-4-3-15,31-3 1 0,27-4-4 16,23-2 0-16,23-1-1 0,20 4-3 16,13-4 0-16,12 7-3 0,5 2 0 0,-1 7 4 15,-2 4 0-15,-9 5 3 0,-9 4 2 16,-18 4 0-16,-23 1 1 0,-22-1 0 15,-27 3 2-15,-25-2 2 0,-21 0 4 16,-17-1 1-16,-16 2 1 0,-11-2 0 0,-14 1 0 16,-11 0 1-16,-12 2 2 0,-12 0-2 15,-10 2 0-15,-12 0 0 0,-12 0 2 0,-13 4-1 16,-13 1-1-16,-14 0 2 0,-12 4-7 16,-18 4 1-16,-12 3-2 0,-15-1-1 0,-13 3-1 15,-8 2-1-15,-9 3 0 16,-6 6 2-16,-8 11-2 0,-5 6 1 0,0 15 0 15,-7 9-2-15,-6 16 2 0,-3 11 2 16,-2 13-4-16,-2 12 2 0,2 14-4 0,1 11-3 31,3 10 14-31,7 6 4 0,4 1 2 16,3 1 0-16,9-4-4 0,6 2-10 0,6 0 7 16,-1 0 0-16,-2-6-10 15,-2-13 5-15,-9-16-6 0,-6-18-2 0,-2-17 5 16,-14-18-4-16,-9-16-4 0,-7-17 8 15,-8-14 2-15,-7-13-10 0,-7-10-23 0,-6-3-62 16,-8-6-167-16,-8 1-69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5T02:58:23.5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2815 10129 331 0,'0'0'6'16,"0"0"-3"-16,-87-21-1 0,63 14-3 0,5 5 3 16,3-3-2-16,5 3 0 0,6 1-1 15,1-1 0-15,4 2-2 0,-2-1-2 16,2 1 0-16,0 0 1 0,0 0 2 0,0 0 3 16,3 0 2-16,16 0-1 0,13 0 5 15,10 0 0-15,8 0 4 0,7 1 2 16,9 2 0-16,11 2-3 0,8-1-5 0,12 3-3 31,6 0-4-31,14-1-3 0,6 2 0 0,14-2-4 0,7 0-3 0,10 0-5 16,11-2 1-1,6 0-2-15,8-3 6 0,9-1 4 16,6 0 3-16,13 0 5 0,4-5 0 16,6 0 2-16,1-3 1 0,10-1 0 15,4-1 2-15,3-1 1 0,5-1 0 0,1-1 2 16,2-2 2-16,5 1-3 0,8-3 2 0,3 2 1 15,11-1 2-15,2-1 3 16,7 2 2-16,5 0 0 0,5 0-2 0,3 0-4 16,3-1-4-16,2 0-2 0,-1 1-5 15,2-2 1-15,4 0-5 0,2 0 4 16,-2 1-1-16,-1 1 0 0,-2-1 0 0,2 3 0 16,-3-1 0-16,-3 0 1 0,0 0-1 15,-4 1 1-15,-2-1 1 0,-6 2-2 16,-2 0 2-16,-5 1-2 0,-3 1 2 0,2-1 0 15,-5 2 1-15,-1 1 0 0,-1 3 1 16,-8-2 0-16,-4 2-1 0,-7 1 0 31,-9-3-2-31,-9-1-2 0,-11-3 0 0,-10-1 0 16,-13-1 1-16,-14-2-2 0,-14-4 3 16,-14 3 1-16,-15-3 3 0,-10 1 2 15,-15 3 9-15,-8 1 7 0,-12 4 0 0,-8 2-3 16,-9 3-7-16,-3 4-7 0,-5 1-2 15,-4 1-3-15,1 9-4 0,0 3-1 16,3 3-7-16,-1 5-11 0,4 0-42 0,2 3-80 16,-1-3-94-16</inkml:trace>
  <inkml:trace contextRef="#ctx0" brushRef="#br0" timeOffset="915.71">19926 9250 327 0,'0'0'55'15,"0"0"6"-15,0 0-3 0,0 0-14 0,0 0-10 16,0 0-7-16,0 0-6 0,0 0-1 15,0 0-2-15,0 0-3 0,-33 73-2 16,45-45-7-16,7 3 1 0,5 1-3 0,5 0-1 16,4 0-2-16,2 0 1 0,3-2-3 15,1 0 1-15,1-4 0 0,-2-3 0 16,-4-2 1-16,-3-4 0 0,-5-3-1 0,-10-6 1 16,-6-1 0-1,-6-4 3-15,-4 2 3 0,-4 8 3 0,-13 6 2 0,-12 8 0 16,-9 1-3-16,-11 2 1 0,-6 4 1 0,-9-1-8 15,-5 4 3-15,-1-2-5 0,1-2 0 16,1-2 1-16,2-3-2 0,10-3 0 31,7-4-2-31,12-3-2 0,11-7-3 0,13-4-9 16,7-3-14-16,6-4-18 0,-1 0-29 0,2 0-48 16,13-9-141-16</inkml:trace>
  <inkml:trace contextRef="#ctx0" brushRef="#br0" timeOffset="1315.41">21095 9318 488 0,'0'0'35'0,"0"0"-1"0,0 0-2 15,0 0-5-15,0 0-4 0,0 0-5 0,0 0-1 16,0 0-2-16,-87 38-3 0,60-3-4 0,-1 7-2 15,-1 4-5-15,2 3 2 16,-2 2-1-16,1-2-2 0,2-1-1 0,2-2 0 16,2-5-3-16,5-3 2 0,1-4 1 15,4-6-5-15,3-2 3 0,3-8-10 16,3-7-12-16,3-5-25 0,0-6-48 0,-2 0-96 16,2 0-69-1</inkml:trace>
  <inkml:trace contextRef="#ctx0" brushRef="#br0" timeOffset="1532.39">20609 9311 599 0,'0'0'8'0,"0"0"2"0,0 0 8 15,0 0 10-15,0 0 2 0,0 0-1 0,0 0-5 16,0 0-6-16,0 0-2 0,81 33-3 15,-48-13-2-15,3 7-3 0,7 7-3 16,3 6-2-16,4 9-1 0,2 4-4 0,3 4 2 16,5 3-3-16,0 1 0 0,2 0-1 15,2-1-13-15,-2-1-14 0,3 1-31 16,-2-3-76-16,-6 1-155 0</inkml:trace>
  <inkml:trace contextRef="#ctx0" brushRef="#br0" timeOffset="3165.59">3444 8901 331 0,'0'0'33'0,"0"0"-5"0,0 0-1 0,0 0-8 16,0 0-7-16,0 0-4 0,3-15-1 15,-3 15-2-15,0-2 3 0,3 2 0 16,-3 0-2-16,4 0 0 0,-2 3 0 0,-1 9 0 16,-1 3-2-16,-1 1 1 0,-8 3 0 15,0 0-1-15,-5-4-1 0,1-2 2 16,-4-1-2-16,-1 1 0 0,-2-4 2 0,7-3 1 16,3-3 3-16,0-3 0 15,-1 0-2-15,-1-9-2 0,0-6-1 0,2-5 0 16,10-4-1-16,0-4 0 0,0-1-1 0,7 4-1 15,5 0 0-15,1 5 1 0,-2 8-1 16,1 6 2-16,5 6 1 0,-1 0-2 31,4 13 2-31,-1 5 0 0,-6 6 0 0,-1 5-1 16,-5 3 1-16,-6 0-2 0,-1 0 3 0,-5-3-1 16,-7-2 1-16,2-4-2 15,-6-4-1-15,7-5-2 0,-4-3 1 0,5-5-2 16,3-5 1-16,-5-1-2 0,-1 0 0 15,-4-11-2-15,3-5-1 0,1-4 0 16,4-4-1-16,2-3 0 0,1-3 1 0,1 2 3 16,3 6-1-16,0 10 3 15,0 6-2-15,0 6-2 0,-4-1 0 0,4 1 1 16,4 4 2-16,6 11 1 0,-1 8-1 0,2 3 1 16,-2 3-1-16,-3 0 1 0,-3-2 1 15,0-1-1-15,0-8 0 0,-3 0-2 16,0-5 1-16,0-3 4 0,0 2-3 0,0-7 6 15,0 1-2-15,0-6-3 16,-3 0 0-16,0 0-10 0,-3-8 3 0,2-5-9 16,-4-7-4-1,3 3-13-15,2 0-24 0,-1-4-17 16,1 6-27-16,1 1-93 0</inkml:trace>
  <inkml:trace contextRef="#ctx0" brushRef="#br0" timeOffset="6999.95">6057 9047 389 0,'0'0'58'0,"0"0"-14"0,0 0-7 0,0 0-6 16,0 0-1-16,0 0-5 0,0 0-4 15,0 0-6-15,0 0-5 0,0 0-2 16,29-8-4-16,-23 8-1 0,0 1-1 0,-5 2-1 15,1 1 0-15,-1 6-1 0,-1 1 0 16,-4 4-1 0,-5 3 1-16,-4-4-1 0,6-4 1 15,-5 0 1-15,5-5-1 0,0 0 0 16,-2 1 1-16,5-4 0 0,1 1 2 16,3-3 0-16,-5 0 0 0,-3-5 1 15,2-2-2-15,2-7 0 0,4-4-1 0,0-2 0 16,4-4 0-16,6 1 0 0,3 3 0 15,0 3 0-15,-1 5 0 0,-2 5 0 16,-1 3 0-16,-1 4 1 0,5 0-2 0,-1 3 0 16,1 7 0-16,-6-1 0 0,-4 5 0 15,-3 3 0-15,0 1 0 0,0 4 0 16,-7-2 1-16,-2-1-1 0,2-6 0 0,-2-1 1 16,3-4-1-16,-1-2 1 0,0 0 1 15,4-3-1-15,0 0 1 0,3-3 0 16,-6 0-1-16,2 0 0 0,-3-8-1 0,-2 2 0 15,5-4-1-15,-2 1 2 0,6 3-2 16,-3 1 0-16,3 5 0 0,0 0-2 31,0 0 2-31,0 0 0 0,0 0 1 0,0 1-1 16,3 9 2-16,0-1-2 0,-3 3 1 16,0 3 5-16,0-4-3 0,-3-1-1 15,0-5 2-15,3-5-1 0,0 0 1 16,-4 0-2-16,-4-3-2 0,0-11-6 0,-1-7-1 15,6-6-5-15,2-4-10 0,-1 1-18 16,2-1-18-16,0 4-39 0,-1 9-75 0,-1 8-62 16</inkml:trace>
  <inkml:trace contextRef="#ctx0" brushRef="#br0" timeOffset="8283.09">9249 8749 458 0,'0'0'56'16,"0"0"-9"-16,0 0-11 0,0 0-6 0,0 0-12 16,0 0-6-16,0 0-1 0,0 0-1 15,0 0 0-15,0 0-2 0,24-17-1 0,-11 30-4 16,2 5-1-16,-8 3-2 0,-1 3-3 16,-6 4 2-16,0-1-1 0,-12 0 0 15,-6-1-1-15,-3-2 1 0,-2-6 0 16,3-2 2-16,5-5 0 0,0-7 0 0,0-3 1 15,1-1 0-15,-4-5 1 0,5-9-2 16,3-8 1 0,6-3 0-16,4-6 0 0,0-2-1 15,4-1 1-15,6 2-1 0,3 4 2 16,3 5 0-16,-3 9 2 0,0 7-2 16,1 7-1-16,1 0-1 0,2 13 0 15,-2 6 2-15,-4 6-2 0,-5 3 1 0,-3 2-1 16,-3 2 0-16,-3-3-1 0,-8-3 2 15,-1-5 0-15,3-8 0 0,3-3 1 0,4-7-1 16,-4-3-2-16,3-8-2 0,-4-9-4 16,1-8-5-16,4-6-6 0,2-2-12 15,0-2-11-15,8 5-24 0,-1 4-44 16,0 9-92-16,-1 8-31 0</inkml:trace>
  <inkml:trace contextRef="#ctx0" brushRef="#br0" timeOffset="13698.95">2611 9130 357 0,'0'0'55'0,"0"0"-1"0,0 0-6 16,0 0-9-16,29-88-7 0,-20 79-8 15,4 1-9-15,3 5-3 0,2 3-7 16,3 0-2-16,-4 9-1 0,-2 5-3 0,-7 3 1 16,-2 3-2-1,-3 2 1-15,-3 1-1 0,-3 0 1 0,-3-1 4 0,-4 1-3 0,0-3 4 16,3-6-4-16,-5-2 2 0,5-6 1 15,-3-6 0-15,-6 0 4 0,0-5-1 16,-6-8 1-16,5-9-7 0,4-5 1 16,3-5-3-1,0-1 0-15,7-2 2 0,0 5-1 16,3 8-3-16,0 9-1 0,0 8 0 16,0 5-1-16,3 9-4 0,0 10-10 0,0 8-32 15,1 6-51-15,-4 4-91 0,0 3-42 16</inkml:trace>
  <inkml:trace contextRef="#ctx0" brushRef="#br0" timeOffset="14032.25">2694 9869 554 0,'0'0'44'0,"0"0"-4"0,26-86-4 15,-12 61-8-15,2 3-6 16,1 4-4-16,-2 4-5 0,1 6-4 0,-9 4-4 0,5 4-4 31,-1 0 0-31,2 4-1 0,3 7-1 16,-4 3 1-16,-8-2 0 0,-1 3-1 16,0 3 0-16,-3-4-1 0,0 6 1 15,0-2 0-15,0-6 0 0,0 3 5 0,-3-4-5 16,0-4 5-16,-1 1-4 0,1-5 0 15,-6 1 1-15,6-4-1 0,-8 0 0 0,2 0-6 16,3-6 4-16,0 0-6 0,3 2 3 16,1-1-3-16,2-1-3 0,0 2-12 15,0-1-22-15,0 0-41 0,0 5-79 16,0-1-93-16</inkml:trace>
  <inkml:trace contextRef="#ctx0" brushRef="#br0" timeOffset="14366.43">2517 8531 441 0,'0'0'60'0,"0"0"-8"15,0 0-5-15,0 0-7 0,0 0-6 16,64-85-7-16,-38 75-2 0,1 5-10 0,-2 3-4 16,-2 2-4-16,-3 0-5 0,-8 9-1 15,1-1 0-15,-9 4-2 0,-1 3 1 0,-3 3 4 16,0 6-5-16,-7-3 6 0,-6-1-5 16,-2-3 0-16,-3-4 3 0,-1-3 0 15,4-3 0-15,5-4 0 0,0-3-2 16,3-1 0-16,-3-11 0 0,1-6-8 0,8-4 3 15,1 0-11-15,8-5-6 16,4 5-22-16,4 5-36 0,-6 5-88 0,3 10-105 0</inkml:trace>
  <inkml:trace contextRef="#ctx0" brushRef="#br0" timeOffset="15181.96">5574 9811 493 0,'0'0'55'0,"0"0"-4"16,0 0-5-16,0 0-6 0,0 0-8 0,17-78-7 16,-12 70-7-16,1-1-6 15,-5 6-5-15,5 0-3 0,-6 3-3 0,6 0-2 0,5 0 0 16,1 6 1-16,0 2-2 0,-4 2 1 15,-5-1 0-15,-3 4 1 0,0 2-1 16,0-5 2-16,-6 4-1 0,3-5 0 16,-1-6 1-1,1 1 0-15,3-4 1 0,-1 0-2 16,-2 0 0-16,-6-3-5 0,5-4-8 16,-2-7-18-16,6-5-28 0,0-3-48 0,6-6-95 15,4 0-66-15</inkml:trace>
  <inkml:trace contextRef="#ctx0" brushRef="#br0" timeOffset="15532.38">5538 8488 340 0,'0'0'59'0,"0"0"1"16,0 0-10-16,0 0-13 0,0 0-10 0,0 0-6 0,0 0-8 31,0 0-1-31,0 0 1 0,10-42-2 16,13 42-3-16,2 3-2 0,-5 6-5 16,-7-2-1-16,-3-1-1 0,-5-3 1 15,-5 2-1-15,0 4 2 0,-9 2 0 0,-3 1 1 16,-5-3-2-16,2-5 0 0,0-2 1 15,-4-2-1-15,10 0 0 0,-7-3 0 0,6-7 0 16,3 1-1-16,1-4-3 0,5 3-1 16,1 0-2-16,1 1-5 0,9 8-11 15,6 1-17-15,0 1-39 0,6 13-60 16,-2 6-94-16</inkml:trace>
  <inkml:trace contextRef="#ctx0" brushRef="#br0" timeOffset="15798.66">6377 9001 567 0,'0'0'54'15,"0"0"-9"-15,27-88-10 0,-12 62-10 16,2 2-6-16,2 4-5 0,-6 8-6 15,-4 5-3-15,-5 4-3 0,-4 3-3 16,0-2 0-16,0 2-1 0,3 0 0 0,-2 0 1 16,2 5 0-16,-3 8-1 15,0 7 0-15,-3-2 0 0,-2 6-1 0,-1-2-3 0,0-1-12 16,0 0-26-16,3 2-53 0,3 1-121 16,0 1-56-16</inkml:trace>
  <inkml:trace contextRef="#ctx0" brushRef="#br0" timeOffset="16065.43">6316 10111 656 0,'0'0'25'0,"0"0"-4"0,0-87-3 0,12 55-6 16,2 0-2-16,-1 4 0 0,0 3-3 15,-3 7 6-15,-4 9-10 0,-3 4 1 0,-3 5-3 16,0-1-5-16,0 1 3 0,4 0 0 16,-1 3 4-16,1 7-4 0,-1 1 5 15,-3 3-6-15,0-2 2 0,0 0-1 16,0-1-1-16,-1-7-1 0,-1 2-10 0,2-6-26 16,0 0-84-16,0 0-153 15,11-10-16-15</inkml:trace>
  <inkml:trace contextRef="#ctx0" brushRef="#br0" timeOffset="16581.93">8526 8415 248 0,'0'0'54'16,"0"0"-5"-16,0 0-9 0,0 0-1 15,0 0-3-15,0 0 0 0,0 0-1 0,0 0-3 16,0 0-5-16,0 0-2 0,-6-14-2 15,6 14-4-15,0 0-6 0,0 0-3 0,1 5-6 16,4 6-1-16,-4-1-2 0,2 1-1 16,-3 1 1-16,0-8 0 0,3 3-1 15,-3-7-1-15,0 4 1 0,0 1 0 16,0-1 2-16,0 3-1 0,0-7-1 0,0 0-2 16,0 0-4-16,0-14-5 0,0-4-14 15,1-7-20-15,5 2-32 0,4 5-65 0,-3 6-100 16</inkml:trace>
  <inkml:trace contextRef="#ctx0" brushRef="#br0" timeOffset="16898.59">9210 8260 515 0,'0'0'43'0,"0"0"-6"16,0 0-7-16,0 0-5 0,79-29-7 15,-61 29-5-15,-1 0-5 0,-4 7-3 0,0 0-3 16,-6-1-2-16,0 6-2 0,-2-4 1 16,-5 3-1-16,0-3 1 0,0 2-1 15,-2-1 0-15,1-5 1 0,-1 1 1 16,2-5 0-16,0 0 1 0,0 0 0 0,0 0-2 15,2-11 1-15,5-4-1 0,3-6 1 16,0 3-2-16,-2 4-1 0,-4 6-3 0,-1 5-7 31,1 3-13-31,-1 11-45 0,-2 8-110 16,-1 11-77-16</inkml:trace>
  <inkml:trace contextRef="#ctx0" brushRef="#br0" timeOffset="17198.62">8691 9972 491 0,'0'0'40'0,"0"0"8"0,0-83-2 16,7 56 1-16,3 2-14 0,-3 4-3 15,6 5-6-15,-3 3-6 0,-1 4-3 16,-2 5-8-16,-2 2-2 0,0 1-3 16,1 1-2-1,0 0 0-15,3 0-1 0,2 0 0 16,-7 0-1-16,1 1-1 0,-5-1 0 16,0 0-1-16,0 0-6 0,1 2-11 0,-1-2-30 15,2 1-73-15,-2-1-157 0,0-10-8 16</inkml:trace>
  <inkml:trace contextRef="#ctx0" brushRef="#br0" timeOffset="17432.24">9240 9885 746 0,'0'0'14'0,"0"0"3"15,0 0-2-15,0 0-6 0,0 0-4 16,0 0 1-16,79 13-2 0,-67-13-1 0,1 0-1 31,0 0-3-31,0-1-1 0,0 1-2 16,5 0-8-16,-6 0-8 0,6-2-32 16,-5 0-53-16,-3-2-145 0,9 0-39 15</inkml:trace>
  <inkml:trace contextRef="#ctx0" brushRef="#br0" timeOffset="61648.8">23301 1061 429 0,'0'0'47'0,"0"0"2"16,0 0-9-16,0 0-5 0,0 0-7 0,0 0-4 16,0 0-8-16,0 0-7 0,0 0-4 15,-8-67-2-15,8 83 1 0,0 15 0 16,-3 13 0-16,-12 8-1 0,-6 7-1 0,-5 6 0 15,-4 4-4-15,-2-1 0 0,-2-2 0 16,3-2-1-16,-3-4 2 0,3-6 0 31,2-8 1-31,3-8 1 0,10-16 0 0,6-8 1 16,7-8 1-16,3-6 5 0,0 0 0 16,6-15 0-16,9-14-2 0,8-17-3 15,5-13-3-15,2-12 2 0,-1-13 2 0,-3-11-1 16,-4-10-1-16,-5-4-3 0,-4-2 0 15,-4 7 0-15,-2 10 2 0,-1 20 2 16,0 19-1-16,-3 22 1 0,-2 16-4 0,1 13 1 16,1 4 0-16,2 8-2 0,8 10 4 15,3 14 2-15,6 9-1 0,2 10 0 16,1 9 2-16,-2 9-5 0,3 7 7 0,-1 8-1 16,1 1-4-16,0-1 2 0,1-3-8 15,1-5 0-15,-3-8 1 0,-1-7 0 16,-2-9 1-16,-6-8-1 0,-2-11 1 0,-7-10 0 15,-2-11 1-15,-4-6-1 0,-1-6 0 16,0 0-9-16,0 0-25 0,0 0-30 16,-4 0-64-1,-8 0-93-15,1 0-44 0</inkml:trace>
  <inkml:trace contextRef="#ctx0" brushRef="#br0" timeOffset="61848.66">22788 1877 611 0,'0'0'13'16,"0"0"12"-16,0 0-8 0,0 0 13 0,0 0-16 16,88-21 2-16,-38 10-5 0,5 3-9 15,2 0-2-15,1 2-4 0,-1 1-5 16,-3 2-16-16,-1 2-30 0,-1 1-102 0,-2-2-131 15</inkml:trace>
  <inkml:trace contextRef="#ctx0" brushRef="#br0" timeOffset="62365.68">23695 1420 465 0,'0'0'55'16,"0"0"1"-16,0 0-5 0,64-100-9 15,-34 76-2-15,4-1-8 0,1 5-3 16,0 3-7-16,0 6-8 0,-5 4-8 0,-2 7-1 16,-4 1-4-16,-3 11-1 0,-3 5-1 15,-2 4-1-15,-1 5 0 0,-5 3-1 16,-3 2 1-16,0 6-2 0,-6 1 1 0,-1 1 0 15,0 3 0-15,-2-3 2 0,-8-3 0 16,-1-2 0-16,0-6-2 0,-2-3 1 16,4-10 1-1,3-7 4-15,5-4 0 0,1-4 0 16,-2 0 0-16,2-6-3 0,2-20 1 16,10-12 0-16,5-13 3 0,5-4-2 15,2 0 1-15,4 2 1 0,1 0-1 0,-2 2 2 16,0 4-4-16,-5 5 0 0,0 9 1 15,-6 11-2-15,-9 9 5 0,-3 9 1 16,-4 4 0-16,0-2-3 0,0 2 0 0,0 0-1 16,0 2 3-16,0 15 1 0,-4 10-2 15,-5 11 0-15,-1 4-5 0,2 2 0 16,2 5-2-16,0-1 1 0,4 2-1 0,2 2 0 16,2-2 1-16,8-1 0 0,3-5-1 15,7-6 1-15,3-7-1 0,3-6-1 16,3-8-1-1,2-9-4-15,-1-8-15 0,-1-4-19 0,4-15-49 0,-5-9-105 0,1-4-105 16</inkml:trace>
  <inkml:trace contextRef="#ctx0" brushRef="#br0" timeOffset="63349.03">29040 841 199 0,'0'0'69'0,"0"0"4"15,0 0-1-15,16-79-7 0,-16 66-11 0,-2-5-9 16,-4 3-7-16,1 6-6 0,-3-3-6 15,4 4-4-15,1 5-9 0,-1 0-5 16,-2 3-4-16,-6 3-3 0,-6 12 2 0,-8 10-1 16,2 13 0-16,0 9 0 0,-1 12 1 15,1 8 0-15,-1 7 6 0,2 5-2 16,-2 2-4-16,2-2 1 0,2-5-9 0,2-3 0 16,-1-4 2-16,3-8-1 0,0-7 2 15,6-10 1-15,1-14 0 0,4-13 2 16,4-8 2-16,2-7 0 0,0 0 1 0,0-17 1 15,5-11-2-15,5-21 1 0,3-13 0 16,2-17-1-16,3-15-4 0,2-14-2 16,-1-10 0-1,0-3-1-15,-3 2 6 0,-3 10 0 16,-3 13 3-16,0 17-1 0,-1 18 1 16,-2 18-1-16,-3 16-5 0,-2 14-1 15,1 11-1-15,2 7 0 0,1 13 1 0,3 11 1 16,3 7-2-16,2 5 3 0,2 7 1 15,4 4 1-15,3 8 2 0,2 5-2 16,0 9 1-16,-1 7 0 0,1 2 4 0,-1 1-1 16,-2-5-5-16,-2-6-1 0,-1-9-4 15,-3-10-1-15,0-8 2 0,-5-12 1 16,-3-11 2-16,-3-11-1 0,-2-5 2 0,-3-7-1 16,0 0 1-16,0 0-5 0,0 0-12 15,0 0-15-15,0 0-38 0,0 0-48 16,0 1-126-16,-4 5-41 15</inkml:trace>
  <inkml:trace contextRef="#ctx0" brushRef="#br0" timeOffset="63548.88">28236 1736 577 0,'0'0'36'0,"0"0"0"0,0 0-1 15,0 0-4-15,0 0-7 0,104 3-4 16,-46 0-8-16,5 0-3 0,7 0-5 0,2 0-5 16,-1-1-1-16,1 0-2 0,2-2-2 15,1 0-3-15,3-7-16 0,0-2-15 16,2-2-28-16,-5-4-38 0,0 0-128 0,-7-3-36 16</inkml:trace>
  <inkml:trace contextRef="#ctx0" brushRef="#br0" timeOffset="63849.92">29566 880 587 0,'0'0'42'0,"0"0"2"0,0 0-2 16,0 0-4-16,0 0-6 0,0 0-5 15,0 0-9-15,0 0-3 0,0 0-8 0,0 0-3 16,-30-67-2-16,30 72-2 0,0 15 1 15,0 13 2-15,0 19 0 0,0 7-2 16,0 12 6-16,-2 8-2 0,1 8 0 0,-2 5-1 16,1 5-8-16,2 4 0 0,0-1-1 15,5 0 13-15,5-3 1 0,3-4-1 16,1-3 2-16,4-1-14 0,-2-6 3 0,2-5-3 16,-3-10 4-16,-1-9-3 0,-2-11 2 15,-1-9-1-15,-3-15-3 0,-3-5-8 16,0-8-8-16,-4-6-12 15,2-1-20-15,-3-4-42 0,0-13-91 0,-4-13-112 0</inkml:trace>
  <inkml:trace contextRef="#ctx0" brushRef="#br0" timeOffset="64182.21">29420 1112 614 0,'0'0'49'0,"0"0"-7"0,0 0-6 16,0 0-9-16,0 0-3 0,28-77-8 15,-14 65-1-15,2 3-4 0,7 1-1 16,6 4-2-16,4 4-1 0,5 0-2 0,2 13-2 16,4 7-1-16,-5 6-2 0,-3 5-1 15,-4 4 3-15,-5 4 1 0,-7 1-1 16,-8 2 1-16,-6 1-5 0,-6 0-2 0,-5-2 2 15,-11-3-2-15,-7-5 2 0,-6-4 0 16,-5-5-2-16,-6-4 0 0,-1-8-4 31,-3-9-3-31,4-3 1 0,1-9-3 0,6-6-3 16,4-3-11-16,5 1-9 0,6 2-19 16,4 4-27-16,8 5-112 0,-2 2-88 15</inkml:trace>
  <inkml:trace contextRef="#ctx0" brushRef="#br0" timeOffset="96831.95">23063 2858 376 0,'0'0'67'0,"0"0"-8"0,0 0-11 15,0 0-9-15,0 0-11 0,0 0-7 0,0 0-10 16,0 0-4-16,0 0-3 0,-9-49-1 15,-4 75 2-15,-4 15-2 0,-5 11 1 16,-1 8 1-16,-1 6-4 0,2 5 2 16,-1 3 3-16,1 5-3 0,3 6 0 15,-1 4-2-15,0 0-4 0,2-4 4 0,1-8-2 16,1-10 2-16,2-10 6 0,3-15-1 16,3-9 5-16,-1-13-1 0,6-8 2 0,2-7 6 15,1-5 2-15,-2 0 0 0,0-2-6 16,-6-13-7-16,-3-9-10 0,-1-16 3 15,2-8-4-15,-1-12 2 0,2-9 2 16,1-13-2-16,1-10 2 0,3-3-1 0,3-7-5 31,1 2 4-31,3 4-3 0,8 12 2 16,2 12 5-16,4 19-3 0,-1 19 0 0,5 16 1 16,-1 17-2-16,2 5 1 0,1 18-1 15,3 6 4-15,0 7-2 0,2 4 3 16,3 1-3-16,1 2 3 0,1 1-2 15,0 4 2-15,-1 4 4 0,0 2-6 0,-2 4 5 16,-2 4-5-16,-4 3-3 0,-5 1 4 16,-2 2-4-16,-3-3 3 0,-5-4-2 0,-3-4 2 15,-4-4 4-15,-2-6-3 0,0-5 3 16,0-6-5-16,0-3-2 0,-3-7 2 16,0-7-1-16,1-7 0 0,2-5-1 15,0-6-2-15,0 0-9 0,-2 0-23 0,2 0-45 16,0 2-85-16,-4-4-132 0</inkml:trace>
  <inkml:trace contextRef="#ctx0" brushRef="#br0" timeOffset="97082.09">22709 3881 506 0,'0'0'24'0,"0"0"7"0,0 0 3 16,0 0 0-16,0 0 0 0,0 0-3 15,0 0-5-15,0 0-8 0,0 0-7 0,104 18-6 16,-55-18-3-16,10-1-3 0,4-4-2 0,2 1-8 16,1-1-14-16,-1-1-28 0,2 2-41 15,-5-1-91-15,0 0-88 0</inkml:trace>
  <inkml:trace contextRef="#ctx0" brushRef="#br0" timeOffset="97733.06">23711 3000 211 0,'0'0'69'0,"0"0"1"0,0 0-5 16,0 0-5-16,0-90-6 0,0 73-8 15,0 6-5-15,0 5-7 0,0 1-8 0,0 5-9 16,0-1-7-16,0 1-4 0,0 1-1 16,-2 16 2-1,-5 12 1-15,-3 12 0 0,-2 8 3 0,2 7-4 0,-3 5 2 0,3 7 0 16,1 6-5-16,4 8 3 0,2 3-6 15,2 3-3-15,1-1 2 0,0-5-1 16,7-8 1-16,4-10 5 0,2-12 0 0,5-10-2 31,1-7-2-31,4-9-1 0,4-10 0 16,5-5 3-16,4-8-1 0,6-3 1 0,1-6-2 16,1-8 0-16,0-4-1 0,-4-1 0 15,-4-3 0-15,-4 1-7 0,-6 0 4 16,-5-1-12-16,-6 1-3 0,-4 7-10 15,-5-1-17-15,-5 5-18 0,-1-2-23 0,0-6-38 16,-8 1-38-16,-7-6-65 0</inkml:trace>
  <inkml:trace contextRef="#ctx0" brushRef="#br0" timeOffset="97998.84">23393 3382 429 0,'0'0'62'0,"0"0"-8"0,0 0-7 16,0 0-8-16,0 0-6 0,0 0-7 0,0 0-3 15,0 0-7-15,108-40-4 0,-56 31-5 16,7 0-2-16,7 0-5 0,2 0-1 0,1 1-4 15,-2 2-7-15,-3 2-19 0,-5 1-42 16,-5 3-89-16,-5-4-121 0</inkml:trace>
  <inkml:trace contextRef="#ctx0" brushRef="#br0" timeOffset="98699.04">28739 3067 403 0,'0'0'4'0,"0"0"12"0,0 0 11 16,0 0 5-16,0 0 4 0,0 0-7 15,0 0-4 1,0 0 0-16,0 0-2 0,-67 27 0 0,47 6-1 0,0 4-10 0,-5 6 0 31,-1 4-7-31,-3 3-4 0,0 2 1 16,-1-1-2-16,1 4 1 0,2-2-1 16,-1-1 0-16,3-3-1 0,1-6 3 0,2-6-1 15,6-8 1-15,3-11 2 0,6-8 6 16,6-5 4-16,1-5 3 0,-3 0-2 0,-2-13-7 15,1-14-4-15,1-12-4 0,3-11 0 16,4-11-1-16,5-7 0 0,0-8 0 16,0-9-3-16,4-8 2 0,-2-7-2 15,5-3 2-15,3 3 5 0,4 13-4 0,5 18 2 16,0 20-2-16,3 20 0 0,1 17 0 16,1 12-1-1,0 12 2-15,-1 17-1 0,0 12 1 0,-2 9-2 0,-1 8 4 0,-3 4-1 16,-3 2 3-16,-4 3 5 0,-2-2-4 15,-1 2 2-15,-1-4-4 0,-4 3-4 16,2-4 3-16,-4 0-4 0,1-1 3 0,0-6-2 31,-3-8 1-31,1-8-1 0,-2-7 2 16,-3-11-2-16,-2-10 0 0,0-5 0 0,-1-6-1 16,0 0-1-16,0 0-12 0,0 0-30 15,0 0-52-15,-1 0-101 0,-3 0-95 16</inkml:trace>
  <inkml:trace contextRef="#ctx0" brushRef="#br0" timeOffset="98915.52">28094 3848 633 0,'0'0'4'16,"0"0"6"-16,0 0 3 0,0 0 9 15,117 1-6-15,-71 0 1 16,2 3-2-16,3-1-11 0,-2 3 2 0,1-2-7 0,1 1-4 31,-2 0-9-31,2-1-29 0,-2-1-42 16,2-3-117-16,1 0-75 0</inkml:trace>
  <inkml:trace contextRef="#ctx0" brushRef="#br0" timeOffset="99432.04">29209 3046 623 0,'0'0'23'0,"0"0"-3"0,0 0-2 16,0 0-3-16,0 0-3 0,0 0 1 0,0 0 0 16,0 0 3-1,0 0 1-15,-9 46-1 0,9-6 2 0,2 5-11 0,-1 3 2 16,-1 4-7-16,0 1-3 0,0 3 2 15,0 2-2-15,0 0 1 0,-3-4-2 0,0-2 2 16,2-8 0-16,-1-6 0 0,1-12-1 31,1-12 1-31,0-7-1 0,0-7 1 16,0 0 1-16,0 0 1 0,0 0-1 0,0 0-3 16,0-16-2-16,0-12-6 0,0-16-5 15,0-12-8-15,0-10-1 0,0-6 0 16,0-6 2-16,0-4 3 0,3 1 4 0,0 4 4 15,0 9 4-15,0 12 5 0,-3 12 4 16,1 15 0-16,-1 14 2 0,0 9-2 16,0 6 0-16,0-2-2 0,0 2 0 0,0 0 5 15,0 0 2-15,0 0 6 0,7 6 4 16,3 5 4-16,8 1 0 0,5-1-1 16,9-4-5-16,4-1-2 0,9-4-2 0,6-2-4 15,6 0 0-15,5 0-1 0,6-3 1 16,-3-2-2-16,-3 1-1 0,-7-1-2 15,-11 0-2-15,-15 4 1 16,-6 0-1-16,-12 1 1 0,-5 0 0 0,0 0-2 0,-6 0 0 31,0 0-2-31,0 0-2 0,0 0-3 16,-12 2-7-16,-6 6-11 0,-6 3-12 0,-2 2-26 16,-1 0-52-16,-1 2-111 0,-3 0-46 15</inkml:trace>
  <inkml:trace contextRef="#ctx0" brushRef="#br0" timeOffset="99698.89">29061 3377 587 0,'0'0'33'0,"0"0"1"0,0 0-5 0,0 0-4 16,0 0-1-16,0 0-1 0,0 0-2 15,0 0-3-15,0 0-3 0,0 0-6 0,102 55-1 16,-72-49-4-16,5 0-1 0,2-1-1 16,4-2-1-1,-2 0 0-15,-2-3-2 0,-3 0-1 16,-2 0-1-16,-5 0-3 0,-8 0-9 16,-3 0-14-16,-5 0-14 0,-7 0-21 15,7 1-27-15,-5 3-63 0,-1 1-113 16</inkml:trace>
  <inkml:trace contextRef="#ctx0" brushRef="#br0" timeOffset="99998.82">29047 3912 641 0,'0'0'25'0,"0"0"10"16,0 0 6-16,0 0-9 0,0 0-3 15,0 0-6-15,0 0-6 16,94 36-1-16,-52-28-4 0,1-2-3 0,9-1-2 0,3 0-3 31,5-2-1-31,2 2-2 0,3-4-1 16,0 2 0-16,-2-3 0 0,-3 2-1 0,-7-2 0 16,-4 0 1-16,-9 0-1 0,-7 0 1 15,-12 0 1-15,-9 0-1 0,-5 1 0 16,-7-1-1-16,0 0 0 0,0 0-2 15,1 0-2-15,1 0-8 0,-2 0-9 0,0 0-16 16,0 2-30-16,-11 0-79 0,0-1-150 16,-6 2-1-16</inkml:trace>
  <inkml:trace contextRef="#ctx0" brushRef="#br0" timeOffset="112583.04">24781 4936 445 0,'0'0'46'15,"0"0"-2"-15,0 0-2 0,0 0-5 16,0 0-8-16,0 0-11 0,0 0-10 16,0 0-5-16,0 0-3 0,-9-55 1 0,1 84 0 15,-7 14 1-15,-5 5-2 0,-3 8 1 16,-3 2 2-16,-4 3-4 0,-1 2 2 0,-2 0-2 16,3 1-1-16,-1-2 4 0,4-3-2 15,5-7 1-15,2-7 1 0,5-11 2 16,4-11 1-16,6-11 8 0,4-8 5 15,1-4 1-15,0-3-4 0,6-18-5 0,9-14-7 16,6-15-3-16,3-11 2 0,2-6-3 31,0-7 3-31,2-6-2 0,-2-9-3 0,-3-6 3 16,0-2-3-16,-1 1 2 0,-3 14 3 16,-1 18-1-16,-3 19-1 0,-7 19-2 15,-3 14 0-15,-1 12 0 0,2 10 2 16,2 18 4-16,3 11-1 0,1 10 2 0,2 8 0 15,0 6 2-15,4 2 0 0,2 0 1 16,3 1 0-16,3-3-4 0,2 3 2 0,2-3-5 16,2 1-2-16,-2-2 2 0,-1-1-3 15,-5-3 3-15,-2-6-2 0,-3-9 2 16,-4-8-1-16,-5-12-1 0,-5-11 0 16,-2-6 1-16,-3-6-1 0,0 0-3 0,0 0-16 15,0 0-36-15,0 0-51 0,-13-1-101 16,-7-7-81-16</inkml:trace>
  <inkml:trace contextRef="#ctx0" brushRef="#br0" timeOffset="112816.66">24480 5886 681 0,'0'0'13'0,"0"0"11"16,0 0 3-16,0 0-2 0,0 0-5 0,0 0-7 15,0 0-4-15,78-26-9 0,-39 19 3 16,5-2-7-16,6-2 1 0,5 0-2 0,3-2-6 16,6 1-22-16,4 0-32 0,0-1-68 15,-2 4-159-15</inkml:trace>
  <inkml:trace contextRef="#ctx0" brushRef="#br0" timeOffset="114598.89">22776 2290 48 0,'0'0'25'0,"-114"22"1"0,49-4 0 16,-8 6 0-16,-4 6 4 0,-4 7 2 16,-2 8 4-16,-2 9 9 0,0 6-1 0,0 12-2 15,-2 7-5-15,3 9-12 0,0 6-1 16,5 6-2-16,8 4-7 0,10 9-3 0,9 4-5 16,13 7-7-16,10 4 2 0,13-1 0 15,10 1 0-15,8-2-1 0,18-6 0 16,15-5-3-16,14-7 4 0,13-8 0 15,13-6-2-15,12-8 4 0,10-5-4 0,11-6 0 16,11-10 4-16,8-11-2 0,11-8 2 31,9-13 2-31,5-12 0 0,4-10 3 0,0-11-2 16,-4-6 0-16,-4-17 0 0,-7-9-1 16,-8-10-3-16,-5-11 0 0,-7-6-1 15,-5-10 2-15,-11-8-2 0,-6-10-2 16,-10-11 1-16,-8-11-1 0,-10-10 0 0,-9-8 0 15,-8-7 0-15,-12-6 0 0,-9-3 1 16,-11 2 5-16,-15 2-4 0,-7 2-1 0,-15 5 1 16,-15 5-3-16,-15 7 1 0,-10 9 3 15,-17 9-9-15,-11 11-2 0,-13 9 1 16,-10 9-4-16,-11 9 8 0,-6 13 1 16,-4 12-1-16,0 14-1 0,1 18-2 0,3 8-6 15,3 20-20-15,6 11-29 0,8 11-48 16,12 7-114-1</inkml:trace>
  <inkml:trace contextRef="#ctx0" brushRef="#br0" timeOffset="115332.4">29261 2348 122 0,'0'0'14'16,"-84"-47"1"-16,35 27 3 0,-8 5 3 0,-3 3 4 15,-2 4 5-15,-1 4 0 0,0 4 2 16,-1 0-3-16,-1 0-5 0,-2 7-5 0,-3 4-2 16,-4 6-3-16,-3 2-1 0,-2 7-4 15,-4 4 1-15,0 5-3 0,-2 4 6 16,-3 4 11-16,-3 9 1 0,-1 7 3 16,1 10-3-16,4 6-11 0,9 12-1 0,6 5-6 15,8 10 1-15,6 7-2 0,7 7-2 16,2 7-1-16,9 6-3 15,5 6 2-15,9 3-2 0,9 2 2 0,14-1 0 0,6 2-5 16,23-4 2-16,13-3 2 0,16-5-2 31,16-9 2-31,17-9 0 0,14-13-3 16,14-10 4-16,13-12 2 0,11-9-4 0,7-10 4 16,4-10-4-16,1-10 1 0,-3-13 3 15,-2-11 0-15,-5-12 0 0,-5-6 2 0,-4-14-4 16,-3-12 1-16,-1-11 0 0,-3-14-5 15,-5-17 4-15,-2-14-2 0,-6-18-1 16,-6-13 4-16,-6-14-3 0,-5-15-4 16,-7-11 2-16,-9-10-4 0,-12-7 3 0,-16-4 3 15,-18-1 0-15,-19 1 0 0,-15 4 0 16,-26 3-1-16,-25 9 1 16,-23 15-7-16,-27 13-1 0,-22 18-3 0,-23 15-1 0,-23 16 4 15,-19 18-14-15,-19 17-32 0,-12 21-66 16,-16 18-127-16</inkml:trace>
  <inkml:trace contextRef="#ctx0" brushRef="#br0" timeOffset="-178814.62">1842 8518 39 0,'0'0'16'0,"0"0"1"0,0 0-2 16,0 0-2-16,0 0 0 0,0 0 0 0,0 0 2 31,0 0 2-31,0 0-2 0,53-57 0 16,-41 50-7-16,4-1-2 0,6-2-2 16,-1 0-1-16,2-1 3 0,1-3-1 15,0-1-1-15,2 1 0 0,3-1-1 0,3 2 0 16,4 1 1-16,3 1 2 0,3 0-1 15,6 2 3-15,-2 3-1 0,2 0-3 0,1 2 1 16,0 1-1-16,0 1-4 0,2 2 1 16,2 0 0-16,-2 3 0 0,7 4 3 15,1 1-1-15,5 1 1 0,2 2-2 16,1 0 0-16,-1 2 1 0,-4 1-2 0,-5 4 1 16,-2 0 0-16,-3 4 3 0,1 0 3 15,-2 3 3-15,1 0 5 0,0 2-3 0,3 0-1 16,0-2-4-16,0 0-5 0,-2-1 1 15,-2 0-3-15,-2-1 3 0,0 0-3 16,-1 1 0 0,1-1-1-16,-4 3 0 15,3-1 0-15,-2 3 1 0,0 2-1 0,2 2 1 16,1 0-1-16,-1 2 0 0,0 0 0 16,-2 0 0-16,-1-1 0 0,-6-1 2 0,0-2-2 15,1-2 0-15,-2-1 4 0,-3-1-3 16,-2-2 5-16,2-1-3 0,-2-2 0 15,-4-3-1-15,4 0-1 0,-2-3-1 16,-1-1 1-16,6-3 0 0,-3-2 0 0,0-3 2 16,1-3-1-16,-1-3 0 0,0 0 3 15,-1-8-2-15,3-2 1 0,-2-5-2 0,2-3-1 16,2-6-1-16,-2 1-3 0,3-6 1 16,-2 0-1-16,-1-3 2 0,-2-2 1 15,0 0 0-15,-1-1-1 0,1-3 1 16,2-2 0-16,-2 1-2 0,3-1 2 0,-1 2 0 15,-2 2 0-15,-1 3 0 0,3-1-2 16,-5 1 1-16,2-1 1 0,0 1-2 0,0 0 1 31,1-1 0-31,3 2-5 0,-3 0 4 16,2 4-3-16,-3 2 4 0,1 2 0 16,-3 0 1-16,1 5-1 0,-1 2 1 15,-1 1 0-15,1 2 1 0,1 2-1 0,-1 1 1 16,2 0 0-16,0 2-1 0,-2 2 1 15,3 1 1-15,-1 0-2 0,0 2 0 0,1 3 0 16,2 1 0-16,0 0 0 0,-2 0 1 16,6 1-1-16,-6 7 1 0,3 3-1 15,-2 1 0-15,0 3 0 0,1 0 0 16,1 2 1-16,3 1-2 0,-1 0 2 0,1 0 0 16,-1 1-1-16,0-1 3 0,-1 0-3 15,-1 2 0-15,-1 0 5 0,-1 1-5 0,1 0 3 16,2 1 1-16,1 0-6 0,0-2 4 15,-2 2-4-15,0-3 0 0,3 1 2 16,-1-2-1 0,1 2 1-16,3-3 1 15,1 1-2-15,2-3 1 0,1 0-1 0,1 0 1 16,-1-1 0-16,-3-2 0 0,3 0 0 16,-1-3 0-16,1-1 0 0,-1-4 0 0,3-1 0 15,-3-1 0-15,1-2 0 0,2-3 0 16,1-8 1-16,0-1-2 0,0-4 2 15,-1-1-1-15,-2-3 1 0,0-1 1 16,-2 0-2-16,1-2 0 0,1 0 0 0,-2 0 0 16,-3-1 2-16,-3 0-2 0,3-1 0 15,-1-2 0-15,0-2-4 0,1-1 3 0,4-1-3 16,-3 1 4-16,0-2 0 0,1 2-1 16,-2 1 1-16,-2 0-3 0,-2 5 4 15,2 0-1-15,-3 4 2 0,-1 0 0 16,-3 3-1-16,0 2-1 0,-2 3 0 0,-1 1 1 15,3 4-1-15,0-1 2 0,-2 2 0 16,6 0-2-16,0 1 0 0,-1 4 0 0,1 1 0 31,-3 0 0-31,1 8 2 0,-4 2-2 16,3 4 0-16,1 4-2 0,-4 3 2 16,6 2 2-16,-1 1-2 0,2 2 2 15,1 0-2-15,0 0 1 0,1 0 0 0,2-1 0 16,3 1 1-16,5 2 0 0,-1-3 1 15,4 4-2-15,0-1 2 0,0 0-2 0,0 0-2 16,3-1 2-16,-2 0-2 0,0-2-1 16,0-1 1-16,2 0 1 0,1-3-1 15,1 1 1-15,1-2 0 0,1-2-1 16,0-3 1-16,1-1 1 0,0-2 0 0,1-3 0 16,0-3 2-16,-2-2-2 0,2-2 1 15,-2 0 0-15,2-2 0 0,-2 0 2 0,0 0-2 16,-5-2-1-16,2 0 2 0,-5-1 1 15,-3-1 0-15,-2 1 2 0,-3-2-2 16,-2 2-1 0,-7 0 1-16,-3 0-2 15,-12 0-1-15,-1 2 0 0,-7-1-3 0,-7 2 0 16,3 0-3-16,-4 0-2 0,1 0-6 16,4 2-17-16,-4 2-116 0,0-1-72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5T03:03:25.8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19779 2578 0 0,'0'0'4'0,"0"0"1"16,0 0 0-16,0 0 4 0,0 0 3 15,0 0 4 1,0 0 5-16,0 0 4 0,0 0 1 0,-3-7 1 16,3 7 2-16,0 0-3 0,0-1 1 15,-1 1-2-15,1-2-2 0,0 2 2 16,0-1 0-16,0 1 2 0,0-2 0 16,0 2-3-16,0-2-1 0,0 2-2 0,0-1-3 15,0 1-1-15,0-2 0 0,0 2-4 0,0-1 0 16,0 1 1-16,0-2-3 0,0 2-2 15,0-1 2-15,0 1-3 0,0-1 3 32,0 1-3-32,0-2 1 0,0 2-2 15,0-2-2-15,0 2-1 0,0 0 2 0,0 0-1 16,0 0 2-16,0 0 1 0,0 0 5 16,0 11-5-16,-2 0 3 0,-1 7-5 0,2 1-1 15,-1 3-2-15,-1 5 1 0,2 2-3 16,-2 2 3-16,2 3-2 0,-3 4 1 15,2 6-1-15,-1 3 1 0,2 2-2 16,-2 1 2-16,1-4-2 0,-1-3 2 16,0-3-2-16,0-4 1 0,1-4 6 0,0-1-5 15,1-10 5-15,-1-2-6 0,2-6-1 0,0-1 1 16,0-1-1-16,0-7 1 0,0 2-1 16,0-6-2-16,0 0 1 0,0 0-1 15,0 1 0-15,0 1 0 0,2 0-8 16,-2-1-11-16,0 1-33 0,0 4-55 15,0 0-111-15,-3 2-59 0</inkml:trace>
  <inkml:trace contextRef="#ctx0" brushRef="#br0" timeOffset="533.14">20129 2670 353 0,'0'0'62'16,"0"0"-9"-16,0 0-15 0,0 0-9 0,0 0-7 15,0 0-3-15,0 0 0 0,0 0-2 0,0 0-2 16,0 0 1-16,4-32-4 0,-4 31 0 15,0-1-3-15,0 0 0 0,0 1-1 16,0-1-1-16,0 1-1 0,0-1 1 31,0 1-1-31,0-1 1 0,0 1 1 0,0 1-1 16,0-2-1-16,0 2-1 0,0-1-2 16,0 1-1-16,0-2-2 0,0 2 2 0,0 0-4 15,0 0 4-15,0 0-1 0,0 0 1 16,0 14 2-16,0 6-1 0,-1 5 1 15,-1 3-2-15,-1 2 1 0,-1 2-3 16,1 3 2-16,0 4-3 0,2 2 2 16,1 2-1-16,0-1 0 0,0-1 1 0,0-3 0 15,0-2-2-15,0-1 2 0,0-1 6 16,0-4-7-16,0 1 6 0,0-1-5 0,0-3-2 16,0-1 0-16,0-8 0 0,0 0 1 15,0-5 0-15,0-1 0 0,0 0 0 16,0-6 0-16,0 0 1 0,0-6 1 15,0 0 0-15,0 0 0 0,1 0 0 0,1 2-4 16,2-2-4-16,0 0-16 0,1-9-28 0,-1-1-48 31,-4-2-119-31,0 0-72 0</inkml:trace>
  <inkml:trace contextRef="#ctx0" brushRef="#br0" timeOffset="815.54">19487 3125 545 0,'0'0'32'0,"0"0"5"0,0 0 2 15,0 0-5-15,0 0-10 0,0 0-9 0,110-88-8 16,-68 76-3-16,1 0-1 0,3-1-2 15,-1 3 0-15,1 0-1 0,-4-1-3 16,-1 0 0-16,-3 2-1 0,-3 0-2 31,-4 1-1-31,-5 1-4 0,-4-2-11 0,-7 3-14 16,-1-2-18-16,-7 4-36 0,-3-6-52 16,0-5-103-16</inkml:trace>
  <inkml:trace contextRef="#ctx0" brushRef="#br0" timeOffset="1115.58">19989 1953 567 0,'0'0'43'0,"0"0"-7"0,0 0-6 15,0 0-10-15,0 0-8 0,0 0-6 0,0 0-4 16,0 0-1-16,-86-11-1 0,59 30 0 0,-2 5 0 31,-1 4-3-31,-1 2 3 0,2 3-3 16,-1 4 1-16,2-1-2 0,1 0 2 16,2-1-2-16,4-3 1 0,3-3 0 15,3-5-2-15,4-8-1 0,5-6-5 0,5-5-15 16,1-5-18-16,-2 0-27 0,2 0-46 15,0 0-90-15</inkml:trace>
  <inkml:trace contextRef="#ctx0" brushRef="#br0" timeOffset="1348.66">19792 1903 495 0,'0'0'46'0,"0"0"-26"15,0 0 5-15,0 0-4 0,0 0-5 32,0 0 13-32,0 0-4 0,0 0-3 15,87 21-3-15,-63-3-17 0,1 2-2 0,1 2-2 16,0-1 0-16,0 0 0 0,-3 1 0 16,2-3-2-16,-1-1-2 0,1-1-3 0,-5 0-15 15,2-5-29-15,-2 0-58 0,-7-6-157 16</inkml:trace>
  <inkml:trace contextRef="#ctx0" brushRef="#br0" timeOffset="1883.24">21065 3010 376 0,'0'0'61'16,"0"0"2"-16,0 0-12 0,0 0-8 15,0 0-9-15,0 0-5 0,0 0-4 0,0 0-3 16,0 0 0-16,0 0-5 0,37-29-1 15,-6 21-4-15,3 2-1 0,5-1-1 16,2-1-3-16,-1 1-3 0,2 0 0 31,-6 1-2-31,-4 0-2 0,-11 3 1 0,-3 2-1 16,-8-1 0-16,-4 1 0 0,0 1 0 16,-6 0 1-16,0-2-1 0,0 2 0 15,1 0 0-15,-1-1-2 0,2 1-1 0,-2 0-3 16,0-3-9-16,-5 0-23 0,1 1-37 15,-4 2-82-15,-1 0-137 0</inkml:trace>
  <inkml:trace contextRef="#ctx0" brushRef="#br0" timeOffset="2181.3">20956 3288 643 0,'0'0'51'0,"0"0"-3"16,0 0-12-16,0 0-11 0,0 0-8 0,0 0-5 31,0 0-5-31,0 0-1 0,0 0-2 16,46-26-2-16,-27 26 1 0,1 0-3 16,8 0-1-16,1 1 2 0,0 1-2 15,4-1 1-15,2 1 1 0,2-2-1 0,2 0 0 16,-1 0 0-16,-5-3 0 0,-2 0-1 15,-10 0 2-15,-3 1-1 0,-6 1-2 0,-7 1 1 16,1 0-3-16,-6 0-1 0,0-2-7 16,0 2-16-16,1 0-34 0,-1 0-63 15,0 0-171-15,0 0 0 0</inkml:trace>
  <inkml:trace contextRef="#ctx0" brushRef="#br0" timeOffset="3765.33">22782 3014 89 0,'0'0'12'0,"0"0"-3"0,0 0-2 16,0 0-1-16,0 0-1 0,0 0-3 16,0 0 1-16,0 0 7 0,0 0 9 15,-17-9 9-15,16 9 10 0,-1-1 1 16,1 1-1-16,-1 0-3 0,1-2-2 0,-1 2-2 15,-3-2 1-15,-1 2-8 0,-1-1-1 0,-5 0-4 16,-2 1-2-16,1-2 1 0,-7 2-2 31,-1-1 2-31,1-1 1 0,0 1 1 16,1 1 3-16,6-2-4 0,6 2 0 16,1 0-7-16,6 0-2 0,-2-2-6 15,2 2 0-15,0 0 4 0,0-1 1 0,14 1 2 16,13-3 1-16,16 0-1 0,9-3-1 0,14-2 0 15,10-2-1-15,9-2 2 0,6-2-4 16,2-1-1-16,-1 1-1 0,-7 2-2 16,-9 3-1-16,-9 1-1 0,-14 5 0 15,-12 2-1-15,-15 1 0 0,-12 0 1 16,-7 0 0-16,-7 0 2 0,0 0 1 0,0 0 1 16,2 0 0-16,-1 0-1 0,0-2-2 0,1 2-2 15,-1 0-1-15,-1-1-1 0,2 1-5 16,-1-2-14-16,2 2-28 0,0 0-62 15,0 3-180-15,3-3-12 0</inkml:trace>
  <inkml:trace contextRef="#ctx0" brushRef="#br0" timeOffset="6782.02">24642 1557 251 0,'0'0'51'0,"0"0"0"15,0 0-4 1,0 0-5-16,0 0-7 0,0 0-6 0,3-77-3 0,0 61-3 0,1 1-3 31,6-3-1-31,1 1-2 0,3 2-1 16,2 0-1-16,4 1-1 0,3 1 1 16,2 2-1-16,4 3 0 0,0 4 0 15,1 4-4-15,2 0-2 0,-2 11-4 0,-1 5-1 16,-3 4-3-16,-4 4-1 0,-8 5-1 0,-5 3-1 15,-9 6 1-15,-1 4 0 16,-14 4 0-16,-6 1-1 0,-7-1 2 0,-2-4-2 16,-1-4 2-16,2-5-1 0,5-4 2 15,2-6 12-15,6-8 0 0,7-6 1 16,7-4-2-16,2-5-11 0,0 1 2 0,11 3 1 16,14-4-11-1,12 0-3-15,11 0 0 0,7-8-1 0,6 1 12 0,4-2 1 0,0 4 0 16,0-1-1-16,-4 1-1 0,-7 2 0 15,-7 0-2-15,-8 2-1 0,-16-1-4 16,-7 2-15-16,-9 0-27 0,-4 2-47 31,-3 5-171-31,-9 4-6 0</inkml:trace>
  <inkml:trace contextRef="#ctx0" brushRef="#br0" timeOffset="13598.75">24305 1962 349 0,'0'0'76'15,"0"0"-9"-15,0 0-11 0,0 0-26 0,0 0-1 16,0 0-9-16,0 0-3 0,0 0 10 15,0 0-5-15,8-70-5 0,-8 70-3 16,0-1-7-16,0-1-4 0,0 1 0 0,0 0-3 31,0 1 1-31,0 0 13 0,0 1 0 16,0 16 1-16,0 9 0 0,0 12-12 16,0 6-2-16,-2 7 0 0,-1 10-1 0,-3 6 1 15,-1 3-3-15,-2-1 4 0,-2-1-2 16,2-4 6-16,0-7 3 0,1-10-5 15,5-14 6-15,0-9-10 0,3-10 2 0,0-8 0 16,0 0 3-16,0-6 0 0,0 0 1 16,6-6-1-16,8-11-1 0,4-5-6 15,0-7-7-15,1-2 5 0,0-1-8 0,1 4 11 16,2 2 1-16,-2 3 0 0,0 5 0 16,2 4 1-16,-3 4-2 0,-5 3 0 15,1 4 0-15,-4 2 1 0,-1 1-1 0,4 1 0 16,-3 7 0-16,2 3 1 0,-5 2-1 15,0 4 1-15,-4 0 1 0,1 1 0 16,-1 2-2 0,-1-1 2-16,1 0 10 0,1 0-8 15,0-1 7-15,0-4-7 0,0-2-5 16,1-4 0-16,0 0-1 0,3 0-1 16,-1-1-10-16,1 0-13 0,1-1-30 0,8 2-42 15,-8-5-133-15,9 5-60 0</inkml:trace>
  <inkml:trace contextRef="#ctx0" brushRef="#br0" timeOffset="14199.83">24165 3113 199 0,'0'0'69'0,"0"0"6"0,0 0-11 0,0 0-4 16,0 0-10-16,0 0-6 0,0 0-9 16,0 0-4-16,0 0-8 0,0 0-3 15,-42-33-6-15,32 30-1 0,0 0 0 0,-3 1-1 16,1 0-2-16,6 2 1 0,-7 0-3 15,8 0 0-15,-1 0-3 0,1 0 0 16,5 0-2 0,-1-1-1-16,1 1-1 0,0 0-1 15,1-2 0-15,17-1 1 0,14-3-1 16,17 0 1-16,14-3 0 0,13-2-1 16,13-1 0-16,11-1 0 0,6-2 0 0,3-2 1 15,0 0 1-15,-5 0 0 0,-9 2 1 16,-13 3 1-16,-16 3-2 0,-17 3-1 15,-17 2 1-15,-17 2 1 0,-7 2 2 0,-8 0 1 16,0-2-2-16,0 2 0 0,0 0-4 16,0-1-1-16,0 1-1 0,-1 0-1 15,-6-2-3-15,1 2-2 0,-3 0-16 0,2 3-20 16,-5 8-37-16,4 6-86 0,0-1-115 16</inkml:trace>
  <inkml:trace contextRef="#ctx0" brushRef="#br0" timeOffset="14749">23747 3699 543 0,'0'0'55'15,"0"0"-11"-15,0 0-6 0,0 0-3 0,23-91-7 16,-4 67-4-16,6-1-2 0,5 3-3 15,2 2-4-15,7 3-2 0,0 5-4 16,1 6-4-16,1 4-2 16,-1 2-3-16,-4 4 0 15,-4 6 0-15,-3 5 0 0,-6 5-1 16,-5 3 1-16,-4 4-2 0,-7 5 2 16,-5 1-1-16,-2 4 2 0,-9-1-1 0,-10 4 1 15,-5 1 3-15,-7 0-5 0,-5 1 5 16,-4-3-6-16,-5-2 2 0,3-2 0 15,1-6-1-15,4-4 1 0,5-5-2 0,12-6 2 16,4-5 0-16,7-3-1 0,5-5 1 16,1 3-1-16,3-4-1 0,3 0 4 15,16 0-1-15,11-2 1 0,15-4 2 0,0 2-4 16,2-3 1-16,0 1-2 0,0 0 1 16,-3 0 0-16,-1 0-3 0,-4 0 0 15,-4 1-4-15,-3 1-11 0,-5 1-23 0,1 0-32 16,-4-2-84-16,1 1-138 0</inkml:trace>
  <inkml:trace contextRef="#ctx0" brushRef="#br0" timeOffset="15414.77">24464 3688 628 0,'0'0'44'0,"0"0"-2"0,0 0-6 16,0 0-9-16,74-82-8 0,-59 75-9 15,3 4-4-15,-2 3-3 0,1 0-1 16,4 9-2-16,-7 6-1 0,-2 6 0 0,-2 4-1 16,-4 5 2-16,-5 2-1 0,-1 3 1 15,0 0 4-15,-1-1-4 0,-5 1 3 0,-4-3-4 16,1-4-1-16,-3-4 2 0,5-9 0 15,-4-3 1-15,5-4-1 0,3-5 2 16,0 0 2-16,3-3-1 16,-1-1 2-16,1-15-4 15,0-7 0-15,8-10-1 0,8-5-5 16,3-1 4-16,6-5-3 0,2 1 3 16,2 1 2-16,0 4-1 0,-2 7 0 0,-2 7 0 15,-2 7 0-15,-6 8 0 0,0 8-1 16,0 1 0-16,-4 10 0 0,6 8-1 15,-6 4 2-15,-2 2 2 0,-4 2-2 16,-1 1 2-16,-3 1-3 0,0-3 1 0,-3 1-1 16,0-2 2-16,0-5 4 0,0-1-5 15,0-6 5-15,0-6-5 0,0 1 0 0,0-7 0 16,0 0 2-16,0 0 2 0,0 0-1 16,0-1 0-16,6-9-8 0,7-10 5 15,3-9-4-15,4-6 3 16,3-2 3-16,3-2-3 0,0 3 1 0,3 1-1 0,0 8 2 15,-1 7 0-15,-8 9 1 0,0 5 0 16,-3 6 1-16,2 0-1 0,2 10 0 0,-4 7 1 31,-4 5 0-31,-3 2 3 0,-3 3-4 16,-1 4 2-16,-3-1-1 0,0 3 0 16,-3-1-1-16,0 0 0 0,0-2 4 15,0-1-4-15,0-3 4 0,-2-8-6 0,-1-1 0 16,2-7 0-16,-1-3-1 0,2-1 1 15,0-6 0-15,0 0-1 0,0 0 1 0,0 1-2 16,0 1-5-16,0-1-12 0,-1 1-32 16,1-2-66-16,0 0-186 0,-1 0-12 15</inkml:trace>
  <inkml:trace contextRef="#ctx0" brushRef="#br0" timeOffset="16082.08">25695 1694 446 0,'0'0'56'0,"0"0"-5"0,0 0-6 0,0 0-3 15,0 0-4-15,0 0-11 0,0 0-5 16,0 0-11-16,0 0-5 0,0 0-1 15,-32-58 1-15,46 60 1 0,8 6 0 0,11 9 0 16,2 5-1-16,1 3-1 0,3 4 0 16,1 3-3-16,-2 3 1 0,-1 3 10 15,-4 3-2-15,-4 1 0 0,-8 2-3 0,-8 5-9 16,-7 1-2-16,-6 2 3 0,-4-1-2 16,-9-2 0-16,-9-4-1 0,-4-7 1 15,-3-6 0-15,-2-7 2 0,0-9-2 0,4-7 2 16,1-7-1-16,5-2 1 0,4-15-1 15,7-8-1-15,4-7 1 0,6-7-3 16,4-4 3-16,11 0-1 16,7 2 0-16,4 6 1 15,2 6 0-15,1 9-2 0,0 6 1 16,-2 6-2-16,-1 3-2 0,-8 2-9 16,2 1-14-16,-4 3-26 0,-4 2-51 0,7 3-107 15,-10 0-68-15</inkml:trace>
  <inkml:trace contextRef="#ctx0" brushRef="#br0" timeOffset="16565.34">26130 1357 416 0,'0'0'49'0,"0"0"-17"31,0 0-9-31,0 0-6 0,0 0-2 16,0 0 2-16,0 0 1 0,0 0 2 16,0 0 1-16,0 0 1 0,87-47 1 0,-61 47-3 15,1 1-4-15,-1 7-6 0,0 4-3 16,-5 2-4-16,-3 4-2 0,-4 6-1 15,-4 6-2-15,-9 7 0 0,-1 7 0 0,-7 4-1 16,-9 5 1-16,-3 1 0 0,-1-2 0 16,-3-6 1-16,0-3 13 0,2-5-2 15,4-6 1-15,4-7 1 0,3-8-12 0,6-8 1 16,2-4 0-16,2-5 3 0,0 0 1 16,0 0 0-16,0 0 2 0,10 0-2 15,6-5 1-15,6-2-16 0,0-1 1 0,1 2-1 16,1 0-2-16,2 2 13 0,-1 0-1 15,-8 1 0-15,0 2 0 0,-5-1-1 16,-6 1 1-16,5-1-2 16,-5 2 1-16,-1-1 0 15,0 1-3-15,-5 0-5 0,0-1-10 16,0 1-27-16,2 0-22 0,-2 0-63 16,0 0-140-16</inkml:trace>
  <inkml:trace contextRef="#ctx0" brushRef="#br0" timeOffset="17265.43">25580 3156 429 0,'0'0'59'15,"0"0"-12"-15,0 0-6 0,0 0-6 16,0 0-5-16,0 0-3 0,0 0-7 15,0 0-3-15,0 0-1 0,0 0-3 0,38-74 1 16,12 69 1-16,12 0-2 0,13 2 0 16,8 1-2-16,7 1-6 0,3 1-1 15,-3 0-2-15,-4 0-2 0,-5 0 1 0,-11 0-1 16,-12-2 0-16,-11 0 1 0,-19 0 0 16,-7-1 1-16,-8 1 4 0,-8 1-3 15,-1 1 0-15,-4 0-2 16,0-2-5-16,0-1 0 0,-1-1-3 0,-7-1-8 0,0 0-20 15,-1 5-30-15,-6 7-62 0,0 6-165 16,-7 7 13-16</inkml:trace>
  <inkml:trace contextRef="#ctx0" brushRef="#br0" timeOffset="17665.68">25717 3452 624 0,'0'0'45'16,"0"0"-10"-16,0 0-6 0,0 0-9 0,0 0-3 0,0 0 0 16,0 0-1-16,89-42-4 0,-58 53-4 15,0 6-3-15,1 4-3 0,2 5-2 0,-4 7 1 16,-3 5-1-16,-1 5 1 0,-5 1-3 15,-6 1 2-15,-4 1-4 0,-7-2 3 16,-4 0 5-16,-3-2-5 16,-9-4 6-16,-8-4-7 15,-3-4 0-15,-7-4 0 0,-2-4 0 16,-4-3 2-16,3-6-2 0,2-3 1 16,4-7 1-16,5-3 0 0,6 0 0 0,6-11-1 15,7-6-1-15,3-2 0 0,7-6 0 16,10 1-1-16,7 3 3 0,2 3 0 15,4 3-1-15,1 2-1 0,-2 6-1 0,-1 2-3 16,-2 5-8-16,-8 0-13 0,1 0-30 16,2 3-35-16,-6 2-84 0,8-1-98 15</inkml:trace>
  <inkml:trace contextRef="#ctx0" brushRef="#br0" timeOffset="18148.95">26405 3631 681 0,'0'0'47'16,"0"0"-8"-16,0 0-6 0,0 0-12 0,85-47-10 15,-69 47-5-15,0 0-5 0,3 5-1 16,-3 8 0-16,-2 5 0 0,-2 3-1 15,-1 5 0-15,-5 1 1 0,-5 5-3 0,-1 0 2 16,0 0 4-16,-9 1-6 0,-3-2 4 16,-3-3-4-16,0-1-2 0,0-6 2 15,4-8 0-15,5-5 1 16,3-5 4-16,3-3 1 0,-2 0 0 0,2-2 0 0,0-10-1 16,0-8 0-16,9-8-3 0,7-2 2 15,1-4-4-15,6 1 3 0,0 1 1 0,-1 1 0 16,0 2 2-16,-2 5-2 0,-4 4 1 15,-3 7 0-15,-1 1-1 0,-6 6 1 16,-3 2-1-16,2 1 0 16,-5 3-1-16,0 0 0 15,1 0 1-15,2 8 1 0,0 9-1 16,0 4 0-16,-3 3-1 0,0 2 1 16,-3 2-2-16,-1-3 1 0,1 3 0 0,1-3 0 15,0 0 4-15,2-4-6 0,0-6 6 16,4-1-6-16,3-2 1 0,-1-6-2 15,6 2-6-15,2-7-10 0,2-1-19 0,6-3-20 16,-4-10-33-16,2-6-49 0,-3-4-116 16</inkml:trace>
  <inkml:trace contextRef="#ctx0" brushRef="#br0" timeOffset="18465.64">27006 3468 648 0,'0'0'61'0,"0"0"-15"0,0 0-11 16,0 0-12-16,0 0-7 0,0 0-2 0,0 0-1 31,0 0-2-31,0 0-1 0,0 0-3 16,100-23-2-16,-75 34-1 0,-2 3-3 16,-4 1-2-16,-2 3 1 0,-5 3-2 15,-1 2 2-15,-5 1 0 0,-5 1-2 0,-1 0 0 16,-3 0 1-16,-4-4-3 0,-4-1 3 15,2-8 1-15,0-3-1 0,2-3 2 0,3-3 0 16,1 0-1-16,3-3 2 0,-1 0-2 16,1 0 0-16,0 0 0 0,0 0-1 15,0 0-2-15,10-2 0 16,10-2-1-16,6 0-3 0,4 0-8 0,2 3-18 0,-2-2-42 16,1 1-73-16,-4-5-152 0,-1-1 5 15</inkml:trace>
  <inkml:trace contextRef="#ctx0" brushRef="#br0" timeOffset="18981.99">28269 2562 487 0,'0'0'59'0,"0"0"-19"16,0 0 5-16,0 0-9 0,0 0-8 16,0 0-9-16,0 0-7 0,0 0-6 0,0 0-1 15,0 0 12-15,1-21-4 0,-1 50 7 16,2 11-5-16,-1 7-9 0,1 2 1 15,-2 6-4-15,0 1 1 0,1 3-3 0,-1 2 2 16,0-5-3-16,3-3 3 0,-1-5-4 16,1-10 2-16,2-4 5 0,-2-11-5 15,0-6 5-15,-2-7-6 16,1-5 0-16,-1 1 0 0,-1-6 0 0,0 0 1 0,0 0-1 16,2 0-4-16,2 0-12 0,-1 0-27 15,0-6-48-15,-3-8-111 0,-2-2-99 0</inkml:trace>
  <inkml:trace contextRef="#ctx0" brushRef="#br0" timeOffset="19183.34">27714 2908 661 0,'0'0'50'16,"0"0"-13"-16,0 0-8 0,0 0-2 15,0 0-6-15,0 0-4 0,99-49-4 0,-41 38-3 16,12 1-4-16,9 1-3 0,8 1-3 16,4 1-1-16,6 2-3 0,0-1-6 15,0 2-17-15,-3 1-32 0,-5-4-71 0,-5 3-172 16,-11-8-3-16</inkml:trace>
  <inkml:trace contextRef="#ctx0" brushRef="#br0" timeOffset="19582">29401 2173 602 0,'0'0'58'16,"0"0"-9"-16,0 0-11 0,0 0-11 0,0 0-8 15,0 0-8-15,0 0-2 0,0 0-2 16,0 0-1-16,70-28-3 0,-46 56 1 0,2 12-3 15,-3 6 0-15,0 4-1 0,1 1 1 16,-5 3-1-16,-2 1 5 0,0-1 6 16,-2-1-4-16,0-5 2 0,-2-4-9 15,-1-6-2-15,1-7 0 0,-4-13 1 16,-2-3 1-16,-2-8 1 0,-2-3 1 0,5-4 1 16,2-5-2-16,7-12 2 0,5-7-2 0,3-8 1 15,2-7 2-15,4-8-13 0,5-8 5 16,4-9-4-16,3-7 2 0,1-5 9 15,1-3-3-15,-5 3 2 0,-5 8-1 16,-6 13 1-16,-6 14-3 0,-8 17 0 16,-7 10 0-1,-5 9-4-15,-3 5 2 0,0 0-1 16,-6 13-1-16,-7 8-1 0,-3 9-8 0,-1 8-15 16,-1 6-16-16,1 3-36 0,4 2-74 15,-3-3-135-15</inkml:trace>
  <inkml:trace contextRef="#ctx0" brushRef="#br0" timeOffset="19881.99">30684 1795 603 0,'0'0'53'15,"0"0"-9"-15,0 0-11 0,0 0-10 16,0 0-9-16,0 0-4 0,0 0-5 0,0 0-3 15,0 0 1-15,0 0-3 0,-10-1 2 0,-12 33 14 32,0 7-3-32,-1 8-1 0,-1 8 1 15,1 7-18-15,2 10 4 0,2 5-2 16,5 5 4-16,1 3-3 0,7-2 8 16,5-4 4-16,1-6-7 0,7-8 5 0,10-5-9 15,2-9-1-15,7-7 2 0,3-7-2 16,0-8-9-16,1-7-11 0,-1-7-17 0,-1-7-23 15,-2-8-34-15,-6-3-92 0,0-12-97 16</inkml:trace>
  <inkml:trace contextRef="#ctx0" brushRef="#br0" timeOffset="20348.73">30642 2316 643 0,'0'0'53'0,"0"0"-7"16,0 0-12-16,94-67-6 16,-59 57-7-16,2 3-5 15,4 5-3-15,-4 2-5 0,-1 2-4 16,-4 9-2-16,-6 5-3 0,-4 3 1 0,-6 4-1 16,-5 3-1-16,-5 3 1 0,-6 1 0 15,0 0-2-15,-11 0 3 0,-4 1-1 16,-3-3-1-16,-2-3 11 0,-3-2-7 15,0-5 6-15,4-2-6 0,4-6-3 16,4-5 0-16,3-5 2 0,5 0-5 0,0-10-7 16,3-8 8-16,0-5-9 0,13-8 11 0,5-1 2 15,5 0-2-15,4-1 1 0,2 1 0 16,0 0 1-16,1 1-1 0,-2 4 0 16,-5 4 0-16,-3 4 1 0,-7 8-1 15,-4 3 0-15,-5 7 0 0,-4 1-1 16,2 0 0-16,2 7 0 0,-1 11 0 0,0 7 1 15,-3 3 0-15,0 4 0 0,0 3 0 0,-3 0-1 32,0 2 1-32,0 1 11 0,2-2-6 15,1-1 5-15,0-2-6 0,2-4-6 16,6-3 0-16,3-6 0 0,2-5-1 16,4-3-2-16,1-6-9 0,4-5-12 0,2-1-23 15,0-7-41-15,0-8-69 0,-4-8-130 16</inkml:trace>
  <inkml:trace contextRef="#ctx0" brushRef="#br0" timeOffset="20648.75">31616 1712 529 0,'0'0'60'0,"0"0"-15"0,0 0-9 15,0 0-9-15,0 0-2 0,0 0-4 16,0 0-1-16,77 12-5 0,-41 3-1 15,1 5-6-15,3 3-3 0,-1 4-2 16,0 3 21-16,0 7 0 0,-3 2-1 16,-5 7-1-1,-4 6-24-15,-9 6 2 0,-6 8-2 16,-10 5 2-16,-8 5-1 0,-16 3 1 0,-14 2 6 16,-16-1-5-16,-10-4 2 0,-6-6-4 15,-4-8-3-15,4-7 1 0,6-8-3 16,4-8 1-16,10-7-3 0,5-7-1 15,10-9-2-15,11-7-7 0,9-4-14 16,8-2-26-16,-1-3-69 0,2 0-169 0,-7-2-1 16</inkml:trace>
  <inkml:trace contextRef="#ctx0" brushRef="#br0" timeOffset="21299.72">24941 5065 600 0,'0'0'43'16,"0"0"-5"-16,0 0-1 0,0 0-5 15,0 0-5-15,0 0-3 0,0 0-7 16,0 0-5-16,0 0-5 0,0 0-2 15,-12-38-1-15,12 39 2 0,0 16 0 16,0 12 2-16,0 11 2 0,0 7-6 0,0 4 3 16,0 10-2-16,4 7-3 0,-3 8 4 0,2 9-2 15,-2 5 1-15,1 1 1 0,1 3-4 16,-2-3 2-16,1 0-4 0,-2-3-1 16,0-3 2-16,1-4-3 0,-1-9 4 15,2-8-3-15,-2-11 2 0,1-12-1 16,1-13 1-16,-2-13-2 0,1-9 2 0,-1-6-2 15,0 0 2-15,0 0-1 0,2 0-3 0,3 0-4 16,4-8-11-16,0-8-14 0,-1-10-28 31,-3-5-52-31,-3-5-122 0,-2-8-75 16</inkml:trace>
  <inkml:trace contextRef="#ctx0" brushRef="#br0" timeOffset="21665.66">24958 5068 580 0,'0'0'35'15,"0"0"-8"-15,0 0-3 0,0 0-6 16,0 0-3-16,0 0 0 0,-77 17-2 0,52 1-1 16,-4 6-2-16,-3 5 0 0,-5 4-6 0,-5 4 2 15,-4 3-6-15,-5 0 0 0,3 0 0 16,1-2-1-16,5-6 1 0,8-5-1 15,11-9 1-15,10-9 2 0,9-4 1 16,4-5 0-16,0-2 0 0,0-11-1 16,10-12-3-1,10-8 2-15,6-6-1 0,10-6 2 16,2-2-1-16,3 0-3 0,1 4 3 0,-1 1-5 16,-3 9 5-16,-3 9-1 0,-5 7 1 15,-2 8 0-15,-3 9 0 0,0 0 0 16,-3 11 2-16,2 4 0 0,2 3 0 15,0 0-3-15,2 2 0 0,1 1 4 16,0-1-6-16,2 0 5 0,3-3-6 0,1-4-7 16,4-1-31-16,-2-6-104 0,1-1-146 0,-8-5-16 15</inkml:trace>
  <inkml:trace contextRef="#ctx0" brushRef="#br0" timeOffset="22349.83">25913 6501 548 0,'0'0'62'16,"0"0"-12"-1,0 0-12-15,0 0-12 0,0 0-11 16,0 0-5-16,0 0 1 0,0 0 1 0,0 0 8 16,0 0-10-16,-40 58 4 0,34-25-8 15,2 3-1-15,-1 4-1 0,2 2-3 16,-1 4 0-16,1 2-3 0,2 2 3 15,1-1-2-15,0 0 2 0,0-6-1 16,0-7 0-16,3-6-1 0,0-9 1 0,1-10-1 16,-3-5 2-16,-1-6 1 0,0 0 1 0,0 0 2 15,2 0-2-15,-1 0 0 0,1-12-1 16,-1-10-2-16,0-11-1 0,-1-6 2 16,0-7-3-16,0-2 3 0,-1-4-2 15,0 4 1-15,1 3 0 0,0 8 2 16,0 9-2-16,-2 7 0 0,2 9 0 0,0 6 1 15,0 1 0-15,0 5 0 0,-1-2-1 0,1 2 0 16,0-1-2-16,0-1 0 0,0 1 0 31,-2 0 2-31,2 1-2 0,0-2 1 16,0 2 0-16,0 0-1 0,0 0 0 16,0 0-2-16,0 0-5 0,-1 0-17 15,-1 11-26-15,-2-1-45 0,1 4-91 0,-4-2-106 16</inkml:trace>
  <inkml:trace contextRef="#ctx0" brushRef="#br0" timeOffset="22832.34">25702 6253 425 0,'0'0'64'0,"0"0"-10"16,0 0-7-16,-20-80-4 0,17 68-7 0,1 6-6 15,1 0-3-15,1 6-14 0,-2-2-3 16,2 2-3-16,0 0-2 0,6 16 4 16,5 9 3-16,4 15-1 0,-3 7-1 15,-2 6-1-15,-1 5 0 0,-3 1 1 16,-4 2-6-16,1-1 1 0,0 1-6 0,0 0-1 15,0 1 2-15,0 0-1 0,1 0 1 0,-1-2-1 16,0-6 3-16,0-5-3 0,1-9 1 31,-1-6-1-31,2-6 0 0,-2-10 5 16,0-1-7-16,2-4 2 0,-2-3-15 16,0 0-22-16,0-3-32 0,-2-2-69 0,1 0-154 15</inkml:trace>
  <inkml:trace contextRef="#ctx0" brushRef="#br0" timeOffset="23216.38">26155 6603 623 0,'0'0'53'15,"0"0"-7"-15,0 0-13 0,0 0-10 16,0 0-9-16,0 0-7 0,0 0-4 15,0 0-1-15,0 0-3 0,0 0 1 16,-51 10-2-16,18 15 1 0,-3 4-1 16,-3 1 0-1,-3 3-1-15,-3 2 2 0,1 0-6 16,4-1 4-16,4-4 0 0,7-5 0 0,10-8-1 16,8-8 1-16,6-4 0 0,5-5 1 15,0 0 2-15,7-6 1 0,8-5 1 16,8-4 0-16,3 0 0 0,0 4-1 15,0 7 1-15,-1 2 0 0,-1 2 0 16,-1 9 0-16,-2 5 0 0,0 3 0 0,-1 1 1 16,-2 3 2-16,1-1-2 0,-3 1 0 0,1-2-2 15,-1-3 0-15,1-1-2 0,0-1 2 16,0-4-2-16,-6-2 0 0,4-2-3 16,-5-1-6-16,1-5-24 0,5 0-43 15,-7-4-162-15,5-1-66 0</inkml:trace>
  <inkml:trace contextRef="#ctx0" brushRef="#br0" timeOffset="23433.37">26410 7085 698 0,'0'0'45'0,"0"0"-10"0,0 0-10 15,0 0-12-15,0 0-4 0,0 0-6 16,0 0-2-16,0 0-1 0,0 0-4 16,8 0-1-16,-8 0-2 0,0 0-8 15,0 0-24-15,0 0-43 0,0 0-115 16,0 0-109-16</inkml:trace>
  <inkml:trace contextRef="#ctx0" brushRef="#br0" timeOffset="23915.66">26652 6471 616 0,'0'0'32'0,"0"0"-7"16,0 0-4-16,0 0-1 0,0 0-1 15,0 0 4-15,0 0-7 0,0 0 2 16,9 114-8-16,-8-74-3 0,1 3 0 15,-1-1-5-15,2 4 1 0,0 0-4 0,0-1 2 16,0-3-3-16,0-2 3 0,0-6-2 16,-2-12 2-16,3-4-1 0,-2-7 0 0,-1-7 0 15,1 1 2-15,-2-5 1 0,0 0 0 16,2 0 0-16,4-12-3 0,2-11 0 16,1-10-1-16,-3-5 0 0,-3-6-1 15,-3-3-1-15,0-5-3 0,0-2 2 0,-3-3-1 16,-3-2-7-16,0 0 4 0,-2 2 0 15,-1 3 2-15,4 7 7 0,-2 11-1 0,2 12 1 32,4 10 0-32,1 9-3 0,0 5 0 15,0-1 1-15,10-1 0 0,7 2 1 16,9 0 2-16,5 0-1 0,2 2 2 16,8-1 0-16,5-1 0 0,4 0 2 0,4-4 0 15,-1-4-1-15,-4 1-2 0,-8-1 0 16,-8 0-1-16,-11 4 0 0,-12 1-1 0,-4 3 2 15,-6 0 0-15,0-2-2 0,0 2-1 16,0 0-3-16,-7 0-1 0,-8 5-5 16,-4 3-10-16,-2 2-23 0,2 3-34 15,-3 3-74-15,2 0-135 0</inkml:trace>
  <inkml:trace contextRef="#ctx0" brushRef="#br0" timeOffset="24149.06">26575 6704 653 0,'0'0'47'0,"0"0"-7"16,79-21-11-16,-46 17-9 0,0 0-7 15,2 3-5-15,-3-1-4 0,-1 2-2 16,-3 0-3-16,-2 0 0 0,-4 0-1 15,-2 5-2-15,-7-2-1 0,1 0-8 0,-5 0-14 16,-4-1-22-16,2 5-29 0,-3-2-63 16,-3 4-132-16</inkml:trace>
  <inkml:trace contextRef="#ctx0" brushRef="#br0" timeOffset="24383.43">26570 7115 611 0,'0'0'65'0,"0"0"-6"31,0 0-17-31,0 0-9 0,0 0-10 16,101 16-7-16,-63-16-4 0,2 0-4 16,0 0-3-16,4 0-2 0,1-4-2 15,-2 1-2-15,2-1 1 0,-3 1-1 0,-3 0-1 16,-4 0-2-16,-6 2-3 0,-8-1-8 0,-9 2-17 15,-1 0-25-15,-6 0-55 0,-1 0-189 16,2 0 0-16</inkml:trace>
  <inkml:trace contextRef="#ctx0" brushRef="#br0" timeOffset="25115.73">30927 3743 536 0,'0'0'60'15,"0"0"-8"-15,0 0-9 0,0 0-8 0,0 0-8 16,0 0-6-16,0 0-8 0,0 0-5 16,0 0-5-16,-6-35 1 0,6 52 2 0,0 11 2 15,-1 17 5-15,1 7-6 0,0 11 1 16,0 5-4-16,0 10-2 0,0 6 1 15,1 6-2-15,3 4 1 0,2 0 2 16,1-1-2-16,0-5 1 0,1-5-3 0,1-4-2 31,0-4 2-31,2-10-1 0,-2-6 2 16,0-10-3-16,0-9 3 0,-2-10-2 0,-2-10 1 16,-1-10 0-16,-2-5-1 0,-2-5 0 15,0 0 2-15,0 0-2 0,0 0-9 16,0 0-21-16,0-13-47 0,0-6-124 15,-8-10-114-15</inkml:trace>
  <inkml:trace contextRef="#ctx0" brushRef="#br0" timeOffset="25499.81">30892 3867 528 0,'0'0'45'0,"0"0"1"0,0 0-12 0,0 0-7 16,0 0-8-16,-95-9-3 0,75 21 0 31,-1 7-6-31,-2 4 2 0,0 2-6 16,-3 5-4-16,-1 4-3 0,2 1-2 16,-1-2 1-16,1 1-1 0,5-6 2 0,4-3 1 15,5-8-1-15,5-8 1 0,4-5 3 16,2-4-1-16,0 0 0 0,2-13 0 0,9-10-2 15,4-9 2-15,5-6 0 0,-1-3 1 16,2-5 0-16,-2-2-7 0,-1-5 3 16,-3 0-3-16,0 2 4 0,-1 8 2 15,-2 8-2-15,-2 12 1 0,-3 11-1 0,2 10 0 16,4 4 1-16,9 14 2 0,4 10 2 16,1 5-1-16,2 5-1 0,1 2 4 0,2 2-6 15,1-3 4-15,2 3-5 0,1-4-5 16,1-1 0-16,3-4-11 0,-2-3-38 15,-2-5-133-15,0-3-113 0</inkml:trace>
  <inkml:trace contextRef="#ctx0" brushRef="#br0" timeOffset="26215.67">30646 6242 618 0,'0'0'47'0,"0"0"-7"15,0 0-7-15,0 0-12 0,0 0-11 16,0 0-3-16,0 0 1 0,0 0 3 0,0 0 3 15,0 0-3-15,-3 74 0 0,3-27-5 16,0 3 1-16,0 1 1 0,0 3-4 16,-1-2 2-16,1 0-5 0,0 0-2 15,0-1 1-15,0-2-1 0,0-3 1 0,0-4-2 16,0-4 4-16,0-12-3 0,0-5 1 16,0-8 0-16,0-8-1 0,0 1 2 0,0-6 2 15,0 0-1-15,0-1-2 0,0-14-1 16,0-11-3-16,-5-12 0 0,-3-7-6 15,-4-4-1-15,-1-7-5 0,-2-5 1 16,-2-6 1-16,-1-6-3 0,2-8 6 16,-3-4 2-1,3-4 4-15,3 4 7 0,3 10-2 16,3 12 3-16,4 15-2 0,3 13 2 0,7 12-1 16,8 11-1-16,6 6-1 0,5 6 4 15,7 1 0-15,2 10 1 0,3 4 2 16,-2 4-2-16,-1 1 2 0,-3 3-3 15,-5 3 1-15,-2 2-3 0,-7 0-1 0,-5 3 0 16,-5 0 0-16,-8 1-2 0,0 2 2 16,-13-4-3-16,-9-2 2 0,-7-4-1 0,-6-4-1 15,-2-2 0-15,-6-6-4 0,-1-2-7 16,3-2-10-16,4 0-21 0,5 1-29 16,7 0-55-16,8 0-117 0,8 3-16 15</inkml:trace>
  <inkml:trace contextRef="#ctx0" brushRef="#br0" timeOffset="26415.53">30914 6859 667 0,'0'0'42'0,"0"0"-8"0,0 0-11 0,0 0-11 15,0 0-5-15,0 0-2 0,0 0-3 16,0 0-5-16,0 0-4 0,10-13-6 16,-10 13-24-16,0 0-47 0,0 0-148 15,0 0-65-15</inkml:trace>
  <inkml:trace contextRef="#ctx0" brushRef="#br0" timeOffset="26915.48">31282 6382 689 0,'0'0'40'0,"0"0"-10"16,0 0-7-16,0 0-9 0,0 0-6 0,0 0 2 16,0 0-4-16,0 0 6 0,0 0-3 15,0 0-2-15,15 106 3 0,-12-66-6 16,-2 3 1-16,-1 1-3 0,2 0-4 15,-2 0 3-15,1-3-2 0,2-3 1 0,0-3-1 16,0-6 1-16,-2-10-1 0,1-6 1 16,-1-7 1-16,-1-6-1 0,0 0 2 0,0 0 1 15,2 0-1-15,1 0-1 0,0-8 0 16,2-10-1-16,2-8-1 0,-4-6 0 16,-1-4-1-16,-2-6-1 0,0-5 0 15,-9-4-3-15,1-5-5 0,-4-5 3 0,-2-1-6 16,-3 1 5-1,-1 4 5-15,0 5 0 0,2 11 7 0,5 14-2 0,2 7 0 0,6 9-1 32,2 6-2-32,0 2 1 0,1 2 1 15,12 1-1-15,7 0 6 0,13 0-1 16,3 0-1-16,7 0 2 0,1 0-4 16,3 0 1-16,2-3 0 0,1-3-1 15,-5 1-1-15,-3 1-1 0,-7 1 1 0,-12 0-1 16,-8 1 1-16,-8 2-2 0,-6 0 1 0,0-1-1 15,0 1 1-15,-2 10-1 0,-8 6-2 16,-7 5-6-16,-5 0-20 0,0 3-25 16,-4-1-59-16,2 1-122 0,-4-1-49 15</inkml:trace>
  <inkml:trace contextRef="#ctx0" brushRef="#br0" timeOffset="27133.36">31212 6565 663 0,'0'0'50'16,"0"0"-7"-16,0 0-9 0,108-8-10 0,-70 5-6 16,-2 0-9-16,1 2-4 0,-2 1-9 15,-5 0 3-15,-4 0-1 0,-8 0-2 16,-2 1 3-16,-8 2-13 0,-2 3-14 15,2 0-20-15,-8 2-40 0,0 4-75 16,-12-1-122-16</inkml:trace>
  <inkml:trace contextRef="#ctx0" brushRef="#br0" timeOffset="27348.91">31188 7052 625 0,'0'0'59'0,"0"0"-13"0,0 0-8 0,0 0-8 0,102 8-8 32,-70-8-5-32,-1 0-7 0,6-3-6 15,-1-2-2-15,4 0-1 0,1 0-2 16,1 0 0-16,-1 0-3 0,0 1-2 16,-3-2-6-16,-2 1-18 0,-2 1-31 0,-9-1-81 15,-6 2-162-15,-9 1 11 0</inkml:trace>
  <inkml:trace contextRef="#ctx0" brushRef="#br0" timeOffset="163598.75">4075 10389 479 0,'0'0'43'0,"0"0"-3"16,0 0-2-16,0 0-2 0,0 0-5 15,0 0-7-15,0 0-5 0,0 0-8 16,0 0-5-16,0 0-3 0,-2-64 2 16,5 74-1-16,7 9 0 0,2 8-1 0,-2 3-5 15,6 2 4-15,0 3 3 0,1 0-4 16,5 0 4-16,0 0-5 16,5-5-2-16,5-3 3 0,3-7-2 0,5-5 3 0,-1-7 4 15,3-8-1-15,6-1 2 0,-5-15-1 16,2-5-2-16,-3-6 3 0,-3-7-7 15,3-2 2-15,-9-5-3 0,0 0 3 0,-4 1 1 16,-6 3-1-16,-4 3-1 0,-6 7-1 16,-1 9 1-1,-8 7-2-15,-1 6 1 0,-3 5-2 16,0-1-4-16,0 1-7 0,0-1-13 16,0 1-15-16,0 0-29 0,0 0-37 15,0 8-73-15,-3 6-81 0</inkml:trace>
  <inkml:trace contextRef="#ctx0" brushRef="#br0" timeOffset="163949.06">4416 10165 529 0,'0'0'48'0,"0"0"-1"0,0 0-3 16,0 0-7-16,0 0-3 0,0 0-7 31,0 0-8-31,0 0-5 0,0 0-7 16,0 0-2-16,7-37-1 0,-14 44 1 0,0 11 0 16,-2 10-1-16,3 6 0 0,-1 7 0 15,3 6-2-15,1 5 1 0,0 4-2 0,0 4 3 16,3 0 3-16,0 4-5 0,0 1 1 15,3 0-2-15,7 2-2 0,0-3 1 16,2-2 0-16,-1-4 0 0,-2-6-1 16,-2-5-1-16,-1-8-1 0,0-6 1 0,-1-4-2 15,-2-9-12-15,2-4-12 0,-2-5-31 16,-2-6-61-16,-1-1-164 16,0-4-6-16</inkml:trace>
  <inkml:trace contextRef="#ctx0" brushRef="#br0" timeOffset="168848.8">6355 10598 337 0,'0'0'55'0,"0"0"0"0,0 0-7 16,0 0-13-16,0 0 0 16,0 0-6-16,0 0-3 0,0 0 0 0,0 0-4 0,-20-79-2 15,18 74-2-15,1 1-3 0,-1-1-6 16,2 5-4-16,-2-1-3 0,2 1-2 0,0 3 2 16,0 14 6-16,0 7-5 0,0 9 4 15,2 1-5-15,-2 1-2 0,2 1 1 16,-2 2-1-16,0 2 2 15,0-1-2-15,0 0 0 0,1-2-2 0,2-4 2 0,2-4-1 16,-1-3 2-16,0-10-1 0,1-2 0 31,-2-5 0-31,-2-4 0 0,3-1 1 0,-4-4-1 16,3 0-1-16,7 0-2 0,2-6-10 16,1-2-19-16,-6-3-44 0,-1-3-105 15,-3-4-99-15</inkml:trace>
  <inkml:trace contextRef="#ctx0" brushRef="#br0" timeOffset="169316.33">6192 10155 440 0,'0'0'62'0,"0"0"-5"0,0 0-3 16,-42-82-7-16,29 65-8 0,4 5-7 15,2 0-9-15,1 6-5 0,2 1-6 0,1 2-3 16,3 3-4-16,0-1-3 0,0 1-3 31,-3-2-4-31,3 2-5 0,0-1-4 0,0 1-15 16,0 0-33-16,0 3-53 0,0 12-162 16,0 9 3-16</inkml:trace>
  <inkml:trace contextRef="#ctx0" brushRef="#br0" timeOffset="171082.34">6380 10806 441 0,'0'0'69'16,"0"0"-5"-16,14-79-11 0,-5 57-14 0,1 3-9 15,4 1-4-15,1 1-6 0,5 3-1 16,3 4-4-16,2 2-4 0,4 5-4 16,-2 3-4-1,1 2-1-15,-1 10-2 0,-2 4 1 16,-2 6-3-16,-6 2 2 0,-1 5-2 16,-3 3 0-16,-4 2 0 0,-1 5-3 15,-5-3 2-15,-1 1 0 0,-2-4 0 0,0-4 1 16,0-10 0-16,-2-2 2 0,-1-6 0 15,2-7-1-15,1 2 3 0,0-6 0 16,0 0 1-16,1-10-2 0,8-10 1 16,4-10-3-16,3-7 2 0,3-2-1 0,3-1 0 15,2 2 0-15,2 6 1 0,3 5-1 16,0 7 1-16,1 8 0 0,-1 6-2 0,-4 6 1 16,1 3 0-16,-3 9-1 0,-1 3 1 15,-3 3 0-15,-5 4 0 0,-2 1 0 16,-5 1 0-16,1 1 1 0,-5-2-1 15,-1-4 1-15,-2-1-1 0,0-4 0 0,0-2 0 16,0 0 0-16,0-8 0 0,0 3 4 31,0-7 0-31,0 0-1 0,0 0 2 0,3-9-2 16,4-8-2-16,6-9 2 0,-3-4-1 16,5-2-1-16,-1 0 1 0,4 2-3 15,-1 2 2-15,1 7 1 0,0 6-1 16,-4 4-1-16,1 7 0 0,-1 4-2 0,1 0 1 15,3 6 1-15,-3 4 0 0,1 4 2 16,-2 1-2-16,1 4-1 0,-1-1 0 0,-2 1 1 16,5 4-2-16,-4 0 3 0,3-1-3 15,0 0 1-15,0-1-2 0,0-1 1 16,6-5-1-16,1-1 1 0,1-7 0 16,2-4 1-16,2-3 1 0,6-7-2 0,-2-9 2 15,0-5 0-15,-2-5 1 0,-1-2 0 16,-4-3 1-16,0 3-2 0,-5 0 2 0,-4 4 0 15,-2 1 0-15,-2 3 2 0,-3 7-1 16,-4-1-1-16,1 5 0 0,-3-2-1 16,0 1 2-1,-2 3 0-15,-1-3 0 0,0-1-2 16,-6-1 0-16,-1 0-3 0,-4 3 1 16,2 6 1-16,-7 3-2 0,-3 0 2 15,-2 3-2-15,-7 9-1 0,6 5-1 0,-1 3 2 16,3 1-2-16,1 5 3 0,5-1-3 15,2 3-1-15,4 1-1 0,5-2-2 16,3-1 1-16,1-2-2 0,9-4 2 16,2-3 1-16,-2-7 2 0,6-4 4 0,0-6 1 15,4 0 0-15,6-11 2 0,-3-5-2 16,-1-4 2-16,-2-3-2 0,2-2 2 0,-5-5-2 16,2 2 1-16,-6-3 0 0,4 6 1 15,-5 0-2-15,-2 10 0 0,-3 2 0 16,2 6-1-16,-6 4 1 0,1 0-1 15,2 3 0-15,1 0 0 0,5 6 0 0,2 5 1 16,-4 4-1-16,-1 1 0 0,1 2 0 31,-1 1-1-31,1 3 2 0,3-1-1 0,0 0 0 16,4 0 0-16,-1-1-2 0,4-2 1 16,2-1 0-16,4-2-1 0,3-3 2 15,3-2-2-15,7-6-1 0,-2-3 3 16,1-1-1-16,1-7 1 0,-4-5 2 0,2-6-1 15,-5-4 0-15,-3-1 1 0,-4 1 0 16,-5-1 2-16,-3 1 0 0,-8 7 2 0,-2 2 0 16,-4 4-1-16,-1 3-1 0,-2-6 1 15,0 5-1-15,0-4 0 0,-6-5 0 16,0 7-2-16,-4-2-1 0,-3 5 0 16,4 2-2-16,-8 1 1 0,1 3 3 0,-3 0-6 15,-5 6 1-15,2 6-2 0,-1 5 0 16,1 2 0-16,3 7-1 0,-1 1 0 0,4 1-1 15,3 1-5-15,3-2 0 0,4-1-4 16,5-4-1-16,1-3 1 0,1-6 3 16,8-3 3-1,-2-6 4-15,5-4 2 0,5 0 2 16,2-7 2-16,1-8 1 0,-1-4 3 16,-3-4 1-16,-2-2 2 0,-1-3 2 15,-1 1 2-15,-2 1 2 0,-1 2 2 0,-5 7 1 16,-1 8 2-16,1 4-2 0,-4 5 0 15,0-1-5-15,0 1-3 0,0-2-4 16,0 1-3-16,0 1-1 0,0 0 1 16,-7 15 2-16,1 9 0 0,-4 12 1 0,1 4-3 15,1 7 0-15,2 5-2 0,0 6 1 16,0 2-1-16,2 2 1 0,-2 4 3 0,2-1-3 16,4 3 2-16,0 1-4 0,0 1-2 15,0 1 3-15,0-3-3 0,6-2 2 16,1-6-2-16,-3-8 2 0,-1-10-3 15,-3-7 2-15,0-12 2 0,0-5-3 0,0-9 8 16,-10-6-4-16,-6-3-4 0,-7-8 3 31,-4-14-4-31,-5-7 3 0,-3-9 1 0,3-4 0 16,-1-7 1-16,4-2 1 0,6-3-1 16,11 0-2-16,8-1 1 0,4 0-4 15,12 1 2-15,11 1-3 0,4-2-5 16,9 0 3-16,2 3-4 0,5 0 2 0,2 5 3 15,3 3-1-15,-3 6 1 0,-2 3 1 16,-4 5 2-16,-6 5 0 0,-5 7 4 0,-12 6 0 16,-5 6 1-16,-8 4 3 0,-3 2-1 15,0 0 2-15,0 0-1 0,3-1 0 16,-3 1-2-16,3 0 2 0,-3 0-3 16,1 0 0-16,-1 0 1 0,2 0 0 0,1 0 3 15,1 9 1-15,3 6-3 0,2 6 0 16,-3 1-1-16,1 2-1 0,-1 0 0 0,1 0 0 15,-1-1-1-15,1 1 0 0,0-2-1 16,0-7 1-16,-1 0-1 0,-3-6 0 16,0 0-1-1,1 0 2-15,-2-6-2 16,1 2 0-16,-3-5 0 0,0 0-4 0,0 0-6 16,1 0-14-16,-1-12-33 0,0-9-68 15,-4-11-168-15,-5-9-13 0</inkml:trace>
  <inkml:trace contextRef="#ctx0" brushRef="#br0" timeOffset="171248.95">8847 10211 643 0,'0'0'37'0,"0"0"-2"0,0 0-7 16,0 0-7-16,0 0-12 0,0 0-8 15,0 0-9-15,0 0-14 0,0 0-21 16,26-38-52-16,-19 56-115 0,0 6-70 0</inkml:trace>
  <inkml:trace contextRef="#ctx0" brushRef="#br0" timeOffset="172916.57">8883 10904 677 0,'0'0'17'16,"0"0"10"-16,14-77 1 0,-2 50-1 0,4 2-5 16,1 4-6-16,3 3-5 0,2 3-2 15,-3 3-4-15,4 4-4 0,-6 4 0 16,1 2-2-16,-1 2 0 0,-1 2 1 0,7 5-2 16,-4 6 0-16,-2 2 1 0,-1 1-3 15,2 4 0-15,-3 1 0 0,0 5-2 16,-1 1 0-16,-2 2 0 0,-3 0 0 0,-4 0 2 15,-5-2 2-15,0-3 0 0,-1-7 1 16,-6-2 1-16,4-6-3 0,0-4 6 16,0-1 0-1,3-4 1-15,0 0 0 0,0-1 0 16,7-10-2-16,8-7-1 0,4-6 1 16,1 1-1-16,3 2-1 0,1 4 1 15,0 3 0-15,2 5-1 0,0 3 1 0,1 5-1 16,2 1 0-16,3 0-1 0,0 0 0 15,1 3 1-15,0 0-1 0,2 2 1 16,3-2-2-16,0 1 1 0,2-3-2 16,-1 1 1-16,0-2-1 0,1 0-1 0,-1 0-1 15,-4-5-1-15,1-4 1 0,-7-3 2 16,-3-4 2-16,-3-3 2 0,-7 0 2 0,0-3-1 16,-6 1 2-16,-4 5 3 0,1-1-1 15,-4 6 1-15,-3 5 0 0,0-6-1 16,0 6-1-16,0-6-1 0,-6-2-1 0,2 7-2 15,-6-4 1-15,-3 5-2 0,3 3-1 16,-8 1 1-16,-2 2-3 0,1 0 1 31,-7 9 0-31,0 4-2 0,3 2 0 0,-1 5-1 16,0 0-3-16,4 3 3 0,0 2-2 16,5-1-4-16,1-1-1 0,7-1-3 15,2-5-2-15,4 0 1 0,1-6 3 16,0-2 3-16,0 1 7 0,1-7 2 0,8 0 2 15,4-3 1-15,3-6-1 0,10-6 4 16,-3-3 2-16,-4-5 0 0,4 0 2 0,-4 1-5 16,-2-1 1-16,-1 2 1 0,-4 6 1 15,-1-1-2-15,-4 6 1 0,-4 4-5 16,2-1-1-16,-5 4 0 0,4 0 1 0,6 0 0 16,3 4 0-16,3 5 0 0,-3 3-1 15,-4 2 1-15,1-1-2 0,0 2 2 16,-1-1-1-16,-2 1 1 0,3-4 0 0,-4 1-1 15,0-4-1-15,-2-2 2 0,3 0-1 16,2-1 2-16,-2-3 1 0,5-2-1 16,2 0 1-1,4-4 0-15,2-10-1 0,0-2-1 16,-4-6 2-16,1-2-2 0,2-3 2 16,0-3-3-16,-3-1 2 0,1-1-1 15,0 2 1-15,-4 4 1 0,-4 9 1 0,-4 7 4 16,-1 5-3-16,-4 5-1 0,0-2-2 15,0 2-3-15,4 0 0 0,6 2 1 16,-1 6 1-16,7 6 0 0,-3-1 1 0,0 2 0 16,0 0-2-16,1 2 1 0,1-3-1 15,-2 1 1-15,4-2 0 0,-2 1-1 16,2-1-1-16,-1-2 1 0,-5-3-1 0,1 0 0 16,-2-4 1-16,0-2 0 0,2 1 1 15,1-3 0-15,6 0 1 0,-1-8-2 16,4-5 1-16,0-2 0 0,-2-4 0 15,2-1-1-15,-3 0 0 0,-1 1 0 0,1-1 1 16,-3 5 0-16,-4 4 2 0,1 2-3 31,-6 5 1-31,-3 2-1 0,6 1 0 0,-4 1 1 16,7 1-1-16,-3 5 0 0,2 3 0 16,-5 5 1-16,-1 0-3 0,5 5 3 15,-3 1-1-15,0 0 0 0,2-2 0 16,-1 1 1-16,4-1-2 0,0-3 1 0,2-2 0 15,2-2 0-15,-1-2 1 0,-2-4-2 16,4-4 2-16,2-1-1 0,0 0 0 0,10-6 0 16,-3-5 1-16,0-2 0 0,-2-6-1 15,-2-1 1-15,-2-2 0 0,-5-1-1 16,0 2 0-16,-6 7 1 0,-1 2 0 0,-4 5 1 16,-4 4-1-16,4 0 1 0,-5 3-2 15,0-2-1-15,0 2 1 0,2 0 0 16,-2 0-1-16,3 0 2 0,0 11-2 0,1 0 1 15,1 5 0-15,-1-1 0 0,2 0-1 16,4 5 0-16,-3-1-2 0,5-3 1 16,2 0-1-1,1-3 1-15,3-1-1 16,4-1-1-16,1-5 0 0,5-3 0 0,1-3 1 16,1 0 1-16,5-7 2 0,-2-4 0 15,-1-6 0-15,0-3 0 0,-2-1 1 0,-1 0 0 16,-3-1 2-16,-3 4 0 0,-4 0 2 15,-6 6 1-15,-3 1 2 0,-3 3 3 16,-4 5 2-16,0 1 0 0,-3 2-1 0,0-2-2 16,0 2-3-16,1 0-2 0,1-1-2 15,-2 1-2-15,1 0-1 0,-1 0 1 16,2 1-1-16,-2 14 1 0,1 8 0 0,2 9 1 16,0 4-1-16,-3 8 1 0,4 6-3 15,-2 8 2-15,-1 7-3 0,1 7 3 16,0 2 3-16,0 5-3 0,1 3 3 0,1 5-4 31,2 2 0-31,3 4 1 0,2-1-3 0,4-1 2 0,0-3 1 0,2-6-1 31,-2-6 2-31,-3-4-2 0,-3-9-2 0,-4-6 2 16,-3-10-2-16,-2-8 2 0,-7-6 0 16,-5-8 0-16,-8-8 2 0,-5-9-2 15,-8-8 2-15,-3-8-1 0,-6-17-1 16,-3-13 1-16,2-10 2 0,1-13-3 0,3-9 2 15,7-10-2-15,10-10-6 0,9-5 3 16,10-4-3-16,3 2-2 0,16 5 0 0,10 10-11 16,10 13-13-16,11 9-26 0,8 12-73 15,8 9-174-15,2 2-6 0</inkml:trace>
  <inkml:trace contextRef="#ctx0" brushRef="#br0" timeOffset="173816.33">16402 9461 321 0,'0'0'65'0,"0"0"-1"0,0 0-2 16,0 0-10-16,0 0-6 0,0 0-8 15,0 0-5-15,0 0-6 0,0 0-8 16,-26-58-8-16,25 57-3 0,1 1-2 16,0 3 1-16,0 15 2 0,1 12 1 0,5 16-1 15,1 9 3-15,1 7-5 0,0 6 3 16,-1 6 1-16,1 5-4 0,-2 6 2 0,1 8-3 16,0 9-5-16,-1 4 4 0,0 5 0 15,-2 1-2-15,4-1 3 0,-2-2-3 16,2-3-2-16,0-4 4 0,2-5-6 0,-1-6 3 15,3-9 2 1,-1-6-4-16,-2-9 4 0,-2-8-4 0,-1-9-2 0,-1-10 2 31,-2-14-2-31,-3-11 0 0,2-7-1 0,-2-8-4 16,0 0-11-16,0 0-29 0,4 0-81 16,2-13-176-16,-1-11-15 0</inkml:trace>
  <inkml:trace contextRef="#ctx0" brushRef="#br0" timeOffset="174532.4">17101 9960 412 0,'0'0'74'31,"0"0"-5"-31,0 0-12 0,0 0-11 0,0 0-15 16,0 0-9-16,0 0-7 0,0 0-9 16,0 0-1-16,0 0-1 0,-47-23 2 15,40 40-1-15,2 6 2 0,5 3-3 16,1 1 0-16,10 5 0 0,4 0-1 0,5 0-2 15,5 1 2-15,5-2-1 0,6-4 3 16,6-4 2-16,7-7-1 0,6-5 2 0,6-8 0 16,6-3-1-16,4-15-1 0,6-8-2 15,2-6-2-15,-1-4 0 0,-7-4-2 16,-8-2 1-16,-9-1 0 0,-12 0 0 0,-9 1 0 16,-8 4-3-1,-8 5 2-15,-7 10-4 0,-6 8 4 0,-1 8-1 0,-3 4 1 16,0-2-1-16,0 2-1 0,0 0-2 0,0-1-1 15,0 1-1-15,-1 0-3 0,-6 6-4 16,-6 6-26-16,-2 3-29 0,1 0-85 16,-2-1-138-1</inkml:trace>
  <inkml:trace contextRef="#ctx0" brushRef="#br0" timeOffset="174898.86">17448 9822 634 0,'0'0'48'0,"0"0"-6"16,0 0-7-16,0 0-2 0,0 0-10 15,0 0-8-15,0 0-5 0,0 0-5 16,0 0-2-16,-7-33 0 0,2 44-1 0,1 8 3 15,-2 12 2 1,5 6-4-16,1 6 4 0,0 7-4 0,0 7-2 0,4 9 1 31,2 5-2-31,0 5 2 0,1 4-4 0,-1 0 3 16,-1-3 2-16,1-6-3 0,-3-4 3 16,0-7-3-16,-1-8-1 0,1-4 1 15,-1-9 0-15,1-7 0 0,-2-9-2 16,1-11 2-16,-1-6-2 0,-1-6 0 0,0 0-3 15,0 0-3-15,2 2-13 0,-2-2-24 16,1 0-51-16,4 0-134 0,1-11-79 0</inkml:trace>
  <inkml:trace contextRef="#ctx0" brushRef="#br0" timeOffset="175832.17">18743 9751 356 0,'0'0'59'0,"0"0"-4"0,0 0-2 0,0 0-7 16,0 0-7-16,-17-84-6 0,13 75-7 15,1 2-8-15,0 3-4 0,0 1-3 0,-4 3-3 16,-5 0 0-16,-8 5-2 0,-5 9 3 16,-2 4-1-16,0 8 0 0,-1 6-1 15,1 5-1-15,2 9 2 0,2 4-5 16,4 7 2-16,5 3-4 0,4 8 1 15,4 7 1-15,6 4-2 0,0 4 2 16,10-1 0-16,9-1-3 0,7-7 3 0,5-9-4 0,7-6 1 31,4-10 1-31,4-6-3 0,-1-10 1 16,0-6-5-16,-6-8 0 0,-4-8-4 16,-6-4-12-16,-3-7-14 0,-3 0-31 15,-6-11-62-15,-1-4-150 0</inkml:trace>
  <inkml:trace contextRef="#ctx0" brushRef="#br0" timeOffset="176282.16">18829 10190 646 0,'0'0'48'0,"0"0"-1"0,0 0-5 16,99-94-8-16,-65 80-11 0,-1 5-10 15,-1 5-5-15,-2 4-5 0,-4 4-2 16,-2 9 0-16,-6 5-1 0,-1 6 0 16,-6 4 0-1,-4 2 0-15,-5 5-2 16,-2 2 2-16,0 1-4 0,-8-4 3 0,-2 1-2 16,-4-3 1-16,-1-4-1 0,-2-4 2 0,2-4-2 15,2-8 2-15,6-4 0 0,4-5 2 16,3-3 1-16,-1 0-2 0,1-3 2 15,0-12-4-15,7-13 3 0,9-8-2 16,3-7 3-16,5-1-1 0,4 2 0 0,-1-1 1 16,-1 6 0-16,-2 6 1 15,-3 4 2-15,-4 5 0 0,-6 10 2 0,-6 4 1 0,-2 6-1 16,-3 2-1-16,0-2-2 0,0 2-3 16,0 0-1-16,0 7 1 0,-3 8-1 15,-2 9 1-15,-1 3-2 0,0 6 1 16,0 2-1-16,2 3 1 0,4 1-2 0,0-2 0 15,2-2-5-15,7-3-4 16,3-2-14-16,4-3-18 0,0-1-41 0,5-2-81 0,-1-4-136 31</inkml:trace>
  <inkml:trace contextRef="#ctx0" brushRef="#br0" timeOffset="176516.43">19432 10686 668 0,'0'0'43'0,"0"0"3"0,0 0-3 15,0 0-12-15,0 0-11 0,91 3-4 16,-75 1-6-16,0 3-1 0,2 5-4 0,-4 1-2 16,-4 6-2-16,-2 5 0 15,-6 3-2-15,-2 7 0 0,-6 2 0 0,-4 3-1 0,-3 3-5 16,-4-5-8-16,2 1-14 0,-2-4-19 15,2-6-43-15,1-3-78 0,5-10-128 16</inkml:trace>
  <inkml:trace contextRef="#ctx0" brushRef="#br0" timeOffset="176832.09">19987 10094 734 0,'0'0'39'15,"0"0"-2"-15,0 0-7 0,0 0-7 0,0 0-6 0,0 0-6 16,0 0-8-16,0 0-1 0,0 0-1 16,29-29-2-16,-26 50 2 0,0 10-1 15,-3 7 2-15,0 6-2 0,0 3 1 16,0 3-3-16,0 0 1 0,0-2 0 0,1 0 1 15,5-6 3-15,4-1-5 16,0-6 4-16,6-6-6 0,-1-5 0 0,5-9-2 0,0-4 0 31,5-10-2-31,-1-1-1 0,2-7-2 16,0-8-5-16,-1-8-5 0,-2-1-17 16,0-5-7-16,-1-3-21 0,-3 4-21 15,-3 0-55-15,-5 2-100 0</inkml:trace>
  <inkml:trace contextRef="#ctx0" brushRef="#br0" timeOffset="177032.99">19740 10330 741 0,'0'0'48'15,"0"0"-9"-15,0 0-12 0,0 0-8 0,0 0-4 0,92-60-5 16,-49 46-3-16,3 1-3 0,0 2-6 15,2 0-1-15,-2 4-4 0,0-1-8 16,-1 2-15-16,0-3-29 0,-3 0-54 16,-3-5-189-1,-2-1-13-15</inkml:trace>
  <inkml:trace contextRef="#ctx0" brushRef="#br0" timeOffset="177332.02">20383 9751 726 0,'0'0'46'0,"0"0"-2"16,0 0-10-16,0 0-7 15,0 0-7-15,0 0-4 0,111-23-3 0,-65 35-2 0,0 6-2 16,5 7-3-16,-2 2-3 0,-4 8-1 16,-5 5 0-16,-1 8-2 0,-7 8 4 15,-3 9-3-15,-9 10-3 0,-3 8 2 16,-9 7-3-16,-8 4 2 0,-5 3 2 0,-12 0-3 15,-5 0 2-15,-7-1 0 16,-1-5-5-16,-3-6 6 0,-4-11-4 0,2-10 3 0,0-11 1 31,4-13-2-31,7-11 4 0,9-12-4 16,6-9 0-16,6-5-11 0,3-3-11 16,-1-3-15-16,1-15-39 0,0-8-78 15,0-9-160-15,9 4-6 0</inkml:trace>
  <inkml:trace contextRef="#ctx0" brushRef="#br0" timeOffset="177950.12">21274 9299 360 0,'0'0'74'0,"0"0"-1"0,0 0-9 16,0 0-8-16,0 0-13 0,0 0-10 15,0 0-6-15,0 0-7 0,0 0-4 16,-27-57-7-16,25 56 1 0,2 1-3 0,0 0-3 15,0-2 5-15,0 2-2 0,0 0 3 16,0 2 0-16,0 10-1 0,0 8-1 0,0 7-1 31,0 2 1-31,2 6-2 0,-1 4 0 16,2 10-1-16,0 9 3 0,1 10-3 16,2 6 3-16,0 10 0 0,0 7-3 15,-1 6 1-15,1 8-3 0,0 7-6 0,3 5 6 16,-2 0-1-16,3-2-2 0,3-1 3 15,-3-6-4-15,2-3-2 0,-2-8 5 0,-1-10-4 16,-1-6 3-16,-2-11 3 0,1-10-4 16,-4-8 3-16,0-9-4 0,-2-10-4 15,1-10-3-15,-2-11-11 0,1-6-11 16,-1-6-25-16,0 0-54 0,0-5-189 16,3-16-22-16</inkml:trace>
  <inkml:trace contextRef="#ctx0" brushRef="#br0" timeOffset="178416.37">21589 9222 578 0,'0'0'42'16,"0"0"1"-16,0 0-9 0,0 0 0 0,0 0-6 15,80-80-7-15,-51 76-2 0,3 4-3 0,1 0-3 16,0 4-5-16,-3 8-4 0,-2 3 0 16,-5 7 1-16,-3 4-5 0,-4 4 5 15,-6 5-7-15,-7 4 1 0,-3 5 1 16,-10 2-3-16,-7 3 4 0,-5 1-2 0,-1-3 1 15,-3 0-1-15,0-7 2 0,0-1-2 16,4-6 3-16,6-7-2 0,4-8 0 0,6-7 2 31,6-2 1-31,1-2 3 0,15 4 4 16,8-1 0-16,11-5 1 0,7-2-2 16,10-3-3-16,4 0-2 0,4 0-1 15,-2-1-1-15,0-3-1 0,-5 0 0 0,-5-2 0 16,-9 1 1-16,-12 2-2 0,-12 0 1 15,-8 3 0-15,-7 0 1 0,0-1-4 0,0 1 1 16,0-2-3-16,-10 2-4 0,-6 0-9 16,-1 0-17-16,2 0-38 0,1 8-91 15,6-2-155-15,3 1 13 0</inkml:trace>
  <inkml:trace contextRef="#ctx0" brushRef="#br0" timeOffset="178982.25">23143 10399 460 0,'0'0'52'0,"0"0"3"0,0 0-6 16,0 0-11-16,0 0-7 0,0 0-7 16,0 0 0-16,0 0-2 0,0 0 2 15,-9 33 1-15,30-29-4 0,14-3-5 0,7-1-2 16,10-8-2-16,9-2-2 0,4-4-1 15,3 2-2-15,0 1-2 0,-5 3-2 0,-7-1-3 16,-10 5 2-16,-16 1-1 0,-14 2-1 16,-7 1 3-16,-9 0-3 0,0 0 2 15,0 0-1-15,1 0-1 0,1 0 0 16,-2 0-1-16,0-2-2 0,0-1-3 16,-8-3-5-16,-2 0-11 0,-4 0-12 0,2 2-29 15,-1 4-38-15,-7 0-111 0,0 7-91 0</inkml:trace>
  <inkml:trace contextRef="#ctx0" brushRef="#br0" timeOffset="179332.14">23137 10677 627 0,'0'0'50'0,"0"0"-1"0,0 0-7 16,0 0-10-16,0 0-5 0,0 0-5 0,0 0-4 16,0 0-4-16,0 0-3 0,0 0-5 15,-9 6-3-15,9-6 1 0,3 0 0 0,17 0 2 16,12-1-2-16,13-4 1 0,8-1-4 16,5 1 0-16,6 2 0 0,2-2 0 15,1 4 0-15,0-2-1 0,-4 2 0 16,-6-1-1-16,-10 1 1 0,-9 1 0 15,-14 0-1-15,-11 0 1 0,-7 0-1 0,-6 0 1 16,0 0 1-16,0 0-1 0,3 0-1 0,-2 0 1 31,1 0-2-31,-2 0-3 0,1 0-5 16,-1 0-8-16,0 0-17 0,0 0-28 16,0 0-49-16,-1 0-193 0,-5 1-7 15</inkml:trace>
  <inkml:trace contextRef="#ctx0" brushRef="#br0" timeOffset="179865.27">24744 9675 588 0,'0'0'55'0,"0"0"-13"0,0 0-10 16,0 0-15-16,0 0-7 0,0 0-4 15,0 0 3-15,0 0 0 0,0 0 2 0,0 0 0 16,8 83-1-16,4-52-3 0,5-2 2 16,5 0 4-16,8-4-5 0,9-2 5 15,9-3-5-15,8-6 2 0,8-7-1 16,5-4 1-16,3-3-4 0,2-4-2 15,-3-9-1-15,0-5-4 0,-8-1 3 0,-2-8-4 16,-8 0 3-16,-7-3 0 0,-10-3-2 0,-9 1 1 31,-7 0 0-31,-8 3 1 0,-6 10 0 16,-5 6 0-16,-1 2-2 0,0 7 1 16,0-2-2-16,0 1 0 0,0 5-3 15,-4 0 0-15,-5 0-4 0,-5 5-8 16,-2 5-11-16,0 5-24 0,4 5-28 0,1 0-70 15,-1 3-150-15</inkml:trace>
  <inkml:trace contextRef="#ctx0" brushRef="#br0" timeOffset="180232.07">25183 9375 669 0,'0'0'50'0,"0"0"-7"0,0 0-3 16,0 0-10-1,0 0-6-15,0 0-6 16,0 0-7-16,0 0-4 0,0 0-3 0,0 0-3 16,-28-61 0-16,25 73 1 0,2 12 0 0,0 12 0 15,1 10 2-15,0 10-3 0,0 8 3 16,1 9-3-16,2 4 2 0,0 8 2 15,0 5-3-15,0 4 1 0,0 6-2 16,0 2-4-16,0 1 5 0,-1-4 1 0,-2-7-2 16,0-6 3-16,0-11-4 0,0-8-1 15,0-11 1-15,0-8-2 0,0-18 2 0,2-8-1 16,0-9 1-16,0-9-1 0,-1 2-2 16,-1-6-2-16,2 0-9 0,5-5-17 15,2-3-32-15,4-9-91 0,0 0-162 16,-3-7-9-16</inkml:trace>
  <inkml:trace contextRef="#ctx0" brushRef="#br0" timeOffset="180966.76">26259 9403 654 0,'0'0'46'0,"0"0"-13"16,0 0-9-1,0 0-6-15,0 0-4 0,0 0-1 16,0 0 0-16,0 0-1 0,0 0-6 16,-64 84-2-16,48-52-3 0,-2 3 1 0,2 1-2 15,-3-1 0-15,3 0-1 0,-1-3-2 16,2-2 1-16,1-4 1 0,3-8-1 15,6-8 1-15,3-5 0 0,2-5 0 16,-1 0 1-16,1 0 1 0,0-1 0 16,0-18 0-16,6-8 0 0,4-11-1 0,4-1 2 15,1 1 1-15,2 3 2 0,-2 6 1 0,-1 6 1 16,-4 10 0-16,-4 5-2 0,1 7-2 16,2 1 0-16,2 5 0 0,5 9 0 15,-3 4 2-15,0 4-3 0,2 1 3 16,-2-1-4-16,1 0 0 0,-2-2-1 0,-3-7 1 15,-1 1-2-15,-4-7 1 0,-2-3 0 32,1 1-1-32,-3-5 1 0,0 0 3 0,0 0-1 15,0 0-1-15,0 0 0 0,-2-6-3 16,-8-8 0-16,-7-8-1 0,-2-4-2 16,-3-4-3-16,-2-1-3 0,-2-1-2 15,-2 4 1-15,-2 3-1 0,0 7 1 0,-2 6 0 16,-3 4 3-16,-3 7 2 0,-1 1 3 15,-4 1 3-15,5 5 1 0,4 2-1 0,11-4 2 16,9-1-1-16,9-1 0 0,5-2 4 16,-1 0-1-16,1 0 3 0,0 2 2 15,1-1 2-15,16 1-3 0,12-1 0 16,9 1-3-16,6-2-3 0,4 0-2 16,3 0-5-16,1-2-7 0,1 2-27 0,4 0-54 15,1 3-199-15,-4-3-20 0</inkml:trace>
  <inkml:trace contextRef="#ctx0" brushRef="#br0" timeOffset="181383.1">26721 9616 551 0,'0'0'67'0,"0"0"-4"15,0 0-13-15,0 0-16 0,0 0-12 0,0 0-7 16,0 0-3-16,0 0 0 0,0 0-1 16,60-2-2-16,-46 32-2 0,2 2-2 15,-1 2 0-15,2-1-3 0,-1 0 2 16,3-1 0-16,1 0-4 0,3-3 3 0,3-3-6 15,5-4 3-15,3-6 0 0,4-5 1 32,2-5-1-32,4-5 1 0,-1-1 0 0,2-7 0 15,-3-8-1-15,0-4-4 0,-6-5 6 16,-1-5-6-16,-6-3 5 0,-4-3 0 16,-4-1-2-16,-4 1 3 0,-7 3-2 15,-1 11 1-15,-5 1-1 0,-1 8 0 0,-3 6 0 16,2 2-4-16,-2 4-3 0,0 0-5 15,-12 2-10-15,-4 11-19 0,-7 5-34 0,-1 3-94 16,-1 2-135-16</inkml:trace>
  <inkml:trace contextRef="#ctx0" brushRef="#br0" timeOffset="181682.13">27070 9507 757 0,'0'0'52'0,"0"0"-14"0,0 0-8 16,0 0-9-1,0 0-8-15,0 0-7 0,0 0-1 16,0 0-1-16,0 0 0 0,0 0 1 16,35 103 0-16,-28-47-3 0,2 6 3 0,-4 3-2 15,-2 5-2-15,-1 3 2 0,-1 3-7 16,1 3 3-16,-1 0 1 0,2 0-2 15,0-5 4-15,1-7-5 0,2-10 2 16,-2-6 2-16,2-12-6 0,-1-7 0 0,-1-11-9 16,-1-10-11-16,-2-5-9 0,-1-6-23 15,3 0-49-15,4-7-158 0,3-10-49 0</inkml:trace>
  <inkml:trace contextRef="#ctx0" brushRef="#br0" timeOffset="181949.01">28085 10147 793 0,'0'0'22'0,"0"0"7"0,0 0 2 16,0 0-7-16,0 0-4 0,84-26-8 15,-55 19-3-15,7 1-2 0,3-2-4 0,3 2 0 16,3 0-2-16,-1 0-2 0,-1 0 0 16,-6-1-1-16,-5 3-1 0,-9 0-1 15,-10 2-5-15,0 2-10 0,-7 0-16 16,0 0-32-16,0 0-44 0,-6 0-176 0,0 0-29 16</inkml:trace>
  <inkml:trace contextRef="#ctx0" brushRef="#br0" timeOffset="182116.62">27897 10590 817 0,'0'0'28'0,"0"0"-2"0,100-26-3 0,-51 13-12 15,3-1-2-15,8 2-10 0,0-2 1 16,4 5-8-16,-2-1-17 0,0 0-44 15,1 2-124-15,-4-5-128 0</inkml:trace>
  <inkml:trace contextRef="#ctx0" brushRef="#br0" timeOffset="182549.09">29445 9358 594 0,'0'0'58'15,"0"0"-9"-15,0 0-7 0,0 0-11 16,0 0-2-16,0 0-5 0,0 0 0 0,0 0-3 15,0 0-6-15,-26 106-8 0,26-67-1 0,0 5-3 16,3 1-1-16,6-1 0 0,2-4-1 16,2-3-1-16,5-5 0 0,6-5-3 15,4-6 4-15,7-7-2 0,7-5 1 16,9-7 2-16,6-2-2 0,7-12 0 0,3-7 1 16,2-7 0-16,1-4-2 0,-3-8 4 15,-4-4-4 1,-10-4 1-16,-4-2-1 0,-9 2-1 0,-12 5 1 0,-6 6 2 0,-10 14-3 15,-8 7-1-15,-4 5-6 0,0 6-9 16,-14 1-3-16,-10 2-8 0,-3 2-17 16,-9 9-21-1,1 3-51-15,-3-2-145 16,2 3-24-16</inkml:trace>
  <inkml:trace contextRef="#ctx0" brushRef="#br0" timeOffset="182848.62">29767 9294 718 0,'0'0'46'0,"0"0"-10"0,0 0-6 16,0 0-7-16,0 0-5 0,0 0-7 16,0 0-2-16,0 0-5 0,78 2-1 15,-69 26 2-15,-1 11-3 0,-3 9 2 16,-2 11-2-16,-3 9 1 0,0 8-5 0,0 4 5 15,0 4 1-15,-2 3-2 0,-1 1 4 16,2 0-6 0,1-1-2-16,0-5 2 0,0-7-3 15,0-10 3-15,3-13-2 0,1-12-1 16,-1-16-1-16,-1-11-3 0,-1-6-4 16,-1-7-7-16,3 0-18 0,4-7-33 15,5-8-82-15,-1-7-163 0,1-10 8 16</inkml:trace>
  <inkml:trace contextRef="#ctx0" brushRef="#br0" timeOffset="183248.84">30512 9529 583 0,'0'0'58'0,"0"0"2"16,79-62-2-1,-67 55-11-15,-6 4-20 0,-6 3-13 16,3 0-7-16,4 3-1 0,0 9-2 16,3 8 3-16,-6 3-3 0,-1 6-1 0,0 3 0 15,0 3-2-15,2 0-2 0,1 2 2 16,2-6-2-16,4 0 2 0,3-5 0 15,3-4-1-15,5-5 0 0,4-5-1 16,7-4 1-16,5-7 0 0,7-1 0 16,3-7-1-16,5-10 1 0,-2-6-2 0,-3-5 2 15,-3-7-1-15,-5-5 1 0,-5-2 3 0,-6-3 2 16,-5 5-2-16,-7 5 2 0,-6 6-5 16,-5 11 0-16,-1 7-1 0,-5 7 0 15,-1 4-4-15,0-4-5 0,-8 1-13 16,-5 3-17-16,-7 0-27 0,-5 5-65 15,2 8-164-15,-6 0-3 0</inkml:trace>
  <inkml:trace contextRef="#ctx0" brushRef="#br0" timeOffset="183532.25">30880 9349 802 0,'0'0'38'0,"0"0"-7"0,0 0-6 16,0 0-8-16,0 0-6 0,0 0-5 16,0 0-2-16,0 0 0 0,86 26-2 15,-76 12 2-15,-4 9-3 0,-3 10 2 16,-2 7-2-16,-1 4 0 0,0 5 4 16,0 0-3-16,0 1-1 0,0 2 0 0,-3 0-3 15,0-1 2 1,2-3-4-16,-1-5 3 0,2-5-3 0,0-9 1 0,0-9-4 0,0-14-6 15,0-7-14-15,0-7-15 0,2-10-31 16,-1 1-81-16,2-7-153 0,5-5-9 16</inkml:trace>
  <inkml:trace contextRef="#ctx0" brushRef="#br0" timeOffset="184132.31">31801 9286 759 0,'0'0'34'15,"0"0"-8"-15,0 0-3 0,0 0-7 0,0 0-4 16,0 0-4-16,0 0-4 0,0 0-1 16,83-17-2-16,-83 39 0 0,0 4-2 15,-9 3 1-15,-5 4-1 0,-3 3 0 16,-2 2-1-16,0 1 0 0,-1-2-1 15,2-1 0-15,1-4-2 0,1-4 1 0,6-10-1 16,3-4 1-16,1-7 1 16,3-4 1-16,1 2 2 15,2-5 1-15,0 0 0 0,0-12 0 16,9-6 1-16,6-5 0 0,2 0-1 16,3 3 1-16,1 5 1 0,-1 3 1 15,-7 6 0-15,4 3 0 0,-2 3-2 0,-1 0 0 16,4 7-1-16,-3 6 6 0,-1 1-2 15,-3 1 1-15,-4-5-1 0,1 2-4 0,-4-3 0 16,-1 0 0-16,2 1-1 0,-3-6 1 16,1 0-1-16,-3-4 1 0,0 0 1 15,0 0 0-15,0 0 0 0,1 0 0 16,-1-3-2-16,0-9 0 0,-6-8-6 16,-5-5 0-16,-1-2-1 0,-3-1 0 0,-3 3 3 15,-4 2-2-15,-4 3-1 16,-2 5-3-16,-6 1 1 0,-1 4 0 0,-1 2 2 0,0 1 4 15,-1 0 1-15,5 3 2 0,8 1 2 16,4 1-1-16,10 1 1 0,3 1 0 16,3 0 0-1,4 0 2-15,-2 0 5 16,2 0 4-16,10 3 1 0,8 4-1 0,8 1-3 16,7-1-2-16,3-2-2 0,6-3-1 0,0-1-4 15,0-1-1-15,0 0-2 0,-3 0 5 16,-4-1-2-16,-5-1-2 0,-10 0-6 15,-2-1-16-15,-7 0-22 0,-7 1-58 16,2 0-201-16,-6 2-19 0</inkml:trace>
  <inkml:trace contextRef="#ctx0" brushRef="#br0" timeOffset="185199.8">23105 13140 126 0,'0'0'57'0,"0"0"7"16,0 0 3-16,0 0-11 0,0 0-4 0,-77-13-9 15,61 13 2-15,6 0-4 16,-7 1-1-16,4 4-3 0,3-2-2 0,0 0-7 0,1 0-3 15,5-2-5-15,-1 1-3 0,2 1-3 16,3-3 1-16,-1 0 2 0,2 0 0 16,14 3 0-1,12-1 0-15,15-1-4 16,10-1-3-16,9-1-1 0,7-7-4 0,6 0-1 16,0 1-2-16,-2-1 0 0,-3 4-1 0,-7-1 0 15,-9 2-1-15,-9 0 0 0,-15 1 0 16,-13 1 0-16,-8 1 0 0,-8 0 2 15,0 0 0-15,0 0 0 0,2 0 0 16,0 0-1-16,-1 0 1 0,0 0-1 0,1-1-1 16,-2 1 0-16,1 0-2 0,-1-2-2 15,0 2-2-15,0 0-10 16,0 0-14-16,0 0-25 0,0 0-39 0,-11 3-79 0,-2 6-132 16</inkml:trace>
  <inkml:trace contextRef="#ctx0" brushRef="#br0" timeOffset="185499.83">22987 13520 697 0,'0'0'70'15,"0"0"-19"-15,0 0-17 0,0 0-13 0,0 0-9 16,0 0-3-16,0 0-1 0,0 0 0 15,86-40-1-15,-40 36-2 0,5 1-2 0,7 0 0 16,6 0-1-16,5 1-1 0,0 1 2 16,2-1-3-16,-3 1 0 0,-4-1 0 15,-11 1-2-15,-11-1 2 0,-13 1 0 16,-13 1 1-16,-10 0 0 0,-6 0 1 0,0-2-1 16,0 2 0-16,0-6-1 0,0 2-1 15,0-6-1-15,-5 1-3 16,-2 1-8-16,-1 1-10 0,3 4-20 0,1 0-52 0,-2 3-131 15,-4 0-95-15</inkml:trace>
  <inkml:trace contextRef="#ctx0" brushRef="#br0" timeOffset="185948.94">24421 13040 613 0,'0'0'56'0,"0"0"-4"0,0 0-7 0,0 0-6 0,9-83-12 16,-5 74-8-16,3 0-4 0,0 3-5 15,6 2-2-15,3 4-3 0,7 7-1 16,-1 9-1-16,3 7 0 0,1 6-3 15,-2 4 1-15,-3 5-1 0,-1 3 1 0,-6 3 2 16,-1 0-4-16,-4-1 3 16,-2-1-4-16,-1-4-1 15,-5-3 1-15,-1-6 0 0,0-8-1 16,0-4 1-16,0-6 0 0,-1-7 1 16,-1 2 2-16,2-6 1 0,-2-2-2 15,-1-14 3-15,3-10-3 0,0-12 2 16,0-6 0-16,10-4-5 0,3-7 4 0,6-4-2 15,3-5 2-15,4-1 1 0,2-2-2 0,3 6 0 16,-2 8 0-16,-2 10 1 0,-4 14-3 16,-7 11-1-16,-4 9 0 0,-4 8-6 15,1 2-3-15,2 13-5 0,1 6-7 16,-6 7-12-16,-4 5-14 0,-2 1-33 16,-3 5-68-16,-5-3-134 0</inkml:trace>
  <inkml:trace contextRef="#ctx0" brushRef="#br0" timeOffset="186932.31">25047 13356 627 0,'0'0'36'0,"0"0"-2"0,0 0-5 16,0 0-9-16,0 0-6 0,93-45-3 15,-73 37-6-15,1 1-2 0,1-2-2 16,3-1 0-16,1-1 0 0,0-2 0 16,0-4 0-16,-3-3-5 0,-1-2 5 0,-4-3-6 15,-3-1 6-15,-2-2 1 16,-4-3-1-16,-4 1 4 0,-2 1 0 0,-3 3-1 0,0 10-1 16,-3 2 0-16,-7 5-2 0,-5 6 1 15,-9 3-2-15,-3 0 0 0,-4 15 0 16,-2 4-2-16,-1 9 2 0,2 3 1 0,3 3-2 15,5 4 5-15,6 3-6 0,5 1 2 0,3 3-2 16,7-1-1 0,3-4 1-16,8 0-1 15,8-5 2-15,7-4-2 0,8-9 3 16,5-7 0-16,6-6 3 0,7-7-2 16,3-2 0-16,0-9 1 0,5-5-1 0,0-5 0 15,0-4 1-15,-1-4 1 0,-4-4-3 16,0-1 3-16,-6-1-2 0,-5-1 1 0,-8-2 1 15,-5 1-4-15,-9 2 6 0,-2 3 0 16,-8 8 5-16,-5 8 1 0,0 10 0 16,-4-1-5-16,0 1-3 0,-8-1-2 15,-7 4-2-15,-8 2-1 0,-9 13 1 16,-1 6 0-16,-3 4-2 0,1 5 4 0,0 3-6 16,1 3 3-16,2 1-6 0,7 0-5 0,2 1-4 15,6-4-7 1,5-2-1-16,5-10-2 0,4-3 5 0,3-4 8 0,3-5 6 15,9-1 8-15,6-8 4 0,3 0 1 16,9-11 4-16,-1-6 0 0,0-6-1 16,0-3 0-1,-2-3-2-15,1-2 0 0,-2-3-1 16,-2 1-2-16,-2 1 5 0,0 3 0 0,-4 8 4 16,-6 6 1-16,-5 7-6 0,-2 7-3 15,-2 1-2-15,5 4-1 0,1 11 0 16,3 10 7-16,-4 2-5 0,-1 5 4 15,-1 1-4-15,0 0-3 0,0 2 1 16,1-1-1-16,-1-4 0 0,0-1 0 0,1-3 0 16,-1-8 0-16,1-2 1 0,-1-6 5 0,1-4 3 15,7-1 2 1,2-5 1-16,9 0-3 0,1-13-3 0,1-5 0 0,5-6-4 16,0-3 1-16,1-5-2 0,-1-4-2 15,0-7 0-15,-3-4-2 0,-2-6 3 16,-6-7-2-16,-1-7 0 0,-7-3 1 0,-3-7-1 15,-4 2 3-15,-6 3-1 0,0 7 4 0,-2 9-4 16,-5 12 1 0,-3 12-1-16,3 11 0 15,2 10 0-15,4 8 0 0,1 3 0 16,-6 0 0-16,-4 6-1 0,-2 11 1 16,-1 10 0-16,2 9 0 0,3 11 0 15,3 8 0-15,3 6 0 0,2 6 0 0,0 3 0 16,0-2 0-16,6 0 0 0,3-4 6 0,4-5-7 15,3-5 4-15,5-6-4 16,8-7-4-16,6-10 4 0,4-4-2 0,7-11-2 16,1-8-6-16,2-8-7 0,-3-2-12 15,-3-12-16-15,-5-8-23 0,-6-7-44 16,-6-5-142-16,-7 1-28 0</inkml:trace>
  <inkml:trace contextRef="#ctx0" brushRef="#br0" timeOffset="-131646.78">3943 13169 317 0,'0'0'48'0,"0"0"-3"0,0 0-10 0,0 0-5 15,0 0-5-15,0 0-3 0,0 0-1 16,0 0-1-16,0 0 0 0,-4-19-1 15,4 17-4-15,-2 1 0 0,1-1-4 16,-1 0 0-16,1 1 1 0,-1-1 0 16,1 1 0-16,-3-1 1 0,4 2 0 0,-3-1 0 15,3 1-1-15,-3-2 1 0,3 2 1 0,-3-1-2 16,3 1 0-16,-1-1-2 0,-1 1-4 16,1-2 1-16,-1 2-3 0,1-2-1 15,-1 2 0-15,1-1-2 0,-1 1 0 16,1-2-1-16,-2 2 1 0,3-2-1 15,-3 2 0 1,3-1 1-16,-4 1 0 0,4-1 0 0,-4-2 0 0,-1 0 0 0,2 0 0 0,-1 1 1 31,1-3 0-31,0 3 0 0,2-1 2 16,-2-1-2-16,3 4 1 0,-2-1-1 16,2 1-1-16,-2-2 0 0,0 2 0 15,-2 0-1-15,-2 3-1 0,-3 11 2 16,-1 4-3-16,0 7 2 0,6 4 6 0,-1 4-6 15,4 5 4-15,1 3-4 0,0 4-2 0,1 4 1 16,5 6 0-16,0 4 1 0,4 1-3 16,-1 1 3-16,-2-5-2 0,2-3 3 15,-1-7-2-15,-2-6 2 0,3-6 4 16,-2-2-5-16,3-4 5 0,-1-7-5 16,-3-6 0-16,1-3 1 0,3-6-1 0,0-4 1 15,12-2 0-15,0-2 1 0,8-10 0 0,0-8-1 16,1-6-6-16,-1-6 5 0,2-4-5 15,-5-3 5-15,-1-5 1 0,-3 0-2 16,-5-2 2-16,-1 4-1 0,-1 4 1 31,-6 4-2-31,0 13 2 0,-2 3 0 0,-3 9 0 16,-5 4 0-16,3 1 0 0,-3 4-1 0,0-2 0 16,0 2-2-16,3 0 0 0,-3 0 1 15,3 0 0-15,3 11 0 0,0 9 2 16,2 7-1-16,-2 5-1 0,1 3 2 15,-1 1-2-15,5 0 0 0,-2-1 0 16,0-2 1-16,5-2-1 0,1-2 2 0,5-3 4 16,2-3-4-16,5-5 4 0,4-3-6 0,2-3 1 15,6-6 0-15,-3-6 0 0,3 0 2 16,-1-7-7-16,-5-7 6 0,-1-4-6 16,0-4 7-16,-8-2-1 0,-1-3 1 15,-4-4 1-15,-6 3-1 0,0 1 3 16,-3 7-2-16,-4 1 2 0,-3 10-1 0,0 5 1 15,0-1-4 1,-3 5 0-16,0-2-3 0,0 2 1 0,1 0 0 0,4 10 1 0,-1 5 1 31,0 6-2-31,5 0 1 0,-2 1-1 16,3-1 1-16,5-2-2 0,-2 1 1 16,4-3-3-16,0-4-4 0,-1 0-7 15,-3-4-14-15,3-3-19 0,1 0-41 0,-5-3-78 16,3 0-127-16</inkml:trace>
  <inkml:trace contextRef="#ctx0" brushRef="#br0" timeOffset="-131431.25">4478 12990 543 0,'0'0'20'0,"0"0"-7"0,0 0-11 16,0 0-9-16,0 0-16 0,0 0-63 0,0 0-148 16</inkml:trace>
  <inkml:trace contextRef="#ctx0" brushRef="#br0" timeOffset="-130264.66">4993 13676 316 0,'0'0'43'0,"0"0"-10"0,0 0-8 0,0 0-10 15,0 0-5-15,0 0-3 0,0 0 2 16,0 0 3-16,0 0 6 0,-45 0 7 16,38 1 2-16,0 3 0 0,2-3 0 15,1 1-2-15,1 0 0 0,-3-1 1 16,5 2-2-16,-5 0 0 0,0 3-3 0,2-1-1 16,1 4-6-16,0 0-2 0,0 0-2 0,2 1-3 15,-1 3-2-15,2 4-3 0,0-5 2 16,0 6-2-16,0-6 1 0,0 1-2 15,0 6 0-15,2-7 6 0,2 4-7 16,-1-5 6-16,-3-6-6 0,3 1-1 31,-3-6 2-31,0 0 1 0,0 0 1 0,0 1 2 16,0 1 4-16,0-2-3 0,7 0 2 0,3-8-7 16,2-9 2-16,1-6-3 0,6-8 0 15,-4-2 2-15,0-2-2 0,4-2 2 16,-2 2-1-16,2 5 0 0,-3 6-1 15,3 4 1-15,-8 9-1 0,5 5 0 16,-1 5 0-16,2 1 0 0,2 12 1 0,-2 4-1 16,-1 6 2-16,-3 3 0 0,-1 4 0 0,-1 2-1 15,-2-1 0-15,0 1-2 0,-5-3 1 16,3 1 6-16,0 0-6 0,-4-5 6 16,0-4-6-16,-1-5-2 0,-2-4 2 15,0-7 0-15,1 3 0 0,-1-7 2 16,0 0 1-16,0 0 1 0,0 0-1 0,3 0-1 15,0-14-2 1,7-7-6-16,-3-10 5 0,5-1-4 0,-1-2 4 0,2 2 1 0,3 1-1 31,-1 5 1-31,3 6-1 0,0 4 2 16,2 5-1-16,3 5 0 0,-1 6 0 16,0 0 0-16,-1 6 1 0,0 6-2 15,0 3 2-15,1 4 0 0,-1 1 0 0,0 1-1 16,2 0 1-16,-3 0-2 0,-1-1 1 0,-3 0 0 15,-3-3 0-15,-2-1 5 0,-3-5-5 16,-4 1 5-16,3-4-5 0,-1-1 0 16,1-1 0-16,3-3 0 0,5 0 1 15,2-3 0-15,6-1-1 0,-1-10 2 16,4-6-2-16,0-2-4 0,2-4 3 0,-4-4-4 16,5-5 4-1,-7-4 2-15,1-7-1 0,0-3 2 0,-4-2-2 0,-3 2 2 0,-2 2-2 16,-5 6 2-16,-2 5-1 0,-4 10 1 15,0 3 0-15,-3 8 4 0,0-2-1 16,0 2 0-16,0 2 1 0,-3-1-2 31,2 7 1-31,-5-4-2 0,3 5-1 0,0 0-2 16,-7 3 0-16,1 3-2 0,-4 12 1 0,-3 8-1 16,5 9 2-16,-2 6 0 0,4 6-1 15,3 4-1-15,3 4 1 0,3 0-2 16,0-4 2-16,9-2-1 0,7-7 2 15,3-4-2-15,8-6 2 0,5-5 2 16,11-6-2-16,7-7 5 0,6-5-7 0,9-6-4 16,6-6 4-16,1-9-6 0,-4-5 5 0,-4-4-1 15,-6-2 0-15,-8 0 3 0,-9 1-2 16,-11 0 2-16,-7 5-3 0,-7 7-5 16,-10 5-7-16,-3 5-19 0,-3 3-35 15,0-1-74-15,0 1-157 0,-16 0 1 16</inkml:trace>
  <inkml:trace contextRef="#ctx0" brushRef="#br0" timeOffset="-129946.6">3394 13401 609 0,'0'0'51'0,"0"0"-3"0,0 0-7 0,0 0-7 0,0 0-5 16,0 0-9-16,0 0-7 0,0 0-4 15,0 0-5-15,0 0-1 0,37-25-2 16,11 15 0-16,11 2-2 0,18 3-6 31,11 2-28-31,9 1-83 0,8 1-176 0,3-5-25 16</inkml:trace>
  <inkml:trace contextRef="#ctx0" brushRef="#br0" timeOffset="-129031.39">7717 13883 727 0,'0'0'35'0,"0"0"-2"0,0 0-9 0,0 0-8 16,0 0-5-16,0 0-3 15,0 0-1-15,0 0-2 0,0 0-2 0,-1-79-1 0,11 62-1 16,5-1-1-16,2 0 1 0,3-2-1 15,0-3 0-15,5-3 1 0,-1-2-2 16,2-6 1-16,-4 1 0 0,0-1 1 31,-5 4-1-31,-4 4 0 0,-5 9 1 0,-4 7 0 16,-4 7-1-16,0 3 1 0,0 0-3 0,-15 3 1 16,-11 10 1-16,-8 9-1 0,-4 5 1 15,-5 5-1-15,-1 3 0 0,-2 3-1 16,4 1 3-16,6 1-3 0,4-2 3 15,13-2-2-15,11-4 1 0,8-2 4 16,4-4-5-16,16-4 6 0,9-4-4 0,9-6-1 16,7-6 2-16,7-6-2 0,4-2 1 0,2-10-4 15,-2-5 4-15,-1-4-5 0,-1-2 4 16,-7-4 0-16,-5-2-1 0,-5-3 1 16,-7 0 0-16,-10-1 1 0,-2 1-1 15,-7 5 2-15,-5 7-2 0,-3 8 0 16,-2 7-1-16,-1 5-1 0,0-1 0 0,3 1 0 15,0 8 1-15,5 7 1 16,1 9 0-16,0 4 0 0,2 2 1 0,0 0 0 0,2 2 0 31,1-2-1-31,1 1 0 0,0-4 4 16,0-1-3-16,4-5 4 0,-3-1-5 16,-2-6 0-16,-1-6 0 0,0-1 2 15,2-7 0-15,-1 0 2 0,2-8 0 0,1-9-5 16,-2-8 5-16,-1-9-5 0,2-7 4 0,1-7 2 15,1-9-3-15,2-2 3 0,2 1-3 16,-5 5 2-16,0 9-1 0,-3 9 2 16,-3 14-2-16,-7 10-1 0,-1 7-2 15,-3 4-2-15,2 0-1 0,2 6 0 16,-1 9 0-16,3 10-5 0,-3 4-5 0,-3 4-14 16,1 3-20-16,-1 2-43 15,0 0-101-15,0-3-112 0</inkml:trace>
  <inkml:trace contextRef="#ctx0" brushRef="#br0" timeOffset="-127430.99">8915 13708 612 0,'0'0'51'0,"0"0"0"0,0 0-6 16,0 0-10-16,0 0-12 0,0 0-10 15,0 0-7-15,0 0-3 0,0 0-3 16,0 0 1-16,13 13-1 0,-24 17-1 0,0 3-1 16,7 2 2-16,-1 0 4 15,5 0-4-15,0-2 3 0,8-3-5 0,6-5 0 0,3-4 2 16,5-6-1-16,4-4 3 0,3-5-1 16,0-6 1-16,0 0 0 0,-3-11-1 15,0-4 2-15,-3-5-2 0,-3-4 2 16,-7-6-1-16,-4-5-6 0,-6-5 2 0,-3-2-3 15,-1-5 4-15,-10 0 2 16,-5 0-1-16,-4 2 1 0,-3 8-2 0,0 6 1 0,-3 9 0 31,-3 8 0-31,-2 6 2 0,-2 5-1 16,3 2-1-16,1 1 0 0,9 0-1 16,8 0 1-16,5 0 0 0,7 0-2 15,0 0 1-15,0 0 1 0,0 0-2 0,17 0 3 16,9 0-1-16,12 0 0 0,4-5 0 0,7-5 0 15,3-4-3-15,-3-4 1 0,2-3-1 16,-3-4-1-16,-2-4-4 0,-7-6-4 16,-3-7-4-16,-7-6-6 0,-7-11 8 15,-8-4 2-15,-7-4 8 0,-5 3 6 16,-2 7 2-16,-9 10 4 0,-2 9 0 0,-4 10 5 16,-2 9 2-16,-2 5-1 15,3 5 0-15,0 6-4 0,0 3-2 0,-1 0-4 0,-2 4 0 16,3 7-3-16,6 6 0 0,3 6-1 15,4 7 0-15,0 6-1 0,3 8 1 16,0 6-1-16,7 5 2 0,-1 6 4 31,-2 6-4-31,2 3 3 0,-1 5-2 0,-2 6-4 16,2 1 2-16,2-4-3 0,2-1 2 0,4-9-1 16,3-9 3-16,10-7 4 0,1-8-7 15,4-9 6-15,2-10-6 0,3-8 3 16,-1-9-1-16,0-8 2 0,-2-7 1 15,-1-11-6-15,2-9 8 0,-6-5-7 16,-2-4 5-16,-3-5 2 0,-3 1-3 0,-4-1 4 16,0 5-2-16,-4 3 3 15,-5 10-3-15,0 4 0 0,-3 9-1 0,-2 5-3 0,-1 2-2 16,-1 3-1-16,0 0 1 0,0 14 0 16,0 9 2-16,-1 7-1 0,-1 3 0 15,2 1 1-15,0 1-3 0,0-2 1 16,0 1 1-16,2-3 3 0,2-2-2 0,2-1 1 15,0-6-6-15,0-5 0 16,1-5 0-16,-1-4 3 0,1-3 2 0,0-1 1 0,5-4 0 31,4-2 0-31,1-10-2 0,2-5 3 16,1-4-1-16,-1-1-4 0,-3-4 4 16,-2 0-6-16,4 0 4 0,-3 2 2 15,0 1-1-15,1 2 1 0,-6 7 1 0,-3 5-1 16,-4 6 0-16,-3 3-2 0,0-1-1 0,0 1 1 15,2 0 0-15,5 0 0 0,0 1 2 16,-1 3 0-16,4 7-2 0,-3 3 1 16,0 1 1-16,1 5-2 0,-1-2 2 15,3 0-1-15,-1-1 0 0,2-1 5 16,2 0-5-16,-1-1 6 0,2-3-5 0,4-1-1 16,-1-4 0-16,3-2 1 15,2-2 0-15,4-3 1 0,0 0 3 0,3-5-5 0,0-4 2 16,1-4-4-16,0-6 2 0,1-4-4 15,-1-4 5-15,2-5 2 0,-5-4-3 16,-2-6 2-16,-5-7-2 0,-4-9 1 31,-3-4-1-31,-5-5 2 0,-7-4-2 0,-1-2-3 16,-1 0 2-16,-10 4-5 0,-1 3 6 0,-5 8 2 16,0 7 1-16,0 8 2 0,-2 7-2 15,4 9 2-15,3 7-1 0,4 9-1 16,5 8-1-16,-4 3 0 0,-3 2-2 15,-3 8-2-15,0 12 2 0,3 5-3 16,4 11 3-16,5 7-1 0,1 7 1 0,0 6 4 16,0 7-4-16,1 4 3 15,2 6-2-15,1 6-4 0,-4 2 4 0,2 2-4 0,-1-5 3 16,1-7 4-16,5-7-3 0,-1-12 3 16,2-10-4-16,3-10-1 0,-3-13-1 15,-4-10 2-15,-1-7 3 0,-3-4-2 16,5 0 1-16,2-9 1 0,4-11-5 0,1-9-2 15,-5-6 4-15,-2-7-5 16,-5-7 5-16,0-6 1 0,-3 0-3 0,-4-3 4 0,-1 6-3 31,-1 10 2-31,1 12-1 0,5 8 1 16,0 10-1-16,2 7 0 0,-1 1-2 16,2 4-1-16,0-2 1 0,0 2 1 15,12 0 2-15,11 3-1 0,9 5 0 0,3-3 0 16,3-1 1-16,3-1-1 0,1-1 1 0,1-2-1 15,-2 0 0-15,-2 0 1 0,-4-2 0 16,-5-1 2-16,-8 0-1 0,-11 2 0 16,-4 1 0-16,-7 0-2 0,0-2 1 15,5 2 0-15,-1 0 0 0,2 3 0 16,1 9 0-16,-3 7-1 0,-1 6 0 0,-3 5 1 16,0 5 1-16,0 4 0 15,-1 0 1-15,-3 0-3 0,1 0 2 0,0-3-3 0,0-2 3 16,0-2 3-16,0-9-5 0,3-3 5 15,0-8-5-15,0-6-1 0,0 0 2 16,0-6-1-16,0 0 3 0,0 0-1 31,0 2 0-31,0-2-2 0,0 0-10 0,0-2-13 16,0-15-41-16,0-6-142 0,0-14-118 0,0-4-6 16</inkml:trace>
  <inkml:trace contextRef="#ctx0" brushRef="#br0" timeOffset="-127281.36">11035 13171 675 0,'0'0'-3'16,"0"0"-1"-16,0 0-6 0,0 0-13 16,0 0-23-16,0 0-31 0,0 0-93 15,0 0-73-15</inkml:trace>
  <inkml:trace contextRef="#ctx0" brushRef="#br0" timeOffset="-126430.02">11317 13758 732 0,'0'0'18'0,"0"0"-2"15,24-96 4-15,-18 65 2 0,-3 0 0 0,-2 10-3 16,-1 1-2-16,0 10-5 0,0 4-4 16,0 1-5-16,-7 5-4 0,-3 6 1 15,-7 14-2-15,-4 7 1 0,0 9-1 16,-1 6 2-16,3 3-3 0,3 0 2 0,5 1 5 16,3-1-6-16,3-5 6 0,5-3-6 15,4-4-2-15,6-7 3 0,6-5 0 0,6-7 1 16,2-6 0-16,5-8-1 0,3-4 2 15,0-9-1-15,0-9 2 0,1-3-2 16,-3-6-6-16,-2-2 6 0,-5-3-6 31,-6 1 5-31,-2-2 3 0,-8 2-2 0,-4 3 1 16,-3 3 0-16,-3 5-3 0,-9 8 2 0,-5 3 0 16,-6 8-1-16,-4 5 1 0,-7 0 0 15,-2 7-2-15,0 5 2 0,-2 2 0 16,2 3 0-16,2-2 1 0,7 2-1 15,7-7-1-15,11-2-1 0,4-6 1 16,5-2 0-16,0 0 4 0,0 0 1 0,14-1 1 16,11-8 0-16,8-5 0 0,5-6 0 15,2-2 1-15,5-6-2 0,-2 1 2 0,3 0-2 16,1 1-2-16,2 6 0 0,0 5-1 16,0 8-1-16,-1 4 1 0,-3 3-1 15,-6 10-2-15,1 11 1 0,-4 6-1 16,-2 8 3-16,-4 7-2 0,-4 0 2 0,-4 2-3 15,-5-3 3-15,-8 0-5 0,-3-3 5 16,-6-1 4-16,0-4-5 0,-3-4 6 0,-4-5-5 31,1-9-2-31,3-6 2 0,1-4 0 16,2-5 2-16,-1 0 3 0,1 0-3 16,-3 0 1-16,0-13-3 0,3-7-2 15,0-11 0-15,7-4-4 0,7-5 3 0,3-5-4 16,2-5 6-16,4-2 0 0,3 0-1 15,3 6 2-15,-2 6-1 0,3 10 1 0,-2 12-1 16,-1 8 2-16,-2 10-1 0,1 8-1 16,0 13 0-16,-1 7-1 0,-1 4 1 15,-3 4-2-15,0 2 2 0,-1 0-1 16,-1 0 2-16,0 0 5 0,4-3-5 0,2-2 4 16,2-4-5-16,4-5-2 0,4-5 1 15,5-7 1-15,3-6 0 0,8-6 0 0,4-5 0 16,0-10 0-16,4-5 0 0,-4-7-5 15,-2-3 5-15,-8-4-5 0,-6-1 5 16,-11 2 1-16,-6 5-2 0,-10 9 1 31,-6 6-1-31,-3 9-4 0,-3 3-5 0,-13 1-11 16,-6 5-18-16,-10 9-42 0,-4 7-107 16,-7 4-119-16</inkml:trace>
  <inkml:trace contextRef="#ctx0" brushRef="#br0" timeOffset="-125813.49">4261 14922 520 0,'0'0'74'0,"0"0"-19"16,0 0-14-16,-81-85-9 0,57 78-8 0,-7 7-8 16,-5 0-5-16,-2 10-3 0,-5 7 0 0,-3 6 0 15,-3 3 1-15,4 6-2 0,0 1-1 16,6 2-4-16,10 0 0 0,6-1 0 15,8-3-1-15,7 0 1 0,8-3 0 16,13-2 5-16,10-2-2 0,10 1 5 31,6-4-4-31,8 0 0 0,6-1-1 0,5-2-2 16,0 2 0-16,-2-2-3 0,-1 2 1 0,-7 1-1 16,-6-1 0-16,-5 1-1 0,-9-1 2 15,-12-5-1-15,-9 2 3 0,-7-1-1 16,-10 4 0-16,-12 4 0 0,-11-4-1 15,-3-3-2-15,-8-5 1 0,-5-6-1 16,-3-4 0-16,0-2 0 0,0-7-2 0,3-8-2 16,8-3-8-16,5-4-11 0,12-2-13 0,9 6-27 15,7 1-25-15,8 1-49 0,1 4-72 16,16-3-46-16</inkml:trace>
  <inkml:trace contextRef="#ctx0" brushRef="#br0" timeOffset="-125464.56">4653 15048 786 0,'0'0'23'0,"0"0"-3"0,0 0 3 16,0 0-2-16,0 0-3 0,0 0-5 0,0 0-4 15,0 0-4-15,0 0-3 0,-9-40-1 16,8 53 0-16,-2 11 1 0,0 11-1 16,3 8 1-16,0 6 4 0,0 6-3 15,0 6 3-15,0 5-4 0,0 5-5 16,4 4 3-16,1 0-1 0,-1 4-1 0,2-3 5 16,0-2-3-16,2-4 2 0,-2-6-2 15,0-8-2-15,-3-7-1 0,1-7 0 0,1-8-1 16,-4-9-2-16,2-13-3 0,0-1-6 15,-2-6-3-15,-1-1-7 0,3 2-24 16,-3-6-62-16,0-13-119 0,0-12-87 31</inkml:trace>
  <inkml:trace contextRef="#ctx0" brushRef="#br0" timeOffset="-123897.95">4533 15113 715 0,'0'0'31'0,"0"0"0"16,0 0 2-16,0 0-3 0,0 0-8 0,85-80-4 15,-57 71-5-15,5 5-4 0,3 4-2 16,2 0-4-16,2 7 0 0,-2 9-3 16,-3 3 0-16,-5 5-3 0,-1 3 3 15,-6 3-2-15,-7 2 2 0,-3 1 4 16,-12 0-6-16,-1 1 4 0,-17-1-5 0,-6-3-2 15,-7-2 0-15,-8-4 0 0,0-4-2 16,-4-4 1-16,-1-5 2 0,1-5-1 0,6-4 4 31,4-2 0-31,9 0 0 0,10-2 1 16,9 0-1-16,4 2-3 0,0-5 1 16,1-3 1-16,9-1-1 0,9-2 3 15,6 7 0-15,2 2-2 0,8 2 2 0,1 0 2 16,7-1-2-16,2-1 1 0,6-3-1 0,1-1 0 15,4-3 0-15,2-1 1 0,0-5-1 16,3-2 2-16,-2-3-4 0,0-3 3 16,-4-1 0-16,-1 0-8 0,-4-3 8 15,-9-1-5-15,-2 1 3 0,-9 3 3 16,-5 1 0-16,-9 8 3 0,-9 6 0 0,-1 6 2 16,-6 3-1-16,0-2-1 0,0 2-3 0,0-2-1 15,-2 1-2-15,-8 1-1 0,-7 0 1 16,-2 3 0-1,-1 7-1-15,4 4 0 0,0 3-1 0,3-1 0 0,-3 4 1 16,7 3 2-16,2 0-6 0,0 0 1 31,4-7-10-31,2 3-6 0,1-1-4 0,1-4-1 16,2-1 4-16,10-4 5 0,-6-4 7 16,6-5 5-16,6 0 2 0,4-2 4 0,0-8 0 15,-1-5 1-15,-3-4 2 0,-5-2 0 16,-1-2 0-16,-1 2-2 0,-3-1 4 15,-4 7-1-15,-2 7 4 0,1 4-1 16,-4 4-3-16,0-1-2 0,0 1-1 0,6 0 1 16,3 3 1-16,4 9 4 0,0 6-1 0,-2 4 1 15,-2 0-3-15,1 1-1 0,-1 0 0 16,1-2-4-16,-1-1 2 0,1-4-1 16,3-2 1-16,-4-5 3 0,1-3-1 15,4-3 3-15,4-3 1 0,5 0-3 16,1-10 1-16,1-8 1 0,-1-5-6 0,0-4 1 15,-1-7 0-15,-2-4-9 0,-3-8 7 0,-4-8-3 16,-2-9 3-16,-8-8 3 0,-2-5-3 31,-2 1 2-31,-2 1-1 0,-2 8 3 16,-2 10 1-16,0 10-2 0,2 10 8 16,1 11-3-16,-1 12 3 0,4 8-2 15,0 5-2-15,0-1-5 0,-2 1-1 0,2-2-2 16,-1 2-2-16,-2 0 2 0,-3 12 0 15,5 11 4-15,-4 13-2 0,4 9 3 0,1 6-4 16,0 9 0-16,0 6 0 0,1 8-4 16,5 2 4-16,0 4-3 0,4-5 3 15,0-3 2-15,9-5-4 0,-2-5 4 16,5-9-4-16,1-9 1 0,2-8-1 0,1-12 1 16,3-8-1-16,1-10-2 0,2-6 3 0,3-12 1 15,-1-9 0-15,2-7 2 0,-1-5-2 16,-3-2 0-1,-3-5 0-15,-7 1-2 0,-1 1 2 0,-4 3-1 0,-5 3 1 16,1 6 1-16,-4 10-1 0,-5 5 1 31,-1 8-1-31,-3 3-1 0,0-2-1 0,0 2 0 16,0 0 0-16,0 0 1 0,3 0 1 16,1 13-1-16,1 6 1 0,3 5 4 0,1 1-4 15,3-3 5-15,2 3-6 0,2-3 0 16,4 0 0-16,3-1-1 0,6-3 0 15,1-2-2-15,5-3-1 0,9-2-1 16,3-2-1-16,4-5 1 0,4-2 1 0,4-2 1 16,2 0 2-16,-2-6 0 0,2-5 1 0,-3-2 2 15,-2-4-1-15,-1-1 1 0,-1-3 0 16,-5 1-1-16,-4-2 3 0,-4 1-6 16,-6 3 8-16,-9 1-3 0,-7 5 7 15,-10 5 3-15,-1-1-1 0,-6 3 1 16,-1 1-4-16,-1-4-3 0,-3 1-2 0,-11-3-1 15,-5 2-3-15,-4 3 2 0,0 3-2 0,-6 2 1 16,5 4-1-16,-3 6-1 0,3 5 0 31,-1 3 3-31,4 5-4 0,0 3 5 16,7 3-7-16,1 0-2 0,1 0-1 16,5-2-2-16,7-1 0 0,0-5 0 15,0-4 1-15,3-5 2 0,6-2 1 0,-1-3 4 16,4-3 1-16,2-4 3 0,4-2-1 15,2-7 1-15,-3-6-1 0,-1-1 2 0,-1-4-3 16,-1-3 1-16,-2-3 1 0,-1-1 0 16,-1 0 0-16,-1-2-6 0,0 3 4 15,-1 6-3-15,-2 7 1 0,0 3 2 16,-3 8-1-16,4 0-1 0,2 4 0 0,2 11 7 16,5 7-5-16,-4 4 5 0,1 5-4 0,0 1-2 15,-3 1 2-15,6-1-2 0,-3-1 1 16,1-2 0-1,5-2 0-15,0-3 0 0,-3-5 0 0,4-3 0 0,2-7 0 16,-8 0 1-16,5-6 1 0,0-1-1 31,4-1 0-31,10-9-1 0,-1-2 0 0,0-1-1 16,1-3 0-16,3 0 0 0,-1-1-4 0,1 0-5 16,0 1-17-16,-1-1-24 0,3 0-31 15,-8 0-82-15,-1-1-125 0</inkml:trace>
  <inkml:trace contextRef="#ctx0" brushRef="#br0" timeOffset="-123497.73">8180 14672 782 0,'0'0'27'0,"0"0"0"0,0 0 2 0,0 0-5 31,0 0-5-31,0 0-3 0,0 0-5 16,0 0-1-16,0 0-3 0,0 0-2 16,-7-54-4-16,4 52-2 0,3 2 1 15,-1 0 0-15,-1 12-2 0,-1 12 4 0,0 14-2 16,0 9-2-16,0 9 0 0,-1 10 3 0,1 5-3 15,-1 5 7-15,1 1-3 0,3 2-1 16,0-1 0-16,3-4-4 0,7-2 0 16,0-6 2-16,6-7 0 0,3-10 0 15,4-11 0-15,3-9-1 0,4-11 1 16,5-9 1-16,4-8 1 0,4-4-2 0,1-13-1 16,-2-10-2-16,1-2-3 0,-7-4-4 15,-2-2-4-15,-7 2-10 0,-5 0-19 0,-5 0-35 16,-4 2-100-1,-7-1-128-15</inkml:trace>
  <inkml:trace contextRef="#ctx0" brushRef="#br0" timeOffset="-123281.25">7233 14672 732 0,'0'0'22'0,"0"0"0"0,0 0-5 0,0 0-11 15,0 0-3-15,0 0-5 0,0 0-2 16,0 0-2 0,0 0-8-16,-2-7-18 0,2 7-38 0,-3 8-99 0,-6 2-118 15</inkml:trace>
  <inkml:trace contextRef="#ctx0" brushRef="#br0" timeOffset="-123098">5849 14830 704 0,'0'0'30'0,"0"0"0"0,0 0 5 16,0 0-4-16,0 0-13 0,123-26-8 0,-67 20-6 15,8 1-6-15,8 2-6 0,9 2-31 16,10-1-127-16,6-1-140 0,3-7-22 16</inkml:trace>
  <inkml:trace contextRef="#ctx0" brushRef="#br0" timeOffset="-122197.9">10040 15375 547 0,'0'0'41'0,"0"0"-4"0,0 0-4 16,0 0-3-16,0 0-8 0,0 0-5 16,0 0 0-16,0 0-2 0,0 0 0 15,0 0-3-15,-2 3-5 0,22-23-4 0,2-2-3 16,7-6-3-16,0-1 2 0,0-3-1 0,0-1-4 15,-5-2 9-15,-9 1-7 0,-1 2 5 16,-11 4 1-16,-3 4-1 0,-4 7 2 16,-6 6-1-16,-6 7-2 0,-10 4 0 15,-6 12 0-15,-13 8 0 0,-4 7 0 16,0 6 1-16,-2 5 4 0,1 3-4 0,6 3 4 16,7 0-5-16,9 2-2 0,14-4 2 0,9-2-1 15,5-4 3-15,15-4-2 0,11-5 1 16,13-7 1-1,4-6 1-15,11-8 0 0,2-6 1 0,8-4-2 0,-1-12-2 16,1-2 1-16,-3-5-2 0,-5-2 3 31,-4-3-1-31,-7-2 1 0,-7-2 0 0,-8-2-2 16,-4 1 0-16,-7 0-5 0,0 1 6 16,-5 4-4-16,-4 10 7 0,-1 4-4 0,-2 7 0 15,-4 4-1-15,7 3 0 0,-3 2 1 16,5 10-1-16,4 8 7 0,-3 5-6 15,1 2 5-15,-2 4-3 0,5 1-3 16,-2 0 2-16,-1-2-1 0,4-1 1 0,-1-2-2 16,-1-4 2-16,0-3-1 0,-5-8 1 0,2-3 0 15,-4-5 2-15,1-2 2 0,6-2 2 16,-1-2 1 0,6-10-1-16,-3-4 0 0,0-6-4 0,-2-2 3 0,0-5-3 15,0-3 1-15,-3 0-1 0,2 2-3 16,-1 1 0-16,-2 6-6 0,-4 8 5 0,-2 8-4 15,-3 4-3-15,-3 3 2 0,4 0-12 0,4 0-11 16,-1 6-16-16,3 4-39 0,-6 7-70 31,-1-5-140-31</inkml:trace>
  <inkml:trace contextRef="#ctx0" brushRef="#br0" timeOffset="-120581.43">11432 15309 688 0,'0'0'50'16,"0"0"-6"-16,0 0-12 0,0 0-4 0,-19-77-14 15,15 67-1-15,1 5-4 0,2 0-3 16,1 5-4-1,-6 0-1-15,-3 0 3 0,-5 10-8 0,-5 8 9 0,0 7-6 16,3 7-2-16,-1 7 4 0,4 3-5 31,0 3 4-31,4 2-3 0,5 1 1 0,4-3 1 16,1-4 0-16,11-3 0 0,4-8 1 0,1-4-1 16,2-8 1-16,4-7 0 0,-2-5 1 15,2-6 1-15,0 0 0 0,-2-11 0 16,-2-2 0-16,0-9 1 0,-6 0-2 15,1-6 1-15,-3-2-2 0,-7-2 1 16,-1-5 0-16,-3 0 0 0,-3-1-1 0,-7-3 0 16,-6 2-1-16,-6-1 1 0,-4 1-2 0,-6 2-2 15,-5 5 1-15,-4 6-3 0,-1 8 6 16,-4 4-2 0,3 5 2-16,-2 5 0 0,12 2 0 0,9 2 0 0,10 0-1 15,8 0 0-15,6 0 0 0,0 0 1 16,16 0 1-16,15-1-2 0,15-4 2 0,10-4-1 15,12-3 0-15,5-5 1 0,4-3-3 0,0 1 1 16,-2-4-1-16,-5-3 1 0,-8-1-2 31,-9-2 5-31,-8-4-5 0,-10-2 2 16,-9-2 0-16,-10 0 0 0,-10 0 1 16,-6 2 2-16,-2 5-2 0,-7 2 2 15,-5 7 0-15,-2 5-2 0,-3 3 2 0,6 7-1 16,-4 3 1-16,-2 3 0 0,0 5 0 15,-2 7-1-15,5 4 0 0,1 4 0 0,8 4 0 16,4 8 1 0,3 6-2-16,0 8 0 0,3 7 0 0,3 5-4 0,1 6 5 15,2 4 2-15,-2 1-4 0,2 3 4 16,-2 1-4-16,4 0-2 0,1-2 3 0,2-6-3 16,4-5 2-16,2-12-1 0,5-7 2 0,-2-11-2 15,9-11 3-15,0-10-1 0,2-9 1 16,1-5 2-1,-2-15-3-15,2-7 2 0,-2-6 0 0,-4-8 0 0,-2-5 0 16,-2-1 0-16,-6 0-2 0,1 2 3 31,-2 4-2-31,-1 4 1 0,-4 7 0 0,-2 10 0 16,-2 7-3-16,-3 5 0 0,-3 5-3 0,0 0 3 16,1 3-2-16,2 11 2 0,1 8 1 15,0 7-2-15,1 3 2 0,-3 2-1 16,-2 1 1-16,0 0-1 0,1 0 0 15,-1-1 0-15,2-4-1 0,-1-2 0 16,-1-6 1-16,1-4 0 0,0-4 0 0,-2-7 0 16,1 1 1-16,-3-5 1 0,6 0 1 15,4-3 1-15,10-8-2 0,2-7 0 0,-3-4 0 16,-1-3 0 0,-3-2 0-16,5-1 0 0,-3 1 0 0,-1 1 2 0,0 4-1 15,2 2-2-15,-3 3 0 0,-3 7 1 16,-6 3-1-16,-2 6 3 0,2 1-4 0,4 0 0 15,3 0 0-15,4 8 0 0,-3 3 1 0,0 6 0 16,-1 5 1-16,1 0-2 0,1 1 2 31,2 1-2-31,-1 1 1 0,3-1-2 16,-3-3 2-16,6 1 0 0,-4-4 0 16,1-3-1-16,1-3 2 0,2-3-1 15,-3-3 2-15,4-4-1 0,0-2 1 0,3-4 0 16,-1-8 0-16,1-4 1 0,0-7-1 0,0-4 1 15,-2-5-2-15,-1-6 1 0,-4-6-2 16,-1-6 1 0,-5-6-1-16,-2-8-2 0,-1-3 2 0,-2-3-3 0,-4-1 2 15,-1 4 2-15,-3 6 0 0,0 8 2 16,-3 9-1-16,-3 9 4 0,0 8-4 0,2 9 3 16,1 8-2-16,0 6-3 0,3 4 1 15,-4 0-2-15,-3 0 0 0,-5 12-1 0,2 8 2 16,1 10-3-16,2 8 2 15,6 10-2-15,-1 6 3 0,2 7-1 0,0 3 2 16,0 4 4-16,0 0-6 0,0 0 4 31,0 1-3-31,0-1-5 0,3-4 6 0,0-5-3 16,6-4 1-16,-1-10-1 0,-2-8 2 0,3-15 0 16,-3-4 0-16,-3-8-1 0,-2-7 2 15,3 1 0-15,-4-4 2 0,6-10 0 16,0-10-1-16,1-9-2 0,-4-9 0 15,-3-4 0-15,0-5 0 0,-9-3 1 0,-4 3-1 16,2 1 1-16,-4 5-2 0,2 6 3 16,2 6-2-16,3 11-3 0,3 7 3 0,3 8 0 15,2 3-3-15,0-1 6 0,2 1-5 16,15 0-1-16,9 0 3 16,7 0 0-16,2 0 0 0,4 3 0 0,-2 1 0 15,0-1 1-15,-3 0-1 0,-3 0 0 0,-8-3 0 16,-4 2-2-16,-6-2 2 0,-9 0 1 15,3 0-1-15,-4 2 2 0,2-1-2 16,1 3 0-16,-1 1 1 0,-1 4 1 0,1 8-1 31,-2 2 1-31,0 9 0 0,-3 2 0 16,0 5 0-16,0 3-1 0,0 2 1 16,0 2-2-16,0-1 1 0,0 0-2 0,0-5 1 15,1-1-3-15,1-6 3 0,-1-7 0 16,-1-11 0-16,2-4 0 0,-2-7 0 0,0 0-1 15,0 0 1-15,0 1 0 0,1 1-1 16,-1-2-6-16,0 0-13 16,0-13-25-16,0-9-62 0,0-13-197 0,-1-8-25 15</inkml:trace>
  <inkml:trace contextRef="#ctx0" brushRef="#br0" timeOffset="-120431.08">13577 14877 754 0,'0'0'3'0,"0"0"-1"0,0 0-1 0,0 0-1 31,0 0-3-31,0 0-1 0,0 0-4 16,0 0-23-16,0 0-67 0,56 99-180 0,-56-64-12 16</inkml:trace>
  <inkml:trace contextRef="#ctx0" brushRef="#br0" timeOffset="-119664.53">14019 15505 759 0,'0'0'23'0,"0"0"1"0,0 0 2 0,0 0-5 15,0 0-9-15,0 0-5 0,0 0-5 0,0 0-3 16,0 0 0-16,0 0 0 0,-31-5-2 15,11 36 2-15,2 6-3 0,2 2 1 0,4 2 1 16,4-3-4-16,3-3-2 0,5-5-2 31,0-4-3-31,9-5 2 0,6-4 1 16,3-6 4-16,5-7 2 0,3-4 1 16,3 0 1-16,2-12 1 0,0-6 0 0,1-5 0 15,0-6 3-15,-3-6-2 0,-4-6 3 16,-2-4-3-16,-6-4 5 0,-5-1-5 0,-6 3 5 15,-6 3-3-15,0 6 3 0,-6 6-1 16,-6 8-1-16,-5 6 2 16,-3 7-2-16,-4 6-1 0,-6 5-1 0,-5 3 2 15,-5 10-3-15,2 3 1 0,-1 4 0 0,3 2 0 16,4 0 0-16,6-1-1 0,5 1-1 16,7-9 0-1,6-4 0-15,8 1 1 0,0-2 2 0,7 4 0 0,6-1 2 0,6-6 0 16,3-5 0-16,4 0 1 15,3-8-1-15,2-2 0 0,3-4 1 0,-1 0-2 16,7 1 0-16,-2 1-1 0,0 1 0 0,-1 3 0 31,2 5 0-31,-4 3-1 0,-2 0-1 16,-1 11 1-16,-2 4-2 0,-2 6 2 0,-3 7 1 16,-1 2-2-16,-2 5-1 0,-4 0 0 15,-3 0-2-15,-5-2 3 0,-3-2-1 16,-4-4 1-16,-3-9 0 0,0-1 0 15,0-5 1-15,0-9-1 0,0 3 1 0,0-6 1 16,0 0 3-16,0 0 3 0,0 0 0 16,0 0-1-16,0-9-2 0,3-12-3 0,7-8 1 15,3-3-2-15,5-6 1 0,2-3-1 16,0-1 0-16,6-1-1 16,0 4 0-16,2 7-1 0,-1 6 2 0,2 11-1 15,-2 6 0-15,-1 9 1 0,-2 4-1 0,2 16 1 16,-3 7-1-16,1 8 3 0,-3 6-3 15,-1 3 1 1,-3 1 1-16,-2 1 0 0,-2-3-2 16,0-4 2-16,-6-4-3 0,2-5 0 15,-2-4 6-15,-4-7-7 0,1-4 5 16,-4-5-6-16,3-5-7 0,-2 0-9 16,-1-5-10-16,0 0-42 0,5 0-133 0,6-10-114 15</inkml:trace>
  <inkml:trace contextRef="#ctx0" brushRef="#br0" timeOffset="-119346.81">15766 15540 833 0,'0'0'27'0,"0"0"1"0,0 0-1 16,0 0-6-16,103 7-8 15,-56-6-3-15,11 1-3 0,10-1-1 0,13 2-1 16,12 0-1 0,7 0 0-16,8-1-3 0,5-2 0 15,2 0-1-15,-1 0 1 0,-3 0-1 16,-7 0 2-16,-6-5-2 0,-11-1 1 16,-12 0 1-16,-13-1-1 0,-15 3 2 0,-17 1 2 15,-14 2-1-15,-9 1 1 16,-7 0-2-16,0 0-2 0,0 0 0 0,2 0-1 15,-2 0-1-15,1 0-1 0,-1 0-4 0,-1 0-5 16,-11 0-10-16,-7 3-16 0,-4 4-42 16,4 4-167-16,-2-7-92 0</inkml:trace>
  <inkml:trace contextRef="#ctx0" brushRef="#br0" timeOffset="-115896.99">18145 15510 619 0,'0'0'23'0,"0"0"8"16,0 0 6-16,78-74-3 0,-68 67-6 0,-5 6-7 31,-1 1-7-31,7 0-2 0,2 5-3 16,5 7-2-16,-4 6-1 0,2 6-1 16,-3 8-3-16,-1 4 1 0,1 4-5 0,-5 2 3 15,1 1-3-15,0-2 3 16,-4-3-2-16,3-5 1 0,-2-2 6 0,-1-11-8 15,-1-4 6-15,-1-5-6 0,-1-7 0 0,-1 1 3 16,-1-5 1-16,5 0 1 0,5-9-6 16,7-11 4-16,6-9-4 0,2-8 3 0,1-8 2 15,4-8-1-15,1-5 1 0,2-4-2 16,2 3 2-16,1 4-3 16,-6 10 2-16,0 11 1 0,-5 10-2 0,-9 11 0 15,0 6-2-15,-2 7 0 0,-2 9-1 0,2 10 3 16,-2 3-1-16,-3 6 2 0,-2 3-2 15,-3 1 0 1,-2 2 0-16,-1-1 1 0,-1-1 0 0,0-3 0 0,0-8 0 0,0-3-1 31,0-7 0-31,0-5 1 0,0 0 0 16,0-6 3-16,0 0-1 0,2 0 1 16,8-1-1-16,8-11-1 0,5-8 2 0,0-6-3 15,1-6 1-15,-1-1 0 0,0-2 0 16,-2 3-1-16,0 6 1 0,-1 5-2 0,-5 9 0 15,-1 6-1-15,-1 6 1 0,1 0 1 16,3 12-1-16,-4 6 1 16,1 5-2-16,-2 3 2 0,2 2-2 0,-2 1 3 15,1-1-1-15,0-1 1 0,0-2-1 0,4-1-1 16,-1-3 0-16,3-3-1 0,1-4 2 16,1-2 3-16,3-8-2 0,3-2 0 15,4-2-1-15,2-5-2 16,3-8 3-16,6-9-1 0,3-5 0 0,1-6-1 0,1-8 3 15,0-3-4-15,-3-2 4 0,-2 2-2 16,-5 5 2-16,-5 4-1 0,-6 7 1 0,-6 6-1 31,-7 8 2-31,-6 6 0 0,-2 5 0 16,-5 3 0-16,0-1-2 0,0 1 0 0,0 0-1 16,0 0 0-16,-9 6-1 0,-8 7 1 15,-5 9 0-15,0 2-1 0,-1 5-1 16,0 5 0-16,4 2 0 0,2 3 1 15,2 2-2-15,6 0 4 0,3-1-4 0,6-4 1 16,0-4 0-16,10-5 1 0,6-6 0 16,2-4 5-16,3-8-3 15,2-4 0-15,1-5-1 0,1 0-1 0,0-9 3 0,-2-5 0 16,0-4 0-16,-2-5-2 0,-3-4 2 16,-1-4-4-16,-4 0 3 0,-2-3 0 15,-5 1-1-15,-4-1 3 0,-2 4-1 0,-3 1-4 16,-8 5 3-16,-2 4-3 0,-8 3 1 15,-2 5 2 1,-4 6-2-16,-4 3 1 0,-2 3-1 0,5 0 0 0,5 0 1 0,11 2 0 31,1 1 0-31,7-2-1 0,0 1 0 16,-1-1 1-16,5-1 1 0,9 2 0 16,11-1 2-16,8-1-1 0,6 0 0 0,2 0-2 15,4-1 3-15,-1 1-1 0,1 0 2 16,-2 1 1-16,-2 8-4 0,-1 2-1 0,-3 4-1 15,-4 4 1-15,0 2-2 0,-2 1 3 16,-3 3-2-16,-4 2 1 0,-2 0-1 16,-4 1-1-16,-1-1 1 0,-5-1 1 15,-3-2-1-15,-1-5 1 0,-1-3 0 0,-1-2 1 16,-1-4-3-16,0 2 2 0,0-6 0 16,0 1-2-1,0-7 3-15,0 0 0 0,0 0 1 0,5 0 1 0,7-5-1 0,7-10-3 16,7-9 3-16,5-7-2 0,1-4 0 15,1-1 2-15,6-2-1 0,0 5-1 16,-2 7 1-16,1 9-2 0,-2 8 0 0,-4 7 0 31,-3 2 0-31,-2 13 0 0,-3 6-1 16,-3 7 0-16,-5 3 1 0,-2 4 1 0,-3 2-2 16,-2 0 4-16,-5-1-4 0,0-2 2 15,-4-4-2-15,0-1 3 0,0-2 3 16,-6-1-4-16,4-10 4 0,-1-3-5 15,3-7 0-15,0-4 1 0,-2 0 0 0,2 0 5 16,0 0-2-16,0 0 1 0,2-11-7 16,7-7 2-16,5-15-2 0,3-4 2 15,0-5 2-15,6-7-1 0,2 1 2 0,0-1-4 16,1 5 4-16,0 9-3 0,-3 9 2 16,-2 10 2-16,-6 7-3 0,2 4 0 15,-2 5-1-15,3 5-1 0,3 7 1 0,1 4 0 16,-1 6 0-16,-2 2 1 0,1 4-1 15,0-1 1-15,-2 1-1 0,2 0 2 0,2-1 0 16,-2-3-1-16,3-3-1 0,2-2 1 31,1-4-2-31,1-4 3 0,1-4-2 16,5-2 2-16,2-5 0 0,1-2-2 16,3-11 1-16,2-5-1 0,0-7 2 0,-3-7-2 15,0-5 3-15,-4-8-2 0,-3-4 1 16,-2 1-1-16,-5 1 1 0,-4 6-1 15,-5 5 2-15,-4 4-1 0,-3 12 1 0,-6 0-1 16,-2 10 1-16,0-2-1 0,-2-2 1 16,-11 5-1-16,-5 1-2 0,-6 5 1 15,-8 3-1-15,-3 6 1 0,-3 7-1 0,0 5 3 16,3 4-3-16,3 6 0 0,6 4-1 16,7 2 0-16,5 6-1 0,8 1 2 0,6 0 0 15,0 0 0-15,13-3-1 0,4-3 2 16,8-7-2-16,2-3 2 0,5-5 1 15,3-8 0-15,3-3-1 0,1-6-1 16,1-3 0-16,-1-2-1 0,0-8 4 0,1-4-2 31,-3-3 0-31,-1-4 0 0,-3-3 0 16,0-3 2-16,-2-4-1 0,-1-2-1 0,-2 1 3 16,-1 2-4-16,0 2 3 0,-1 6-1 15,-2 5-1-15,0 6 0 0,-2 7 0 16,-1 4-2-16,-1 4 1 0,0 10 1 15,1 7-1-15,-2 7 2 0,1 2-3 0,-2 2 1 16,-1 3 1-16,-4 0 0 0,-1-1-1 16,-5-2 2-16,-1-3-3 0,-3-8 2 0,-2-1-3 15,-1-6 2-15,0-8-1 0,0 6 1 16,0-7 0-16,0-1 2 0,0 0 3 16,0-4-1-16,0 0-1 0,0-2-1 15,0-15-1-15,9-9 1 0,2-12 0 0,4-3-1 16,7-1 1-16,2-3-1 0,6 5 1 15,2 2-1-15,3 6 1 0,1 6 0 0,-2 8 0 16,-3 6-2-16,1 7 1 0,-3 5 0 31,-2 6 0-31,-1 9 0 0,-1 5-1 16,-2 5 0-16,-2 2 0 0,-1 1 1 16,-2 4-1-16,1 0 2 0,0-1-2 0,-1-2 1 15,0-4-1-15,1-2 1 0,-2-5 0 16,3-1 1-16,-2-7-1 0,-4-2 0 0,2-6-1 15,3-2 2-15,1-5 1 0,5-8-1 16,0-7 1-16,-2-10-2 0,-2-9 0 16,0-9 0-16,-3-8 1 0,-3-7-2 15,-1-3 6-15,-5-7-6 0,-3-3-3 0,-5-6 2 16,-1-4-4-16,0-3 5 0,-7 6 3 16,-6 5-2-16,-3 12 2 0,-1 10-1 15,-2 11 0-15,2 12 0 0,1 9 1 0,5 10-1 16,4 6 1-16,5 5-3 0,-3 3-1 15,-2 7 0-15,-3 9 1 0,-2 10 1 16,5 7 1-16,4 10-1 0,0 9-1 0,3 9 1 31,0 4-2-31,3 6 3 0,4 3 1 16,2 0 0-16,5 3 2 0,1-2-4 0,4 0-2 16,2-1 0-16,3-5-1 0,3-7 2 15,1-6-1-15,2-10 2 0,0-9-1 16,2-11 1-16,1-7 0 0,2-12 0 15,1-7 2-15,2-2-2 0,-1-13 1 0,2-6-1 16,2-8-1-16,-4-7 1 0,0-4 2 16,-6-5-2-16,-2-2 2 0,-3 0-2 15,-3 0 0-15,-4 3 1 0,-2 3 1 0,-3 7-2 16,-4 10 3-16,-3 6-3 0,-3 7-1 16,-2 6 0-16,1 2-1 0,-3 3 0 15,0 0 2-15,-2 7-1 0,-5 8 0 0,-3 8 2 16,1 2-2-16,2 4 0 0,1 3 0 15,2 0 0-15,0 1 0 0,2 1 1 0,2-3-2 16,0 0 1-16,3-3-1 0,5-6 1 31,0-4-2-31,4-3 3 0,-3-5-1 16,6-6-1-16,7-4 1 0,2 0 0 16,8-7 1-16,1-7 0 0,-1-6 0 0,0-3 0 15,0-4 0-15,-2-2 1 0,-1-1 1 16,-3-2-1-16,-3 2 1 0,0 1-2 15,-4 3 0-15,-3 5 1 0,-6 5 0 0,-4 9-1 16,-3 4 0-16,-3 3-1 0,0-1-1 16,0 1 1-16,1 0-1 0,1 10 2 15,1 8-2-15,-2 7 2 0,1 0-1 0,-1 3 2 16,2 1-2-16,0 0 1 0,4 1-1 16,0-2 0-16,3 1 0 0,2-3 1 0,1-3 1 15,0-5-1-15,4-4-1 0,-1-5 1 16,5-3-1-16,0-4 2 0,4-2 1 15,0 0-1-15,2-10 0 0,0-2-1 16,1-4 0-16,1-3 0 0,-3-4 1 0,1-2-1 31,-1-4 2-31,-1-1-1 0,2-2 0 16,-1 1 0-16,0 2 1 0,-1 7-2 0,-2 2 3 16,-3 8-3-16,-5 3 0 0,-1 7 1 15,2 2-1-15,-3 7 0 0,6 6-1 16,-6 8 1-16,0 3 0 0,-4 5 0 15,-2 5 0-15,-1 1 0 0,-3 0-2 0,-3 0 2 16,0-4 0-16,-2-4-1 0,-2 0-1 16,-1-11 1-16,0-2 0 0,2-5 1 15,1-6 1-15,1 2-1 0,1-5 1 0,-2 0 2 16,2 0-1-16,0 0 1 0,0-2 1 16,0-15-5-16,3-7 2 0,7-11-1 15,6 1-1-15,3-3 0 0,4 0 3 0,3 1-2 16,2 2 1-16,1 6-1 0,1 4-1 15,-2 7 1-15,-1 7 0 0,1 8 1 0,-4 2-1 16,-1 9-1-16,-2 9 0 0,-3 5 1 31,-2 7-1-31,-3 3 0 0,-3 4-1 16,-1 1 1-16,-5-1 0 0,-2-3 1 16,-2-2 0-16,0-5 0 0,-2-8-2 0,-2-3 1 15,2-5 1-15,0-6-1 0,0 0 1 16,2-5 1-16,-1 0 2 0,1 0-1 15,0 0 0-15,5-5-1 0,7-9-1 0,4-9 0 16,6-3 2-16,-1-5-2 0,5-4 1 16,2-2-1-16,1 0 2 0,2 4-2 15,3 4 1-15,1 6-1 0,-1 7 1 0,0 8-1 16,-1 7 0-16,-1 1-1 0,0 13 2 16,-1 7 0-16,0 7 0 0,-1 5 2 15,-1 3-4-15,-2 0 2 0,-1 0 0 0,-3-1-1 16,-1-4-1-16,-2-4 2 0,2-5-2 15,-1-3 2 1,2-4-1-16,0-5 1 0,1 0 2 0,0-9-3 0,0 0 1 0,1 0-1 31,-4-10 1-31,0-3-1 0,-4-4 1 16,-2-1-1-16,-3-1 0 0,-1-4-2 0,-6 6-2 16,-3-1-4-16,-2 6-10 0,-2 0-17 15,-12-7-29-15,-9 4-53 0,-9-3-151 16,-4 3-43-16</inkml:trace>
  <inkml:trace contextRef="#ctx0" brushRef="#br0" timeOffset="-115664.39">23740 14912 730 0,'0'0'20'0,"0"0"6"0,115-3 3 16,-48 3-5-16,8 0-9 0,9 0-3 31,3 0-5-31,2 4-4 0,2 2-3 16,-5 1-5-16,-4 1-9 0,-11 2-16 16,-10-4-49-16,-12-3-120 0,-19-2-115 0</inkml:trace>
  <inkml:trace contextRef="#ctx0" brushRef="#br0" timeOffset="-114713.41">13572 13823 542 0,'0'0'35'0,"0"0"2"16,0 0 3-16,0 0-3 0,0 0-7 0,0 0-4 15,0 0-2-15,0 0 0 0,0 0 0 16,0 0-5-16,97-19-3 0,-40 19-5 16,12 0-2-16,18 0-3 0,16-3-2 15,15-3 3-15,17 0-5 0,12 0 2 0,11-2-2 16,4 1 0-16,1 0-1 0,-7 1-2 16,-10 0 2-16,-16 1-1 0,-13 0 0 0,-15 0 1 15,-17-3-1-15,-11 3 2 0,-15-2 1 16,-15 1 3-16,-15 2 2 0,-9-3 3 15,-10 4-2 1,-6 2-2-16,2-1-1 0,-6-3-4 0,0-5-1 0,-10 0 0 0,-2-6-1 31,-6 5-1-31,-3-1 2 0,-2 2-2 16,0 0 1-16,-1-3 1 0,0 1-2 16,-2 0 1-16,2-3-1 0,-2 0-1 0,-2 0 1 15,1-2 1-15,-1 2-1 0,-1 1 2 16,2 0-1-16,-1 2 0 0,4 3-1 15,5 3 1-15,9 3 0 0,5 3 0 0,5 0-1 16,-1-2 0-16,1 2-1 0,-3 0-1 16,3 0 2-16,4 10 1 0,10 5 1 0,10 3 0 15,11 0 0-15,8 2-1 0,6 1 1 16,6 2-1-16,5 1 1 0,0 2 0 16,-2 1 0-16,-3 2-2 0,-7-2 2 15,-9 1-3-15,-9-3 2 0,-11 2-1 0,-10-2 2 16,-9 0-1-16,-13 0 1 0,-15 1 3 15,-11 0-2-15,-10-2 0 0,-1 1-8 0,-3-1-9 16,0-3-14-16,4-1-33 0,7-2-94 31,7-6-160-31,12-4-11 0</inkml:trace>
  <inkml:trace contextRef="#ctx0" brushRef="#br0" timeOffset="-113896.91">16851 13535 618 0,'0'0'49'0,"0"0"-5"0,0 0-3 0,0 0-11 31,0 0-10-31,0 0-8 0,0 0-5 16,0 0 1-16,0 0-1 0,0 0 1 16,17 74-5-16,-8-28 1 0,-2 3-3 0,0-1 2 15,0 1 4-15,-2 1-4 0,-2-1 6 16,0-4-8-16,-1-1 0 0,0-4 1 15,-1-5-4-15,-1-12 3 0,0-3-3 0,0-8 3 16,0-7 0-16,0 1 3 0,0-6 3 16,0 0-3-16,-1-9 1 0,-6-11-4 15,-4-12 0-15,0-8-1 0,-1-11 3 0,2-8-4 16,-1-8-4-16,2-7 3 0,2-10-4 16,0-2 5-16,4-2 3 0,3 1-3 15,3 7-2-15,11 7 2 0,10 11-3 0,8 9 3 16,10 10 1-16,9 8-1 0,7 9 2 15,2 6-1-15,1 7 0 16,1 4 1-16,-5 3-2 0,-4 4 1 0,-4 1 1 0,-9 1 0 31,-7 0 0-31,-10 0-1 0,-6 0 0 16,-5 1 0-16,-8 1-1 0,2 1 0 0,0-1 0 16,-3-1-2-16,2 2 0 0,-5 1-6 15,0 7-13-15,-5 5-21 0,-8 2-43 16,-5 1-84-16,-5-2-124 0</inkml:trace>
  <inkml:trace contextRef="#ctx0" brushRef="#br0" timeOffset="-112146.75">16757 13631 654 0,'0'0'66'0,"0"0"-8"16,91 4-15-16,-41-14-13 0,8-4-9 15,9-3-6-15,1 0-5 0,-2 1-6 0,1-1-1 16,-6 5-3-16,-5 2 1 0,-7 3-2 31,-7 4-1-31,-9 3-1 0,-7 0-2 16,-10 2-2-16,-6 6-3 0,-8 5-2 16,-2 5-4-16,-16 9-6 0,-7 4-7 0,-12 4-6 15,-8 1-1-15,-11 3-1 0,-8-1 5 16,-6 5 8-16,-4 0 10 0,-3 2 5 0,2 1 9 15,8-4-1-15,6-1 2 0,11-4 1 16,11-7 1-16,9-2 2 0,13-10 5 16,8-2 11-16,7-2 14 0,7-2 7 15,14 2 1-15,9-5-6 0,13-3-13 0,8-5-7 16,7-1-5-16,6 0-4 0,3-6-2 16,0-3-3-16,-2-1-1 0,-1-3-2 15,-5 1 1-15,-3-1-1 0,-3-2 0 0,-6 0-1 16,-6-1 1-16,-8-2 0 0,-7 0-1 15,-7-2 2-15,-9 6-1 16,-6-2 1-16,-4 1 1 0,0 4-2 0,-1-4 1 0,-5 7-3 31,-4 2 2-31,0 2-1 0,-2 2 0 16,-2 2 0-16,-1 3 1 0,-3 8 0 0,5 2-1 16,-1 4 1-16,5 3 0 0,0 2 0 15,3 4-1-15,1 1 1 0,1 5-2 16,0 0 2-16,1 2-1 0,2-1 1 15,-1-3-1-15,1-8 1 0,1-9-2 0,-2-2 1 16,2-5 2-16,0 0 0 0,0 0 5 16,0-6-1-16,0-1-1 0,0-16-1 15,3-10-3-15,5-11 0 0,1-3 2 0,0-3-2 16,0-3 2-16,2-2-2 0,0-1 0 16,0 0 0-16,2 3-4 15,3 4 4-15,-2 7-5 0,1 7 6 0,-5 12-1 0,-3 7-1 16,1 7 1-16,0 3 0 0,5 9-1 15,3 6 1-15,-2 9 0 0,-2 4 1 16,-3 5 4-16,2 3-3 0,-2 1 2 0,0 1-3 31,-1 0-2-31,-2-3 2 0,-1 0-2 16,-3-4 1-16,3-3-1 0,-4-7 0 16,2-4 1-16,-1-7 0 0,-1-5 1 0,2 1 0 15,-3-6 0-15,6 0 0 0,5-5 1 16,8-8-1-16,4-9 0 0,-1-5 0 0,1-4 1 15,-1-6-3-15,-2-3 3 0,2-2-2 16,-1 0-5-16,0-1 6 0,-1 4-6 16,-3 1 4-16,-2 6 2 0,-4 5 0 15,-1 10 0-15,-5 6 0 0,-2 8 1 0,-3 3-2 16,0 0-1-16,0 0 0 0,0 0-1 16,0 0 0-16,0 9 1 0,-3 8 1 15,-5 6-1-15,0 6 2 0,1 3 5 0,1 4-6 16,1 3 5-16,4 1-6 0,1 2-1 15,0-1 2-15,1 2-1 16,8-4 1-16,1-3-1 0,5-1 2 0,-1-4-2 0,6-7 2 31,0-4-1-31,4-8 0 0,2-6 0 16,4-6 0-16,4-1 1 0,3-15-1 0,1-3 1 16,-1-7-1-16,-1-5 0 0,-4-1 1 15,-1-1 0-15,-7 0 0 0,-2-2 1 16,-5-1-2-16,-4 1 1 0,-6 0-4 15,-4 4-1-15,-1 8 4 0,-2 4-5 0,0 6 7 16,-2 5-1-16,-2-3-1 0,1 6 1 16,2 3-2-16,1 2 0 0,-2-2 0 0,2 2-1 15,0 0 1-15,-1-2 1 0,1 2 0 16,3 0 3-16,14 0 1 0,11 6 1 16,11 3 1-16,5 1 7 15,7-1-5-15,3 0 5 0,5 0-7 0,3 1-2 0,2 1-1 16,-4 1-2-16,-2 2 0 0,-4 3-2 15,-9 1 1-15,-7 2-1 0,-6 1 0 16,-8 2 0-16,-7-1-1 0,-8 1 1 0,-6 2 1 31,-3 0 0-31,-5 1 1 0,-4 2-1 16,-1-5 0-16,0 1-1 0,4-9 1 16,0 0 0-16,4-6-2 0,0-5 2 0,2 6-1 15,0-6 2-15,7-1-1 0,12 0-1 16,6-3 1-16,11-8 0 0,0-8 0 0,2-5 0 15,-2-5-2-15,0-5 1 0,-1-1-3 16,-1-3 1-16,-2-1 0 0,-2-2 1 16,-5-1 0-16,-2-2-3 15,-4 3 3-15,-6 1-2 0,-4 4 4 0,-2 11 0 0,-7 0 1 16,0 4 0-16,-2 1 0 0,-3 0 0 16,-4 5-1-16,-3 5-1 0,3 2 3 15,-7 1-3-15,-3 4 0 0,0 1 0 0,-7 9-2 16,3 6 2-16,0 5 1 0,4 4-3 15,-1 5 2-15,4 2 5 16,1 3-9-16,5-1 5 0,3 1-6 0,1-3-3 0,6-1 1 31,0-4-3-31,9-6 3 0,1-3 0 16,0-5 3-16,3-8 2 0,2-1 2 16,2-4 2-16,2-4 0 0,-2-6 1 0,-1-7 0 15,-2-4 1-15,-2-3 0 0,1-4 1 16,-1-1 1-16,-2-1 2 0,0 0 1 15,-2 3-2-15,-2 1 5 0,-1 7-4 0,-2 9 5 16,-1 5-2-16,-2 5-1 0,0-1-5 16,0 1-2-16,0-2-4 0,2 2 1 0,-2 2 0 15,0 16 3-15,0 11 2 0,0 10-4 16,0 7 5-16,-2 5-6 0,2 6-1 16,-2 5 3-16,0 3-3 15,1 5 2-15,-2-2-1 0,1 0 1 0,-2-2 3 0,1-3-2 16,-3-4 3-16,-4-5-4 0,0-4-1 15,-5-6 0-15,-5-8-1 0,-3-6 0 16,-4-10 1-16,-4-6 0 0,-2-9 0 0,-5-5 0 31,-1-7-1-31,0-10 0 0,-3-5 0 16,3-2-2-16,5-2-3 0,2 2-4 16,6 1-4-16,3 2-6 0,8 6-9 0,4 1-19 15,3 6-41-15,6 6-80 0,0-1-135 16</inkml:trace>
  <inkml:trace contextRef="#ctx0" brushRef="#br0" timeOffset="-111631.3">19676 14010 817 0,'0'0'9'0,"0"0"0"15,0 0 1-15,0 0 3 16,0 0-2-16,81-50-4 0,-69 48-3 0,0 2-3 0,5 4-2 31,2 3 0-31,-4 4-1 0,-3-1-1 16,-1 4 0-16,-2 0-2 0,-3-3-3 0,1 0-2 16,5 0-1-16,-2-2-1 0,7 0 1 15,2-4 2-15,1-5 5 0,2 0 2 16,-2-10 2-16,2-4 2 0,-3-4 0 15,-2-5 2-15,0-2 2 0,-2-1 3 0,-1 1 4 16,-3 0-1-16,-1 3 7 0,-3 7-6 16,-3 1 5-16,1 5-1 0,-4 4-3 0,0 1-2 15,-1 4-3-15,0-2-3 0,0 2-4 16,0 0-2-16,2 0 0 0,-2 3-2 16,0 17 4-16,-3 12 2 0,-1 10-3 15,-1 7 3-15,0 4-4 0,0 5-2 0,2 6 1 16,1 1-1-16,0 3 1 0,2-1 0 15,0-3 0-15,0-2 4 0,0-6-3 16,0-5 2-16,2-5-3 0,-1-8-2 0,-1-8 1 31,0-5 0-31,-9-8 0 0,-4-6 2 16,-4-4-1-16,-6-6 0 0,-5-1-1 16,-3-6 1-16,-3-7 0 0,1-4 1 0,1-6-5 15,3-3-7-15,2-3-13 0,1-4-26 16,4-2-74-16,2-3-188 0,5 1-18 15</inkml:trace>
  <inkml:trace contextRef="#ctx0" brushRef="#br0" timeOffset="-39616.89">9059 16252 100 0,'0'0'28'15,"0"0"-2"-15,0 0 1 0,0 0 3 0,0 0-2 16,0 0 6-16,0 0 3 0,0 0 2 31,0 0 1-31,2-14-5 0,-2 13-6 16,0 0-1-16,0-1-2 0,0-4-3 16,0 1 1-16,0 1-5 0,0-1-3 0,-3 0-2 15,0 2-1-15,0 1-4 0,0-1 1 16,-4 3-4-16,-6 0-1 0,-2 5 1 0,-6 8 0 15,2 5 3-15,0 5 0 0,3 5 1 16,2 3 0-16,-2 2-1 0,4 4 2 16,2 1 3-16,-1 3-7 0,3 3 5 15,1 0-4-15,3 3-2 0,0 0 2 0,1 3-1 16,3 5-1-16,0 1 0 0,3 6 1 16,5 0-5-16,4 4 3 0,2-4-5 0,2 0 13 15,4 0 6-15,-1 0-6 0,3-2 5 16,-2-3-16-16,-4-5-2 0,1-5 2 15,-8-6 0-15,0-5 4 0,-4-2-3 16,-5-7 2-16,0 0-3 0,-7-4 2 0,-3 1-1 31,-6-4 2-31,-3 3-3 0,-7-3 2 0,-4-2-2 16,-2-2 0-16,-3-4-1 0,-1-5-3 16,-4-3 3-16,4-4 0 0,-2 0-2 15,5 0 4-15,4 0-4 0,7-3-2 16,9-1 0-16,2 4-5 0,5 0-5 15,0 0-12-15,0 0-10 0,6 3-15 0,0 9-32 16,0 5-74-16,2 1-128 0</inkml:trace>
  <inkml:trace contextRef="#ctx0" brushRef="#br0" timeOffset="-38731.33">7710 17855 440 0,'0'0'66'0,"0"0"-8"16,0 0-9-16,0 0-15 0,0 0-8 15,-68-83-8-15,52 78-3 0,-3 0 0 0,-2-1-5 16,-1 6-3-16,-3 0-3 0,-5 8-1 15,1 6 1-15,-1 5-3 0,-2 3 1 0,0 3 5 16,6 6-6-16,2 4 2 0,3 0 0 31,8 0-6-31,6 1 1 0,4-1-3 16,3 0-1-16,3-5 2 0,10-4 0 16,6-9 2-16,2-8 2 0,4-9-1 0,6 0 2 15,-1-19 0-15,3-5-1 0,-2-7 0 16,-2-8-1-16,-2 0 1 0,-4-4-1 0,0 4-5 15,-7-2 3-15,-3 3-1 0,-1 3 1 16,-5 5 4-16,-4 2 1 0,2 7-1 16,-3 9-1-16,-1 7 1 0,-1 5-3 15,5 0 2-15,5 0 1 0,7 11 2 0,4 3 3 16,0 6-3-16,1 4 0 0,1 3 1 0,-3 5 2 16,3 0-1-16,2 0-3 0,-1 1 3 15,1-5-3-15,1-1-3 0,-1-7-1 16,-2-5-2-16,-10-7-8 0,4-4-16 15,-2-4-44-15,-2-4-96 0,1-12-109 16</inkml:trace>
  <inkml:trace contextRef="#ctx0" brushRef="#br0" timeOffset="-37980">8067 15809 356 0,'0'0'66'0,"0"0"0"15,0 0-12-15,0 0-18 0,0 0-15 0,0 0-6 16,0 0-1-16,0 0 5 0,0 0 6 0,-10 46-6 16,3-1 2-16,4 7-10 0,0 5-4 15,2 7 0-15,-1 7-6 0,2 3 3 16,0 1-6-16,2 0 2 0,2-4 3 15,3-4-6-15,0-8 5 0,1-11-4 16,-1-10 1-16,-4-12 0 0,4-13 1 0,-6-6-1 31,-1-7 4-31,0 0 2 0,3 0-1 0,0-9-1 16,2-9-2-16,-1-9-2 0,-1-8 2 16,0-8 1-16,-2-4-5 0,1-6 5 15,1 0-5-15,4-1 3 0,0 7 1 16,5 9-1-16,5 11 0 0,4 10-1 15,3 10-1-15,6 7 1 0,2 7 0 0,7 10 0 16,-3 6 0-16,2 4 2 0,-5 0-1 0,2 4 1 16,-6 1-2-16,-3-2 1 0,-6 3 5 15,-6 1-5-15,-3 1 5 0,-7-5-2 16,-4 2-2-16,-9-4 1 0,-8-6-3 16,-11 1 0-16,-5-5-2 0,-10-1 2 15,-4-5-3-15,-5-1-1 0,-1-7-2 0,2-2-9 16,2-2-9-16,4-4-14 0,6-4-24 0,10-4-39 15,3-1-95-15,12 4-52 0</inkml:trace>
  <inkml:trace contextRef="#ctx0" brushRef="#br0" timeOffset="-37446.83">9781 16193 475 0,'0'0'53'16,"0"0"-7"-16,0 0 0 0,0 0 1 15,0 0-6-15,0 0-12 0,0 0-9 0,0 0-9 16,0 0-4-16,-42-55-3 0,42 55 4 0,0 3 2 16,0 17 1-16,0 13-2 0,3 14 2 15,-2 8-3-15,-1 7 2 0,0 7 3 16,-4 6-7-16,1 11 2 0,-3 5-5 16,0 6-4-16,2 3 4 0,0 0-4 15,1-3 11-15,2-7 4 0,1-9-3 0,0-12 3 16,0-8-10-16,1-14-3 0,6-9 0 0,-4-11-1 15,0-13-1-15,-2-8-3 0,-1-6 2 16,0 0-4-16,0 0-7 0,0 0-34 31,2 0-59-31,-2-17-172 0,0-7-42 16</inkml:trace>
  <inkml:trace contextRef="#ctx0" brushRef="#br0" timeOffset="-37097">10157 16472 740 0,'0'0'31'16,"0"0"-2"-16,0 0-4 0,0 0-8 0,0 0-7 16,0 0-3-16,0 0 5 0,0 0-8 15,0 0 4-15,100 112-8 0,-74-66-1 16,-2 1 1-16,2 2-2 0,-1-1 2 15,2 1-2-15,1-2 0 0,-1-5-2 16,5-5 3-16,3-8 0 0,4-13 1 0,6-9 1 31,3-7-1-31,2-13 1 0,3-9 0 0,1-10 1 16,-3-6-2-16,-2-6 3 0,-4-3-4 16,-4 1 3-16,-6 2-1 0,-6 6 1 15,-10 5-1-15,0 5 1 0,-12 11-2 16,-1 7 1-16,-5 5-1 0,-1 5-3 15,0-4-5-15,-4 1-12 0,-9 0-16 0,-12 3-33 16,-5 0-63-16,-9 6-171 0,-4 3 8 0</inkml:trace>
  <inkml:trace contextRef="#ctx0" brushRef="#br0" timeOffset="-36831.13">10455 16354 746 0,'0'0'37'16,"0"0"-4"-16,0 0-8 0,0 0-7 31,0 0-7-31,0 0-1 0,0 0 1 16,0 0-4-16,0 0 3 0,88 66-5 16,-71-23-2-16,-5 7 5 0,1 5-6 0,-3 4 5 15,0 5-6-15,0 4-1 0,-1-1 1 0,0 3-3 16,-1 0 3-16,2 0-5 0,1-8 5 15,-3-5 11-15,2-2-5 0,-1-6 6 16,1-6-15-16,2-3-21 0,-4-6-18 16,0-12-48-16,0-4-77 0,-1-10-145 15,2-8 8-15</inkml:trace>
  <inkml:trace contextRef="#ctx0" brushRef="#br0" timeOffset="-36531.09">11678 16360 703 0,'0'0'26'16,"0"0"-3"-16,0 0 3 0,0 0 3 15,-19-87-5-15,18 83-9 0,-2-1-6 16,-3 5-6-16,-4 5-2 0,-7 10-1 15,-4 12 0-15,0 14 0 0,-1 9 0 0,3 11 4 16,-1 6-4-16,7 6 3 0,0 5-2 0,9 8-4 16,1-1 3-16,3 3-4 0,7 0 5 15,10-3 10-15,8-8-5 0,5-7 5 16,11-11-6-16,5-9-8 0,6-10-6 16,0-13-15-16,4-9-20 0,-5-9-50 15,0-9-82-15,-9-9-127 0</inkml:trace>
  <inkml:trace contextRef="#ctx0" brushRef="#br0" timeOffset="-36064.46">11782 16869 747 0,'0'0'29'0,"0"0"-1"16,0 0 0-16,0 0-2 0,78-89-5 15,-40 76-5-15,4 5-5 0,1 2-2 16,-1 5-3-16,0 1-5 0,-3 7-2 16,-4 7 1-16,-5 7-1 0,-5 3 0 15,-4 7 2-15,-9 4-4 0,-2 0 2 0,-8 1 0 16,-2-1 1-16,-9-2-3 0,-6-2 3 0,-5-2-2 16,-3-5 1-16,0-3 1 0,-3-4-1 15,7-7 0-15,7-3 2 0,8-4-1 16,-1-3 1-16,0 0 0 0,2-10-5 15,3-8 4-15,2-6-1 0,13-11 1 16,3 0 0-16,5-3 1 0,3 2-2 0,0 1 3 31,-7 3-2-31,1 3 1 0,-8 10 3 0,-2 5-3 16,-4 4 0-16,-5 9-2 0,3-4-3 16,-4 5 2-16,0 0 2 0,2 16-1 15,1 5 2-15,-2 11-1 0,1 1-2 16,-1 2 1-16,2 0 3 0,3 0-3 15,1-2 2-15,2-2-2 0,2-1 1 0,2-6-1 16,3 2 1-16,0-6 11 0,6 0-6 0,-3-5 5 16,-2-8-18-16,-1 0-14 0,4-7-27 15,-3 0-39-15,1-11-64 0,-5-7-161 16,-5-10 15-16</inkml:trace>
  <inkml:trace contextRef="#ctx0" brushRef="#br0" timeOffset="-35588.64">12818 17406 594 0,'0'0'72'0,"0"0"-1"16,0 0-13-16,0 0-11 0,1-79-11 0,4 68-10 31,0 2-6-31,-1 1-5 0,-1 4-4 0,6 1-3 16,3 3 0-16,5 3-2 0,9 11 0 16,-2 4 1-16,-3 9-1 0,2 2-3 15,0 6 0-15,-8 3-4 0,-4 1 5 16,-4 1-3-16,-7-4 2 0,0-1-2 15,-14-3-3-15,-5-1 1 0,-4-6 1 0,-3-3-5 16,-3-6-6-16,0-5-9 0,0-5-14 0,4-6-31 16,2-2-63-16,5-16-179 0,6-11-17 15</inkml:trace>
  <inkml:trace contextRef="#ctx0" brushRef="#br0" timeOffset="-35297.82">13451 16635 817 0,'0'0'34'0,"0"0"-7"16,0 0-4-16,0 0-8 0,0 0-3 0,0 0-5 15,0 0-1-15,0 0-1 0,78 30-1 0,-64-1-2 16,-3 9 1-16,-4 4-1 0,-3 7-2 15,0 2 1-15,-1 2-1 0,-1 1-1 16,1-7 2-16,3-2-2 0,1-5 1 16,4-7-2-16,2-2 2 0,6-6 10 15,2-3-7-15,3-7 2 0,2-5-19 0,3-7-10 16,0-3-22-16,0-5-36 0,0-12-60 0,-3-11-177 16,-3-4 4-16</inkml:trace>
  <inkml:trace contextRef="#ctx0" brushRef="#br0" timeOffset="-35081.06">13228 16783 712 0,'0'0'49'0,"0"0"-8"15,0 0-7-15,0 0-2 0,0 0-5 16,0 0-2-16,0 0-5 0,78 11-8 15,-30-11-7-15,7 0-3 0,6 0 0 0,5-3-4 16,2-1 0-16,-1 0-12 0,-1-3-17 0,-8-2-36 16,-6-5-78-16,-10-6-177 0,-6-2-5 15</inkml:trace>
  <inkml:trace contextRef="#ctx0" brushRef="#br0" timeOffset="-34797.72">13989 16296 744 0,'0'0'35'16,"0"0"3"-16,0 0 0 0,0 0-7 31,0 0-5-31,0 0-7 0,78 29-5 16,-39-4-2-16,7 2 0 0,5 8-1 16,2 4-3-16,5 7 1 0,-3 5-6 0,0 4 2 15,-3 5-4-15,-6 9-1 0,-8 5-1 0,-9 7-1 16,-13 5 4-16,-9-1 8 0,-7 0-2 15,-10-3-8-15,-11-3 0 0,-6-6 0 16,-3-6 0-16,-5-10 0 0,2-5 0 16,0-8 0-16,1-7 0 0,2-9 0 15,2-5 0-15,11-11 0 0,1-1-11 0,6-7-11 16,5-2-19-16,1 1-50 0,2-4-102 0,1-15-134 16,1-14 0-16</inkml:trace>
  <inkml:trace contextRef="#ctx0" brushRef="#br0" timeOffset="-34381.32">14790 16331 643 0,'0'0'50'0,"0"0"-5"0,0 0-2 0,0 0-8 16,0 0-10-16,0 0-8 0,0 0-4 0,0 0-2 16,0 0-1-16,90-75-1 0,-63 75-2 15,4 4-1-15,-1 6-2 0,2 6-2 16,-3 2 0-16,-2 3 0 0,-5 4-1 16,-6 0-2-16,-6 5 1 0,-5 2 3 15,-5 3-4-15,-8 3 5 0,-8-6-5 0,-6 0 0 16,-4-5 1-16,-1-4-1 0,2-4 3 0,1-4-3 15,6-7 0-15,8-1 3 0,7-3-3 16,3-4 1-16,-1 0 2 0,1 0-2 31,10 0 1-31,12 2 0 0,12-2 0 16,7 0-2-16,5-2 2 0,-1-5-2 16,0 0 0-16,-5 0 0 0,-5 1-3 0,-6 0-1 15,-3 0-6-15,-11 3-11 0,-4-1-15 0,-7 3-36 16,-1-2-54-16,2 2-182 0,-1-1 4 15</inkml:trace>
  <inkml:trace contextRef="#ctx0" brushRef="#br0" timeOffset="-33580.1">14466 16223 360 0,'0'0'71'0,"0"0"-1"15,0 0-9-15,-3-79-7 0,3 61-10 16,7 1-5-16,2-1-8 0,4 3-6 16,-3 1-4-16,2 1-2 0,-2 4-3 15,-1-1 1-15,-4 5-3 0,-2 2 2 0,0 1-4 16,-3 2-1-16,0-3-1 0,0 3-4 0,2-2-1 16,-1 2-2-16,1 0 2 0,5 0 0 15,0 5 0-15,3 7 1 0,4 8-1 16,0 4-1-16,-3 4 3 0,4 5-4 15,-2 3 1-15,1 5-1 0,2 5-1 16,1 2-1-16,-1 7 3 0,2 6 4 0,-1 7-5 31,-1 9 4-31,0 12-6 0,-2 8-3 0,2 7 5 16,-3 7-4-16,2 2 11 0,2-1 4 16,2-3-4-16,0-4 1 0,4-8-11 15,1-8 0-15,2-7 0 0,-2-8 0 16,0-8 0-16,-1-11 0 0,-3-5 0 15,-5-11 0-15,-3-8 0 0,-4-10 0 0,-4-9 0 16,-2-6 0-16,-2-6 0 0,0 0-8 0,0-3-46 16,0-13-75-16,0-12-194 0,-9-14-21 15</inkml:trace>
  <inkml:trace contextRef="#ctx0" brushRef="#br0" timeOffset="-33014.52">16261 17038 622 0,'0'0'38'0,"0"0"7"0,0 0 3 16,0 0-6-16,0 0-15 0,0 0-6 16,0 0-4-16,0 0-1 0,0 0-1 15,0 0 2-15,115-18-5 0,-42 6-2 16,12-2-3-16,7 2-2 0,8-1 0 15,6 0-1-15,-4 3 0 0,-5 2-2 0,-7 1 0 16,-13 2 0-16,-12 1-3 0,-16 2 2 0,-17 2-1 16,-15 0-1-16,-10 0 2 0,-7 0 0 15,0 0 1-15,0 0 1 0,2 0-2 16,-1 0-1-16,-1 0 1 0,0 0-1 16,-9 0-1-16,-6 2-1 0,-6-1-6 15,0 2-10-15,-2 0-12 0,-2 0-25 0,2 3-37 16,-5 2-93-16,2-3-133 0</inkml:trace>
  <inkml:trace contextRef="#ctx0" brushRef="#br0" timeOffset="-32580.16">16424 17177 590 0,'0'0'57'0,"0"0"0"0,0 0-5 16,0 0-16-16,0 0-9 0,0 0-5 16,0 0-5-16,0 0-3 0,-91-7-2 15,74 12-2-15,-5 1-2 0,9 0 0 0,-1 2-3 16,5-5 0-16,4-2-3 0,2 2 1 0,3-3 5 16,0 5-8-16,0 4 11 0,8 2 5 15,12 2-14-15,12-4 15 0,10-6-17 16,11-3-11-16,9 0 14 0,8 0-2 15,11-3-3-15,3-1 2 0,4 1-5 16,5 0-7-16,-4 1 14 0,-4 2 0 0,-6 0 7 31,-6 0-10-31,-8 3 2 0,-7 1 13 0,-13 1-15 16,-9 0 18-16,-13 0-11 0,-10-2-7 16,-7 0 2-16,-6-3-3 0,0 0 6 15,0 0-4-15,0 0 4 0,0 0 0 16,0 0-1-16,0 1-1 0,0-1-1 15,3 0-1-15,-3 1-2 0,0-1 2 0,0 2-1 16,0-2 1-16,0 2-3 0,0-2-2 0,0 1-8 16,-3-1-14-16,0 7-19 0,0-2-56 15,-1-2-119-15,-6-3-115 0</inkml:trace>
  <inkml:trace contextRef="#ctx0" brushRef="#br0" timeOffset="-30347.93">15510 17168 165 0,'0'0'46'0,"0"0"3"16,0 0-6-16,0 0-1 0,0 0 2 15,0 0 1-15,0 0 3 0,0 0 3 0,0 0-3 0,-8-88-6 16,3 78-5-16,-4-5-7 0,-1 4-4 0,-1 0-4 31,-2 3-6-31,-3 3-2 0,0 2-5 16,-7 3-1-16,0 2-1 0,1 10-3 16,-3 5-2-16,2 5 0 0,0 6-1 15,4 2 2-15,1 2 8 0,6 5-5 16,2-3 3-16,7 0-2 0,3-4-6 0,0-3-1 15,3-2 0-15,7-6-1 0,2-4 0 0,3-2 2 16,-3-6 1-16,3-5 2 0,2-2-2 16,1-6-1-16,6-10 1 0,-4-3-2 15,0-4 2-15,-2-7-4 0,-3-5-8 16,-1-2 5-16,-4-8-6 0,-3-2 11 16,-3-5 3-16,-4-4-2 0,0-3 3 0,-7-3-2 15,-6 2 2-15,6 9 0 0,-2 7 5 0,2 16 1 16,4 12 3-16,2 10-4 0,1 6-3 15,-2-2-4-15,2 2-3 0,0 0 1 16,-1 0 0-16,1 12 3 16,0 11-3-1,0 10 3-15,6 7-2 0,0 7 2 16,3 0-3-16,0 4 2 0,0 3-1 0,2-6 2 16,1 1-4-16,2-5 3 0,-1-3 9 0,0-2-7 15,3-7 9-15,-3-2-8 0,2-7-5 16,-4-4 2-16,-1-9-4 0,-4-4-2 15,1-1-1-15,-2-4-8 0,-1 1-12 16,3 1-26-16,-4-3-51 0,1 0-96 16,1-5-114-16</inkml:trace>
  <inkml:trace contextRef="#ctx0" brushRef="#br0" timeOffset="-29848.05">15713 17140 559 0,'0'0'63'16,"0"0"-8"-16,0 0-12 0,0 0-8 16,0 0-8-16,55-82-9 0,-47 75-3 15,7 0-5-15,-1 6-2 0,3-2 0 16,0 3-2-16,-2 0-2 0,1 3 0 0,0 8-1 15,2 3-3-15,-3 4 2 0,-1 1-2 0,-5 4 0 16,-4 4 13-16,-4 5-6 0,-1-3 5 16,0 4-5-16,-7-3-7 0,-3-3 1 15,0-2 1-15,-2-2-1 16,1-3-1-16,3-5-1 0,4-7 0 0,3-4 1 16,1-4 2-16,0 0 0 0,0 0-1 0,0 0 0 15,0 0 1-15,0-12 0 0,1-6-2 0,6-6-1 16,4-4 1-16,1 1-6 0,0 0-4 15,-1-1 7-15,0 3-10 0,-2 3 14 16,-2 9-1-16,0-1 3 16,-3 6 1-1,-2 4 2-15,1-1 2 0,-3 5-4 16,0-1 0-16,0 1-4 0,1 0-1 0,-1 0 2 16,0 0 1-16,0 3 0 0,0 11 0 0,0 8 5 15,0 9 3-15,-1-4-4 0,1 0 6 16,0 1-13-16,1-3 1 0,6 0-1 15,5-3-4-15,-1 0-1 0,8-2-6 16,-1-2-19-16,5-6-25 0,3-2-49 16,0-7-154-16,1-3-49 0</inkml:trace>
  <inkml:trace contextRef="#ctx0" brushRef="#br0" timeOffset="-29331.01">18224 16495 483 0,'0'0'68'0,"0"0"-10"16,0 0-14-16,9-85-4 0,1 64-6 15,8 1-5-15,2 1-3 0,5 0-2 16,3 1-3-16,6 3-4 16,2 4-2-1,0 4-3-15,0 3-2 0,0 4-3 16,-2 8-3-16,-4 8-3 0,-3 7 1 0,-4 5-1 16,-5 8-2-16,-5 8 2 0,-7 5 3 0,-6 7-4 15,0 3 5-15,-11 4-5 0,-3 3-2 16,-2 4 2-16,-3 3-2 0,1 1 3 15,2 1-2-15,1-7 3 0,5-1 11 16,3-3-7-16,4-2 3 0,3-8-9 16,0 1-26-16,9-5-21 0,5-6-70 0,2-6-140 15,-2-14-65-15</inkml:trace>
  <inkml:trace contextRef="#ctx0" brushRef="#br0" timeOffset="-28980.19">18706 17811 760 0,'0'0'40'0,"0"0"7"0,0 0 0 16,0 0-17-16,0 0-10 0,0 0-9 15,78 33-3-15,-58-22-2 0,-1 3-3 16,0 5 2-16,-3 4 2 0,-2 3-5 0,-4 6-3 15,-4 3 6-15,-4 4-5 0,-2 5 3 0,-10 6-3 16,-8 0-2-16,-5 1 1 0,-5-4-3 16,-5-5 2-16,-2-4-4 0,0-6 1 15,0-9 1-15,3-11 2 16,5-9 3-16,6-3-1 0,5-13 0 0,11-12-2 16,5-13 0-16,4-9-1 0,13-5 0 0,4-4 2 15,5 3-4-15,1 6-4 0,2 9-3 0,-2 5-5 16,-1 12-5-16,-8 6-14 0,-1 6-23 15,-5 9-48-15,-1-4-97 0,2-3-98 16</inkml:trace>
  <inkml:trace contextRef="#ctx0" brushRef="#br0" timeOffset="-24363.39">23708 16777 64 0,'0'0'0'0,"0"0"2"0,0 0 0 16,0 0-2-16,0 0-1 0,0 0-4 15,0 0-2-15,0 0 1 16,-23-64 4-16,18 63 0 0,1 0 4 0,0-1 1 16,4 2 3-16,-7 0 14 0,1 0 14 0,0 0 13 15,2 0 11-15,4 0 6 0,-2 0-6 0,2 0-6 16,-1 0-12-16,-5-3-6 0,0 2-7 16,-2-4 1-16,0 2-3 0,1-6-1 15,-1 2-8-15,2-1 1 16,-3-6-2-16,3 0-3 0,0 0 2 0,-1 1 0 15,3-4 0-15,-1 0 1 0,-2-4 1 0,1 3-4 16,-1 2 2-16,0 5-2 0,-3-1-5 0,-3 4-2 31,0 0-3-31,-6 5-1 0,-3 3 0 16,-7 5 4-16,-11 5-5 0,-1 6 0 16,1-1-2-16,-3 5 2 0,4 3 0 15,1 2-1-15,3 5 1 0,5 2-3 16,5 2 1-16,7 2-1 0,6 4 1 0,6 1-2 15,6 1 3-15,3-5-2 0,10-3 1 0,4-3 1 16,6-7 1-16,1-5-1 0,5-4 1 16,0-8 1-16,2-2 1 0,0-5 0 15,-1 0 0-15,1-9-2 16,-4-5 0-16,-1-3 1 0,-2-5-1 0,-3-6 2 16,-1-6-1-16,-1-6 1 0,-5-2-1 0,-1-3 3 15,-4 1-4-15,-2 2 3 0,-2 1-1 0,-2 4 0 16,-1 12 1-16,-2 2 1 0,2 9 4 15,-2 8 0-15,0-2 2 0,0 8-15 16,0-1 10-16,0 1-5 16,4 0 0-1,3 9 11-15,6 5-10 0,8 8 0 16,-1 5 0-16,0 1-2 0,3 2 2 0,2 2-1 16,-1 3 1-16,-2 2-3 0,1-1 1 0,-1-1-2 15,-5-2 1-15,1-5 1 0,-5-4-1 16,-2-4 1-16,-4-8-1 0,-4-4-8 15,0-4-8-15,-3-4-26 16,0 0-49-16,0 0-195 0,0 0-13 0</inkml:trace>
  <inkml:trace contextRef="#ctx0" brushRef="#br0" timeOffset="-23614.4">24940 16653 392 0,'0'0'70'0,"0"0"-3"16,0 0-17-16,0 0-16 0,0 0-13 0,0 0-1 16,0 0 2-16,0 0 4 0,0 0 1 0,85 6-8 15,-24-3-5-15,11-3-5 0,14 0-2 0,9 0 1 16,9 0-2-16,9 0-3 0,8 0 1 15,4-3-4-15,4 2 1 0,-1-1 1 16,-2-1-2-16,-4 1 2 0,-10 1-2 31,-9-2-2-31,-10 0 2 0,-13 2 1 16,-14-4 1-16,-14 2 1 0,-19-1 2 0,-10 2 5 16,-10 0 6-16,-9 1 5 0,1 1-4 0,-5 0-2 15,0-2-7-15,0 2-5 0,0-1 0 16,0-4-2-16,0-1 0 0,-5-2 2 15,1 1-4-15,-2 1 1 0,-1-1 0 16,0 3-4-16,1 0 4 0,-3-3-2 16,-5 1 0-16,1-1 3 0,-6-2-4 0,2-1 1 15,-1-1 3-15,1-2-7 0,0-2 8 0,1 1-6 16,4 4 4-16,2 2 0 0,3 4 0 16,3 1-2-16,1 1 2 0,3 2 2 15,-2-2-2-15,2 2 0 0,-1 0-2 16,-1 0-1-16,2 0 1 0,-1 0 1 15,1 0 2-15,0 0-1 0,6 0 0 0,9 8 0 16,3 3 0-16,5 2 7 0,0 4-10 0,3 0 10 31,0 3-8-31,-1-2 1 0,-1 0 0 16,0 2-1-16,-4-2 0 0,-6 2 0 16,-2-1 1-16,-4-3-3 0,-6-1 3 15,-2 0-3-15,-6-2 2 0,-5 6-1 16,-4-7-1-16,-1-1-5 0,-1-3-11 0,2-3-18 15,7-1-28-15,-3-4-78 0,6 0-162 0,-7-4 3 16</inkml:trace>
  <inkml:trace contextRef="#ctx0" brushRef="#br0" timeOffset="-23064.68">27802 16211 686 0,'0'0'27'0,"0"0"-2"0,0 0 3 15,0 0 3-15,46-79-5 0,-43 76-5 16,-3 3-10-16,0-2-5 0,7 2-3 15,5 7-2-15,4 10-1 0,4 8 0 16,-4 8-2-16,-5 6 2 0,-2 1-1 16,-4 5 1-16,-1 0-1 0,-4 2 1 0,0 3 4 15,0-1-5-15,0 1 6 0,0-3-7 0,0-5-1 16,1 0 1-16,2-6 0 0,1-5 1 16,-1-9 1-16,0-11 0 0,-1-5-3 15,-2-6 5-15,0 0-2 0,4 0 2 16,6-3 3-16,2-11-3 0,6-6 0 15,0-6-1-15,2-2 0 0,-1 1 0 0,3-3 1 16,1 6-1-16,1 4 1 0,0 4-3 0,2 7 0 31,1 3 1-31,-1 4 0 0,0 2 0 16,1 5 0-16,-1 8 0 0,-2 4 1 16,-1 5 2-16,-3 0-1 0,-5 7 1 15,-4 1-2-15,-8 2 0 0,-3 3-1 16,-11 0 1-16,-10-2 0 0,-8-1 2 0,-6-3-3 15,-6-6 1-15,-4-5-1 0,-1-3 0 0,-2-5 1 16,0-8-3-16,5 0-1 0,-2-2-5 16,7-6-11-16,5-5-17 0,4-8-42 15,6-1-99-15,5-8-139 0</inkml:trace>
  <inkml:trace contextRef="#ctx0" brushRef="#br0" timeOffset="-21481.17">22726 17630 492 0,'0'0'38'0,"0"0"-5"16,0 0-2-16,0 0-9 0,0 0-3 31,0 0-3-31,0 0-1 0,0 0 1 16,94-45-2-16,-29 36 1 0,20-4 0 0,23 3-4 16,23-2-1-16,25-3-3 0,22 0-4 15,25 2 1-15,22-5-5 0,23 1 1 0,19 1 1 16,17 2-3-16,15 2 3 0,10 3-2 15,8 3 1-15,4 1 0 0,-3 2-2 16,-4 3 4-16,-9 0-2 0,-10 0 1 0,-15 3 0 16,-12-1 0-16,-16-2-1 0,-16 0 1 15,-18-6 0-15,-20-2 4 0,-23-4 3 0,-28 1 7 16,-21 1 0-16,-26 1 4 0,-25-4 1 16,-23 1 6-16,-22 5-2 0,-13-4-1 15,-9 4-11-15,-8-4-13 0,0-6 4 16,-10 2-11-16,-3-2 10 0,4 4 0 15,-4 4-4-15,6 1 4 0,3 5-1 0,1 1 0 16,3 2 2-16,-2 0-5 0,2 0 2 0,0 0 0 31,-1-3-2-31,1 3 2 0,-2-1-1 16,2 0-2-16,0-1 1 0,0 2 0 16,-2-8 0-16,-1-2 0 0,-2-5-6 15,-2-2 4-15,-3 0-1 0,-4 2 2 16,-1 0 7-16,-1 1-5 0,6 5 0 0,3 4 0 15,4 3-1-15,3 2 1 0,-3-2 3 0,3 2-4 16,-1 0 0-16,-1 0 2 0,2 2-3 16,0 13 5-16,6 4 1 0,7 7-1 15,6 3 4-15,3 1-5 0,2 2 7 16,3 3 7-16,-2 0-6 0,-3 3 5 0,-2-3-11 16,-6-3-3-16,-6 3 3 0,-8-1-2 15,-5-2 0-15,-19-1-2 0,-11-2 0 0,-15-4 1 16,-13 0-6-16,-8-3-12 0,-11 3-19 15,-9-4-39-15,-3-4-64 0,-3-7-170 16,7-6-9-16</inkml:trace>
  <inkml:trace contextRef="#ctx0" brushRef="#br0" timeOffset="-13647.89">29460 11689 36 0,'0'0'40'16,"0"0"12"-16,0 0 3 15,0 0-1-15,0 0-9 0,0 0-10 0,0 0-7 16,0 0-6-16,0 0 0 0,0 0 1 0,-23-48 3 16,17 55 2-16,-2 9-2 0,-1 6-2 15,2 9-1-15,0 6-4 0,-3 9 0 0,1 10 1 16,-1 13-5-16,-3 11 2 0,0 13-3 16,-2 12-3-16,1 7 2 15,2 10-1-15,1 7-4 0,3 7-2 0,4 5-2 16,4 2 0-16,0-2 0 0,4 0 1 0,5-6-2 15,4-8-3-15,0-10 4 0,0-13 2 16,3-18 0-16,-3-11 3 0,2-16-4 0,-5-11-2 31,0-10 0-31,-5-12-2 0,-2-12-1 16,-1-8 0-16,-2-6 0 0,0 0 1 16,0 0-2-16,1 1-3 0,-1 1-13 15,2-2-32-15,4 0-53 0,0-5-134 0,5-4-45 16</inkml:trace>
  <inkml:trace contextRef="#ctx0" brushRef="#br0" timeOffset="-12614.52">29874 13277 280 0,'0'0'40'0,"0"0"4"31,0 0 4-31,0 0 2 0,0 0-6 16,0 0-5-16,0 0-10 0,0 0-9 16,0 0-6-16,0 0-5 0,-17-45-2 15,36 38 3-15,11 3 0 0,12 2 1 0,14 2-1 16,15 0-2-16,12 0-3 0,15 0-3 15,13 0 0-15,14 0 2 0,12 0-2 0,12 2 1 16,13 1-3-16,7 3 2 0,9 0-1 16,4 0-1-16,5 0 6 15,-2 0-4-15,0 0 1 0,-7-2 3 0,-12 0 0 16,-13-3 0-16,-11 2 1 0,-12-3 1 0,-7 0-7 16,-7 0 1-16,-9 0-1 0,-12-1 2 15,-12-2 6-15,-18-1 4 0,-15-1 2 0,-20 2 5 16,-9-2-5-16,-10 2-1 0,-6 0-2 15,-2-3-10-15,-3-3 2 16,-2 1-7-16,-7-4 3 0,-2 3 0 0,2 3 0 31,-5-3 0-31,5 3 1 0,0 1 0 0,1-1-1 16,-1 2 0-16,2-2 0 0,4 2 0 16,-4-1-2-16,4 2 0 0,-4-5-1 0,-3-3-3 15,1 1 0-15,-5-4-3 0,0 0-2 16,-1-1 0-16,-4-2 2 15,-3-2 0-15,-4-2 3 0,-1-2-3 0,-4 0 3 16,2 0-1-16,-1 2 3 0,0 2 5 0,2 3 0 16,-1 1 1-16,3 4-1 0,3 2 0 15,4 5 1-15,3 1 1 0,3 1-2 0,8 0 0 16,-1 2 0-16,0 0 1 0,0 0 0 16,-4 0 1-16,3 4 1 15,4 3 1-15,3 7 1 0,3 3 2 0,11 3 0 16,8 0-2-16,10 2 0 0,7-2-3 0,6-2-1 15,4 1-3-15,-1-1 0 0,-1 1-1 16,-5-1 1-16,-6 0 6 0,-7-3 0 0,-4 1-1 31,-10-1 2-31,-4-3-4 0,-10 3 0 16,-1 5 6-16,-7 1-5 0,-10 8 6 16,-5-2-5-16,-3 1 0 0,-7-3 0 15,-1 1-2-15,-3 2-5 0,3-1-3 0,3 2-1 16,1 1-3-16,4 1-2 0,5 2-23 15,3 3-41-15,6-1-125 0,5 5-111 0</inkml:trace>
  <inkml:trace contextRef="#ctx0" brushRef="#br0" timeOffset="-11981.32">32639 14186 445 0,'0'0'0'0,"0"0"41"0,0 0-41 16,0 0 45-16,36-79 3 0,-24 59-24 16,1 2 1-16,0 1 5 0,4 2 5 0,2 5 1 15,3 1-5-15,2 3-9 0,2 6-7 0,1 0-7 16,0 7-6-16,-1 7-1 0,0 3-1 16,-3 4-1-16,-3 2-1 0,-5 4 1 15,-4 3-3-15,-4 5 3 0,-7 2-2 16,0 1 2-16,-10 1 0 0,-4-2 1 0,-5-4-1 15,-1-4 2-15,-2-6-1 0,2-2 1 16,1-6 1-16,6-4 0 0,4-5 2 0,6-4 3 31,3-2 0-31,-1-1 1 0,1-13-4 16,0-9-2-16,6-11 0 0,14-4-2 16,5-3 1-16,5-3-1 0,6 2 1 15,-1 0-1-15,1 6 3 0,-4 4-1 0,-2 3 2 16,-5 7 2-16,-6 2 2 0,-7 8 0 15,-4 4 2-15,-5 5 0 0,-3 3 1 0,0-2-3 16,0 2-2-16,0 0-3 0,1 0-4 16,-1 0 1-16,0 0-1 0,-6 14 2 15,-3 7 0-15,-5 10 0 0,5 3-1 16,4 6 0-16,5 1 0 0,0 2-1 0,5-3-1 16,9-1 1-16,4-4-1 0,8-5 0 15,5-2 0-15,3-4-2 0,4-8 3 0,3-4-4 16,0-5-8-16,-3-7-11 0,-3 0-30 15,-5-5-39-15,-5-6-107 0,-9 2-115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5T03:11:27.5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7970 1994 168 0,'0'0'53'16,"0"0"5"-16,0 0-2 0,0 0-4 15,0 0-7-15,0 0-4 0,0 0 0 16,0 0-7-16,0 0-2 0,5-33-4 0,-5 28-3 15,0 1-5-15,0 4-3 0,0-1-7 16,0 1-5-16,0 0-3 0,-2 0-1 16,-2 0 1-1,-2 10 1-15,-4 10 0 0,3 5 0 16,1 6 0-16,3 3-1 0,0 6 0 16,3 2-2-16,0 4 0 0,3 1-1 0,6 1 4 15,0-6-5-15,3-6 4 0,0-4-2 16,4-5-2-16,-3-5 2 0,3-4 2 15,-2-6-2-15,-2-3 1 0,4-5-1 0,1-4-1 16,5 0-3-16,8-7-4 0,1-8-17 16,2-3-27-16,0-7-48 0,-1-2-99 15,-3-5-60-15</inkml:trace>
  <inkml:trace contextRef="#ctx0" brushRef="#br0" timeOffset="345.32">7758 1381 492 0,'0'0'58'0,"0"0"-10"0,0 0-12 16,0 0-14-16,0 0-11 0,78-67-5 16,-67 66-6-16,-5 1-1 0,3 0-1 15,-1 4-1-15,-5-1 1 0,-3 8-2 16,0 1 3-16,-8 5-2 0,-4 0 2 0,2-7 0 16,-4-4 3-16,2-3-1 0,5-3 1 15,-5 0-1-15,8-8-2 0,-2-7 1 16,6-3-2-16,0-3-1 0,9 1-1 0,5 5-2 15,-4 6-11-15,5 4-13 0,4 5-45 16,-2 10-82-16,3 9-102 0</inkml:trace>
  <inkml:trace contextRef="#ctx0" brushRef="#br0" timeOffset="900.09">8468 1525 491 0,'0'0'64'0,"0"0"-9"0,0 0-10 16,0 0-10-16,0 0-8 0,0 0-10 0,0 0-7 15,0 0-6-15,0 0-3 0,4-9-1 16,-10 35 1-16,-1 10-1 0,0 5 0 16,1 3 0-1,2 3-1-15,-2 3 0 0,6 2 12 16,-3 1 1-16,3 2-1 0,0 1 1 16,3-1-16-16,3-2 1 0,0-3 1 0,1-6 2 15,-3-9-2-15,2-11 2 0,-2-12 2 16,-2-6 2-16,2-6 1 0,5 0 1 15,5-12 0-15,2-6-2 0,0-6-1 0,1-7-2 16,-2-2 3-16,2-1-3 0,-1 1 2 16,1 3-2-16,-2 1 1 0,1 6-4 15,-2 4 2-15,-5 6-2 0,-2 6 0 16,2 7 1-16,0 0-1 0,2 4 1 0,2 9 1 16,0 3-2-16,-3 3 2 0,0 3 0 15,-1 3-1-15,1-2 3 0,2 4-3 16,-2 0 2-16,4-1-2 0,-2 0 1 0,1-4-1 15,-3-2 1-15,3-5 0 0,-3-4 0 16,2-5-1-16,-5-2-1 0,7-2 1 16,1-2-2-1,5 0-2-15,-4 0-9 0,1-3-17 16,2-2-29-16,-9 1-76 0,6-2-158 16</inkml:trace>
  <inkml:trace contextRef="#ctx0" brushRef="#br0" timeOffset="1251.41">8202 1733 460 0,'0'0'71'0,"0"0"-11"16,0 0-14-16,0 0-9 0,0 0-9 16,0 0-3-16,0 0-9 0,0 0-2 0,0 0-6 15,0 0-3-15,-3-23-2 0,3 22 0 16,0-2-2-16,11 0 1 0,8-3 1 15,12 1-3-15,5 1 0 0,4 2-4 0,7 1-4 16,3-1-9-16,6 2-35 0,2 0-53 16,0 0-186-16,-3 2-8 0</inkml:trace>
  <inkml:trace contextRef="#ctx0" brushRef="#br0" timeOffset="1847.95">9551 1322 514 0,'0'0'53'0,"0"0"-2"0,0 0-4 0,0-91-12 31,7 69-5-31,3 4-12 0,0 3-6 16,6 5-1-16,5 0-4 0,5 7 2 16,5 3 2-16,4 0-3 0,3 9 0 0,1 7-3 15,-2 7-3-15,-2 4-4 0,1 8 0 16,-5 4-1-16,-4 5-1 0,-4 2 0 15,-7 4 0-15,-6 2-1 0,-7 0 0 16,-3 1-1-16,-6-2 1 0,-14-7 2 0,-3-5-1 16,-6-7-1-16,-4-8 1 0,-2-4 2 15,0-9-1-15,2-5 3 0,6-6 1 16,2-2 0-16,5-10 4 0,8-3-4 0,5-6 0 16,7-4-2-16,0 0-2 0,9-1 1 15,5 3 0-15,2 5 0 0,6 5-3 16,-1 6-1-16,3 7-4 0,-1 2-9 0,1 10-13 15,2 5-20-15,-2 1-20 0,2 3-54 16,-2 0-74-16,2 2-37 0</inkml:trace>
  <inkml:trace contextRef="#ctx0" brushRef="#br0" timeOffset="2266.79">10404 1123 581 0,'0'0'46'0,"0"0"-2"0,0 0-7 0,0 0-8 16,0 0-11-16,0 0-8 0,0 0-9 15,0 0-3-15,0 0 0 0,-17-39 1 0,11 69 5 16,3 8-1-16,0 3-1 0,3 1-1 15,0 3-4-15,3-5-1 0,7 0-3 16,6-4 1-16,2-4 0 0,6-6 2 0,2-5 1 31,6-6 3-31,1-7 0 0,2-7 0 16,1-1 3-16,1-12 0 0,-2-6 0 16,-4-8 3-16,-4-4 0 0,-2-8-2 0,-6-4 2 15,-4-4-3-15,-6 2 1 0,-2 6-4 16,-4 11-1-16,-1 10 1 0,-1 11 0 15,-1 6-1-15,0-2-2 0,0 2-3 0,0-1 0 16,0 1 1-16,0 0 3 0,-3 9-2 16,-4 8-7-16,-2 7-13 0,-1 2-31 15,-3-1-28-15,-1 5-79 0,-5-3-112 0</inkml:trace>
  <inkml:trace contextRef="#ctx0" brushRef="#br0" timeOffset="2533.67">10495 1000 618 0,'0'0'53'16,"0"0"-11"-16,0 0-8 0,0 0-14 16,0 0-9-16,0 0-6 0,0 0-1 0,0 0 1 15,0 0-2-15,0 0 2 0,6 47 0 16,-6-6 2-16,3 3-1 0,-2 5-1 15,1 3-2-15,-1-1-4 0,2 2-2 0,0 0-2 16,3 0 1-16,-2 2 0 0,3-4 0 16,-1-2 2-16,0-3-2 0,1-7-1 15,0-2-4-15,-1-7-11 0,0-4-12 16,3-4-25-16,-2-6-25 0,-3-1-71 0,-4 0-122 16</inkml:trace>
  <inkml:trace contextRef="#ctx0" brushRef="#br0" timeOffset="2916.8">9675 2180 569 0,'0'0'40'0,"0"0"-6"0,0 0-3 16,0 0-8-16,0 0-4 0,0 0-5 15,0 0-6-15,0 0 1 0,0 0-2 0,0 0-1 16,-62-13 1-16,61 13 1 0,1 0 2 16,3 0 4-16,17 0-2 0,10-1-2 15,21-4-1-15,10-3-4 0,11 0-1 16,9-3-2-16,10 0-2 0,7-1 0 0,5 2 1 15,1 2-2-15,-3 0 1 0,-7 4 0 16,-4 1-2-16,-12 1 1 0,-11 1 0 0,-10-1-1 31,-11 0 1-31,-15 1-1 0,-14 1-3 16,-9 0 0-16,-8 0-5 0,0 0-6 16,0 0-18-16,0 0-32 0,-5 11-80 15,-9 3-150-15</inkml:trace>
  <inkml:trace contextRef="#ctx0" brushRef="#br0" timeOffset="3316.75">9668 2814 688 0,'0'0'39'15,"0"0"-3"-15,0 0-5 0,0 0-8 16,0 0-7-16,0 0-4 0,0 0-3 16,103-72-2-1,-74 76-3-15,1 8-1 0,2 3-1 16,-2 6-1-16,1 5-2 0,-4 6 0 16,-1 3 0-16,-3 3 0 0,-5 4-2 0,-4 1 0 15,-5 1-3-15,-5-2 3 0,-4-1-1 16,-3 0 2-16,-9-5 4 0,-6 1-4 15,-5-5 3-15,-5-5-3 0,-2-2 1 0,2-7 1 16,2-6 2-16,0-6 1 0,3-6 1 16,3-4-1-16,8-12 1 0,5-5-3 15,4-5-1-15,3-3-1 0,7 0-6 0,8 1 4 16,7 2-4-16,1 5 4 0,1 6 1 16,2 3-3-16,-1 4-3 0,-2 3-11 15,3 5-16-15,-3 0-22 0,-4 0-42 16,3 3-86-16,-2 0-91 0</inkml:trace>
  <inkml:trace contextRef="#ctx0" brushRef="#br0" timeOffset="3650.38">10433 2538 658 0,'0'0'44'0,"0"0"-5"0,0 0-7 16,0 0-7-16,0 0-9 0,0 0-7 16,0 0-3-16,0 0-5 0,0 0 0 15,30-67-2-15,-27 81 2 0,0 10 11 0,0 12-7 16,-3 6 5-16,0 4-6 0,0 6-7 16,0 4 3-16,0 2-1 0,0 1-1 15,0 0-1-15,3-3 2 0,3-6-2 0,2-4 1 16,1-6-1-16,3-7 1 0,2-6 5 15,1-4-5-15,2-5 7 0,2-6-5 16,4-4 0-16,0-5 0 0,1-3-4 16,0 0-6-1,0-5-12-15,1-2-16 0,-5-4-28 16,2 0-30-16,-5 1-82 0,-5 1-104 16</inkml:trace>
  <inkml:trace contextRef="#ctx0" brushRef="#br0" timeOffset="3852.37">10231 2923 721 0,'0'0'36'15,"0"0"-1"-15,0 0-8 0,0 0-5 16,0 0-7-16,115-83-3 0,-66 71-5 0,4 1-3 15,3 5-4-15,0 4-5 0,-1 2-11 16,0 0-53-16,-3 7-138 0,-6-3-110 0</inkml:trace>
  <inkml:trace contextRef="#ctx0" brushRef="#br0" timeOffset="4350.22">11818 1993 600 0,'0'0'49'15,"0"0"-5"-15,0 0-4 0,0 0-11 16,0 0-8-16,0 0-2 0,0 0-3 0,0 0 0 16,0 0-2-16,88-38-4 0,-43 30-3 15,10 0-2-15,6 1-3 0,7-1-1 0,3 3-15 16,4 0 14-16,-7 2-1 0,-4 1 1 16,-9 2 11-16,-9 0-22 0,-7 0 8 15,-9 3-2-15,-11 0-1 0,-6 1 5 0,-9-3-14 16,-4-1-3-16,0 0-7 0,0 4-11 15,-9 6-20-15,-9 0-38 0,-11 4-71 16,-1-3-111-16</inkml:trace>
  <inkml:trace contextRef="#ctx0" brushRef="#br0" timeOffset="4633.63">11850 2314 691 0,'0'0'50'16,"0"0"-5"-16,0 0-9 0,0 0-12 15,0 0-6-15,0 0-5 0,0 0-2 0,106-54 0 16,-66 48-6-16,4 1-2 0,1 4-2 16,5-1-2-16,5 2 2 0,3 0 1 15,2 0-2-15,4 0-1 0,1-3 0 0,-3 0-5 16,-1 0 5-16,-5-2 0 0,-8 1 0 15,-6-2 1-15,-7 1-2 0,-15 1-2 16,-7 1-3-16,-7 3-3 0,-6 0-13 0,0 0-15 31,0 0-30-31,-6 0-56 0,-8 7-172 16,-7 4-9-16</inkml:trace>
  <inkml:trace contextRef="#ctx0" brushRef="#br0" timeOffset="5667.96">14407 1744 289 0,'0'0'61'0,"0"0"-7"16,0 0-6-16,-84 3-2 0,68-2-6 15,0 4-1-15,6-2-3 0,4-1-3 0,-5 0-4 16,6 0-7-16,1-1-5 0,1 1-1 16,6-2-1-16,17 0 0 0,18 0 0 0,17-2-4 15,10-3-3-15,10-5-2 0,9 3-3 16,4-1-1-1,2 1-2-15,-2 4 0 0,-4 1-2 0,-8 2 0 0,-9 0 0 16,-9 6 0-16,-12 0 1 0,-8 0-3 16,-15-1 1-1,-9-2 0-15,-8-2 1 0,-6-1-1 16,0 0 2-16,0 0 0 0,0 2 0 0,0-1-2 16,0-1-12-16,3 2-16 0,-3-2-40 15,1 2-57-15,1-2-164 0</inkml:trace>
  <inkml:trace contextRef="#ctx0" brushRef="#br0" timeOffset="6150.31">15939 973 656 0,'0'0'48'0,"9"-85"-10"16,-3 48-6-16,-1 7-8 0,-1 8-5 15,0 7-6-15,2 7-5 0,-5 3-6 0,2 2 1 16,0 3-4-16,4 15 0 0,2 12 1 31,1 17 0-31,-1 10 0 0,-3 9 3 16,-3 8-1-16,0 6-1 0,-2-2-2 16,2 0-3-16,-2-4-1 0,0-4 1 15,2-8 1-15,0-4 0 0,0-10 1 0,-1-8-2 16,1-12 4-16,-3-11-1 0,1-8 3 0,-1-6 2 15,0 0-2-15,5 0 2 0,4-7-1 16,3-11 1-16,7-13-1 0,-2-7 1 16,3-4-1-16,2-3 1 0,3 2-2 15,-1-1 1-15,1 6-2 0,-1 2-1 0,-3 11 0 16,-4 8 0-16,-2 8-1 0,2 9 1 16,-4 3-3-16,6 9 2 0,-5 8-1 0,-1 3 0 15,-1 1 0-15,-2 3 0 0,-1 1 1 16,-1-1 0-1,0 0 0-15,0-1-1 0,-2-2 2 0,0-1-1 0,-2-6 0 16,1-2 1-16,-4-4-1 0,-1-7 0 16,3 2 1-1,-3-6-1-15,0 0-2 0,0 0-5 16,1 2-18-16,-1 0-42 0,3-1-170 0,-3-1-81 16</inkml:trace>
  <inkml:trace contextRef="#ctx0" brushRef="#br0" timeOffset="6900.05">16456 635 421 0,'0'0'61'0,"0"0"-4"16,0 0-11-16,0 0-7 0,29-95-6 15,-12 75-2-15,1 2-5 0,5 1-4 16,1 3-6-16,4 6-3 0,-1 3 1 15,3 5-6-15,1 0-2 0,-1 8-3 16,-1 6-6-16,0 5 3 0,-6 4-3 0,0 4 0 16,-4 5 0-16,-7 2-3 0,-5 2 1 0,-7 3 0 15,0 4 1-15,-9 0-1 0,-5-3 5 16,-5 0-4-16,-1-4 1 0,2-5 3 16,1-6-1-16,5-6 1 0,7-9 1 15,1-5-2-15,4-5 0 0,-2 0 0 0,2 0 0 16,13 1 2-16,6-1 0 0,11 0-1 15,6 0-2-15,0-4 3 0,4-1 0 0,-1 1-1 16,-1 2 2-16,-1 1-4 0,-6 1 1 31,-2 0-1-31,-11 0-4 0,-1 0-7 16,-7 1-26-16,-5 1-29 0,2 5-96 16,-7 6-132-16</inkml:trace>
  <inkml:trace contextRef="#ctx0" brushRef="#br0" timeOffset="7233.33">15733 1888 535 0,'0'0'55'0,"0"0"-21"0,0 0 3 16,0 0-5-16,0 0-11 0,0 0-3 0,0 0 2 31,0 0-1-31,91-28 0 0,-46 27-1 16,13-3-7-16,10-1-3 0,11-3-3 0,9-2-4 16,9-1 1-16,5-2-2 0,1 0-2 15,2 1 1-15,-4 0-2 0,-5 0-1 16,-8 1-1-16,-9 1-1 0,-11-1-8 15,-9 2-2-15,-14 1-3 0,-14 4-3 16,-14 1 5-16,-10 1-10 0,-7 2-24 0,0-1-34 16,0 1-120-16,-16 0-78 0</inkml:trace>
  <inkml:trace contextRef="#ctx0" brushRef="#br0" timeOffset="7933.3">15854 2635 597 0,'0'0'63'0,"0"0"-11"16,0 0-13-16,0 0-6 0,0 0-12 0,0 0-5 16,0 0-4-16,0 0-14 0,0 0 8 0,26-79-11 15,-23 76 7-15,-3 3-1 0,0-2-1 16,0 2 0-1,2 0 0-15,-1-1 2 0,1 1 0 0,-1-2 0 0,-1 2 1 16,3-4-3-16,3-4 1 0,1-4-1 0,4-3 0 31,3-2 1-31,1-2-1 0,3-3 2 16,2 1-1-16,3-3 2 0,4 2-1 0,-2 1 2 16,3 3-1-16,-1 4 0 0,1 5 1 15,-2 4-2-15,1 5 0 0,-1 4-2 16,-2 9 0-16,-1 7-1 0,-2 4 2 15,-5 5-2-15,-3 5 2 0,-6 3 7 16,-5 5-5-16,-2 0 5 0,-10 3-5 0,-9 4-4 16,-7 0 0-16,-6 2 0 0,-6 1-1 0,-4-1-1 15,-2 0 3-15,-1-8-3 0,2-4 3 16,3-11-1 0,7-8 2-16,9-8 1 0,10-6 0 0,3-6-1 15,5-3-1-15,0-12-2 0,3-9-1 16,3-10 2-16,14-2-1 0,4-2 3 0,7 3-2 15,-1 6 2-15,0 8-1 16,2 9 1-16,-2 6 0 0,4 6 0 16,-1 6-1-16,-1 9-1 0,6 5 2 15,-2 4-1-15,1 2 0 0,-1 3 0 16,0-1-1-16,2 1-1 0,0-1-2 0,1-3-8 16,-1-2-9-16,-2-1-19 15,1-6-27-15,-4-2-46 0,-3-3-88 0,-7-5-85 16</inkml:trace>
  <inkml:trace contextRef="#ctx0" brushRef="#br0" timeOffset="8516.77">16582 2665 735 0,'0'0'51'0,"0"0"-7"0,0 0-11 0,0 0-9 15,0 0-7-15,0 0-7 0,0 0-5 16,0 0-2-16,79-45-1 0,-66 55-2 15,5 5 0 1,-7 5-2-16,1 4 1 0,-5 4-1 0,-1 4 1 0,-3 1-1 16,-2 4 1-1,-1-1-1-15,0-1 0 0,-3-5-2 16,-3-2 1-16,2-10 0 0,-2-3 0 0,2-8 2 16,0-3 1-16,-2-3 0 0,2-2 0 15,-4-14 0-15,2-10-1 0,3-8 1 16,3-7-2-16,5-4 2 0,7-2-1 0,5 3 2 15,0 4-2-15,5 6 2 16,1 8-1-16,0 5 2 0,2 8-2 0,-1 5 0 16,2 7 1-16,2 3-1 0,-2 10 0 0,0 3-1 15,-1 4 1-15,-4 3-1 0,-2 3 1 16,-5 1-1-16,-3 2 0 0,-3 0-1 16,-6 1 2-16,-2-1 0 0,0-2-2 0,-7-1 1 15,-4-6 1-15,4-5-1 0,-3-5 2 16,3-3 0-16,2-4 1 0,0-3 0 15,0-6-1-15,2-13-1 0,3-6-1 0,0-9 1 16,11-2-2-16,6-2 4 0,2 2-2 31,5 1 1-31,2 6 0 0,2 3 0 16,1 7 1-16,-1 8 2 0,0 4 0 0,-3 7-1 16,-1 0 0-16,1 10-1 15,-2 5 0-15,-1 3-1 0,-1 3 1 0,-1 5-2 16,-2 0 0-16,-2 0-1 0,-4 3 0 0,-1-1 0 15,-4 2 1-15,-2 1-1 0,-3-10 2 16,-2 1-1-16,0-9-1 0,0-2-1 16,0 1-1-16,0-8-5 0,0 1-10 0,-2-5-26 15,-3-5-48-15,-2-8-189 16,-2-7-48-16</inkml:trace>
  <inkml:trace contextRef="#ctx0" brushRef="#br0" timeOffset="9200.34">17893 783 627 0,'0'0'49'0,"0"0"-6"0,0 0-7 15,0 0-7-15,0 0-1 0,0 0-11 16,0 0-5-16,-10-81-4 0,26 69-2 16,10 5-1-16,6 4-1 0,6 3-1 0,2 7-3 15,-1 12 0-15,0 6-2 16,-1 10 0-16,-1 8 2 0,-4 7-2 0,-5 7 2 16,-6 6 1-16,-6 3-2 0,-8 3 2 0,-6-4-2 15,-2-4-2-15,-10-6 0 0,-8-12-3 16,-2-4 1-16,-3-11 1 0,-2-6 0 15,8-9 3 1,0-8-1-16,1-5 2 0,4-5 1 0,-1-11-1 0,5-9 0 16,8-5-1-1,0-8 0-15,11-5 0 0,5 3-8 16,4 3 6-16,2 5 1 0,1 9-2 0,2 7 6 16,-1 7-11-16,1 4-3 0,-2 5-13 15,2 0-8-15,-2 0-17 0,0 0-18 16,-1 5-52-16,1 5-86 0,0 2-56 0</inkml:trace>
  <inkml:trace contextRef="#ctx0" brushRef="#br0" timeOffset="9584.44">18673 580 664 0,'0'0'36'15,"0"0"-2"-15,0 0-1 0,0 0-4 0,85-78-6 16,-59 69-4-16,7 3-6 0,-1 6-5 31,1 0-3-31,-2 9-4 0,-5 6-1 16,-5 4-4-16,-7 3 2 0,-6 7-2 0,-8 6 2 16,0 4 1-16,-13 7-1 0,-5 6 0 15,-5 3 0-15,0 3 1 0,0 0-2 16,2-2 2-16,3-6-2 0,4-7 3 0,5-8-8 15,3-12 8-15,5-5 0 0,1-8-1 16,3-5 9-16,12-2-7 0,8-3 3 16,10-5-3-16,7-8 0 0,2-4 0 0,5-1-1 15,2-2 1-15,0 0 2 0,-3 4-1 16,-3 0-3-16,-4 3 1 0,-5 4-4 16,-11 3 0-16,-6 2 2 0,-5 4-5 0,-5 0-4 15,0 2-10-15,-5 7-19 0,-2 10-31 16,-2 3-46-16,-11 12-176 0</inkml:trace>
  <inkml:trace contextRef="#ctx0" brushRef="#br0" timeOffset="9949.99">17895 1853 495 0,'0'0'45'0,"0"0"-2"0,0 0-5 16,0 0-7-16,0 0-8 0,0 0-8 16,0 0-4-16,0 0 1 0,0 0 3 0,-35-11 3 15,54 14 1-15,15 5-1 16,19-1-4-16,16 0-4 0,14-4-2 0,12-3-2 15,12 0-1-15,7-1 0 0,5-8 0 0,4 1 1 16,0-5-2-16,-3 1 1 0,-9 0-3 31,-11-1-1-31,-15 0 1 0,-16 2-2 16,-15 1 3-16,-21 4 2 0,-10 0 1 0,-11 3 0 16,-8 1 0-16,1 1-5 15,-5 1-2-15,0-2-2 0,0 2-3 0,0 0-4 16,-2 0-14-16,-8 0-17 0,-2 8-41 0,-2 7-62 15,4 3-161-15</inkml:trace>
  <inkml:trace contextRef="#ctx0" brushRef="#br0" timeOffset="10500.16">18054 2600 589 0,'0'0'56'0,"0"0"-13"15,0 0 2-15,0 0-19 0,0 0 5 16,-2-87-8-16,7 77-4 0,2 1-4 16,0 3-6-16,0-1-3 15,5 6-1-15,8 1 0 0,3 0-1 0,9 11 1 0,3 7-2 16,1 5 7-16,2 7-7 0,0 3 4 15,-1 5-5-15,-3 3-4 0,-5 5 1 0,-6 4-3 16,-8 0 3-16,-6 1-3 0,-6 0 2 31,-3-4-1-31,-10-6 1 0,-7-5 0 16,-3-7 1-16,-6-6-2 0,0-7 3 0,-3-5 0 16,2-6 1-16,4-5 2 15,0-6-2-15,4-8 0 0,6-9-2 0,7-4 0 16,6-5-3-16,1-4 3 0,14-3-3 0,8 5 3 15,4 3-1-15,4 7-1 0,2 8 1 16,0 5-2-16,1 6-5 0,-2 5-9 16,-2 3-13-16,0 10-25 0,1 3-28 0,-1 1-72 15,0 4-136-15</inkml:trace>
  <inkml:trace contextRef="#ctx0" brushRef="#br0" timeOffset="10983.43">18865 2692 701 0,'0'0'45'16,"0"0"-4"-16,0 0-7 0,100-71-11 15,-77 63-9-15,-7 4-6 0,1 2-4 16,-2 2-3-16,-4 5-2 0,4 7 1 0,-7 3-2 15,-3 5 1-15,-4 3-1 16,-1 4 1-16,-1 3-2 0,-8 4 2 0,-3 2-1 16,-3 1-1-16,0-2-1 0,-2-2-1 0,1-4-1 15,0-5-1-15,6-7 1 0,4-6 0 16,2-7 3-16,4-4 3 0,0 0 2 16,0 0-1-16,5-12 3 15,9-9-3-15,6-11 1 0,4-6 1 0,1-2-1 16,2 0 1-16,-1 0 3 15,0 3 0-15,-3 5 4 0,-3 2-1 0,-3 5 2 0,-4 3-3 0,-2 7 1 16,-5 7-2-16,-3 6 0 0,-3 2-2 31,0-2-4-31,0 2-2 0,1 0-1 16,1 0 0-16,-1 10 0 0,1 7 2 16,-1 9-1-16,1 3 1 0,-2 5-2 0,3 3 2 15,0 3-1-15,2 2 0 0,2-1 1 16,4-3-1-16,1-2-4 0,2-7 1 0,0-3-5 15,2-6-7-15,-1-5-11 0,-3-6-19 16,-4-3-31-16,-1-6-71 0,-3-3-148 16</inkml:trace>
  <inkml:trace contextRef="#ctx0" brushRef="#br0" timeOffset="11334.77">19364 2444 675 0,'0'0'44'0,"0"0"-10"0,0 0-6 31,0 0-3-31,0 0-3 0,0 0-3 16,88-73-3-16,-62 71-5 0,3 2-4 0,-1 2-4 16,-2 5-1-16,-3 4-2 0,-2 3 0 15,-5-1-2-15,-1 4 1 0,-5 1-1 16,-6 4 2-16,-2 0 8 0,-2 4-6 15,-3 0 5-15,-7-2-5 0,-6-3-3 16,-2-1 0-16,-2-5 1 0,2-3-1 0,6-4 1 16,3-3 1-16,6-2-2 0,3-3 2 0,-1 0 0 15,1 0 1-15,-3 0-1 0,2 0-2 16,1 0 0-16,0 0 0 0,1 0 0 16,15 0 0-16,7 0 1 0,6 0-1 15,1 0-1-15,0-3 0 0,1 1-6 16,-2-1-4-16,-1 0-14 0,-1 1-21 0,-8-1-41 15,-3 1-79-15,-6 0-133 0</inkml:trace>
  <inkml:trace contextRef="#ctx0" brushRef="#br0" timeOffset="11983.32">19650 645 621 0,'0'0'57'0,"0"0"-14"0,0 0-10 16,0 0-16-16,0 0-10 0,0 0-6 15,0 0-1-15,0 0 3 0,0 0 0 16,0 0 1-16,-23 38-1 0,35-6-3 0,1 4 0 15,5 2 0-15,4 1-2 0,3-1 2 0,1-3-1 16,3-4 1-16,1-5 1 0,2-5-1 31,4-5 2-31,0-5-2 0,5-7-2 16,-4-4 1-16,2-10 1 0,-2-10 1 16,-4-5 1-16,-1-6 0 0,-6-2-1 15,-5-4 0-15,-4 1 2 0,-6 1-1 0,-2 3-2 16,-5 11 0-16,-3 8-2 0,1 9-3 0,-2-2-4 15,0 1-7-15,0 1-11 0,-5-2-18 16,0 6-18-16,-7 0-35 0,-8 0-55 16,0 6-112-16</inkml:trace>
  <inkml:trace contextRef="#ctx0" brushRef="#br0" timeOffset="12234.31">19915 548 705 0,'0'0'57'0,"0"0"-14"16,0 0-9-16,0 0-12 0,0 0-7 0,0 0-7 31,0 0-1-31,0 0-7 0,0 0-3 16,0 0 1-16,6-41 1 0,-5 62 0 0,2 11 0 16,1 15-1-16,1 3-1 0,-2 9 2 15,0 6-1-15,1 12 1 0,-3 3 2 16,1 5 0-16,-1-3 0 0,2-6-3 15,-2-9 0-15,2-12-3 0,0-7-2 16,0-12-7-16,3-7-10 0,0-10-23 0,-1-3-27 16,4-7-96-16,-1-3-135 0</inkml:trace>
  <inkml:trace contextRef="#ctx0" brushRef="#br0" timeOffset="12751.16">21383 1530 588 0,'0'0'51'0,"0"0"-8"0,0 0-6 15,0 0-10-15,0 0-7 0,0 0-11 16,0 0-3-16,0 0-3 0,0 0 2 16,0 0 2-1,8 50 1-15,-6-3-1 0,-2 2 0 16,1 2-3-16,-1-1 0 0,0 0 11 0,2-3-2 16,0 0-2-16,1-4 1 0,2-4-13 15,1-4 1-15,0-4 3 0,2-7-3 16,-2-7 0-16,0-4 0 0,-2-5-1 15,-1-5 1-15,0 1 2 0,-3-4-2 16,5 0-1-16,3 0-2 0,0-4-6 0,3-5-9 16,-3 3-19-16,-8-5-35 0,0-2-69 0,-3-4-160 15,-10-3 3-15</inkml:trace>
  <inkml:trace contextRef="#ctx0" brushRef="#br0" timeOffset="12951.02">20962 1906 602 0,'0'0'51'31,"0"0"-11"-31,0 0-10 0,0 0 2 16,0 0-10-16,0 0-3 0,0 0-5 16,0 0-3-16,116-69-3 0,-60 61-3 15,5 2-4-15,7 0-2 0,2 3-3 0,6-1-1 16,3 4-17-16,2 0-16 0,3 0-42 0,-2 0-75 15,-2 7-146-15</inkml:trace>
  <inkml:trace contextRef="#ctx0" brushRef="#br0" timeOffset="13400.01">22470 1355 623 0,'0'0'44'16,"0"0"-10"-16,0 0-8 0,0 0-11 15,0 0-4-15,0 0-5 0,0 0-1 16,0 0-1-16,0 0 0 0,90 43-2 15,-77-6-2-15,0 6-1 0,1 4 0 16,-1 5-1-16,2-1 0 0,-2 1 0 0,3-4 0 16,-2-3 1-16,3-6 12 0,1-7 0 0,-1-6 2 15,1-8 2-15,-6-6-12 0,5-6 2 16,0-6 1-16,3-4-11 0,5-13 1 16,1-8-1-16,-2-8 1 0,2-9 9 15,2-11 2-15,-2-8 1 0,1-7-1 16,1-5 2-16,1-5-2 0,-2 1-1 0,-1 4-8 31,-4 9 2-31,-5 14-4 0,-4 17 1 0,-6 15 4 0,-4 12-5 0,-3 6 1 0,0 0-1 31,3 16-5-31,-1 11-13 0,-1 13-20 16,2 6-40-16,-1 4-59 0,3 1-158 16</inkml:trace>
  <inkml:trace contextRef="#ctx0" brushRef="#br0" timeOffset="13934.56">23763 712 598 0,'0'0'51'0,"0"0"-7"15,0 0-15-15,0 0-9 0,0 0-9 16,0 0-3-16,0 0-2 0,0 0-2 16,-83-16 3-16,55 54-1 0,-1 14 2 15,0 12-3-15,1 12 0 0,4 10-1 16,3 8 0-16,3 6-2 0,3 2-4 0,7 2 1 15,5-4-3 1,3-3 3-16,12-6-2 0,9-8 11 0,9-8 0 0,9-9-2 0,8-8 4 31,7-8-13-31,4-6 3 0,3-9-3 16,-3-6 1-16,-6-9-2 0,-6-10 0 16,-7-5-3-16,-8-5-5 0,-5-8-9 0,-8-6-16 15,-6-5-28-15,-5-2-55 0,-7-4-115 16,0 1-49-16</inkml:trace>
  <inkml:trace contextRef="#ctx0" brushRef="#br0" timeOffset="14301.12">23986 1281 615 0,'0'0'59'0,"0"0"-7"15,0 0-19-15,0 0-8 0,0 0-10 16,0 0-7-16,0 0-3 0,0 0-1 0,0 0-2 31,36 32 0-31,-26 0-3 0,1 0 0 16,0 3-1-16,-3-2 2 0,5-1-1 0,0-2-1 16,2-4 0-16,2-3 0 0,2-7 1 15,1-5 0-15,5-8 2 0,2-3 0 16,5-9 0-16,3-9 1 0,0-5 0 15,0-3 0-15,-1 0 0 0,-5-1 1 16,-4 0-1-16,-5 1 0 0,-3 2-1 0,-8 7 0 16,-4 6-1-16,-2 7-1 0,-3 4 0 0,0-2-1 15,0 2-3-15,0 0 1 0,2-1-2 16,-2 1-1-16,0 0-2 0,-3 7-8 16,-3 7-14-16,0 0-17 0,0-1-50 15,-1 4-96-15,3-7-94 0</inkml:trace>
  <inkml:trace contextRef="#ctx0" brushRef="#br0" timeOffset="16350.26">23873 1446 364 0,'0'0'69'0,"0"0"-10"0,0 0-8 16,0 0-7-16,0 0-8 0,0 0 1 15,-2-79-8-15,5 75-3 0,3-4-6 0,1 1-6 16,3 4-2-16,9 0-1 0,2 3-1 0,7 0 1 15,4 6-4-15,2 6 0 0,-1 3-4 16,-1 5-1-16,-2 2-3 0,-5 4-2 16,-4 5 0-16,-6 2-1 0,-7 5 0 15,-5 3 1-15,-3-1-1 0,-6-1 0 16,-8-3 1-16,-2-5 1 0,-3-4 1 0,1-6 0 16,3-7-1-16,2-5 4 15,4-4-1-15,5-4 3 0,-2-1 2 0,3-7-3 0,2-13 0 16,1-9 0-16,4-6-2 0,11-7 2 15,8-4 0-15,6-3-1 0,2 4 2 16,4 4-1-16,1 5-2 0,3 2 3 16,-3 4-1-1,-2 2-1-15,-5 4 0 0,-6 4 0 16,-9 7 1-16,-6 5 2 0,-2 2 0 0,-3 3 0 16,0 0 0-16,0 0-1 0,-3 3 0 15,0-2-2-15,0 2 0 0,0 0-2 16,2 0-1-16,-2 0 0 0,0 0 0 15,-5 8 0-15,-7 9 0 0,-3 7 0 0,-2 5-4 16,2 3 3-16,2 3-2 0,5 2 2 16,3 5 1-16,5 0 0 0,0-1-1 0,9-2 0 15,5-2-1-15,4-4 1 0,5-4 1 16,4-4 0-16,4-6 0 0,0-5-1 16,4-5-1-16,1-3-3 0,1-6-7 15,1 0-9-15,-3-8-11 0,0-4-15 0,-3-1-25 16,-5-6-35-16,-2-2-107 0,-8-1-57 0</inkml:trace>
  <inkml:trace contextRef="#ctx0" brushRef="#br0" timeOffset="16783.24">24736 1009 387 0,'0'0'54'0,"0"0"-15"0,0 0-12 0,0 0-12 16,0 0-12-1,0 0-2-15,0 0 1 0,0 0 6 0,0 0 4 0,-7-14 7 16,5 14 1-16,2 0 3 0,-1 0 2 15,1 0 0-15,0 0 2 0,0 0-2 16,0 8-1-16,0 3-1 0,6 4-5 0,4 5 0 31,4-2-4-31,4 3-1 0,5 5-2 0,4 6 0 16,5 3 0-16,4 4-4 0,3 4-3 16,-1 2-4-16,-3 5-1 0,-2 4-3 15,-7 1 1-15,-7 5 0 0,-8 2-1 16,-8-1 1-16,-3-2 0 0,-10-5 0 15,-9-5 11-15,-5-6-2 0,-2-6 3 0,-3-5 0 16,1-5-11-16,5-7 3 0,1-4-5 0,8-6-1 16,4-5-1-16,7-2-4 0,3-3-7 15,-4 0-8-15,1 0-15 0,0-3-16 16,1-8-26-16,2 1-58 0,6-4-109 16</inkml:trace>
  <inkml:trace contextRef="#ctx0" brushRef="#br0" timeOffset="17200.08">25521 1301 623 0,'0'0'48'16,"0"0"-9"-16,0 0-13 0,0 0-7 15,0 0-10-15,0 0-3 0,0 0-2 16,0 0-1-16,0 0-1 0,0 0 0 16,24 10-1-16,-16 13 0 0,-4 1 0 15,1 2-3-15,1 0 1 0,1-1-1 0,1 2 0 16,4 0 1-16,2-2 1 0,2 0-1 0,5-2 0 16,-1-7 0-1,6-2 2-15,2-7-1 0,2-5 2 0,3-2-1 0,2-9 1 16,4-9 1-16,1-5-2 0,1-6 2 15,1-1 1-15,-2-3-1 0,-2-4 1 16,-5-2 1-16,-2-4 0 0,-7 2 1 0,-5 0 0 31,-5 8-10-31,-6 9 5 0,-4 8-2 0,0 12 0 16,-4 4 8-16,0-2-8 0,0 2-1 16,0 0 2-16,0 0 0 0,-8 3 0 15,-6 9-4-15,-4 7-14 0,2 1-19 16,-1 0-42-16,0 3-59 0,-1 2-159 15</inkml:trace>
  <inkml:trace contextRef="#ctx0" brushRef="#br0" timeOffset="17516.73">25740 871 648 0,'0'0'58'0,"0"0"-15"15,0 0-8 1,0 0-13-16,0 0-7 0,0 0-9 0,0 0-2 0,0 0 1 31,0 0-1-31,-22-13 2 0,22 35 0 16,3 14 0-16,1 8-2 0,3 10 0 16,1 5 3-16,-3 6-1 0,1 3-1 0,0 2-2 15,0 3-5-15,-3 0-1 0,-1 1 0 0,1-1 1 16,-1-3 1-16,-1-4-1 0,-1-9 0 15,2-5 11-15,1-8 1 0,0-5 0 16,0-5-1-16,1-7-9 0,-2-7-2 16,1-4-1-16,-1-7-4 0,-1-4-6 15,2 6-13-15,0-6-18 0,-1 2-44 0,1-1-128 16,-3-6-97-16</inkml:trace>
  <inkml:trace contextRef="#ctx0" brushRef="#br0" timeOffset="20900.39">21205 3980 293 0,'0'0'67'0,"0"0"-2"16,0 0-4-1,48-91-7-15,-43 76-12 0,-2 5-2 0,0 1-8 0,-3 4-1 16,0 0-5-16,0-5-8 0,-6 6-6 0,-8 0-5 31,-9 0-5-31,-9 4 0 0,-7 11 3 0,-12 5-7 16,-8 8 6-16,-5 3-6 0,-4 3 1 16,3 1 1-16,4 0 0 0,10-2 0 15,8-3 0-15,13-1-1 0,11-10-1 16,12 0 1-16,7-2 1 0,7-1 4 15,16 2 3-15,12-5-2 0,9-1 0 0,9-1-3 16,6 1-2-16,5 1 3 0,3 3-3 0,-2 3 2 16,-2 5-2-16,-6 3 0 0,-4 1-1 15,-8 4 2-15,-8 1-1 0,-9-1 1 16,-10 1 1-16,-9 0 1 0,-9 1 0 16,-5 1-2-16,-14-1 4 0,-9 0-4 15,-9-1 3-15,-11-4-3 0,-7-3 0 0,-5-4-1 16,-4-5 0-16,0-6 1 0,4-4 0 0,3-3-1 15,9-4 0-15,5-7-1 0,10-2-1 16,5-4-3 0,9-1 1-16,4-1-5 15,6 4-2-15,4 6-6 0,4 6-14 16,1 0-11-16,6 2-18 0,11 1-30 16,5 0-79-16,7 8-90 0</inkml:trace>
  <inkml:trace contextRef="#ctx0" brushRef="#br0" timeOffset="21284.49">21640 4280 644 0,'0'0'46'0,"0"0"1"15,0 0-9-15,13-80-6 0,-19 68-9 16,-5 4-8-16,-11 2-2 0,-4 6-6 0,-4 0-3 31,-4 15 0-31,-2 8-3 0,0 9-1 0,0 6 1 16,6 3-3-16,5 4 3 0,6 1-2 16,9-1 0-16,7-1 4 0,3-4-4 15,12-3 1-15,11-6 0 0,6-4-1 16,7-7 1-16,6-8 2 0,8-5-2 15,4-7-1-15,1-5 2 0,1-10 0 0,-4-5-1 16,-7-1 4-16,-6-2-4 0,-11 0-2 0,-5 2 4 16,-9 6-6-16,-6 6 6 0,-4 1-2 15,-3 5-4-15,1-1-6 0,1 0-17 16,-3 4-31-16,0-1-41 0,0 1-126 16,0 0-80-16</inkml:trace>
  <inkml:trace contextRef="#ctx0" brushRef="#br0" timeOffset="22500.23">21977 3927 583 0,'0'0'67'0,"0"0"-9"0,0 0-15 0,0 0-2 16,0 0-19-16,0 0-8 0,0 0-8 15,0 0-4 1,0 0 5-16,-29-35-3 0,27 59 7 0,1 12-6 0,1 8-2 15,-1 8-1-15,-2 4-2 0,2 6 0 16,-1 5-1-16,2 0 1 0,0-2-2 0,3 1 1 31,2-6 1-31,1-3-2 0,0-9 3 0,2-6-2 16,-1-6-1-16,0-15 1 0,0-6 0 16,-1-8 2-16,3-7 1 0,5 0 0 15,1-8 3-15,5-14-4 0,0-4 1 16,-1-7-2-16,1-5-4 0,0-3 6 15,-1-5-5-15,3 1 3 0,-1-1 1 0,1 4-3 16,3 7 1-16,-1 11-1 0,-1 7 0 0,1 11 0 16,-3 6 0-16,1 4 2 0,-2 11-2 15,1 5 2-15,-1 6 0 0,-3 2 1 16,2 2 0-16,-4-2 1 0,2 3 1 16,-3-2-5-16,2-2 5 0,-1-3-5 15,0-1 2-15,0-4 0 0,1-6 0 0,-4-4 1 16,2-4-1-16,0-4 1 0,2-1 1 0,5-4-1 15,-3-7 1-15,1-6-1 0,-2-4-2 16,1-5 2 0,-2-5-4-16,-1-6 3 15,-1-4-4-15,-3-7-1 0,-2-4-1 16,-5-3-5-16,-1 1 4 0,-3 4 0 16,0 7 4-16,-1 11 2 0,-4 12 0 0,2 10-2 15,-6 8 0-15,-6 2 0 0,-8 9 1 0,-6 8 3 16,1 4-2-16,5 7 2 0,0-1-1 15,4 2 0-15,6-3-2 0,7-2 2 16,6-3-1-16,2-4 2 0,12-3 0 16,6-4 0-16,5-4 0 0,4-4 1 15,4-2-1-15,3 0 0 0,2-2 1 0,0-2 0 16,2 0 0-16,-4 2 0 0,-2 2 1 0,-3 0 0 16,-3 0 2-16,-5 0 1 0,-4 6 0 15,-2 1 0 1,-4 5 0-16,0 2-3 0,-3 1 0 0,-2 5 1 0,-3 1-3 15,1 3 1-15,-3 1-1 0,0 0 0 16,0 3 3-16,-2-2-5 0,2-1 4 0,0-2-5 31,0-1 1-31,0-7 1 0,3-1-1 0,2-4 1 16,4-2 0-16,-2 1 0 0,6-6 1 16,5-3-1-16,4 0 1 0,10-8-1 15,-2-4 0-15,0-3 0 0,0-5 1 16,1-2-1-16,-4-5-3 0,-1-3 4 15,-2 0-5-15,-3-2 5 0,-4 2 0 0,-3 4 0 16,-7 7 1-16,-2 4 0 0,-4 6 0 0,-2 4-1 16,2 1 0-16,-4 4 1 0,0-1-1 15,0 1-1-15,0 0 1 0,0 0 0 16,-4 9-1-16,-4 7 1 0,1 7-1 16,0 1 2-16,1 2-2 0,2 0 0 15,1 1 3-15,1 1-6 0,2-3 6 0,0 3-4 16,0-4-1-16,5-2 2 0,2-4 0 0,-1-6 0 15,2-3-2-15,7-3 4 0,2-3-2 16,8-3 0 0,2 0 1-16,2-9-1 15,1-3 2-15,-1-5 0 0,0-3 0 16,-1-4-1-16,-5-2-3 0,-4-4 4 16,-5-4-4-16,-4-1 4 0,-7-2 0 0,-3 0-2 15,-4 1 1-15,-9 2-1 0,-3 6 1 0,-7 4-1 16,-3 8 0-16,-4 7-1 0,-4 7-1 15,-2 2 0-15,1 9-3 0,2 7-4 16,1 3-8-16,5 6-12 0,1-3-30 16,4 4-45-16,3-3-138 0,2 1-66 15</inkml:trace>
  <inkml:trace contextRef="#ctx0" brushRef="#br0" timeOffset="22700.08">23201 3984 743 0,'0'0'33'0,"0"0"-6"16,0 0-13-16,0 0-8 0,0 0-4 15,0 0-5-15,0 0-1 0,0 0-6 16,0 0-25-16,0 0-56 0,63 23-195 15,-52-8-26-15</inkml:trace>
  <inkml:trace contextRef="#ctx0" brushRef="#br0" timeOffset="22883.31">23656 4074 816 0,'0'0'37'16,"0"0"-8"-16,0 0-13 0,0 0-9 0,0 0-3 15,0 0-3-15,0 0-3 0,0 0-2 16,0 0-5 0,0 0-21-16,81-47-45 15,-77 45-227-15,1 1-29 0</inkml:trace>
  <inkml:trace contextRef="#ctx0" brushRef="#br0" timeOffset="25100.37">24451 4423 644 0,'0'0'56'0,"0"0"-11"16,0 0-10-16,0 0-8 0,0 0-8 15,-29-81-6-15,23 74-4 0,-1 1-2 0,-3 0-3 16,-1 4-2-16,-8 2-2 0,0 0-1 0,-9 8 0 15,2 4 0-15,1 3-1 0,-1 3 1 16,4 2 0 0,1-2 0-16,4 1-1 15,7-7 2-15,4-5-1 0,5-2 1 16,1-5 2-16,-2 0-1 0,2 0 1 16,0 4 1-16,2 0-3 0,6-1 1 0,1-1 0 15,4-2-1-15,2 0-1 0,-4-1 0 0,4-5-4 16,-8 3 1-16,3 0-2 0,-1-2-2 15,-1 1-1-15,5-3-4 0,-4 3-1 16,3-3 0-16,-4 2 3 0,-1-1 2 16,4-3 4-16,-4 4 1 0,6-4 2 15,-7 3 2-15,0 0 2 0,-1-2 1 0,-3 5 1 16,1 0 2-16,-3 3 0 0,0-1 2 0,0-4 2 16,0-1 2-16,0-3 1 0,-2 0 1 15,-1 5-1 1,-2-3-3-16,2 4-1 0,-6-3-2 0,0 2-2 0,5 2 0 15,-6-1-3-15,4 3 0 0,-10 0-1 16,-4 0-2-16,0 3 1 0,-6 8 0 0,1 2 0 31,3 4 0-31,-4 4 0 0,2 2-2 0,-1 3 2 16,1 3 0-16,2 1-1 0,0 2 4 16,4 0-5-16,3 0 4 0,5-3-4 15,3-1 0-15,4-2 1 0,3-3 0 16,3-3 2-16,8-5-1 0,2-3 1 15,6-4 1-15,1-7 1 0,6-1-1 0,3-9 1 16,3-6-1-16,3-6-1 0,2-5 1 0,-1-3-4 16,-1-4 4-16,-3-6 0 0,-3-1-4 15,-5-7 4 1,-5-6-5-16,-4-7 2 0,-5-6 1 0,-6-6-1 0,-2-3 3 16,-2-5-3-16,-2 1-2 0,-4-1 1 15,-1 3-4-15,-3 4 4 0,3 9 4 0,-2 12-3 16,3 18 4-16,3 15-3 0,2 11-2 0,1 8 1 15,-2-1-2-15,-2 1 2 0,-3 14 2 16,0 8-1 0,-2 15-1-16,2 5 1 15,3 8-2-15,2 4 2 0,1 3 5 16,1 4-5-16,0 6 4 0,0 3-4 16,4 1-3-16,4 1 3 0,4-4-1 0,5-5 2 15,4-7-3-15,3-5 1 0,4-6 3 0,4-7-5 16,2-4 5-16,1-9-3 0,4-7 0 15,1-5 1-15,0-7 0 0,2-6 1 16,-1 0-1-16,1-11 0 0,2-2-1 16,-4-7-2-16,-1-3 0 0,-2-4 4 15,-4-5-3-15,-1-3 4 0,-5-3-1 0,-2-1-2 16,-4 1 1-16,-5 1 0 0,-1 7 2 0,-7 8-1 16,-3 10 0-16,-2 8 0 0,-3 4-1 15,0-2 0 1,0 2-2-16,0 0 1 0,0 9 0 0,-2 8 1 0,-5 9-1 15,0 3 1-15,1 1 0 0,0 2 0 16,3-2 1-16,2 1-1 0,1-1 3 0,0-1-6 31,4-3 5-31,6-4-5 0,2-4 2 0,5-4 1 16,2-3-1-16,6-6 0 0,2-5-1 16,5 0 0-16,1-6 1 0,3-8-1 15,1-3 1-15,1-3 2 0,0-3-5 16,-3-4 6-16,0 0-5 0,-5-3 3 15,-1 1 1-15,-6 1 0 0,-4 3 1 0,-5 2 0 16,-4 8 1-16,-5 4 1 0,-1 8 3 0,-4 3 0 16,0-1 0-16,0 1-2 0,0-2-2 15,0 2 1 1,0-2-3-16,0 2 0 0,-6 4-1 0,-3 9 0 0,-1 5-2 16,2 5 3-16,1 1-1 0,1 4 0 15,1 1 1-15,1 1-3 0,-2 0 4 0,1 1-3 16,2-4 2-16,1-7-2 0,1-2-1 0,1-8-1 15,0-3 2-15,0-1 0 0,0-3 1 16,0 1 1 0,0 1 1-16,1 0-2 15,5-5 2-15,5-5 0 0,3-7 0 16,4-5-1-16,-3-4 1 0,-1-5 1 16,-1-3-5-16,0-3 4 0,-1-3-4 0,1 0 1 15,1 2 2-15,-1 1-1 0,2 6 2 0,-2 5-2 16,-2 7 1-16,-1 4-1 0,-1 5-1 15,0 5 1-15,5 0 0 0,-2 2 0 16,5 8-1-16,-4 6 1 0,0 2-1 16,-1 3 1-16,-3 2-1 0,0 1 2 15,0 2-3-15,0 0 2 0,2-2-1 0,1 0-1 16,0-1 5-16,2-3-6 0,-1-4 4 0,1 0-3 16,1-6 0-16,4-2 1 0,0-5 0 15,4-2 0 1,3-1-1-16,4-4-1 0,2-7 1 0,1-4 2 0,4-5-5 15,1-1 6-15,-2-3-6 0,-2-2 4 16,-2 0 0-16,-5-1 0 0,-5 1 1 0,0 2 0 31,-7 1 3-31,-3 2-2 0,-3 6 3 0,-4-1 0 16,-2 7 2-16,-3-3-1 0,0-3 3 16,-3 1-2-16,-4 0-2 0,-3 6-1 15,-6 3-2-15,-4 3-1 0,-8 2 1 16,-2 3-3-16,1 11 1 0,-1 6-2 15,2 6-2-15,2 4 1 0,4 2-2 0,4 3-1 16,2-3-4-16,7-2-2 0,5-3-4 0,4-2-3 16,0-6 0-16,4-2-6 0,9-3 6 15,-4-7-2-15,6-3 8 16,2-4 7-16,3 0 4 0,3-10 4 0,-1-4 0 16,-1-1 4-16,0-5 0 0,-1 0 7 15,-1-5 1-15,-2 1 7 0,0-2 5 0,-2 2-2 16,-1-1 1-16,-3 4-3 0,-3 6-5 0,1 1-1 15,-5 6-4-15,-2 3-3 0,0 1-2 16,-2 4-5-16,3 0-1 16,5 7 0-1,4 10-1-15,2 10 3 0,-1 9-2 16,1 7 3-16,-1 5 1 0,2 4-4 16,-4 4 5-16,2 3-5 0,-1 6-1 0,-2 4 2 15,-2 2-2-15,0 4 2 0,-1-2-2 0,-1-1 3 16,0-2 0-16,1-3-3 0,0-5 3 15,-1-1-5-15,-2-3 2 16,-2-7 0-16,-2-2-1 0,-5-8 2 0,-8-5-3 16,-7-7 1-16,-7-6 1 0,-7-8-1 15,-3-6 1-15,-8-7 2 0,-1-6 0 0,-3-12-2 16,-1-11 3-16,3-8-1 0,2-6 1 0,2-8-1 16,8-4 1-16,6-6-3 0,10-4-2 15,7 0 2-15,12-1-6 16,10 2 1-16,15 4-5 0,12 7-6 0,10 6-9 15,9 9-11-15,8 7-22 0,4 7-37 16,-1 5-82-16,2 6-120 0</inkml:trace>
  <inkml:trace contextRef="#ctx0" brushRef="#br0" timeOffset="25817.92">26723 4603 616 0,'0'0'48'0,"0"0"-7"0,0 0-10 15,0 0-10-15,0 0-8 16,0 0-3-16,0 0-5 0,0 0 2 0,90-82-12 16,-68 69 7-16,2-2-7 0,2-4 5 15,1 0 0-15,1-2 0 16,-1-5 0-16,-2-3 0 0,-3-1 1 0,-2-5-1 0,-4 0 2 0,-3-2 0 15,-4 2 1-15,-4 11-3 0,-2 3 2 16,-1 9 1-16,-2 5 0 16,0-1-1-1,-3 4 0-15,-9 3-2 0,-9 1-1 16,-5 9 2-16,-8 14-1 0,3 6 1 16,0 7-1-16,5 5 1 0,6 2-2 0,2-2 1 15,8-1-2-15,6-1 3 0,4-3 0 0,1-4-2 16,11-3 5-16,7-7-6 0,1-4 5 15,8-4-1-15,2-4-1 16,3-7 1-16,6-3-1 0,-1-3 0 0,1-8 1 16,0-6 2-16,1-4-6 0,-1-5 4 15,-1-5-7-15,-2-3 4 0,-2-2 1 0,-4-6-1 16,-4-2 3-16,-2-1-3 0,-4-1 2 0,-3 7-1 16,-2 5 2-16,-1 9-1 0,-6 8 1 15,-2 9-1-15,-3 5 1 16,3 3-2-16,4 0 0 0,5 3 2 0,5 9 0 15,0 5 0-15,0 4 0 0,-1 6-1 16,1 5-1-16,0 3 0 0,-5 2-2 0,-4 4 0 31,-4 0-1-31,-5 0 2 0,-2 2 1 0,-6-4-4 16,-8-1 3-16,-2-5-5 0,-3-6 2 16,0-4 2-16,8-8 1 0,5-7 2 15,3-4 2-15,3-4 1 0,0 0 2 16,11 0-3-16,13-4 2 0,10-5-1 15,11-3-1-15,9 0 3 0,6-2 1 0,6 0 1 16,2 2 3-16,2-1 3 0,1 1-6 0,0-2 7 16,-2 1-6-16,-4 2 3 0,-7 0 0 15,-8 0-4-15,-11 4-2 16,-12 0-2-16,-7 3-2 0,-8 1 0 0,-7 2 0 16,0-1-2-16,-5 2-3 0,0-1-3 15,0 1-8-15,-5-4-10 0,-15 1-17 0,-12 0-32 16,-16-1-94-16,-9 2-149 0,-9-4 2 0</inkml:trace>
  <inkml:trace contextRef="#ctx0" brushRef="#br0" timeOffset="26000.12">25215 3805 713 0,'0'0'13'0,"0"0"-8"0,0 0-2 0,0 0-5 16,0 0-7-16,0 0-35 0,86 2-145 15,-75 11-94-15</inkml:trace>
  <inkml:trace contextRef="#ctx0" brushRef="#br0" timeOffset="27384.53">28788 4173 483 0,'0'0'78'0,"0"0"-10"0,0 0-6 16,0 0-16-16,0 0-13 0,0 0-9 0,0 0-9 15,0 0-4-15,0 0-1 0,0 0-2 16,67-23 0-16,-40 14-3 16,6-4-1-1,5 0-3-15,3-2-1 0,3-2 0 16,0-1-1-16,-1-2 1 0,-5-1 0 16,-4-1 1-16,-6-2 1 0,-5 0-2 0,-10 1 2 15,-4 5-7-15,-5 3 4 0,-4 1-5 0,-12 5 3 16,-5 0 1-16,-9 6-1 0,-7 3 3 15,-8 9 0-15,-2 8 6 16,-6 7-4-16,2 6 2 0,3 7-3 0,5 2-3 16,7 7 2-16,6 4-2 0,10 1 2 15,7 1-2-15,9 0 2 0,9-7-1 0,11-4 1 16,12-6 0-16,11-6 2 0,9-5-2 0,6-7 1 16,10-7 0-16,3-3 0 0,4-7-1 15,2 0 0-15,-2-10 0 16,-1-3 0-16,-5-4-1 0,-5-5 0 0,-6-5 1 15,-7-3-1-15,-8-3 1 0,-7-2 1 16,-7 0 1-16,-5 2 0 0,-5 2 1 0,-5 5 1 31,-3 10 3-31,-7 5 0 0,0 8 0 0,-4 3-2 16,0-1-3-16,-2 1-1 0,-13 0-2 16,-11 6 0-16,-12 9 0 0,-6 9 0 15,-3 6-1-15,-5 7 0 0,3 1-2 16,1 3 1-16,8-3-4 0,8-2 0 15,7-4-3-15,10-3-1 0,6-11-3 0,9-1 1 16,1-3 6-16,15-6 0 0,9 0 6 0,4-8-4 16,5 0-3-16,2-10 4 0,2-7-2 15,-2-4 4-15,1-4 3 16,-4-5-1-16,-1-4 1 0,1-2 0 0,-7-3 3 16,1 0 2-16,-4 3 4 0,-3 4 1 15,-3 8 5-15,-6 7 2 0,-5 8-2 0,-3 7-2 16,-3 2-7-16,0 0-4 0,1 0 0 0,-1 10 1 15,2 13 0-15,-2 10 1 0,0 8-2 16,0 6 0-16,0 3-3 16,0 3 1-1,1 3 2-15,4 1-2 0,2 2 1 16,3 0-2-16,-2 2-1 0,4-1 1 16,1 3-2-16,2-2 2 0,0-6-1 0,1-1 3 15,5-9-2-15,-1-5 0 0,0-10 0 0,2-4-1 16,-1-8 5-16,-2-4-5 0,-4-5 2 15,-1-6 1-15,2-3-3 16,-1-6 5-16,3-8-2 0,0-7-1 0,-2-8 0 16,-2-8 0-16,0-10 0 0,-2-8-2 15,1-12 3-15,-1-6-3 0,-2-4 2 0,3-7-2 16,-2-3-2-16,4-2 2 0,-2 2-2 0,-1 7 2 16,-1 10 3-16,-2 16-2 0,-3 20 1 15,-2 14-1-15,-3 14 1 16,-1 6-3-16,0-2 0 0,0 2 0 0,0 0 0 15,2 0 0-15,-2 2 1 0,0 15 0 16,0 9 0-16,0 10 1 0,2 2 0 0,1 0 0 31,0 0-1-31,2-3 1 0,-1-3-1 0,2-2 2 16,0-6-2-16,-1-5 2 0,1-4-2 16,-1-5 0-16,-1-3 0 0,2 0 0 15,4-4 3-15,4-3 1 0,2 0-1 16,6-7 0-16,1-8-2 0,0-5-2 15,1-6 2-15,1-5-1 0,3-4 1 0,-1-4 0 16,1-5-1-16,1-2 0 0,-2 4 1 0,-1 4-1 16,-3 6 2-16,-1 8-1 0,-6 9 1 15,-7 7-1-15,-1 3 1 0,-3 4 1 16,5 1-1-16,1 0-1 0,0 11 0 16,1 4 1-16,-1 6-2 0,-3 6 2 0,2 4-2 15,-1 2 1-15,1 2 0 0,2 0-1 16,-1-1 0-16,4-6 1 0,-1-2-2 0,3-3 2 15,0-6-2-15,3-4 0 0,1-4-2 16,3-4-7-16,0-5-7 0,2-2-13 31,-1-12-26-31,-2-4-45 0,-3-7-129 16,-1-6-74-16</inkml:trace>
  <inkml:trace contextRef="#ctx0" brushRef="#br0" timeOffset="27967.07">31184 3916 688 0,'0'0'51'0,"0"0"-5"0,0 0-12 15,103-73-6-15,-65 58-8 0,-1 1-4 16,5 5-4-16,-3 2-4 0,-3 5-4 15,-1 2-2-15,-5 0-3 0,-2 11 0 0,-5 4-1 16,-3 5 1-16,-4 4 4 0,-4 2-6 16,-5 2 5-1,-3 4-6-15,-4 0-2 0,0-2-3 16,-6 1-5-16,-7-3-1 0,0-6-3 16,-4-2 5-16,-1-7 6 0,4-3 4 15,0-7 2-15,4-2 2 0,0-1 1 16,-1-11 1-16,5-4 0 0,1-6 1 0,5-1 1 15,1-5-2-15,12-1 0 0,5-3 0 16,5-2-4-16,6-2 5 0,4-2-4 0,2 0 3 16,3 0 1-16,0 2-1 0,-3 7-1 15,-3 4-1-15,-9 11 1 0,-3 7-3 16,0 6 1-16,-2 8 5 0,2 10-1 16,-1 4 2-16,-6 8-1 0,-2 2-4 0,-2 1 4 15,-2 3-4-15,-2-1 3 0,2-2-4 0,-1-1 0 16,1-4-2-16,3-6 2 0,1-4 0 15,-2-5 0-15,4-7 2 0,5-5-2 16,2-1 0-16,5-6 0 0,-1-8 0 31,1-5 0-31,-1-2 0 0,-1-5 0 16,-2-1 0-16,-3-2-4 0,-3 3 4 0,-2 2-4 16,-4 7 4-16,-5 6 0 0,-3 8-1 15,-1 3-1-15,0-1-1 0,0 1 1 0,0 0-3 16,-8 4-3-16,-8 11-9 0,-5 5-28 15,0 3-51-15,-5 2-197 0,0 5-23 16</inkml:trace>
  <inkml:trace contextRef="#ctx0" brushRef="#br0" timeOffset="28150.29">31792 4599 836 0,'0'0'16'0,"0"0"-4"0,0 0-2 0,0 0-3 0,0 0-8 31,0 0-2-31,0 0-7 0,0 0-13 16,0 0-41-16,0 0-103 0,15-24-148 16</inkml:trace>
  <inkml:trace contextRef="#ctx0" brushRef="#br0" timeOffset="28317.88">32058 4538 877 0,'0'0'31'16,"0"0"-7"-16,0 0-11 0,0 0-5 16,0 0-6-16,0 0-3 0,0 0 0 0,0 0-4 15,0 0-2-15,71-48-8 0,-68 48-20 16,-1 1-60-16,2 8-220 0,-6-3-18 0</inkml:trace>
  <inkml:trace contextRef="#ctx0" brushRef="#br0" timeOffset="82666.92">3178 4818 220 0,'0'0'52'0,"0"0"-2"0,0 0-7 15,0 0-5-15,0 0-5 0,0 0-3 16,0 0-8-16,0 0-5 0,0 0-4 31,-27-12-6-31,25 12-1 0,1 0 4 16,-1 0 4-16,-2 0 3 0,1 1 3 16,0 11-3-16,2 5-2 0,1 6 3 0,0 7-2 15,0 4 0-15,7 2-1 0,2 5-6 0,-1 4 1 16,5 4-3-16,-4 6 0 0,4 5 3 15,-4 9-4-15,-2 8 3 0,3 8-3 16,-3 9-3-16,-1 8 3 0,3 5 2 16,-1 10 0-16,1 9 6 0,1 9-4 15,-1 8 0-15,4 4-2 0,-3 3-3 16,4 1-4-16,-2 2-4 0,4 2 6 0,-3 4-1 0,0 4 1 16,1 2 0-16,1 4 0 0,1 1 1 15,-3 1 0-15,4-2 0 0,-1-2 0 16,0-5-1-16,0-1-1 0,-2-5-1 15,-5-3 0-15,-3-3 0 0,-2-4 0 16,-4-2 0-16,0-4 1 0,-1-1 0 16,-5-4-1-1,0-6 0-15,0-6-2 0,3-8-5 0,2-10 2 16,1-9-1-16,6-11-9 0,4-9-14 16,10-7-27-16,0-9-55 0,5-9-120 15,1-12-62-15</inkml:trace>
  <inkml:trace contextRef="#ctx0" brushRef="#br0" timeOffset="83316.78">3521 11075 294 0,'0'0'25'0,"0"0"11"15,0 0 3-15,0 0-8 0,0 0-7 16,0 0-11-16,0 0-5 0,0 0 1 16,0 0 1-16,0 0 3 0,123-32 0 15,-64 27 2-15,13 2 0 0,14-2-2 16,16 0-3-16,14-2-4 0,17 1-2 0,14-1-3 16,14-1-1-16,14 1-1 0,16-3-1 0,10 1 2 15,17 0-1-15,15-2 0 0,13 3 0 16,11-2-1-16,9 3 1 0,9-4 0 15,6 2-1-15,4-1 0 0,4-1 1 0,12-2 0 16,5 3 2-16,8-2-1 16,7-1 0-16,0 3 3 15,7 1-3-15,0 0 2 0,1 1 0 16,-1 1-2-16,-2-1 1 0,-1-1 0 16,-7 1-1-16,1 1 1 0,-6-2-2 15,-7 0-1-15,-5-2 0 0,-9 0 1 16,-5 1 2-16,-8-1 1 0,-10-3 0 0,-8 2 1 15,-8-1-1-15,-8 1 5 16,-7-2 2-16,-8 2 7 0,-5-1 2 0,-10 3 4 16,-8 1 1-16,-10 3-2 0,-8 3 2 0,-11 1-6 15,-11 2-4-15,-10 0-7 0,-12 5-5 16,-10-1-4-16,-12-1-1 0,-6 0-1 16,-13-1 0-16,-7 0-2 0,-9-2-1 0,-7 0-6 15,-10-4-16-15,-10-3-38 16,-11-2-115-16,-12-8-100 0</inkml:trace>
  <inkml:trace contextRef="#ctx0" brushRef="#br0" timeOffset="84101.1">600 7192 451 0,'0'0'42'16,"0"0"-2"-16,0 0 1 0,0 0 0 0,0 0-7 15,0 0-7-15,0 0-8 0,0 0-3 16,0 0-1-16,0 0-2 0,-6-22 0 15,6 22-1-15,6 8-3 0,7 11-2 16,0 15 5-16,0 12-5 0,-3 11 4 16,0 12-6-16,0 11-3 0,-4 8 1 0,0 3-4 15,-2 3 3-15,-1 2 2 0,4-3-3 16,3-1 3-16,-1-1-4 0,4-7-2 0,-3-7 3 16,-1-10-2-16,5-9 2 0,-5-13 3 15,1-8-5-15,-3-9 4 0,-1-9-5 16,-2-6-2-16,1-5-5 0,-4-5-19 15,2 1-25-15,-3-4-54 0,0 0-172 0,0 0-4 16</inkml:trace>
  <inkml:trace contextRef="#ctx0" brushRef="#br0" timeOffset="84466.7">798 7421 622 0,'0'0'27'15,"0"0"-1"-15,0 0-4 0,0 0-5 16,0 0-8-16,0 0-3 0,0 0-1 16,0 0 2-16,0 0-2 0,85 76 0 0,-66-31-4 15,1 5 1-15,2 2-3 0,0-3 0 16,4-6 0-16,0-4 0 0,1-9 0 15,5-7 2-15,1-10 0 0,2-8 3 0,3-5 0 16,5-14-3-16,5-10 0 0,7-13 0 31,-2-10 2-31,-1-7-1 0,-7-9 2 16,-7-2-3-16,-8 0 4 0,-4 3-3 0,-6 5 2 16,-1 10-1-16,-6 10-7 0,-6 12 4 0,-2 10-6 15,-4 10 3-15,-1 5-3 0,0-1-2 16,0 1 0-16,0 0-8 0,-6 1-8 15,-7 10-20-15,-4 5-36 0,0 3-65 16,-1 1-110-16</inkml:trace>
  <inkml:trace contextRef="#ctx0" brushRef="#br0" timeOffset="84817.03">1025 7213 561 0,'0'0'39'15,"0"0"6"-15,0 0-2 0,0 0-4 16,0 0-9-16,0 0-9 0,0 0-4 16,0 0-7-16,0 0-4 0,0 0 0 15,-4-11-3-15,4 11 2 0,4 17 6 16,9 9-4-16,-3 13 3 0,0 7-5 0,-3 9-2 15,-4 7 0-15,-3 9-2 0,0 5 1 16,0 4-3-16,3-1 3 0,-3 0 1 0,6-4-2 16,1-5 2-16,1-8-2 0,0-5-2 15,1-8 1-15,-5-8-1 0,-1-14 1 16,-3-4-2-16,0-9 2 0,0-8-2 16,3 0-2-16,-3-6-4 0,0 0-19 0,0 0-40 15,0 0-81-15,0-4-145 0,0-14-2 16</inkml:trace>
  <inkml:trace contextRef="#ctx0" brushRef="#br0" timeOffset="85134.71">1729 7045 618 0,'0'0'45'0,"0"0"-9"16,0 0-4-16,0 0-10 0,0 0-9 0,0 0-2 15,0 0-1-15,0 0 3 0,0 0 2 16,16 36-4-16,-9 3 0 0,2 7 1 0,2 7-5 16,-2 7 2-16,4 9-4 0,-3 7-6 15,3 4 3-15,-1 5-3 0,2 2 1 16,1 0 4-16,2-4-3 0,3-2 2 15,1-6-5-15,0-3-3 0,1-7 1 0,-3-4-2 16,-2-8 3-16,-1-8-3 0,-6-7-5 16,0-7-17-1,-4-10-23-15,-3-8-39 16,0-7-91-16,-3-6-104 0</inkml:trace>
  <inkml:trace contextRef="#ctx0" brushRef="#br0" timeOffset="85599.86">1893 6610 583 0,'0'0'35'16,"0"0"-1"-16,0 0 7 0,0 0-8 0,14-94-4 15,-2 77-3-15,2 4-7 0,2 2-7 16,6 0 1-16,2 6-8 0,5 2-1 31,1 3 2-31,4 0-4 0,-1 5 1 16,3 6-2-16,2 5-2 0,-2 3 2 0,3 4 4 16,-6 6-5-16,-1 5 5 0,-9 8-6 15,-7 3-1-15,-10 4 0 0,-6 4-1 16,-10 1 2-16,-13 1-1 0,-8-2 1 0,-5-2 0 15,-3-8 1-15,4-4 0 0,2-9 1 16,7-6-1-16,9-10 1 0,5-5 1 16,9-6 0-16,3-3 1 0,0 0 3 0,0 0-2 15,19-2 1-15,13-8 2 0,20-7-2 16,10-4-1-16,8-2-1 0,3 0-1 0,-2-1-3 16,-3 0 1-16,-7 1-2 0,-8 1 1 15,-11 6 1-15,-14 5 1 0,-14 5 0 16,-7 5-1-16,-7 1-2 0,0-2-5 15,0 2-6-15,0 0-15 0,-7 3-19 0,-9 9-51 16,-7 5-180-16,-2 0-21 0</inkml:trace>
  <inkml:trace contextRef="#ctx0" brushRef="#br0" timeOffset="88117.62">17117 11375 155 0,'0'0'43'0,"0"0"-6"0,0 0-7 16,0 0-4-1,0 0-4-15,0 0-1 0,0 0 4 16,0 0 3-16,0 0 2 0,-13-2 3 16,11 2-2-16,2-1 0 0,-1 1-1 15,1 0 1-15,-3-1 2 0,3 1-1 16,0 0-6-16,0-5-6 0,0 0-2 0,6-2-2 15,7-3-1-15,1 3-1 0,5-4-2 16,-6 6-3-16,4 0-2 0,1 3-2 0,1 2-1 16,5 0 1-16,2 0-2 0,-3 7-2 15,2 3 1-15,-2 3-2 0,-1 4 1 16,-3 5-2-16,-1 2 1 0,-3 4 0 16,-2 3 0-16,-3 4 0 0,-4 3 0 0,-3 2-2 15,-3-1 2-15,0-1-1 0,-3 0 1 16,-6-3 0-1,-1-3 1-15,-4-2-1 0,0-6 0 0,0-3 5 0,5-5-5 0,3-8 7 16,5-4-4-16,1-4 3 0,0 0 2 31,0 0-5-31,0-3 1 0,0-15-5 16,1-13 3-16,13-13 0 0,6-6-3 0,9-3 2 16,7-5-2-16,4 2 2 0,8 3-1 15,0 5 2-15,2 6-2 0,-4 7 1 0,-5 8 0 16,-8 6 2-16,-7 6 1 0,-10 4 3 15,-6 6-1-15,-5 4 0 0,-5 1 0 16,0-1-1-16,0 1-1 0,0 0 0 16,0 0 1-16,0 7 0 0,-6 8-1 0,-4 7-1 15,1 0-1-15,2 7-1 0,1 5 0 16,3 3-1-16,3 8 1 0,0 3-2 0,2 2 1 16,5 0-2-16,3-3 2 0,4-2-1 15,4-9 1-15,2-4-2 0,5-7 0 16,-2-5 4-16,7-6-7 0,2-9-6 15,3-5-7-15,1-7-17 0,-1-9-11 0,-1-8-23 16,1-4-53-16,-5-4-154 0,-1 0-14 16</inkml:trace>
  <inkml:trace contextRef="#ctx0" brushRef="#br0" timeOffset="89250.35">18845 11704 528 0,'0'0'2'0,"0"0"11"0,0 0 14 0,0 0 10 15,0 0 3-15,0 0-2 0,0 0-8 16,0 0-9-1,0 0-5-15,14-12-3 0,15 0-3 0,14 1-3 0,11-1-2 0,14 0-2 16,9 0-1-16,12-3-2 0,10 0 0 31,8-1-2-31,1 0 2 0,3-1 0 16,-5 2 2-16,-5 3-2 0,-12 4 0 0,-11 2 0 16,-16 1-2-16,-13 4 1 0,-19-1-1 15,-14 1 2-15,-8 1-1 0,-8 0 2 0,0 0 2 16,0 0-1-16,1 0 0 0,1 0 2 15,0 0 2-15,-1-1-1 0,-1-4 0 16,0-7-4-16,-5-5-1 0,-8-7 0 16,-7-3-1-16,-6-2 0 0,-5-5 1 0,-3-2-2 15,-7-2-2-15,-4-3 3 0,-5 1-4 16,-5 4 5-16,0 4 0 0,1 8 0 0,2 6 1 16,9 6 0-16,10 4 0 0,9 6 0 15,10 2-1-15,5 0 1 0,0 4 0 16,8 3 2-16,1 7 1 0,7 1 3 15,12 3 0-15,10 2 1 0,10-2-2 0,7 0-1 16,8 2 4-16,5 0-7 0,3 1 3 16,2 0-3-1,-2 2-1-15,0 0 0 0,-2 0 2 16,-6 2-1-16,-4 1-3 0,-6 5 2 16,-6 0-2-16,-8 4 2 0,-8 3 2 15,-9 2-2-15,-10 2-1 0,-4 1 2 16,-15 1-5-16,-13-2 4 0,-9 1 3 0,-7-2-4 15,-7-2 3-15,-4-2-5 0,-5-2-2 16,-1-5-3-16,3 2-10 0,-5-3-13 0,5-2-30 16,2 2-60-16,4-5-179 0,12-1-6 15</inkml:trace>
  <inkml:trace contextRef="#ctx0" brushRef="#br0" timeOffset="96850.38">7205 6437 363 0,'0'0'45'0,"0"0"7"0,0 0-9 0,0 0-14 16,0 0-7-16,0 0-4 0,0 0-5 15,0 0-6-15,0 0-1 0,-15-1-3 16,13 1-2-16,1 0 0 0,-4 0-2 0,-2 0 0 16,3 5-2-16,-4 7 0 0,3 4-2 15,-1 7-3-15,3 3 0 0,2 6-12 16,-2 6-14-16,0 7-19 15,-2 10-10-15,2 10-21 0,-5 13-34 0,2 9-68 0</inkml:trace>
  <inkml:trace contextRef="#ctx0" brushRef="#br0" timeOffset="97000.96">7162 8285 389 0,'0'0'13'0,"0"0"-8"0,0 0 0 15,0 0-4-15,0 0-1 0,0 0-5 16,0 0-3-16,25 80-5 0,-22-56-6 0,-3 5-9 16,-3 3-30-16,-6 7-26 0,0 7-78 15</inkml:trace>
  <inkml:trace contextRef="#ctx0" brushRef="#br0" timeOffset="97149.92">7091 9619 511 0,'0'0'5'0,"0"0"-9"16,20 95-1-16,-15-67 3 0,-2-2-2 16,-2-1-4-1,1 3-5-15,-2-1-19 0,1 5-41 16,-1 1-87-16,0 4-55 0</inkml:trace>
  <inkml:trace contextRef="#ctx0" brushRef="#br0" timeOffset="97318.01">7282 10687 834 0,'0'0'-2'15,"0"0"-1"-15,0 0 1 0,0 0 2 16,0 0-1-16,0 0 0 0,0 0-7 0,0 0-6 16,0 0-18-16,69-34-24 0,-69 34-59 15,0 0-148-15,2 0-24 0</inkml:trace>
  <inkml:trace contextRef="#ctx0" brushRef="#br0" timeOffset="98166.78">7285 12183 458 0,'0'0'15'0,"0"0"4"0,0 0 9 0,-36-78 9 16,29 51 4-16,2 7 1 0,1 1-3 31,1 6-9-31,1 7-10 0,2 0-12 0,0 6-9 16,-4 2-1-16,-1 17 0 0,-4 13 3 16,-6 11-2-16,-2 5 0 0,1 2 0 15,-4 0 2-15,0-1-2 0,2-3 2 0,2-5-2 16,5-8 1-16,1-10 1 0,5-11-1 15,4-6 0-15,1-6 2 0,-3 0 1 16,3 0 0-16,13-14 0 0,6-13-3 0,7-14 1 16,3-12-2-16,-2-9 3 0,2-6-2 15,-6-6 4-15,-1 0-2 0,1-1-2 16,-4 6 4-16,-3 6-5 16,-2 15 3-16,-2 18-1 0,-5 13-2 0,-1 14 1 0,8 9 1 15,1 18 2-15,8 13 0 0,-3 10 5 16,-1 9-4-16,4 6 5 0,-3 5-3 0,-1 1-3 15,0 1 1-15,1-2-3 0,-4-7 2 16,3-5-4-16,-3-9 2 0,-2-10-2 16,1-9 2-1,-7-10-1-15,-2-10-3 0,-2-2-2 16,-4-5-8-16,2 0-28 0,2-8-65 16,-1-11-171-16,-1-9-24 0</inkml:trace>
  <inkml:trace contextRef="#ctx0" brushRef="#br0" timeOffset="98317.75">7136 12082 635 0,'0'0'20'0,"0"0"7"0,123 8-3 16,-49-14-7-16,18-7-11 0,15-3-13 15,9-4-38-15,15-3-107 0,4-5-129 16</inkml:trace>
  <inkml:trace contextRef="#ctx0" brushRef="#br0" timeOffset="98867.02">10851 10021 396 0,'0'0'52'0,"0"0"-2"16,0 0-4-16,0 0-7 0,0 0-9 15,0 0-7-15,0 0-8 0,0 0-5 16,0 0-3-16,0 0-5 15,-7-47-2-15,7 45-2 0,4 2 1 0,2 2-3 0,4 3-5 16,-1 7-6-16,-5 4-20 0,-1 4-38 31,1 6-62-31,-4-8-118 0</inkml:trace>
  <inkml:trace contextRef="#ctx0" brushRef="#br0" timeOffset="99050.24">10971 10361 484 0,'0'0'23'0,"0"0"6"16,0 0-1-16,0 0-3 0,0 0-8 15,0 0-7-15,0 0-4 0,0 0-5 16,0 0-4-16,0 0-3 16,17 50-11-16,-17-32-17 0,0 5-39 0,0 6-66 0,0 1-101 15</inkml:trace>
  <inkml:trace contextRef="#ctx0" brushRef="#br0" timeOffset="99200.31">11023 11076 532 0,'0'0'24'16,"0"0"-2"-16,0 0-6 0,0 0-10 15,0 0-7-15,0 0-8 0,0 0-12 0,0 0-50 16,0 0-139-16,-19-30-36 0</inkml:trace>
  <inkml:trace contextRef="#ctx0" brushRef="#br0" timeOffset="99650.3">11043 12436 451 0,'0'0'67'16,"0"0"-12"-16,0 0-6 0,0 0-5 0,-40-86-10 16,37 75-2-16,0-3-5 0,0 1-7 15,3 6-2-15,0 2-8 0,0 5-4 16,0-2-1-16,0 2-1 16,6 10 2-16,1 10-1 0,3 12 1 0,-4 8-3 0,-2 5 1 15,-2 2 1-15,-2 5-5 0,0 0 4 16,0-1-5-16,0 0 1 0,-2 1 1 0,-2-3-2 15,-2-4 2-15,2-2-3 0,-5-5 2 16,2-8-2-16,4-9 0 0,0-10-1 16,2-5-2-1,1-6-5-15,-2 0-9 0,2 0-28 16,0 0-34-16,0-6-57 0,0-17-107 16,0-13-25-16</inkml:trace>
  <inkml:trace contextRef="#ctx0" brushRef="#br0" timeOffset="100117.93">10757 12231 610 0,'0'0'43'16,"0"0"-3"-16,0 0-1 0,0 0-6 0,0 0-5 16,-19-91-10-16,32 70-4 0,7-2-5 15,8 2 1-15,8 3-2 0,6 1-1 16,7 5-3-16,6 3-3 15,-3 6 0-15,2 3-1 0,-4 3 0 0,-2 9-2 0,0 4 0 16,-6 6-1-16,-6 5-2 0,-4 5 0 31,-8 4 0-31,-8 5 0 0,-10 4 3 0,-6-2-1 16,-8 1 2-16,-10-1-1 0,-8-4 2 16,-6-1-2-16,-3-3 1 0,-1-4 4 15,1-3-4-15,2-5 5 0,4-3-4 0,12-8-1 16,7-6 2-16,7-3 0 0,3-3-1 15,-2 0 0-15,2 0 0 0,2 0 0 16,11 0 2-16,7 0 1 0,13 0 0 0,1 0-2 16,2 0 0-16,0 9 2 0,4 3-1 15,-5 2 2-15,3 4 1 0,-5 4-4 16,0 2 2-16,-2 5-1 0,-2 3 0 16,-6 2-1-16,-7 3 2 0,-5 1-2 0,-7 0 1 15,-4-3-1-15,-7-2 0 0,-9-2-1 16,-4-4 1-16,-2-6-1 0,-4-3 0 0,0-5-2 15,-1-8-1-15,-2-5-4 0,2 0-6 16,2-9-12-16,2-3-19 0,1-4-25 16,9 2-56-1,2-4-158-15,8 1-2 0</inkml:trace>
  <inkml:trace contextRef="#ctx0" brushRef="#br0" timeOffset="100900.31">13610 7483 151 0,'0'0'38'0,"0"0"4"15,0 0-1-15,0 0-5 0,0 0-4 16,-55-87-5-16,54 74 5 0,-1-5 3 0,2 4 4 16,0-3 5-16,0 8-3 0,0 5-10 15,2-1-9-15,-2 5-9 0,0-1-5 16,0 2 3-16,0 14 1 0,-3 8 2 15,-3 8-3-15,0 0-2 0,-1 1-4 0,3 5 1 16,2-1-5-16,2 5 0 0,0 0-2 31,2 3-3-31,6 3-2 0,2 2-5 0,4 5-15 16,3 9-29-16,0 6-68 0,2 10-141 16</inkml:trace>
  <inkml:trace contextRef="#ctx0" brushRef="#br0" timeOffset="101066.9">13703 9358 406 0,'0'0'14'0,"0"0"-4"16,0 0 5-16,0 0-1 0,0 0-4 16,0 0-4-16,0 0-5 0,53 88-8 0,-47-62-9 15,-5 2-31-15,1 10-60 0,-2 3-111 16</inkml:trace>
  <inkml:trace contextRef="#ctx0" brushRef="#br0" timeOffset="101251.13">13805 10329 595 0,'0'0'41'0,"0"0"-8"15,0 0-3-15,0 0-3 0,-8 81-9 0,6-62-7 16,2 4-2-16,0 1 1 0,0 10-8 15,0 1 3-15,0 0-7 0,0 1-5 16,0 1-4-16,0 0-7 0,2 3-10 16,-1-2-29-16,2-2-44 0,0-3-101 15,3-2-72-15</inkml:trace>
  <inkml:trace contextRef="#ctx0" brushRef="#br0" timeOffset="101801.17">14025 11911 429 0,'0'0'76'0,"0"0"-8"0,0 0-12 15,0 0-5-15,-7-91-12 0,-2 77-6 0,3 6-8 16,-8-2-4-16,7 4-8 0,-7 6-4 15,-6 0-3-15,-1 11-1 0,-5 10 0 16,2 9 0-16,4 8 3 0,3 9-4 0,5 6 1 16,5 6-3-16,6 4-3 0,1 1 2 15,11-1-2-15,9-2 0 0,8-8-3 16,7-8-1-16,5-6-3 0,9-12-5 0,8-7-17 16,2-10-28-16,6-8-42 0,3-2-98 15,-1-17-90-15</inkml:trace>
  <inkml:trace contextRef="#ctx0" brushRef="#br0" timeOffset="102667.64">15363 10665 234 0,'0'0'61'0,"0"0"1"15,0 0-5-15,0 0-4 0,0 0-2 16,0 0-2-16,0 0-2 0,0 0-5 15,0 0-5-15,0 0-8 0,-15-26-6 0,15 26-5 16,-1-2-5-16,1 2-4 0,0-1-2 31,0 1-3-31,0 0 2 0,0 0-1 0,1 0 0 16,11 1-1-16,-1 7-4 0,4 0 1 16,-5-1-2-16,-4-1 0 0,0 2-1 15,-2 0-1-15,-4-5 0 0,0 5 2 0,0 3 0 16,-7 0 2-16,-8 2 0 0,1-5-1 15,-2-5 0-15,-3-3 1 0,3 0 1 16,-7-3 2-16,6-6 0 0,5 1-2 0,5-2 1 16,4-6-3-16,3 1 2 0,3-5-2 15,10 5 0-15,5 2 0 0,3 4 0 16,2 4-3-16,0 4 3 0,0 1 1 0,-8 0-2 16,-1 1 2-16,-2 7-2 0,-5-4 1 15,0 1 0-15,-1 1 0 0,-5-2 0 16,1-1 0-16,-2 5 1 0,-2-2 1 0,-5 0-2 15,-4 2 0-15,-8-7 0 0,3-1 1 16,-6 0 0-16,2-4-1 0,3-5 0 16,1-2-2-1,6 2 2-15,2-2-3 0,5 4 0 16,2 2-3-16,-1 1-3 0,2 4-3 16,0 0-10-16,14 0-13 0,3 9-32 15,6 6-57-15,-3 3-159 0</inkml:trace>
  <inkml:trace contextRef="#ctx0" brushRef="#br0" timeOffset="103116.67">15334 10933 429 0,'0'0'71'16,"0"0"-12"-16,0 0-16 0,0 0-13 15,0 0-8-15,0 0 0 0,0 0-2 16,0 0 1-16,0 0-5 0,0 0-6 0,30 16-3 16,-21 5-4-16,2 2-1 0,-5 1 2 15,4 0-6-15,-4 0 4 0,0 2-6 16,-1-2 0-16,-2 3-1 0,0-2 0 0,0 1 0 15,-1 1-8-15,-1 0-11 0,-1-1-22 16,0-1-22-16,0-1-44 0,0-7-84 16,-3-1-48-1</inkml:trace>
  <inkml:trace contextRef="#ctx0" brushRef="#br0" timeOffset="103283.39">15442 11554 413 0,'0'0'21'0,"0"0"7"0,0 0 2 16,0 0 2-16,0 0-12 0,23 82-7 15,-15-59-9-15,2-2-7 0,-3 2-9 16,0 1-8-16,-1 0-41 0,1 4-67 0,-4-2-104 16</inkml:trace>
  <inkml:trace contextRef="#ctx0" brushRef="#br0" timeOffset="103450.21">15569 12246 606 0,'0'0'39'0,"0"0"6"0,0 0-8 16,0 0-16-16,0 0-12 0,0 0-10 15,0 0-7-15,0 0-8 0,0 0-22 0,5 0-58 16,-4-1-122-16,2-2-65 0</inkml:trace>
  <inkml:trace contextRef="#ctx0" brushRef="#br0" timeOffset="103866.99">15824 12436 654 0,'0'0'48'0,"0"0"-8"16,0 0-5-16,0 0-4 0,0 0-9 15,0 0-8-15,0 0-7 0,0 0-4 16,0 0-1-16,0 0-2 0,-2-7 3 0,8 32-1 16,5 12-1-16,-3 4 4 0,1 3-6 15,-3 1 4-15,1 2-3 0,-1 0-1 16,-1 0 1-16,1 0-2 0,-2-1-1 0,-1-4-2 15,-1-2-4-15,-2-6-6 0,0-7-10 16,0-7-22-16,-3-5-29 0,0-5-68 31,2-5-147-31</inkml:trace>
  <inkml:trace contextRef="#ctx0" brushRef="#br0" timeOffset="104167.03">15690 12403 688 0,'0'0'33'16,"0"0"6"-16,0 0 4 0,0 0-5 15,0 0-9-15,95-3-6 0,-58 12-5 16,4 4-1-16,7 4-7 0,-2 5-1 0,3 3-5 16,-1 5-3-16,0 4 4 0,-6 4-4 15,-5 3 2-15,-2 5-3 0,-10 2-3 16,-5 5 2-16,-10 5-2 0,-10 1 1 0,-4 2-1 15,-19-2 1-15,-9-3-3 0,-7-6 1 16,-9-3 2-16,-6-6-7 0,-5-4 0 16,-3-9-6-1,-2-3-5-15,2-8-5 0,1-7-11 16,3-4-16-16,5-4-23 0,9-2-44 16,8 0-166-16,12 0 7 0</inkml:trace>
  <inkml:trace contextRef="#ctx0" brushRef="#br0" timeOffset="117001.03">1900 17709 429 0,'0'0'0'0,"0"0"3"0,0 0 7 0,0 0 3 16,0 0-5-16,0 0 0 0,0 0-9 16,0 0-4-16,0 0-13 0,0 0-41 15,0 0-70-15,-2 0-85 0</inkml:trace>
  <inkml:trace contextRef="#ctx0" brushRef="#br0" timeOffset="128466.77">3966 10648 252 0,'0'0'6'0,"0"0"1"0,0 0-1 15,0 0 1-15,0 0 7 0,0 0 7 0,0 0 4 16,0 0 1-16,0 0-4 0,0 0-3 16,68-73-2-1,-53 55-1-15,-1-3-3 0,2-2-5 16,3-4-1-16,-2-2-5 0,2-3 0 0,3-3 3 16,-1-3-3-16,3-3 2 0,0-3 1 15,2-6-2-15,0-2-1 0,3-2 2 16,3-3 1-16,-3 0-2 0,1-1 0 15,-1-1-4-15,0-3 3 0,0-2 0 16,1-1-1-16,2-4 0 0,3-2-1 0,1-2 0 16,0-1-1-16,3-4 1 0,0 0 0 0,2-4-3 15,1-2 3-15,2-1-1 0,1 0-1 16,1 0 3-16,-2 2-3 0,2 2 1 16,-5 2 1-16,-4 1-1 0,-2 3 2 15,-3-1-1-15,1 0 0 0,-1-1 1 16,-3 1-1-16,4-3 1 0,0-2-1 0,0 1-3 15,4-2 3-15,-1 3-4 0,0 3 4 0,5 5 1 16,-1 5 1-16,-1 7 1 0,0 4-3 31,0 4 1-31,-4 2-2 0,-2 4-1 16,2 0 1-16,-5 0-2 0,5 3 4 16,-3-4 1-16,1 1-1 0,3-4 1 15,-1-1-1-15,5-1 0 0,-1 2 0 0,2 2 0 16,2 0 1-16,-1 4-1 0,0 3-2 0,0 0 2 15,-3 3 0-15,-1 2-3 0,-1 2 0 16,-2-2 0-16,1 2 1 0,-1 0 2 16,1-1-2-16,2 2 1 0,-1 0 1 15,2 2-1-15,0-1 0 0,2 2 1 16,-1 6-1-16,4-2 0 0,-1 5 1 0,-4 2 1 16,3 2-2-16,-3 2 1 0,-3 1 0 0,0 3-1 15,-5 2 2-15,-4 4-1 0,-8 3 0 16,3-1 2-16,-4 2-4 0,1 0 6 15,7 2-3-15,-3 3 2 0,-2 2-1 16,2-1-1-16,-3 1 0 0,0-1-1 16,2 2 0-1,-2 0 0-15,2 0 1 0,-3 2-1 16,2 0 0-16,-3 2-1 0,2 3 0 0,2 4 0 16,-5 1 1-16,2 1 0 0,-2 0 0 15,-1 2 1-15,1 0 1 0,-2-1 0 16,4 3 1-16,-3-1 0 0,1 0 0 15,-1 0 0-15,1 1-2 0,1 2 4 16,-1 2-4-16,0 1 4 0,2 1-3 0,1-1-3 16,2 0 1-16,-2 1-1 0,3-3 0 0,-1 1-1 15,5 2 2-15,-3-1-1 0,0 2 0 16,1 2 0-16,-4 0 0 0,-3 3 1 16,2-1 0-16,-1 2 0 0,0-1 1 15,-1-1-1-15,0 0 0 0,2-1 5 16,2 0-4-16,0-1 5 0,2-1-4 0,1-1-3 15,2 0 1-15,-1 1-1 0,4 1 0 0,-3 1-1 16,0 1 2-16,1 2-2 0,-4 2 2 31,-1-1-2-31,-2 2 2 0,-1 0-2 16,-3 0 2-16,1-3-1 0,-1 1 2 16,-1-2 1-16,1-1-2 0,3 0 3 15,-2-1-4-15,3-3 2 0,-2 0 0 0,0-2 0 16,0 2 0-16,-3 2 1 0,1-1-1 0,-1 0-1 15,3 2 1-15,-3 0-4 0,1 0 3 16,-2-1-2-16,0-2 2 0,0-2-1 16,-1-3 2-16,-2 1-1 0,4-4 2 15,-3 0 0-15,0-3 2 0,0 2 1 16,0-1 0-16,1 0 1 0,2 3-5 0,0-2 3 16,4 2-5-16,-2-1 0 0,0-2 0 0,0 1 0 15,1-4 0-15,1 2-2 0,-3-3 3 16,2 1-2-16,-3-1 2 0,4-3 0 15,-4 0-1-15,0-1-1 0,-1-2 2 16,0 0-1-16,0 1 1 0,-1-3 1 16,1 2-2-1,-1 2 0-15,-1 1 0 0,2 0-1 16,-4 2 1-16,2 1 1 0,-3-1-1 0,2 0 0 16,-1-1 0-16,0 0-2 0,-1-1 1 15,1-3 1-15,-2 1 0 0,3-1 1 16,-4 1 0-16,4 1-3 0,-6-4 3 15,1 1-2-15,1 1 2 0,-2 1 1 16,3 4-1-16,-2 0 3 0,0 0-3 0,-1-6 4 16,-3 5-5-16,4-3 1 0,-2-3 0 0,1 5 0 15,-1 0 0-15,-2-6 0 0,0 6 0 16,1 0 0-16,-1-4 0 0,0 6 0 16,0-2 1-16,0 2-1 0,0-2 1 15,1 2-1-15,0-2 0 0,1 1-2 16,1 4 2-16,-2 0-2 0,2-3 1 0,1-1-1 15,0-1 1-15,-1-2 0 0,0-1 0 0,1 0 0 16,2 1 1-16,-1 4-1 0,0-4 1 31,0-3-1-31,1 2 1 0,0 0 0 16,1 5 1-16,0-3-2 0,-3-2 1 16,-1-2-1-16,0 3 1 0,-1-4-2 15,3 2 1-15,-7-1 0 0,5-1 0 0,-3 0 0 16,1-2 0-16,-1 3 0 0,3-3 0 0,-3 3 1 15,-2-8-1-15,2 6 1 0,1-3-1 16,2 2 0-16,0 1 0 0,0-2-2 16,1 0 2-16,-4-3 0 0,3 2 0 15,-3-4 0-15,-2 0 0 0,5 2 3 16,-3-1-3-16,2 0 1 0,-2-1-1 0,2 2-2 16,-5-3 2-16,0 0-2 0,0 0 3 0,1 0 0 15,1 2-1-15,-1-2 3 0,5 0-4 16,-2 0 0-16,3 0 2 0,2-2-3 15,-5 1 2-15,1-1 2 0,4-3-2 16,-4 4 0-16,4-2 0 0,0-1-4 0,-2 1 3 31,4-2 1-31,-2 2 0 0,0 0 1 0,2 1-1 16,-1-1 0-16,-1 2-1 0,1-1 0 16,2 1 1-16,-2-1 1 0,-7 0-1 15,10 2 0-15,-7 0 0 0,4 0-2 16,1 0 2-16,-8 0-1 0,9 0 1 15,-6 0 0-15,-1 0 0 0,5 2-1 0,-4-2 1 16,0 0-1-16,1 2 1 0,-1-2 1 16,0 0 0-16,0 0-2 0,8 0 0 0,-8 1 1 15,4 1 0-15,2-1 0 0,-1 2 0 16,-1 0-1-16,-1-1 1 0,8 2 0 16,-8-2 0-16,7 1 1 0,-6-1-1 15,0-2 0-15,3 1 0 0,-1-1-3 0,6 0 3 16,-7 0 2-16,7 0-2 0,-6 0 0 0,1 0 0 15,-3-1 0-15,5 1-2 0,-4 0 2 16,4-2 0-16,3 2 3 0,-3-1-3 31,8-3 0-31,-3 0 1 0,-2-2-3 16,-1 0 2-16,-1-2-2 0,1 1 1 16,-1-2 0-16,0-1 1 0,-4 4 1 0,-1-1 0 15,2-1-1-15,0 1 0 0,-1-3 0 16,-1 3 0-16,2-2 3 0,-1 0-4 0,4-5 2 15,-3 1-2-15,1-3-3 0,-2 1 3 16,1-3 0-16,-2 1 1 0,1-1 1 16,-2 0-2-16,2 2 0 0,-2 1 0 15,0 0 1-15,-3 6 0 0,3-3 1 0,-1 1-1 16,-3 3 0-16,5-3 0 0,-2 0-1 16,0-2 1-16,5 0 0 0,-2-1 0 0,2 2 0 15,-1 0-1-15,3 0 0 0,-1 0-1 16,2 0 0-16,0-2 1 0,-1 3-2 15,0 1 2-15,-3 2-1 0,-1 2 1 16,-5 2 1-16,6 0 0 0,-6 0 1 0,-1 2-1 31,5 0 0-31,-5 0-1 0,6 0 1 0,1 1-1 16,-2-1 2-16,7-1-1 0,-7 3 0 16,8-2-1-16,0 1 0 0,-7 0 0 15,9 1 0-15,-2 0 1 0,-3 0 0 16,10 0 0-16,-6 2-2 0,-2 3 1 15,-1 2 0-15,-7-3 0 0,4 4 3 0,-2-1-2 16,2 2 0-16,2 3 0 0,0 0-1 16,-3 1 1-16,-1-1 0 0,2 1 0 0,-2 1-1 15,2 1 1-15,-2 0-1 0,2 1 2 16,-2-1-1-16,1 0 0 0,1 0 1 16,-2 1-1-16,4-1-1 0,-2 1 2 15,1 1-2-15,-1 1 1 0,-1 3-1 0,0 1 1 16,-1-1 0-16,2 1 0 0,-2 1-1 15,2 2 1 1,-1-3 1-16,3 1-1 0,-1-2-1 0,2 1 1 0,-1-4-1 0,3 2 1 31,-2-2 3-31,3 2-2 0,-1-1 1 16,0 3-3-16,0-1-1 0,-2 1 1 16,-1 2-2-16,0-3 0 0,1 0-1 0,-2 0-2 15,1-2-2-15,0-3-2 0,1-1-8 0,2-3-6 16,-2-1-9-16,3-2-11 0,-5-4-27 15,5-1-25-15,2-3-55 0,-2 1-54 16</inkml:trace>
  <inkml:trace contextRef="#ctx0" brushRef="#br0" timeOffset="131250.09">12125 10015 200 0,'0'0'9'15,"0"0"4"-15,0 0 4 0,0 0 4 0,0 0 4 16,0 0 4-16,0 0 0 0,0 0-1 0,0 0-3 16,0 0-4-16,33-23-4 0,-17 17-2 15,4-3-4-15,0 0-1 0,-2-3-3 16,5-2-3-16,-1-3 2 0,-2-1-4 15,0-3 0-15,2-2-2 0,-3-1 0 16,-2 0-1-16,2-2 2 0,0-2 0 0,-2 0 0 31,-4-3 1-31,3 0-2 0,-6-3 2 16,-1-1 2-16,-2-2 0 0,-1 0 1 0,-5-3-1 16,3-2-2-16,-2-1 0 0,1-2 0 15,0-2 0-15,0-3-1 0,0 0-4 16,0-4 5-16,1 0-4 0,1 1 4 15,0-4 1-15,1 3 0 0,1-1-2 0,0-1 1 16,5 0-1-16,-4-2-3 0,3 1 3 0,-3-1 1 16,4-5-2-16,0 0 3 0,0-6-4 15,0-3-2-15,4-4 4 0,-2-2-2 16,2 3 4-16,0 0-3 0,0 5-3 16,-1 4 3-16,0 5-2 0,-3 5 2 15,1 4 1-15,-3 3-1 0,3 4 1 0,0-1-1 16,5 1 1-16,-1 1-1 0,0 1 3 0,-1 0-3 31,4 4 1-31,-2 0-2 0,-1 1 2 0,-1 2-1 0,1 2-4 0,-4 2 6 31,0 6-4-31,-4 4 4 0,-2 5 0 16,1 3-1-16,0 2-1 0,-1 5 2 16,4-6-1-16,0 4 1 0,1 0 1 0,5 0 1 15,0 2-2-15,5 0 1 0,1 1-1 16,2 0 0-16,4 2 1 0,3-1-2 0,2 3 0 15,2 2-2-15,-1 0 0 0,-3 0 1 16,-3 8 0-16,-2 3 1 0,-3 1 0 16,0 3 2-16,-1 3-3 0,-1 2 3 15,-2 3 3-15,2 1-2 0,-1 2 5 0,0-1-4 16,0 2-3-16,1-2 0 0,-3 1-1 0,4 0 1 16,-1 1-1-16,-3 1 1 0,1-1 1 15,0 2 0-15,-4 2 0 0,4 3 2 16,-1 3-1-16,-5 1 2 0,2 1-2 15,-4 1 1-15,1-1-5 0,0 2 3 16,-3-3 3-16,6 1-4 0,-6-1 3 0,5-1-4 31,-1-1-2-31,-2 0 2 0,0-1-1 16,-1 2 0-16,-4 2 1 0,4 2 0 0,-5 3-2 16,0 3 4-16,0 0-4 0,-2 2 2 15,3-2 1-15,-2 0-1 0,2-3 5 16,-1-2-3-16,3 0 0 0,0-3-3 15,3 1 1-15,-2-2-4 0,3-2 2 0,-1 2 1 16,-1-2-1-16,-2 2 3 0,1 0-3 16,-2 0 2-16,1 1-1 0,-1-1 0 0,-2-1-1 15,1 0 1-15,0-3-1 0,-1-2 1 16,0-1 0-16,-2-1-1 0,5-1 4 16,-1-1-4-16,-2 0 4 0,3-2-3 15,-2-1 0-15,0 0 0 0,0-4-1 0,-1 2 2 16,0-4-2-16,1 3 1 0,-1-2 0 0,0-1 0 31,0-1 1-31,-2 2-1 0,6 2 1 0,-4-1 0 0,-2 0-2 0,2 0 1 31,0 2-1-31,-2 0 0 0,3 0 1 16,-4 1 0-16,3 0-1 0,-2-1 2 16,1 1-2-16,-1-1 1 0,2 0 0 0,-2 0 0 15,2-1 0-15,0 3 2 0,0-3 1 16,1 3-3-16,1-1 4 0,1-3-5 0,-2 2 0 15,3-4 1-15,-1 0-1 0,0-1 1 16,2-1-1-16,1-1 1 0,0-1 0 16,0 0 0-16,0-1 0 0,0 2 0 15,1-2 0-15,-2 1 0 0,2 0-1 0,-1-2 1 16,0 2-1-16,0-1 2 0,-3-5-1 0,0 3 0 31,-1-1 0-31,-2-2 0 0,1 3 0 0,-2-4 0 0,-1 1-1 0,2 0 1 16,-2 0 0-16,-1 0 0 0,3-1 0 15,-2 1 0-15,1-1-1 0,2 0 1 16,-3 1 0-16,0-2 0 0,1 2 1 0,-1-2 0 31,-1 3-1-31,0-3-1 0,3 3 0 0,-2-2 1 16,0 2 0-16,2 2 1 0,-1-3-1 16,2 3-1-16,1-1 1 0,-2-4-1 15,1 6 1-15,2-3 2 0,-2-4-3 16,2 5 2-16,1-4-2 0,-2-1 1 15,3 2 0-15,-1-2 0 0,-3-2 3 0,6 3-3 16,-4-4 3-16,0-1-3 0,1 3 0 16,0-2 0-16,5 0 0 0,-4 0-2 0,2 0 2 15,4 0 1-15,-8-1-2 0,10 1 1 16,-3 0 0-16,-5-1-2 0,5 0 2 16,-7 0 1-16,5 1-1 0,-5-1 2 15,5-1-3-15,-5 2 0 0,4-1 2 0,-1-1-3 16,-2-1 2-16,2 2 2 0,-7-2-2 0,7 1 0 31,-6-1 1-31,6 2-4 0,0-2 4 0,-2 1-1 0,2 1-1 0,-8-2 1 31,6 1 1-31,-4 1-1 0,-1 0 0 16,6-1 0-16,-5 0 0 0,-2 1 0 16,6-1 0-16,-3-1 0 0,-1 0 2 0,0 2-2 15,-2-2 1-15,2 0 0 0,1 0 0 0,3 0-1 16,-4 0 0-16,-1 0 1 0,6-2-1 15,-5 2 1-15,-2-1 1 0,8-1-1 16,-5 2-2-16,3-1 1 0,2 0-1 16,-1-3 1-16,1 3 1 0,-2-2-1 15,7 0 0-15,-6 0 2 0,4-3-3 0,0 1 3 16,-4 2-2-16,4-1 0 0,-5 1 0 16,0 1 0-1,2-1 1-15,-8 1-1 0,7 2 0 0,-5 0 1 0,0 0-1 0,6-1 0 16,-5 1 0-16,3-2-1 0,2 2 1 15,-1-3 1-15,4-1-4 0,-1-3 3 16,4-1-3-16,-3 0 1 0,0-1 2 0,-1 0 0 31,-1 0 1-31,-2 1-1 0,0 1 0 0,1-3 0 16,-1 3 0-16,4-4 1 0,-2 2-1 16,1-1 2-16,-1 0-3 0,0 0 1 15,2-1 0-15,-1-1-4 0,-1 0 3 16,1 0 0-16,-2-3-1 0,1 0 1 15,0-1 0-15,0 0-1 0,0-1 1 0,0 0 1 16,-1 2 0-16,1 1 2 0,-6 3-1 0,2 1-1 16,2-1 0-16,-2-1-2 0,3-2 2 15,0 1 1-15,-1-1 0 0,0-1-2 16,-1-1 2-16,2-1-4 0,1-3 3 16,0-2-2-16,1 3 2 0,1-2-1 15,-1 1 1-15,-1 0 0 0,-1 2 0 0,4 0 1 16,-3 1-5-16,0-1 4 0,0 1-5 15,3-1 7 1,-2-2-2-16,3 2-2 0,1-2 2 0,1-1 0 0,-2-2-1 0,2-3 1 31,-1 1 0-31,0-4-4 0,2 0 3 16,-2 0-1-16,0 2 1 0,0 2 1 16,-1 3 0-16,0 2-1 0,-1 0 1 0,2 2-1 15,-2 0 2-15,2 0 0 0,2-2-1 0,1 0 0 16,5-1-1-16,1-2-1 0,1 0 2 15,1 1 0-15,0-1 0 0,2 0 1 16,3 2 0-16,-1 0-1 0,3 1-3 16,-1 1 3-16,5 1-2 0,-1 2 2 15,2 0 0-15,2 3 0 0,-1-1-2 0,0 4 2 16,3-1 1-16,-2 4 0 0,2 2 0 16,-1 1 1-16,-1 3-3 15,0 1 3-15,2 0-1 0,1 6-1 0,2 3 1 0,3 4 0 16,2 0 0-16,0 2 0 0,0 2 4 15,3 3-4-15,1-1 2 0,0 1-4 16,4-2 1-16,0 2-3 0,2-3 6 0,3 1-3 31,0 1 0-31,1-1 0 0,-1 0 0 16,0 0 0-16,-3 2 0 0,-2 1 0 0,-2 0-2 16,-4 0 4-16,-3 1-4 0,-6-4 2 15,-1 0-1-15,-3-4 1 0,-6-2 0 16,-2-3 0-16,-7-1 0 0,-7-4-3 15,-10-2 2-15,-4-1 0 0,-6-1-5 0,0 0-19 16,-1 0-54-16,-14-1-123 0,-12-9-69 0</inkml:trace>
  <inkml:trace contextRef="#ctx0" brushRef="#br0" timeOffset="201101.25">23190 6804 166 0,'0'0'52'0,"0"0"-10"0,0 0-15 0,0 0-8 31,0 0-10-31,0 0-3 0,0 0 1 16,0 0 3-16,0 0 5 0,3-20 6 0,0 32 2 16,0 10 1-16,-1 12-3 0,-2 3-1 15,0 8-5-15,-8 2 0 0,-2 6-1 0,-1 5 2 16,-1 4-3-16,0 8-6 0,1 5 1 15,1 7-5-15,2 11-2 0,1 5 6 16,3 13 4-16,3 9 2 0,-1 14 1 16,2 12 2-16,0 11-4 0,0 14-4 0,0 4-2 15,4 11 0-15,3 0-3 0,1 3 1 16,0-1-3-16,3-6-1 0,3-6 0 0,2-7 1 16,3-10 0-16,1-12 2 0,-3-12-3 15,4-9 1-15,-3-12 2 0,-2-6-6 16,1-8-1-16,-5-4-1 0,0-8-9 15,-1-6-11-15,-3-6-26 0,2-8-38 0,-2-6-64 16,2-7-94-16</inkml:trace>
  <inkml:trace contextRef="#ctx0" brushRef="#br0" timeOffset="201633.27">23384 11715 239 0,'0'0'-13'0,"0"0"7"0,0 0 10 16,0 0 3-16,0 0 3 0,0 0 1 31,0 0 2-31,0 0 6 0,108 21 3 16,-70-19 13-16,6-2 3 0,11 1 4 0,8 1-3 16,14-2-7-16,11 0-6 0,16 0-7 15,17-3-5-15,17-2-6 0,17-2 0 0,15-2-5 16,14-1-2-16,14 0-1 0,15-2-1 15,15-1-1-15,15 2-1 0,11-3 0 16,14-1 0-16,6-2 0 0,6 0 0 16,2 2 2-16,0 0 1 0,-3 2 1 0,-3 5 0 15,-4 1 1-15,-6 3 1 0,-4 3 0 16,-6 1 2-16,-7 0-1 0,-9 4-3 0,-8 4 3 16,-9 0-2-16,-8 4 1 0,-8-2 3 15,-10 2-3-15,-12-1 1 0,-10-1-3 16,-16 1 0-16,-10-2 1 0,-14 0-1 15,-14-3 1-15,-10 0-3 0,-14-3-1 0,-14-1 0 16,-10-1 0-16,-12-1-1 0,-10 0-2 31,-6-3 0-31,-8-1-17 0,-3-4-37 0,-7 2-92 16,-4-3-104-16</inkml:trace>
  <inkml:trace contextRef="#ctx0" brushRef="#br0" timeOffset="204799.93">20928 7711 144 0,'0'0'51'16,"0"0"1"-16,0 0 0 0,0 0-2 31,0 0-1-31,0 0-4 0,-75-79-2 16,68 73-1-16,1-2-9 0,3 5-7 0,-1 2-10 16,4 1-3-16,0 1 0 0,0 16 3 15,0 12 2-15,6 10-4 0,3 10 0 16,4 5 1-16,1 10-3 0,1 8 0 0,2 3-3 15,-2 9-3-15,2 3 1 0,-1 0-5 16,-1 3 0-16,0-2 2 0,-2-2-4 16,-3-4 2-16,-1-4-2 0,-2-8-2 0,-3-8 2 15,-1-9-1-15,-1-9 1 0,-1-13-4 16,1-11 2-16,-2-6-4 0,0-9-1 16,1 1-7-16,-1-6-26 0,0 0-58 0,0-3-99 15,0-14-89-15</inkml:trace>
  <inkml:trace contextRef="#ctx0" brushRef="#br0" timeOffset="205134.62">21083 7947 561 0,'0'0'19'0,"0"0"-4"0,0 0 6 0,0 0 5 15,0 0 0-15,0 0-3 0,0 0-4 16,0 0-5-16,0 0-2 0,73 87-2 16,-50-58-2-16,-1 0-3 0,4 0-4 0,1-2-1 15,2-3-1-15,1-4 1 0,4-9 0 16,-1-10 0-16,2-1 1 0,2-16 0 16,1-9 1-16,-1-7-1 15,0-7 1-15,-3-5-2 0,-2-5 1 0,-4-4-1 0,-5-5-4 16,-6 1 3-16,-6-1-2 0,-2 3 0 15,-4 10 4-15,-2 14-2 0,-3 13-1 0,0 5-3 16,0 8-6-16,0-1-12 0,-2 3-14 31,-5 3-17-31,-3 9-22 0,-6 8-41 16,0 2-59-16,0 3-63 0</inkml:trace>
  <inkml:trace contextRef="#ctx0" brushRef="#br0" timeOffset="205399.99">21347 7553 563 0,'0'0'45'0,"0"0"-9"16,0 0-10-16,0 0-10 0,0 0-2 16,0 0 2-16,0 0-1 0,0 0 5 0,0 0 1 15,-9 85-4-15,9-37-1 0,6 9-5 16,1 3-2-16,1 9 0 0,-2 2-7 15,0 7 3-15,1 2-5 16,-1 2-3-16,1-2 3 0,0-4-3 0,1-6-1 0,1-9 4 31,-1-8-6-31,2-9-4 0,-1-9-16 16,2-8-26-16,1-6-39 0,-2-8-121 0,3-8-80 16</inkml:trace>
  <inkml:trace contextRef="#ctx0" brushRef="#br0" timeOffset="205683.39">21811 7361 600 0,'0'0'52'0,"0"0"-15"0,0 0-10 0,0 0-8 0,0 0-6 16,0 0-1-16,0 0 2 0,0 0 4 0,0 0-4 15,17 106-1-15,-7-48-6 0,2 11 0 16,1 5-4-16,-2 5 0 0,2 2 2 16,0 1-3-1,3 1 2-15,0-1-5 16,1 1-1-16,0-3 0 0,-2-6-2 0,0-7 1 16,-1-10-4-16,-1-7-10 0,-2-10-11 15,0-8-23-15,-5-12-31 0,-2-8-56 0,-2-7-149 16</inkml:trace>
  <inkml:trace contextRef="#ctx0" brushRef="#br0" timeOffset="206016.69">21938 6811 604 0,'0'0'33'0,"0"0"4"15,0 0 1-15,110-39-6 0,-62 35-6 16,10 4-4-16,5 0-7 0,8 6-2 0,0 8-4 31,-3 7-4-31,-6 8-4 0,-7 6-1 0,-8 6-2 16,-10 6 1-16,-11 3-1 0,-10 3 0 16,-12 2 3-16,-4 1-4 0,-17 2 5 15,-9-2-2-15,-9-2-2 0,-4 1 3 16,0-3-2-16,3-4 1 0,4-4-1 0,7-6 1 15,11-12 1-15,9-6 0 0,5-7 0 16,18-8 0-16,14-3 0 0,12-7-1 0,12-15 0 16,13-7-4-16,10-5-2 0,8-3-14 15,10-3-23-15,4 3-42 0,6 2-135 16,4 2-81-16</inkml:trace>
  <inkml:trace contextRef="#ctx0" brushRef="#br0" timeOffset="207900.02">23968 11495 196 0,'0'0'13'0,"0"0"6"16,0 0 11-16,0 0 11 0,0 0 4 0,0 0 1 16,0 0-3-16,0 0-9 0,0 0-8 15,0 0-3-15,66 41-6 0,-54-37 0 0,1 0-5 16,5-1 1-16,-1-3-1 0,6 0-2 15,2 0-1-15,1-5-1 0,3-4-1 16,1-5-1-16,2-2 0 0,1-2-2 16,2-4 0-16,-2 1 1 0,0-2 0 15,-2-1 1-15,-2 0 1 0,-2-1-4 0,-2 0 2 16,-2-3-3-16,-1-1 0 0,-1-3 0 0,1-1-4 16,-3-4 3-16,1-2-2 0,-1-5 2 15,1-3 2-15,0-3-2 0,-1-3 2 16,1-4-1-16,-1 2 1 0,-1-2 1 15,0 1-2-15,-3-2 1 0,2 1-5 16,-2-4 3-16,0-1-5 0,-1-4 4 0,1-2 1 31,-2-3-2-31,0-2 3 0,0 0-2 0,-1-3 1 16,2-3-3-16,0-3-1 0,3-4 2 16,0-4-3-16,2-1 2 0,0 0 3 15,-5 4-3-15,2 4-1 0,-4 2 3 16,-1 3-3-16,2 0 4 0,-3 1 3 0,-1 2-4 15,1 1 3-15,-1 1-4 0,-2 2 2 16,-2-2-2-16,0-1-3 0,-5-4 3 0,0-5-2 16,-4-5 2-16,-2-2 4 0,-1 2-3 15,1 5 2-15,3 7-2 0,2 12-4 16,1 10 3-16,0 9-4 0,4 8 4 16,2 5 2-16,1 3-1 0,2 1 1 15,-1 1-1-15,1 0 2 0,0-2-2 0,2-2 2 16,0 0-1-16,-1-3-1 0,0 2 1 0,-3 4-1 15,-1 8 1-15,-2 3 1 0,-1 7-1 16,-1 3 0-16,0 3 1 0,-2 4-1 31,0-2-1-31,0 2 1 0,2 0-1 16,-2 0 0-16,3 0 2 0,2 14 0 0,3 6 1 16,1 9-2-16,0 3 1 0,0 3-1 15,1 2 0-15,0 5 1 0,-1 0 0 0,-2 0 1 16,-1 3 2-16,1 0 2 0,-2 2-3 15,-1 3 1-15,0 3-2 0,1 3-1 16,1 5 1-16,1 5-2 0,-2 2 2 16,4 1-4-16,0 1 4 0,2 0 2 15,1 0-3-15,2-2 3 0,-1 1-4 0,2-1-2 16,2 0 4-16,0 2-4 0,1-2 3 0,-1-1-2 16,2-3 1-16,1-3 6 0,2-2-3 15,0-3 6-15,2 0-4 0,-1 0-1 16,2 2 0-16,-3 2-3 0,0 6 1 15,-1 0-3-15,-2 1 5 0,1 0-5 16,0-3 0-16,-2-2 4 0,1 0-6 0,1-1 6 31,-3 0-3-31,3 3-2 0,-1-1 2 0,4 2-2 16,2 1 2-16,1-1-2 0,0-3 3 16,-1-2 3-16,2-3-4 0,1-2 2 15,-1 0-2-15,1-4-3 0,-1 1 3 16,0-1-3-16,1-2 2 0,-1-2-1 0,2-1 1 15,-1-2-1-15,1-4 2 0,0 2-1 16,0-5 1-16,-2 1 3 0,1 1-2 0,-4-3 1 16,2-1-3-16,-3-1-1 0,3-2 1 15,0 0 0-15,3-3 0 0,2-1 0 16,0-3 0-16,3 0 1 0,1-3-1 16,1 0 0-16,2-1 0 0,3-1-1 15,3-1 1-15,0-1 1 0,3-1-1 0,0-2 0 16,4-1 0-16,1-3-2 0,4-2 3 0,4-3-1 15,3 0 0-15,5-3 1 0,4-3-1 16,5 0-1-16,4 0 2 0,4 0-1 31,1 0 1-31,5-1 1 0,3-2-2 16,5 0 1-16,1-4-2 0,5 3 1 0,0-2-1 16,4 0 1-16,2 0 1 0,2 0-1 15,4-1 0-15,1 3-1 0,4 0 1 0,2 0 0 16,1 3 0-16,3-2 0 0,1 1-1 15,1 0-1-15,0 0 0 0,-1-1 0 16,0 0 0-16,-3-1 0 0,0 3 0 16,-4-2 2-16,1 0 0 0,-3-3 0 15,-1 0 0-15,-2-3-4 0,-4 0 1 0,-5-1 0 16,-2 0-1-16,-8-1-1 0,-3 2-3 0,-6 0-4 16,-8 0-1-16,-3 2 0 0,-9 0-1 15,-7 3 5-15,-4-1 0 0,-7 3 1 16,-9-2 4-16,-7 1-3 0,-12 1 5 15,-10 1 5-15,-6 1 3 0,-7 0 3 16,0-2 1-16,0 2 0 0,1 0-1 0,-1-1-4 31,2 1-4-31,-2-1-4 0,-2-1-8 0,-12-2-25 16,-8 0-74-16,-6-2-180 0,-2 2-11 16</inkml:trace>
  <inkml:trace contextRef="#ctx0" brushRef="#br0" timeOffset="208766.84">24993 7735 209 0,'0'0'44'0,"0"0"6"0,0 0 4 16,0 0 2-16,0 0-7 0,0 0-8 0,0 0-8 15,0 0-5-15,0 0 0 0,-12-44-2 16,10 42-6-16,-1-2-3 0,0 0-4 16,0 1-1-1,2-1 1-15,1 4-1 16,-2-1-1-16,2 1-5 0,-1 0-5 0,1 0-1 16,0 10 0-16,0 13 1 0,1 9 1 15,8 8 0-15,0 5 4 0,1 5-5 0,0 8 2 16,-1 3-4-16,1 5-2 0,0 6 1 15,2 5-3-15,-1 6 0 0,2 4-6 16,0 6-11-16,2 5-7 0,-1 6-19 16,1 3-11-16,-2 8-11 0,-1 1-16 15,-1 3-12-15,-2-2-22 0,-1-5-14 0</inkml:trace>
  <inkml:trace contextRef="#ctx0" brushRef="#br0" timeOffset="208867.02">25222 10014 44 0,'0'0'11'0,"0"0"-5"15,0 0 1-15,29 94 3 0,-19-70-1 16,-3 3-2-16,2 4-4 0,-5 0-9 0,-2 4-5 31,1 2-10-31,-3 0-32 0</inkml:trace>
  <inkml:trace contextRef="#ctx0" brushRef="#br0" timeOffset="209167.05">25333 10947 241 0,'0'0'18'16,"0"0"2"-16,39 99 0 0,-30-66 2 0,-3 2-2 16,-2 0-11-16,-4 1-1 0,0 2-3 15,0 1-3-15,-3 1-1 0,-1 0-7 16,-2 2-3-16,2 0-5 0,1 3-2 16,1-1-3-16,2 0 6 0,0-2 3 15,0-6 8-15,6-2 7 0,0-5 10 0,1-5 12 16,2-2 25-16,-5-7 20 0,-1-6 11 0,0-5-2 15,-3-4-15-15,0 0-18 0,0 0-12 16,2 2-13-16,-1 0-5 0,-1-1-7 31,1-1-5-31,-1 1-1 0,0-1-7 16,2 2-2-16,-2 4-3 0,-3 6-10 0,-4 6-30 16,-6 7-63-16,3 0-185 0,-4 1-13 15</inkml:trace>
  <inkml:trace contextRef="#ctx0" brushRef="#br0" timeOffset="209717.87">25200 13008 744 0,'0'0'34'16,"0"0"-8"-16,0 0-11 0,0 0-4 16,0 0-4-16,0 0 3 0,0 0-1 15,-53 87 0-15,44-49 0 0,2 4-6 16,1 4 2-16,0 2-4 0,1 1 0 15,2-1-1-15,0 1 2 0,1-5-2 0,2 0-1 16,0-4 2-16,0-13-5 0,0-6 3 0,0-7 0 16,0-10 0-16,0-4 1 0,6-7 0 15,3-20 0-15,1-13 0 0,0-12 1 16,1-8-1-16,-2-10 2 0,0-7-1 16,-3-9-4-16,2-3 2 0,0-1-1 15,0 7 0-15,5 12 3 0,2 14-2 0,2 16 1 16,2 15 0-16,3 16-2 0,-1 10 3 0,1 10 0 15,3 16 3-15,-2 12 0 0,1 6 2 16,-3 9 0-16,0 4 2 0,-1 3-3 31,-2 1 1-31,1-1-1 0,-2-2-3 16,-3 0 2-16,0-3-4 0,-2-2 0 16,-1-6 1-16,-4-4-1 0,1-9 0 0,-3-8-2 15,-4-12 2-15,1-7-5 0,-2-7 0 0,0 0-10 16,-2 0-11-16,-8-5-21 0,-4-11-32 15,-6-8-54-15,4-3-101 0,-3-4-65 16</inkml:trace>
  <inkml:trace contextRef="#ctx0" brushRef="#br0" timeOffset="209900.12">25027 13140 705 0,'0'0'31'15,"0"0"5"-15,0 0-3 0,0 0-9 16,0 0-9-16,97 14-6 0,-61-13-4 0,3-1-4 31,3 0-2-31,1 0-8 0,1 0-15 0,3-2-48 16,4-4-133-16,-2-5-110 0</inkml:trace>
  <inkml:trace contextRef="#ctx0" brushRef="#br0" timeOffset="-101845.66">2487 14233 528 0,'0'0'0'0,"0"0"10"16,0 0-10-16,0 0 16 16,0 0 10-16,0 0 10 0,0 0 6 15,0 0 1-15,0 0-5 0,0 0-10 16,-54-60-14-16,53 58-6 0,1 2-7 15,0 3 2-15,0 17 0 0,0 12 1 0,3 10-1 16,6 5-1-16,2 2-2 0,2 1 1 0,3-2 3 16,3-1-4-1,4-4 5-15,7-4-3 0,8-5-4 0,5-5 0 0,8-8 0 16,8-7 0-16,5-10 3 0,4-4 1 16,7-10 0-16,0-12-1 0,2-6 1 15,-5-9-2-15,-7-5-5 0,-7-4 4 0,-3-5-6 16,-13-3 6-16,-2-1 3 0,-8 2-2 0,-10 6 4 15,0 8-4 1,-11 13 0-16,-1 8 0 0,-4 7-2 0,-6 7 1 0,3 1-1 31,-3 3-5-31,0-2-8 0,0 2-8 16,0 0-19-16,3 0-17 0,-3 0-36 16,-3 0-53-16,-3 6-109 0</inkml:trace>
  <inkml:trace contextRef="#ctx0" brushRef="#br0" timeOffset="-101478.71">2863 14065 436 0,'0'0'54'0,"0"0"2"15,0 0 6-15,0 0-7 0,0 0-13 16,0 0-8-16,0 0-10 0,0 0-6 0,0 0-3 31,0 0-3-31,-3-35-2 0,3 35 2 0,-6 0-1 16,-1 12 1-16,-2 8-3 0,-1 9-1 16,1 9-4-16,1 6 1 0,2 9-3 15,2 7 2-15,1 9-1 0,1 5 0 16,2 5 2-16,0 6-3 0,0 5 2 15,0 1-2-15,2 1-3 0,1-2 1 0,1-3 2 16,2-7-3-16,-2-10 3 0,2-8-4 0,-2-12-2 16,-1-8 0-1,3-10-9-15,-3-10-10 0,0-10-24 0,-2-6-42 0,-1-6-153 16,0 0-65-16</inkml:trace>
  <inkml:trace contextRef="#ctx0" brushRef="#br0" timeOffset="-100395.39">4931 14604 516 0,'0'0'37'0,"0"0"12"0,0 0 3 15,0 0-3-15,0 0-14 0,0 0-17 16,0 0-8-16,0 0-4 0,0 0 0 15,-22-6 0-15,19 41 0 0,2 5-4 16,1 7 0-16,0 5-3 0,0 1 1 16,0 1-1-16,4-1 1 0,2-3-2 0,1-5 1 15,5-4-2-15,-1-7 2 0,7-7 0 0,-1-6 1 16,0-7 0-16,2-6 1 0,4-8-1 16,-1 0 1-16,4-16 0 15,0-7-1-15,1-5 2 0,1-11-4 0,-4-3 4 16,-3-6-2-16,-1-4 3 0,-4-1-3 15,3 2 1-15,-4 8-1 0,0 6 1 0,-6 13-2 16,2 10 1-16,-5 7 0 0,3 7-1 0,5 1 1 31,-1 15 0-31,4 5 0 0,-2 6 0 16,2 3 1-16,-1 4-1 0,0 2 1 16,3 1 0-16,0 0 1 0,1-2-4 15,0-1 2-15,2-4-1 0,-2-5 1 16,2-4 1-16,1-5-1 0,0-5 1 0,0-4 1 15,2-5 0-15,1-2 0 0,0-4 2 0,-3-9-1 16,0-5 0-16,-4-6-1 0,1-8-1 16,-7-4 0-16,-1-10 0 15,-8-4-1-15,-4-8 2 0,0-4-2 0,-6-5 2 16,-11-4-2-16,-3-2-3 0,-2 1 4 16,-7 5-2-16,0 9 3 0,-4 11 3 0,-2 12-3 15,-1 11 0-15,0 7-1 0,3 9-1 0,1 8-1 16,2 0-3-16,4 11-4 0,4 7-8 15,0 3-14-15,9 7-25 16,6 6-42-16,7 3-90 0,0 6-97 0</inkml:trace>
  <inkml:trace contextRef="#ctx0" brushRef="#br0" timeOffset="-99612.1">6611 14848 631 0,'0'0'7'0,"0"0"16"0,1-82 9 16,-2 58 7-16,-9 0-3 0,3 2-12 16,-5 2-11-16,-1 4-5 15,0 2-1-15,-1 2-2 0,-4 3-3 0,-2 3 0 16,-6 3-2-16,-3 3 0 0,-4 3 0 15,-5 8 0-15,1 4 0 0,-4 5-3 0,2 2 2 16,3 6-4-16,4 4 1 0,6 1-2 0,6 2 0 31,4 1-4-31,12 0-1 0,4-1-1 16,1-4 0-16,16-4-1 0,4-4 6 16,5-5 2-16,4-7 4 0,3-5 1 15,1-6 1-15,-1 0 0 0,-1-8-1 16,-2-6 1-16,-2-2 2 0,-4-7 0 0,-2-3-1 15,-3-4 3-15,-4-4-2 0,-3-1 2 0,-3-2-2 16,-1 0 2-16,-3 4-1 0,-2 7 4 16,-2 5 1-16,2 9 3 15,-3 6-3-15,0 1-4 0,0 5-2 0,3 0-4 16,7 8 3-16,0 9 1 0,8 8 1 16,0 4-2-16,2 3 0 0,-2 2-2 0,2 2 0 15,0-1-1-15,-1-2 2 0,-2-3-3 0,-2-4 2 16,4-3-2-16,-6-5 4 0,-3-6-2 15,-3-6 0-15,-4-2 0 16,1-4 0-16,7 0 2 0,3-5 0 0,2-7 1 31,1-5-1-31,-2-6 0 0,-1-4-2 16,2-5 1-16,0-3 0 0,-3-3 0 0,6 0 0 16,-3 4 1-16,1 3-3 0,2 8 1 0,-8 10-1 15,5 6 1-15,-1 7 0 0,2 4 0 16,2 9 0-16,4 5-1 15,-4 4 0-15,-2 3 1 0,-1 3 1 0,-1 1-2 16,0-1 2-16,-3 1-2 0,1-1 2 16,0-4-1-16,-1-3 0 0,-5-5 0 0,3-5 0 15,-4-3 1-15,-3-5 2 0,0 0 1 0,1-3 1 16,7-5 3-16,1-8-2 0,8-8 0 16,-2-7-1-16,-4-5-2 15,2-3-1-15,0-6 1 0,-3 0-3 0,3-2 2 16,-3 2-3-16,1 0 2 0,-2 5-2 15,0 6-4-15,-4 12 3 0,-4 8-9 0,-1 6 1 16,-3 5-6-16,2 0-19 0,2 8-22 0,2 8-39 31,5 7-78-31,-2 2-113 0</inkml:trace>
  <inkml:trace contextRef="#ctx0" brushRef="#br0" timeOffset="-99196.77">7923 14879 635 0,'0'0'7'0,"0"0"18"0,0 0 6 16,0 0 4-16,0 0-8 0,0 0-9 0,0 0-4 15,0 0-7-15,0 0-3 0,0 0-3 0,11-7-1 16,-2-8 0-16,0-6-1 0,-2-2 1 15,3-3-1-15,-3-4 2 16,-1-4-2-16,-3-2 2 0,-3-2-1 0,0 2-4 31,0 1 5-31,-7 8-4 0,-4 5 5 16,-4 9-1-16,-6 6 0 0,-8 6 0 0,-8 1 0 16,-4 14 6-16,-8 8-5 0,0 7 5 0,-3 8-4 15,4 4 0-15,5 4-1 0,7 6-2 16,5-1 3-16,8 3-2 15,10-2 4-15,12-1-2 0,2-3 3 0,19-4-1 16,12-7 0-16,13-5 0 0,14-7 0 16,9-8-1-16,10-3 0 0,10-9-1 0,6-4-2 15,6-1-2-15,0-11-4 0,0-5-5 0,-2-6-12 16,-9-4-17-16,-7-2-33 0,-11-3-61 16,-5-1-124-16,-14-4-32 15</inkml:trace>
  <inkml:trace contextRef="#ctx0" brushRef="#br0" timeOffset="-98846.34">9003 13948 638 0,'0'0'27'0,"0"0"6"0,0 0 0 0,0 0 4 16,-9-77-3-16,9 71-10 0,0-1-8 16,0 3-6-16,0 4-4 15,0 0-2-15,0 12 7 0,0 14-4 0,2 12 4 16,1 14-6-16,-2 11-1 0,-1 11 2 16,3 15-1-16,-3 6 2 0,0 11 0 0,3 7-3 15,-2 6 0-15,-1 5-4 0,3 2-4 0,-3-4 5 16,0-2 1-16,1-6-2 0,1-7 2 15,1-10-4-15,0-12-2 0,0-11 0 16,-2-12-5-16,2-12-1 0,3-11-6 31,-3-16-7-31,-2-9-11 0,1-8-14 16,-2-6-42-16,0 0-94 0,0-4-113 0</inkml:trace>
  <inkml:trace contextRef="#ctx0" brushRef="#br0" timeOffset="-98280.02">8617 14719 688 0,'0'0'23'0,"0"0"2"0,39-91 2 15,-12 56 0-15,8 1 0 0,6 1-10 16,6 3 0-16,8 4-4 0,3 5-4 15,1 6-1-15,3 6-4 0,-5 6-1 0,-2 3 0 16,-5 5-3-16,-6 8 0 0,-4 4-2 0,-2 2 2 31,-8 6 4-31,-4 0-3 0,-7 4 0 16,-5 0-5-16,-6 0-3 0,-5-1-4 16,-3 1 3-16,-5-1 1 0,-6-3-1 15,-2 0 4-15,-2-4-1 0,-1-1 1 16,5-7 1-16,-1-2 1 0,5-5 1 0,4-3 1 15,0 0 3-15,3-3 0 0,0 0 0 0,3-6-1 16,9-8 0-16,9-7-2 0,5-3 1 16,6-3 1-16,4-2 0 0,5-2 0 15,2-1 1-15,1 2 1 0,0 2-6 16,-3 2 4-16,-2 3-5 0,-3 5 4 16,-3 4 1-16,-5 8-2 0,-5 4 2 0,-3 2 0 15,-2 7 1-15,-1 3 0 0,-2 2-2 0,-1 2 0 16,-1 0 5-16,0 1-5 0,-3-2 5 15,2-2-5-15,-2-2 0 0,1-3 0 16,5-4 1-16,3-2 1 0,6 0-1 31,-1-11 0-31,-1-2-5 0,1-6 5 16,-3-2-5-16,1-3 4 0,-5-4 0 0,2 3-2 16,-4-2 1-16,-1 0-1 0,-2 5-3 0,-4 7 2 15,-5 5-4-15,0 7-13 0,-3 3-9 16,0 0-12-16,-2 6-20 0,-6 11-21 15,-5 6-58-15,-2 4-89 0,-5 4-34 16</inkml:trace>
  <inkml:trace contextRef="#ctx0" brushRef="#br0" timeOffset="-98080.14">9565 15123 776 0,'0'0'22'16,"0"0"5"-16,0 0-2 0,0 0-8 0,0 0-10 31,0 0-5-31,0 0-3 0,0 0-5 16,0 0-10-16,0 0-21 0,19-14-38 16,-11 10-94-16,4-4-138 0</inkml:trace>
  <inkml:trace contextRef="#ctx0" brushRef="#br0" timeOffset="-97912.92">10021 14988 846 0,'0'0'26'0,"0"0"-2"0,0 0-7 16,0 0-8-16,0 0-5 0,0 0-4 0,0 0-1 15,0 0-3-15,0 0-6 0,30-12-12 0,-24 12-22 16,-2 0-44-16,1 6-79 0,-4-2-139 15</inkml:trace>
  <inkml:trace contextRef="#ctx0" brushRef="#br0" timeOffset="-97363.08">5242 15736 336 0,'0'0'56'0,"0"0"10"0,0 0-2 16,0 0-15-16,0 0-11 0,0 0-9 0,0 0-4 31,0 0-4-31,0 0-2 0,0 0-2 16,-31-10-3-16,30 10-3 0,1 0-1 16,0 0 2-16,3 0 1 0,17 0 3 15,15 3-1-15,21 1-3 0,15-3-2 16,26-1-3-16,23 0-2 0,24 0 0 0,24-4-2 15,27 0-1-15,24-3-1 0,19 0 1 0,20-3-2 16,15 2 0-16,12-5-2 0,10 0 2 16,3-4-1-16,1-1 0 0,-4-2 1 15,-7-1 1-15,-13-1 2 0,-21 3-1 16,-21-2-1-16,-29-1 2 0,-26 1 0 16,-34 0 8-16,-32 1 4 0,-28 0 6 0,-28 2 2 15,-21 0-3-15,-18 4-5 0,-13-3-6 0,-5 1-4 16,-16-2-1-16,-8-3-4 0,-4 2 2 15,-1 4-3-15,2 2 0 0,1 2 1 16,2 2-7-16,9 2 1 0,6 3-12 31,1 0-3-31,5 1-23 0,-3-1-66 16,0-3-198-16,2 2-35 0</inkml:trace>
  <inkml:trace contextRef="#ctx0" brushRef="#br0" timeOffset="-75563.11">12450 14377 574 0,'0'0'26'0,"0"0"5"0,-7-106 1 16,10 79 2-16,3 7-5 0,-3 10-9 16,7 8-9-16,0 8-5 0,6 17-1 15,4 13-3-15,-1 12 2 0,-3 6-3 0,1 6 1 16,-1 2 3-16,4 1-4 16,2-2 3-16,4-2-4 0,3-6-2 0,7-7 3 15,9-9-1-15,10-10 3 0,10-12 0 0,7-15-2 16,8-5 2-16,2-19 0 0,-5-8 0 15,-2-7-2-15,-10-7 2 0,-9-4-1 16,-8-5-5-16,-10-4 4 0,-6-2-4 0,-9 0 2 31,-5 4 3-31,-4 4-3 0,-6 8 1 16,-1 6-1-16,-2 15 1 0,-4 10-2 16,1 10-3-16,-2 4-9 0,0-1-22 0,0 1-30 15,0 0-54-15,-2 0-88 0,-15 1-59 16</inkml:trace>
  <inkml:trace contextRef="#ctx0" brushRef="#br0" timeOffset="-75296.34">12953 14129 590 0,'0'0'48'15,"0"0"0"-15,0 0-1 0,0 0-6 0,0 0-9 16,0 0-9-16,0 0-9 15,0 0-6-15,0 0-4 0,0 0-1 0,0-45 0 16,0 72 0-16,0 12 2 0,-1 11-4 0,1 8 3 31,0 5-4-31,0 6 4 0,0 0 1 16,0 6-4-16,4 1 3 0,1 0-5 16,2 1-1-16,0-1 1 0,6-3-3 0,-1-6 2 15,5-5-4-15,-1-6-3 0,4-3-8 16,-1-6-23-16,-3-4-29 0,3-6-71 15,-8-7-155-15,0-6 6 0</inkml:trace>
  <inkml:trace contextRef="#ctx0" brushRef="#br0" timeOffset="-74996.81">13879 14019 590 0,'0'0'35'0,"0"0"-4"31,0 0 3-31,0 0-3 0,0 0-6 16,0 0-9-16,0 0-6 0,0 0-3 16,0 0-2-16,-77 6 1 0,58 34-2 0,-1 11 2 15,2 10-3-15,0 9 2 0,1 4-4 16,4 4 2-16,0 2 2 0,6 0-3 15,2 4 1-15,5 0-4 0,2-2-3 0,8-2 2 16,9-7-4-16,2-8 2 16,4-9-4-16,7-9-20 0,-2-12-27 0,6-9-59 15,-3-12-142-15,4-10-28 0</inkml:trace>
  <inkml:trace contextRef="#ctx0" brushRef="#br0" timeOffset="-74528.69">14048 14583 716 0,'0'0'25'0,"0"0"2"0,0 0-3 16,0 0 5-16,54-93-2 0,-27 76-7 16,5 3-5-16,1 5-9 0,3 6-1 0,1 3-2 15,-3 7-3-15,0 8 4 0,-7 6-4 16,-2 6 1-16,-7 5 4 0,-6 3-6 15,-6 4 6-15,-6 4-5 0,0-1-1 0,-5 0 1 16,-5 0-2-16,-3-1-1 0,2-3 1 16,-4-2 2-16,2-4-2 0,0-5 5 15,3-10-4-15,4-6 1 0,5-7 1 0,1-4 0 16,-2 0 0-16,2 0 1 16,0-5-2-16,6-15 1 0,7-11 0 0,9-11-3 15,1-4 3-15,2 2-1 0,-1-1 0 0,1 2 1 16,-2 1 0-16,0 3-2 0,-3 5-4 15,-4 5 4-15,-4 9-3 0,-4 5 3 16,-2 6 2-16,-4 6-2 0,1 0 0 0,-3 3-1 31,0 0 1-31,0 0 3 0,1 15 3 16,-1 8-4-16,2 7 4 0,-1 2-6 16,1 3 1-16,3 2 0 0,1-1-1 0,3 2 0 15,1 0-1-15,3 0 1 0,1-2-4 16,2 0-5-16,2-2-13 0,0-4-18 15,4-5-32-15,-2-3-36 0,2-7-132 0,1-1-53 16</inkml:trace>
  <inkml:trace contextRef="#ctx0" brushRef="#br0" timeOffset="-74313.22">15023 14994 668 0,'0'0'28'15,"0"0"13"-15,0 0 6 0,0 0-2 0,86 1-12 16,-62 7-12-16,-1 4-9 0,0 3-7 0,-3 5-1 31,1 3-3-31,-3 4 3 0,-2 3 1 16,-1 2-6-16,-7 1 5 0,-5 2-7 16,-3-1-1-16,-3-4-1 0,-8 1-8 0,-5-4-13 15,0-6-29-15,-1-4-57 16,5-6-183-16,4-7-21 0</inkml:trace>
  <inkml:trace contextRef="#ctx0" brushRef="#br0" timeOffset="-73996.55">15730 14365 728 0,'0'0'28'0,"0"0"-2"0,0 0-1 15,0 0-4-15,0 0-7 0,0 0-5 16,0 0-1-16,0 0-1 0,0 0 0 0,-3 67-1 31,0-26 3-31,-1 6-5 0,4 5 3 16,0 1-6-16,0 2-2 0,0-1 2 16,8 1-3-16,1-2 1 0,3-3-1 0,4-6 1 15,4-6-1-15,2-8 1 0,4-7-1 16,4-9 0-16,3-8 0 0,5-6-1 15,5-11-3-15,1-10-3 0,3-8-8 0,-3-6-8 16,0-3-5-16,-4-1-12 16,-7 2-9-16,-7 5-18 0,-9 5-50 0,-5 7-79 15,-12 1-61-15</inkml:trace>
  <inkml:trace contextRef="#ctx0" brushRef="#br0" timeOffset="-73780.08">15269 14707 660 0,'0'0'40'0,"0"0"1"16,0 0 1-16,0 0-3 0,0 0-10 16,0 0-8-16,0 0-8 0,0 0-6 0,107-20-2 15,-55 13-2-15,7-1-1 16,3 1-4-16,2-1-3 0,1-1-11 0,-3 0-17 15,-4-4-43-15,-3 0-83 0,-6-6-151 0,-3 0 9 16</inkml:trace>
  <inkml:trace contextRef="#ctx0" brushRef="#br0" timeOffset="-73462.4">16219 13982 664 0,'0'0'57'0,"0"0"-9"15,0 0-3-15,0 0-9 0,0 0-9 16,0 0-8-16,0 0-8 0,0 0-3 0,0 0-1 31,0 0 0-31,-6-35-2 0,31 54-1 16,9 10 0-16,8 10-3 0,6 11 5 16,10 11-3-16,7 12 3 0,7 12-4 0,2 11 1 15,-3 10-1-15,-5 9-1 0,-11 8 0 16,-13 6-1-16,-17 0 1 0,-17-4-1 15,-8-8 1-15,-20-11-1 0,-9-12-2 0,-7-15 1 16,1-14-1-16,-2-13 2 16,-2-14 0-16,4-11 0 0,2-10 1 0,2-11-2 15,4-6 3-15,6-6-4 0,3-9-3 0,2-7-9 16,6-2-15-16,4-2-32 0,2-1-136 16,2 2-131-16,-1-3-2 0</inkml:trace>
  <inkml:trace contextRef="#ctx0" brushRef="#br0" timeOffset="-18846.8">19099 14072 262 0,'0'0'37'0,"0"0"16"0,29-94 24 0,-24 59 3 0,-4 0-17 0,-1 0-3 16,0 5-16-16,-4 5 0 0,-2 3-7 0,-4 4-9 31,-3 3-7-31,-2 3-7 0,-3 4-5 16,-5 5-4-16,-2 3-2 0,-6 4-2 16,-3 10-1-16,1 4 1 0,-2 7-2 0,0 4 2 15,5 4 2-15,1 6-3 0,4 4 3 16,5 4-6-16,4 3 0 0,6 0 0 15,5-1-2-15,5-4 1 0,6-5-1 16,8-8 2-16,6-7 0 0,4-6 3 0,2-9-1 16,3-10 0-16,3-1 4 0,1-16-3 15,3-9 3-15,2-6-2 0,1-4-1 0,0-5 1 16,-3 0 0-16,-4 0-1 0,-5 3 2 16,-5 3 0-16,-3 6 1 0,-7 9-2 15,-4 10-1-15,-5 5-1 0,-3 5 0 0,0-1 1 16,3 1 1-16,3 8 1 0,3 7-2 15,0 7 2-15,-1 1-5 0,-1 2 3 16,4-1-1-16,1 0 0 16,1-1 0-16,3 0 0 15,0-1-1-15,1-4-4 0,-1 1-8 16,0-3-14-16,1-2-26 0,-1-2-45 16,-5-4-98-16,3-5-89 0</inkml:trace>
  <inkml:trace contextRef="#ctx0" brushRef="#br0" timeOffset="-18530.09">19684 13801 569 0,'0'0'65'16,"0"0"-4"-16,0 0-9 0,0 0-16 0,0 0-10 0,0 0-8 15,0 0-6-15,0 0-2 0,0 0-5 16,0 0-1-16,-103-57-3 0,77 74-1 0,0 8 1 31,4 2-1-31,3 6 1 0,2 4 3 16,4 3-5-16,2 3 3 0,5 1-4 16,6-2-2-16,0 0 2 0,8-3-4 0,7-3 1 15,6-2-3-15,8-5-1 0,6-6-5 16,6-7-6-16,5-5-10 0,2-7-7 15,1-4-11-15,-1-4-13 0,-4-10-27 16,-5-4-57-16,-5-5-109 0</inkml:trace>
  <inkml:trace contextRef="#ctx0" brushRef="#br0" timeOffset="-17695.51">20204 13872 500 0,'0'0'63'0,"0"0"-3"16,0 0-11-16,0 0-7 0,0 0-8 0,3-79-6 15,-3 75-5-15,0-1-4 0,0 5-4 16,-1-3-5-16,-2 0-1 0,-2 0-5 15,-4 3-2-15,-3 0-2 0,-4 6 0 0,-6 6 0 16,2 6 0-16,1 5 0 0,-3 4 3 16,2 4-3-16,3 4 3 0,-1 0-4 15,5 3-2-15,3-1 1 0,5 2-2 16,5-3 1-16,0-1-2 0,9-3 2 0,7-5-2 16,8-4 3-16,4-5 0 0,9-6 0 15,5-4 0-15,5-5 1 16,7-3-1-16,2-8 1 0,2-7 1 0,-1-5-1 0,-4-4 1 15,-5-5 0-15,-4-1 0 0,-4-3 1 16,-9-6 1-16,-5 0 0 0,-5-5 1 0,-8 0-1 31,-4 1-5-31,-3 2 5 0,-4 6-3 16,-2 5 6-16,0 9 2 0,0 4-2 16,0 7 0-16,-8 2-2 0,2-1 0 0,-5 6-2 15,-4 1 0-15,-1 2-1 0,-7 13 0 16,2 3 0-16,4 8-3 0,0 5 2 15,5 4 4-15,5 6-5 0,2 0 4 0,3 4-5 16,2-1-2-16,5 1 0 0,4-1-3 16,6-2-3-16,2-3-2 0,6-3-1 15,3-5 1-15,2-7 2 16,3-6 2-16,5-7 3 0,2-9 1 0,4-1 3 0,6-15 1 16,0-5 1-16,2-8 1 0,-1-3-1 15,-4-6 2-15,-4-3-1 0,-7-6 3 16,-5-6-1-16,-6-5-3 0,-3-6 4 0,-3 1-3 15,-5-2 5-15,-3 4 8 0,-3 6-3 16,-3 8 6-16,-3 9-1 16,0 14 0-16,0 4-2 15,0 11-2-15,0 5-3 0,0-1-1 16,0 5-5-16,0-2-1 0,-3 2-1 16,-3 8-1-16,-1 12 1 0,-3 10-2 0,4 9 2 15,2 8-1-15,1 8 2 0,1 7-3 16,1 5 4-16,-1 8 0 0,2 7-1 15,0 6 1-15,0 6-4 0,3 1-2 0,5 3 4 16,3-6 0-16,2-2-2 0,3-5 2 16,3-6-7-16,1-6-1 0,-1-8-4 15,0-8-5-15,-4-8 2 0,-1-11-10 16,-7-12-2-16,-1-7-15 0,1-2-25 0,-4-7-55 16,-1 0-170-16,-2-10 7 0</inkml:trace>
  <inkml:trace contextRef="#ctx0" brushRef="#br0" timeOffset="-17395.5">21150 14051 727 0,'0'0'36'0,"0"0"1"0,78-83-1 16,-49 60-6-16,0 3-12 0,0 3-1 15,1 2-10-15,0 5 2 0,1 3-2 0,-1 4-3 16,1 3 3-16,-4 5-7 0,-1 7 5 16,-4 5-7-16,0 3 1 0,-7 1 0 15,-2 5-2-15,-5 1 0 16,-7 2-3-16,-1 3-3 0,-12 0-3 0,-8 0 0 0,-5-2-2 16,-5-3 2-16,-4-2-2 0,-1-6-1 15,-1-3 1-15,0-8 3 0,1-3 1 16,1-5-4-16,7-3-11 0,4-7-15 0,7-4-28 15,5 1-39-15,5-2-80 0,6-1-81 16</inkml:trace>
  <inkml:trace contextRef="#ctx0" brushRef="#br0" timeOffset="-16195.36">21806 13450 784 0,'0'0'34'0,"0"0"-6"0,0 0-4 15,0 0-5-15,11-81-5 0,-3 76-2 0,-1 0-5 16,4 5-3-16,4 5-1 0,0 11-1 16,4 10-1-16,-6 8-1 0,0 6 1 15,-6 9-2-15,-3 6 0 16,-2 4 0-16,-1 3 2 0,-1 1 1 0,0-1-1 0,2 0 2 15,-1-2-4-15,2 1-1 0,0-2 2 16,2-1-3-16,1-5 3 0,0-3-2 16,2-7 0-1,1-8-3-15,0-9-1 0,-3-10-1 16,-2-7 1-16,-1-4 1 0,2-5 1 16,3-5 1-16,2-10-4 0,4-11 1 0,-5-7-4 15,-4-8 1-15,-4-3-1 0,-1 0 4 16,-1 1 1-16,-8 4 3 0,-2 6 1 15,0 5 2-15,3 10 1 0,-1 3 0 0,3 7 0 16,3 4 0-16,2 1-1 0,1 3 0 16,0-5 0-16,7 0-1 0,13-2 0 15,9-2 1-15,9 3-2 16,7 0 2-16,6-1-2 0,5 0 0 0,5 1 0 0,2 0 0 16,1 0 0-16,-5 0 1 0,-3 0 0 15,-9 1-5-15,-5 2 6 0,-16 1-6 0,-12 1 6 16,-6 1 6-16,-8 0-3 0,0-2 5 15,0 2-6-15,0 0-2 0,0 0 0 16,-11 10 0-16,-7 3 0 16,-7 4-1-16,-1 1-2 15,-2 2 0-15,2 0 0 0,0 3-1 16,3 2 0-16,1 1 0 0,2 0-1 16,2 0 0-16,4-4-2 0,6-5-1 15,3 0 0-15,3-5 0 0,2-3 3 0,2 0 2 16,7-7 2-16,7-2 2 0,6-3 1 15,4-10 0-15,1-5 0 0,-1-4 2 0,-2-4-2 16,0-5 1-16,-1-1-1 0,-3-3 1 16,-2 2-2-16,-1 0-4 0,-2 6 4 15,-3 2-4-15,-3 10 2 0,-3 8 1 0,-3 3-1 16,1 4 4-16,5 5-4 0,0 7 6 16,2 8-4-16,1 1-1 0,-5 2 2 15,0 1-2-15,1 2 1 0,0 1 0 16,1-2-2-16,0-1 0 0,2-1 0 0,-1-3 1 15,3-2 1-15,4-5-1 0,-5-4 1 16,7-6 0-16,4-3 0 0,0-3 1 0,13-7 0 31,-3-7-1-31,-1-6 0 0,0-4-1 16,-5-7-2-16,-2-5 2 0,-3-5 0 16,-5-8-4-16,-2-5 5 0,-5-7-6 0,-2-7 3 15,-2-2 2-15,-1-2-2 0,-4 7 4 16,-1 9-2-16,0 9 2 0,0 13-1 15,-1 13 0-15,-2 11-3 0,3 8 2 16,0 5-1-16,0 0-1 0,-5 0 1 0,-3 7 0 16,-5 11-1-16,-2 12 1 0,2 4-1 15,5 8 0-15,0 6 4 0,1 4-5 16,2 2 2-16,-1 4-3 0,0-1 2 0,0 2 4 16,-2-2-4-16,0-2 3 0,2-4-5 15,3-4 0-15,2-7 0 0,1-7 1 0,1-7 0 16,5-11 1-16,-3-6 3 0,7-6-1 15,2-3 1-15,5-9 1 0,6-7-1 16,2-9 1-16,1-5-2 0,1-4 2 16,1-1-1-1,2 2-4-15,-1 3 5 0,-3 6-5 16,0 6 4-16,-7 5 1 0,1 10-2 16,-1 3 0-16,0 7 3 0,7 10 3 0,-6 6-5 15,2 3 5-15,-4 4-6 0,-3 1-1 16,-5 1 0-16,-3-2 0 0,-7 0-1 15,0 1 1-15,-10-4 0 0,-4-1 0 16,-6-4 1-16,-6-2-2 0,-3-5 1 0,-6-2 0 16,-1-6-2-16,-2-5 1 0,0-2-3 15,1-3-1-15,2-9-5 0,5-2-6 16,3-4-6-16,3-2-10 0,4 0-12 0,3 0-22 16,8 7-31-16,3-3-77 0,6 3-108 15</inkml:trace>
  <inkml:trace contextRef="#ctx0" brushRef="#br0" timeOffset="-15695.46">23672 13453 723 0,'0'0'39'0,"0"0"-4"0,0 0-4 15,27-82-5-15,-20 70-5 0,-2 4-5 16,-2 4-7-16,0 1-4 0,-3 3-3 0,4 0-2 16,3 6 1-16,3 9-2 0,1 9 1 15,-4 8-1-15,-4 6 1 0,-3 6-2 16,0 8 2-16,-2 2-1 0,-1 4 1 0,2 1-2 16,1-2 1-16,0-1 2 0,1-5-4 15,9-4 5-15,3-2-4 0,5-8-1 16,2-4 1-16,5-5 0 0,5-5-1 0,3-7 2 15,6-6 1-15,5-7-2 0,-1-3 0 16,2-10 2-16,-3-6-2 0,-3-8 4 16,-2-6 0-1,-2-3 1-15,-3-2 0 0,-2 1-3 16,-4 0 1-16,-4 5-2 0,-3 5 5 16,-9 9 3-16,-4 6 0 0,-3 6-2 0,-3 3-3 15,0-2-2-15,-2 2-1 0,-12 0-1 16,-8 7 1-16,-8 9 4 0,1 5-4 15,1 3 4-15,5 4-6 0,3 2 0 16,5 0 2-16,4 2-3 0,8-2 2 0,3 1-2 16,12-3-1-16,11-3 2 0,11-2 0 15,14-3-2-15,10-4 0 0,10-3-7 16,9-6-3-16,6-1-9 0,4-4-8 0,3-2-24 16,-4 0-26-16,-7 0-30 0,-7-2-54 15,-15-4-97-15</inkml:trace>
  <inkml:trace contextRef="#ctx0" brushRef="#br0" timeOffset="-15079.78">18882 14912 500 0,'0'0'56'15,"0"0"-2"-15,-86 0-6 0,62 0-8 16,6-3-8-16,1 0-5 0,6-1-4 16,5 3 0-16,2 1-4 0,4 0-5 0,-3-1-3 15,6-1 0-15,13-1-2 0,19-1 2 16,23-3-2-16,22 3-1 0,26-2-1 15,27 0-2-15,26-2-2 0,28 0-2 16,25 1-1-16,26-1-1 0,26 4 0 0,24 0 0 16,24 0-3-16,17 3 4 0,15-1-1 15,10 2 0-15,2-2 2 0,-1 1-2 0,-9 1 0 16,-12 0 1-16,-17-1 1 0,-18 1 0 16,-20-2 2-16,-23-1 1 0,-25-1 1 15,-25-3 4-15,-32-2-5 0,-30 0 6 16,-28-3-2-16,-32 2 3 0,-24-4 1 0,-19 2-3 15,-21 1-3-15,-11-2 0 0,-9-1-5 16,-7-1 1-16,-9-3 1 0,-6 2-3 16,-1 1 0-1,1 3 0-15,0 1-3 0,8 5 2 16,4 2-3-16,7 2-2 0,-1-1-8 16,-1 1-17-16,1 1-29 0,-1-1-104 0,5 2-162 15,-7-4-19-15</inkml:trace>
  <inkml:trace contextRef="#ctx0" brushRef="#br0" timeOffset="-11213.04">3376 16483 352 0,'0'0'52'15,"0"0"2"-15,0 0-2 0,0 0-9 0,0 0-4 16,0 0-4-16,0 0 1 0,0 0-3 31,0 0-1-31,0 0-6 0,-7-63-7 16,6 63-8-16,1 0-2 0,-2 0-2 16,-1 0-2-16,0 13 3 0,-1 9 4 15,1 6-10-15,3 2 8 0,0 4-9 0,0 0 0 16,3 1 1-16,3 0-2 0,0 0 1 0,2-1 2 15,-1-1-3-15,1-3-1 0,-1-2 0 16,0-4-2-16,-1-7 4 0,0-4-1 16,-5-4 0-16,2-4-1 0,0 0 0 15,-3-5 0-15,0 0-1 0,0 0-5 16,3 0-17-16,-3-7-38 0,3-3-77 0,-3-8-165 16,0-5 4-16</inkml:trace>
  <inkml:trace contextRef="#ctx0" brushRef="#br0" timeOffset="-10896.34">3755 16826 656 0,'0'0'56'0,"0"0"-9"15,0 0-5-15,0 0-13 0,0 0-8 16,0 0-6-16,0 0-7 0,0 0-2 0,0 0-4 16,0 0 0-16,23-67-2 0,-20 67 1 0,-3 0 0 15,0 0 0-15,3 4 0 0,-3 1 2 16,0 7-3-16,0-5 0 0,0 3 0 16,0 2-3-16,0-4 2 0,-3 1 0 15,0-6 3-15,3 2-2 0,0-5-1 16,-4 0 0-16,-2 0-7 0,2 0-4 0,1 0-12 15,3 0-23-15,-3 0-44 0,3-5-76 0,0 2-138 16</inkml:trace>
  <inkml:trace contextRef="#ctx0" brushRef="#br0" timeOffset="-10413.4">4701 16404 586 0,'0'0'69'0,"0"0"-8"0,0 0-14 16,0 0-11-1,0 0-13-15,0 0-9 0,0 0-7 16,0 0-4-16,0 0 0 0,-10-26 2 0,18 46-3 16,1 9 0-16,3 1 3 0,-1 5-8 15,1 0 7-15,1-1-7 0,4-1 1 16,3-3 3-16,2-4-2 0,4-3 1 15,0-6-1-15,6-6 1 0,4-3-2 0,2-6 2 16,2-2 0-16,-1-5-1 0,-1-7 1 16,-3-3 0-16,-5-5 3 0,-4-1-3 0,-3-4 1 15,-6 1 0-15,-4-2 0 0,-4 2 1 16,-3 0-4-16,1 7 5 0,-7 6-7 16,3 7 4-16,-3 4-2 0,0 0-2 15,0 0-8-15,0-3-14 0,0 2-19 16,0 1-23-16,-11 0-35 0,-4 1-68 0,-4 3-106 15</inkml:trace>
  <inkml:trace contextRef="#ctx0" brushRef="#br0" timeOffset="-10146.8">4938 16276 703 0,'0'0'57'0,"0"0"-10"0,0 0-12 15,0 0-12-15,0 0-11 0,0 0-4 16,0 0-2-16,0 0 0 0,0 0-1 16,0 0 1-16,49 11-2 0,-40 18 0 15,-2 5 0-15,0 2 1 0,3 5 1 0,-1 1-5 16,1 4 3-16,2 1-5 0,-2-1 1 16,1-4 0-16,-2-1-1 0,0 0 0 0,-1-6-1 15,0-3 2-15,-4-2-3 0,2-9-1 16,-2-2-6-16,1-9-5 0,0-1-11 15,-2-1-12-15,0-5-40 0,4-2-88 16,-1-4-145-16</inkml:trace>
  <inkml:trace contextRef="#ctx0" brushRef="#br0" timeOffset="-8413.44">6886 16383 579 0,'0'0'46'15,"0"0"-5"-15,0 0-7 0,0 0-5 16,0 0-10-16,0 0-8 0,0 0-4 0,0 0-6 31,0 0 1-31,-90 37-4 0,74-2 2 16,3 5 4-16,2 4-6 0,2 5 5 0,5-1-7 16,2 1 0-16,2-5 0 0,3-5 0 15,9-2 1-15,2-7-1 0,9-6 1 16,-1-6 0-16,7-7 3 0,6-8 0 15,2-3 0-15,1-14 0 0,-1-5 0 16,1-5 2-16,-2-4-2 0,-4-2 2 0,-3-2-1 16,-3 0 0-16,-6 1 1 0,-2 4 0 0,-3 2 1 15,-6 8 0-15,-3 6-2 0,-2 7 2 16,-4 4-3-16,0-2-2 0,0 2 1 16,0 0 2-16,4 6-1 0,1 9 0 15,-1 5 0-15,1 6-2 0,-4-3 2 0,5 0-3 16,-1 1 4-16,3-6-3 0,-1 0 2 15,2 1 1-15,-1-11-1 0,1 2-1 0,0-1 1 16,-2-1 0-16,0-6 1 0,5 3 2 31,-2-5-2-31,4-3 2 0,4-5-2 16,-4-5 1-16,-2-5 0 0,-1-2 0 16,-5-4-1-16,-2-4 1 0,-2-2-2 15,-2-2 1-15,0-3 1 0,-9 3-2 0,1 2 1 16,-3 5-6-16,4 9 3 0,-7 7-3 0,-1 5 4 15,-5 4 5-15,-2 10-6 0,-2 4 7 16,2 2-7-16,2 1 1 0,8-4 1 16,5-2-2-16,1-2 1 0,6 0 1 15,0 3 1-15,12-2 0 0,4-2 0 16,8-3 0-16,4-5-1 0,5 0-1 0,3-1-2 16,3-7 0-16,6-1-3 0,1 0 0 0,1-1-3 15,2-1-1-15,-3-1 1 0,-3 1 0 16,-4 2 6-16,-4 0 3 0,-6 1 1 15,-7 3 1-15,-11 2 0 0,-5 3 0 16,-1 0 1-16,0 0 3 0,2 0-1 0,1 3 1 31,-5 8-1-31,-2 3-1 0,-1 3-1 16,0 6-1-16,-4-3 0 0,-2 4-2 0,0-2-1 16,3 3 0-16,-1 0 1 0,4 1 0 15,0 0-1-15,0-5-2 0,7 2 1 16,0-4-1-16,-2-5 2 0,2-2 1 15,3-4 1-15,2-8 0 0,6 0 2 16,3-5 0-16,5-9-1 0,-3-1 1 0,-2-4-1 16,-2-2 1-16,0-2-3 0,0-4 2 0,4-4-3 15,-1 2 3-15,-3 2-1 0,-2 3 2 16,-4 3-1-16,-2 7 3 0,1 3-2 16,-6 5 0-16,5 3-1 0,-2-2-2 15,1 5-1-15,3 0 1 0,0 5 1 0,3 5-1 16,-4 3-1-16,-2 3 0 0,3 2-1 15,-3 1-1-15,1 2 3 0,0-1-3 0,0 0 0 16,2-2 0-16,2 0 1 0,2-2-1 31,-1 0 2-31,3-1-2 0,-2-6 2 16,3-1 1-16,2-5-1 0,-3-2 2 16,7-1 0-16,-3 0 2 0,3 0-3 15,1-1 1-15,-3-4 1 0,0 1-1 0,-1-2 1 16,-1 1-1-16,-3-2 1 0,0-4-1 0,-5 2 0 15,2 1 1-15,-7-3-2 0,2 3-1 16,-5 1 1-16,-2-2 0 0,2 2 2 16,-3-4 1-16,0 2-2 0,-3 3 3 15,3-5-2-15,-3 8 2 0,0-4 3 16,3 2 2-16,-3 5 1 0,0-2-1 0,0 2-2 16,0-1-4-16,2 1-2 0,-2-3-2 0,0 2 1 15,0-1-1-15,0 2 0 0,0-2 1 16,2 2 0-16,-2-1 0 0,1-1 2 15,-1 1 1-15,3-4-2 0,0 3 0 16,2-10-1-16,-1 4 1 0,-4-4-1 0,3-8 1 31,-3-5 1-31,0-5-6 0,0-4 6 16,-6 1-5-16,3-2 3 0,-1-1 2 0,-1-2-1 16,-3 1 4-16,4 0 2 0,-2 3 6 15,-2 7-1-15,4 8 1 0,0 1-1 16,0 9-2-16,2 5-3 0,1 1-1 15,1 3-8-15,-2-3 1 0,1 3 0 16,-1 10-1-16,-1 9 3 0,2 6-2 0,1 7 0 16,0 3 0-16,0 6 1 0,1 1-1 0,4 5 0 15,2 1 5-15,0 2-6 0,5 0 5 16,-2-3-3-16,6 0-3 0,0-4 3 16,4-7-4-16,3-3 1 0,3-2-5 15,6-4-4-15,4-3-3 0,6-8-12 16,7-4-34-1,6-5-40-15,-3-7-83 0,6 0-104 0</inkml:trace>
  <inkml:trace contextRef="#ctx0" brushRef="#br0" timeOffset="-7941.64">9781 16663 668 0,'0'0'59'0,"0"0"-13"0,0 0-5 0,0 0-10 16,0 0-4-16,-38-87-5 0,30 76-4 0,-1 0-3 15,3 4-5-15,-4-6-2 0,0 5-9 16,1 1 3-16,-5 1-7 0,-2 6 4 16,-6 2 5-16,-5 9-6 0,-1 8 5 15,2 1-4-15,4 4-2 0,1 3 1 16,1 2 0-16,5 3 0 0,1-3-2 0,5 5 2 16,3-6-3-16,6-1 0 0,0 0 1 0,3-5 0 15,7-2 1-15,3-5 1 0,2-3-1 16,-4-6 3-16,7-4 0 0,0-2-1 15,0-8 2-15,6-9-1 0,-2-3 0 16,-3-5 2-16,0-2 0 0,-2-8-1 16,-4 0 1-1,-1-6-2-15,-4-3 2 0,-1-8-2 16,-4-6-3-16,-3-5 5 0,0-2-5 0,-4-2 5 16,-5 6 2-16,-1 8-1 0,0 11 4 15,3 12-1-15,0 11 0 0,2 8-1 16,4 7-2-16,-2 1-1 0,3 3-1 15,-3 0 1-15,-1 15-3 0,-1 9 0 0,-1 12-1 16,5 7 1-16,1 4-1 0,3 3 3 16,4 5-3-16,2 1 1 0,0 3 4 0,2 3-6 15,-1 1 5-15,3-2-4 0,2-1-3 16,3-5 0-16,4-4-5 0,6-11-4 16,5-10-7-16,9-9-9 0,4-10-36 15,9-11-85-15,6-7-161 0,1-18-7 16</inkml:trace>
  <inkml:trace contextRef="#ctx0" brushRef="#br0" timeOffset="-6613.2">11428 16455 628 0,'0'0'45'0,"0"0"-3"0,0 0-8 0,0 0-8 16,0 0-9-16,0 0-8 0,0 0-4 0,0 0-2 15,-90-15-4-15,74 34 0 0,2 5 4 16,4 3-7-16,1 0 6 0,2 1-5 16,4-1 2-16,3-3 0 0,0-1-1 15,6-3 0-15,5-2 0 0,2-2 2 16,3-4 0-16,2-5 1 15,-4-2 0-15,-1-2 1 0,3-3-1 0,-3 0 2 0,4-7-1 0,-4-1-1 16,-2-6 1-16,-3-4 0 0,-4-2 1 31,-1-4-1-31,-1-6 1 0,-2-3 0 16,0-4-6-16,-2-6 6 0,-2-1-6 16,-2-1 4-16,-1-1 3 0,-2 0 1 15,-1 4 4-15,-3 4 0 0,-1 3 4 0,-2 4-1 16,1 8-1-16,0 4-2 0,0 4-2 0,5 4 0 15,-2 2-1-15,4 4 1 0,-1 0-2 16,-1-2 1-16,7 4-2 0,0 2-2 16,3 1-2-16,-1-2 0 0,1 5-2 15,0 17 2-15,0 9 0 0,4 14 0 16,9 2 0-16,-1 5 1 0,-2 5-3 0,3-1 2 16,-5 6 4-16,1-1-5 0,-2 0 5 0,0 0-7 15,-1-3 1-15,0 1 2 0,0-6-3 16,-1-7 3-16,1-6-1 0,-3-12-3 15,0-9 3-15,-1-13 2 0,-2-4 0 16,3 0 5-16,4-9-4 0,3-12-2 16,0-8 1-1,0-6-3-15,0-7 4 0,-1-2 1 16,1-1-1-16,3-2 0 0,3 3-5 0,4 3 1 16,3 7-2-16,1 6 3 0,5 8 2 15,-2 8 0-15,5 5-2 0,0 5 0 16,-2 2 0-16,0 9 1 0,-2 6-1 15,-5 7-2-15,-4 3 7 0,-3 5-6 16,-6 0 6-16,-7-1-2 0,-3-1-3 0,-6 0 2 16,-9-2-2-16,-8-5 1 0,-6 0-2 0,-5-1-2 15,-4-8 1-15,-4-3-1 0,0-3 0 16,0-6 1-16,2 0 0 0,2-7 0 16,5-5 3-16,1-4-1 0,9 1 0 15,7 4 1-15,2 3-1 0,8 1 0 0,3 4 0 16,0 0-2-1,3 3 0-15,0 0 2 0,9 2 0 0,9 7 1 0,7 4 0 0,0 1-1 16,4 3 1-16,1-4 2 0,5 3-1 31,-1-4 0-31,5-2 0 0,-1 1 0 16,1-6-1-16,3-2 1 0,0-3-1 16,0-3-1-16,0-6 2 0,0-5-2 15,-3-3 1-15,-2-2 1 0,-4-4-1 0,-2-1-1 16,-4-4 2-16,-2 1-2 0,-2-2 1 0,-1 0 4 15,-5 0-8-15,-1 4 7 0,-4 1-5 16,-4 9 2-16,-2 0 2 0,-3 8 1 16,-2 2-1-16,1 0 0 0,-2 5 1 15,0 0-2-15,0-3-2 0,-3 2 2 16,-6 1-3-16,-8 0 2 16,1 4-1-16,-3 10 0 0,2 6 7 0,4 3-8 0,0 2 9 0,7 3-9 15,2-2-1-15,4-1 2 0,0 2 0 16,10-8 0-16,9 0 1 0,5 0 1 15,5-6-3-15,4-2 0 0,5-3-3 16,3-4-7-16,3 0-10 0,0-4-22 0,-1-5-49 31,2-4-82-31,1-6-140 0</inkml:trace>
  <inkml:trace contextRef="#ctx0" brushRef="#br0" timeOffset="-5329.02">13405 16346 698 0,'0'0'33'16,"0"0"6"-16,0 0 2 0,1-85-6 16,1 69-10-16,-1 5-9 0,-1 5-4 15,0-4-4-15,0 5-3 0,0 0-3 0,-6 5-1 16,-7 1-3-1,-7 13-1-15,-6 8 1 0,4 3-1 0,-1 7 2 0,4 4-2 0,5 4 1 16,-2 2 3-16,10 0-5 0,3 0 3 31,3-1-3-31,8-6-3 0,9-3 2 16,3-5-1-16,6-4 0 0,5-8 0 16,2-4-1-16,4-5 3 0,2-6 0 0,2 0 3 15,2-9 1-15,-1-5 1 0,0-3-2 16,-4-2 2-16,-1-7-1 0,-6-3-4 0,-4-2 9 15,-6 0-6-15,-4-1 7 0,-4 5-2 16,-3 7-1-16,-4 3 0 0,-5 7-1 16,2 5 0-16,-2 0-3 0,-1 5-3 15,0 0 1-15,-11 5 1 0,-6 10 1 16,-6 11 5-16,2 0-5 16,1 6 1-16,3-2-2 0,4 0 2 0,4-4-2 0,6-2 0 0,3-1-1 15,0-4-1-15,7-3 3 0,6-4-1 16,3-1 3-16,6-7 0 0,1 0-1 15,3-4 2-15,3 0-3 0,1-7 2 16,-1-3 1-16,-1-4-1 0,-2-1 0 16,-7-1 0-1,-2-6-1-15,-5 0 2 0,-5-3 0 16,-3-4-6-16,-4-1 6 0,0-1-8 0,-7 2 7 16,-3 5 1-16,-2 3 0 0,-1 4 0 15,-3 4 0-15,6 5 0 0,3 2 1 16,4 5 2-16,3 1-1 0,-3-2-1 15,3 2-1-15,0 0 0 0,0 0 0 16,0 0 3-16,0 0 2 0,10 0-2 0,7 2 0 16,6 2-3-16,1 0 0 0,2 3 0 0,0 2-2 15,1 2 0-15,2 2 0 0,0 2-2 16,0 5 1-16,0 3 5 0,-4 4-8 16,1 1 8-16,-5 0-6 0,-5-1 2 15,-1 0-1-15,-8-5-1 0,-3 1 0 16,-4-2-3-16,0-5 5 0,-1-5-2 15,-3-3 2-15,1-5 2 0,1 2-1 0,2-5-2 0,-1 0 3 16,-2 0 0-16,0-2-1 0,1-8 4 31,2-9-6-31,0-4 1 0,9-5 0 16,7-3-2-16,1-1 4 0,5 2-5 16,1 0 2-16,2 2-4 0,1 7 4 15,-2 6-3-15,-5 6 4 0,0 4 0 0,1 5 0 16,-2 3 0-16,5 9-2 0,-2 4 9 0,-4 3-9 15,0 3 7-15,-4-1-8 0,-2 0 1 16,-5-6 0-16,0-4 1 0,-6-1 1 16,0-2-4-16,0 4 4 0,0 0-1 15,-2-7-1-15,-2 4 1 0,3-4 0 16,-2-2-2-16,1 2 3 0,2-5-2 16,0 0 1-16,0-14 0 0,0-3 1 0,6-9 1 0,3 1 2 15,4-3-6-15,0-4 4 0,4 2-5 16,1 1 4-16,0 7 1 0,1 2 0 15,1 7-1-15,-5 6-1 0,1 5 2 16,4 2 0-16,0 8-1 0,6 3-1 16,-3 5-1-1,0 2 2-15,-4 3 5 0,2 2-7 16,-1 0 7-16,-1 0-8 0,2-2 3 0,1-1 0 16,0-2 0-16,1-6 0 0,1 0-1 15,2-4 1-15,0-2-1 0,-1-5 2 16,1-1-3-16,0 0 2 0,-1-8-1 15,-2-8 1-15,-4-5-5 0,-1-8 6 0,-3-6-4 16,-2-7 5-16,-3-4-1 0,-4-7-2 16,-2-5 2-16,-1-4 0 0,-3-3 2 0,0 1-1 15,0 6 2-15,-6 8-2 0,2 11 2 16,0 13 2-16,-2 8 1 0,3 7 0 16,1 6 0-16,1 3-3 0,1 2-2 15,-5 0-1-15,0 6-2 0,-2 12 3 16,-1 9-2-16,4 6 0 0,2 10-1 15,2 6 1-15,0 8-3 0,2 3 3 0,2 5-2 0,1 3 2 16,-1 4 4-16,1 2-5 0,1-1 3 31,0 1-4-31,3 1-3 0,-2-3 1 16,5 0-7-16,-5-9-3 0,5-2-12 16,-4-12-4-16,1-7-16 0,-3-8-16 15,-2-13-27-15,-1-7-55 0,-1-10-137 0</inkml:trace>
  <inkml:trace contextRef="#ctx0" brushRef="#br0" timeOffset="-4196.83">15292 16433 681 0,'0'0'50'16,"0"0"-5"-16,0 0-8 0,0 0-9 15,0 0-9-15,0 0-6 0,88-40-5 16,-62 40-1-16,0 7-2 0,2 3-2 16,0 4-2-1,0 4 0-15,-2 5 4 0,-6 2-6 16,0 3 4-16,-5 1-6 0,-2 0-2 0,-6-4 0 16,-4 0-3-16,-3-3-6 0,-9 0-5 15,-9-7-6-15,-8-2-3 0,-5 0 1 16,-3-6 2-16,-1-1 5 0,-1-6-3 15,2 0 8-15,5-3 6 0,2-5 6 16,12 1 7-16,3-2 1 0,6 3 4 0,3 1-1 16,3-2 4-16,0-1 0 0,9 0 5 0,6-2-1 15,1 4 1-15,6 2-3 0,1 0-3 16,6 0-2-16,0-2 0 0,3 0-1 16,2-1-1-16,1-1-2 0,3-3-3 15,0-2-1-15,0-5-1 0,-3-3 2 0,1-5-8 16,-4-6 7-16,-2 0-7 15,-2-7 4-15,-4-4 3 0,-3-2-2 0,-1-5 3 0,-4-3-2 16,0 0 3-16,-4 1-3 0,-3 4 4 31,-1 5-2-31,-4 8 1 0,-2 13 1 16,-1 8 2-16,-1 9 0 0,0 5-1 16,0-1-4-16,0 1-2 0,-1 0-1 15,-10 3-2-15,-3 10 4 0,-2 9-1 0,3 5 2 16,3 8-3-16,3 3 0 0,2 4-1 0,0 5 1 15,5 0-1-15,0 0 2 0,0 0-1 16,7-2 1-16,3-5 3 0,6-1-3 16,4-3 4-16,8-3-6 0,2-5 2 15,3-4-4-15,2-8 4 0,5-5-1 16,-2-8 0-16,1-3 1 0,-1-1 1 16,0-10 1-16,-1-4 0 0,-5-5 2 0,-5-6-6 0,-4-1 6 15,-4-3-6-15,-3-2 5 0,-6 0 0 16,-1-1-1-16,-5 2 2 0,-1 9-3 15,-1 3 2-15,-2 6 0 0,0 6-2 16,0 3 0-16,0 4-2 0,-2 0-2 16,-8 1 3-1,-6 12 0-15,-6 5-1 0,5 5 4 16,2 1-6-16,3 3 3 0,3 0-3 0,1 1 2 16,6-1 5-16,0 0-6 0,2 1 8 15,3-6-9-15,4 0 3 0,2-5 0 16,-1-7 0-16,3-2 2 0,-4-3-1 15,6-5 2-15,4 0 0 0,2 0-1 16,6-8 3-16,-5-3-3 0,0-4 1 16,-2-2 1-16,2-1-7 0,0-2 9 0,-1 2-8 0,4 3 5 15,0 1 0-15,2 6 0 0,1 2-1 16,-3 6 2-16,3 0 0 0,-3 6 0 16,0 10 5-16,-1 2-7 0,-3 3 4 15,-5 2-7-15,-1-2 1 0,-6-6 2 16,-2 0-1-16,-2-5-1 0,-3-5-1 15,0 7 1-15,0-8 0 0,0 0 2 0,0 1 1 0,0-5 0 16,-2 0 1-16,2 0-1 0,-1 0 2 31,-1 0-2-31,1 0 1 0,1-12-1 16,0-5 1-16,6-6 1 0,8-1-7 16,2-2 9-16,3-2-9 0,2 0 9 15,0-1-3-15,0 5-1 0,-2 4 3 0,-6 5-3 16,-4 7 3-16,-1 3 0 0,-5 3-2 0,0-1 0 15,2 1-2-15,-5 2 0 0,0 0-1 16,0 0 0-16,1 14 1 0,-1 0 1 16,2 4-2-16,-2 3 0 0,0 2-1 15,0 3-2-15,3 1 8 0,-1-2-7 16,4-2 5-16,4-3-5 0,0-3-8 16,-1-6-7-16,4 0-10 0,-3-6-20 0,1-3-50 0,7-1-98 15,-3-2-127-15</inkml:trace>
  <inkml:trace contextRef="#ctx0" brushRef="#br0" timeOffset="-3946.58">17373 16727 802 0,'0'0'33'0,"0"0"2"16,0 0-8-16,0 0-6 0,0 0-7 0,0 0-7 0,81 61-2 15,-67-44-4-15,-2 4-1 0,-4 5-1 16,-5-1 0-16,-3 3-10 0,-7-2-17 16,-15-3-45-16,-7-4-127 0,-8-8-134 15</inkml:trace>
  <inkml:trace contextRef="#ctx0" brushRef="#br0" timeOffset="-3280.13">18349 16111 600 0,'0'0'55'15,"0"0"-9"-15,0 0-3 0,0 0-6 0,69-84-4 16,-34 71-4-16,8 2-5 0,5 5-5 16,5 3-5-16,-1 3-6 0,-4 5-3 0,-6 5-3 15,-3 4 0-15,-8 4-4 0,-7 5 2 16,-5 3-2-16,-5 3 2 0,-6 3 0 16,-5 1 0-16,-3 1-1 0,-12-1 0 15,-8 0-1-15,-8 1 1 0,-6-4-2 16,-10 0-1-16,-1-3-4 0,-4-1 0 0,1-2-2 15,2-7 2-15,6 0 11 0,6-5-7 0,11-6 9 16,10-1-3-16,9-4-7 0,4-1 7 31,0 0-1-31,6-3-1 0,10-5 1 16,10 0 0-16,6 1-6 0,4 3 6 16,3 4-1-16,-2 0 2 0,1 0-2 15,-2 1 0-15,-1 5 6 0,-5 2-8 0,-1-2 6 16,-9 0-8-16,2-3-9 0,-5-3-14 0,-4 0-42 15,-1 0-77-15,-6-3-165 0,-2-8 2 16</inkml:trace>
  <inkml:trace contextRef="#ctx0" brushRef="#br0" timeOffset="-2896.56">19545 16643 714 0,'0'0'48'0,"0"0"-5"0,0 0-9 16,0 0-10-16,0 0-6 0,0 0-7 15,0 0-4-15,78-42-2 0,-69 42-5 16,2 0 2-16,-5 7-2 0,1-3 1 15,-5 5-1-15,-2 6-1 0,0 0-3 0,-8 4 2 16,-5-3-2-16,-3-2 1 0,0-2-2 16,-4 0-2-16,2-4-3 0,4-4 1 0,6 1 3 15,-2-5 2-15,4 0 2 0,-4 0 2 16,0-1 0-16,4-7 0 0,1 0 1 16,5-4 0-16,0-3 0 0,3-2-2 15,7-1 1-15,-2 6-2 0,-3 5 0 0,1 0-4 16,-3 6-11-16,0-4-18 0,3 4-34 15,-6 1-54-15,0-2-178 0,0 2 9 0</inkml:trace>
  <inkml:trace contextRef="#ctx0" brushRef="#br0" timeOffset="-129.84">20989 16043 375 0,'0'0'76'16,"0"0"-12"-16,0 0-14 0,0 0-7 31,0 0-9-31,0 0-7 0,0 0-5 16,0 0-9-16,0 0-4 0,-7-38-3 16,6 38 1-16,-2 0 2 0,1 15 0 0,1 3-1 15,1 9-1-15,3 1-1 0,8 2-3 0,2 1 0 16,3 2-1-16,7-2 1 0,3-1-2 15,5-3 2-15,5-4-3 0,6-5 2 16,6-3-1-16,5-10 1 0,6-4 2 16,6-2-3-16,3-12 1 0,2-5-1 15,1-6 1-15,-5-3-2 0,-4-5 5 0,-10-3-4 16,-8-1 2-16,-11-3-2 0,-7 3 1 0,-8 3-1 16,-6 2 2-16,-4 10-2 0,-5 7-1 15,-2 10 1-15,-1 4-3 0,0-1 0 16,0 1-2-16,0-2-1 0,0 2-1 15,0 0-2-15,-3 5-5 0,-4 7-14 16,-3 4-34-16,1 6-62 16,-1-4-170-16</inkml:trace>
  <inkml:trace contextRef="#ctx0" brushRef="#br0" timeOffset="237.81">21520 15895 670 0,'0'0'51'0,"0"0"-15"16,0 0 1-16,0 0-15 0,0 0-4 15,0 0-7-15,0 0-4 16,0 0 1-16,0 0-6 0,0 0 5 0,-10-4-4 0,6 25 1 0,-4 11 0 15,4 4-3-15,0 9 2 0,1 2-3 16,1 6 2-16,2 3-2 0,0 3 0 31,0 1-1-31,2 2 0 0,2-2 8 16,2 2-10-16,1-4 9 0,-1-3-7 16,1-7-1-16,0-7 0 0,-2-6-3 0,-1-12 5 15,1-4-3-15,-4-8 1 0,0-6 1 0,1 3-3 16,-2-8 1-16,0 0-5 0,0 0-10 15,0 0-16-15,0-4-36 0,-4-11-69 16,-10-8-169-16,-1-7 14 0</inkml:trace>
  <inkml:trace contextRef="#ctx0" brushRef="#br0" timeOffset="520.2">20469 16002 611 0,'0'0'52'0,"0"0"-9"0,0 0-5 0,0 0-6 16,0 0-9-16,0 0-5 0,0 0-5 16,0 0-2-16,0 0 0 0,91 38-3 15,-74 4-3-15,2 5 1 0,-4 8-5 16,0 2 1-16,-3 3-3 0,-2 1 1 15,0-1 3-15,-3 1-5 0,2 1 4 0,0-4-4 16,1 1-1-16,-1-4 0 0,3-2-2 0,2 0-5 16,1-3-10-16,3-7-15 0,-1-8-41 15,1-8-68-15,3-14-165 0</inkml:trace>
  <inkml:trace contextRef="#ctx0" brushRef="#br0" timeOffset="820.27">22219 15921 727 0,'0'0'37'15,"0"0"-5"-15,0 0-6 0,0 0-9 0,0 0-6 16,0 0-2-16,0 0-1 0,0 0 1 15,0 0-2-15,0 0-4 0,49 72 0 16,-42-30-1-16,3 5-1 0,-3 5-2 16,-1 2 1-16,1 3-2 0,3-2 1 15,-1-1-2-15,1-3 1 0,3-1 6 0,-1-1-8 16,1-6 6-16,1-6-7 0,-2-6-5 0,-4-11-2 16,1-4-10-16,-3-5-15 0,-3-7-28 15,0 3-48-15,-2-9-181 0,2-10-4 16</inkml:trace>
  <inkml:trace contextRef="#ctx0" brushRef="#br0" timeOffset="1254.61">22476 15702 679 0,'0'0'47'0,"0"0"-10"16,0 0-4-16,77-89-6 0,-51 74-3 0,1 3-6 16,3 8-4-16,1 4-4 0,-2 2-5 15,0 12-3-15,-2 6-2 0,-1 4 0 16,-4 5-1-16,-3 4 2 0,-3 2-3 16,-5 0 1-16,-4 3 4 0,-5-2-6 15,-2 1 6-15,-5-1-6 16,-8 1-3-16,-5-5 0 0,-5 1-4 0,-3-2 1 0,-3-3 0 0,2-5 4 15,0-3 2-15,4-1 2 0,6-9 0 16,8-3 0-16,6-4 1 0,3-3 1 31,0 0 1-31,0 2 1 0,12 4 1 16,12-2 0-16,9 2 0 0,9-1 0 16,6-2 0-16,4-2-2 0,4 1 1 0,5-1 0 15,3 1-1-15,-1 0 1 0,-2-1-3 0,-5-1 0 16,-8 0-1-16,-16 0 1 0,-9 0 0 15,-11 0 0-15,-8 0 1 0,3 0-2 16,-7 0-2-16,0-1-3 0,0 1-9 16,0 0-13-16,0-2-25 0,0 2-45 15,0-2-145-15,-7 1-65 0</inkml:trace>
  <inkml:trace contextRef="#ctx0" brushRef="#br0" timeOffset="1786.81">24139 15702 548 0,'0'0'42'0,"0"0"-5"0,0 0-1 16,0 0 2-16,0 0-2 0,0 0-4 16,0 0-3-16,0 0-10 0,24 82-2 15,5-54 0-15,6 1-9 16,6 1 2-16,6-1-7 0,4 0-3 0,1 0 2 0,1-2-3 0,0 0 1 15,-3 1-1-15,1-3-1 0,-5-2 0 16,-4-2 2-16,0-5-1 0,-7-1 1 31,-7-3-1-31,-6-3 1 0,-7-1-1 16,-8-2 1-16,-4-5 1 0,-2 7 3 16,-1 4 4-16,-10 6 3 0,-10 6-1 0,-5 2-1 15,-7 1-4-15,-5 2 1 0,-4 3-5 0,-4 2 3 16,-2 0 1-16,-2 3-5 0,1 1 6 15,2 0-9-15,4-5 3 0,4 0 0 16,6-6-3-16,5-3 5 0,7-4-3 16,7-5 0-16,7-7-2 0,3-4-1 15,3 0-3-15,0 3-3 16,1 2-10-16,5 0-17 0,4-8-38 0,7-1-69 0,-2-1-172 0,10-12 4 16</inkml:trace>
  <inkml:trace contextRef="#ctx0" brushRef="#br0" timeOffset="2188.02">25711 16032 682 0,'0'0'34'0,"0"0"1"0,0 0-3 15,0 0-1-15,0 0-6 0,23-77-9 0,-25 67-7 16,-3 3-3-16,-5 2-6 0,-8 2 1 0,-4 3-1 16,-8 7 0-16,0 8 1 0,-2 8-3 15,0 7 1-15,3 6-2 0,3 8 2 16,3 3-1-16,6 5 3 0,1-2-4 16,9 0 2-16,4-1-4 0,3-4 3 15,11-3 5-15,11-5-6 0,7-4 8 16,8-5-8-16,7-10 2 0,5-6 2 0,1-6-1 0,3-6 1 15,-1-6-1-15,-2-9 3 0,-2-8-8 16,-3-4 9-16,-8-4-7 0,-5-3 3 31,-10-4 4-31,-9-4-3 0,-10 0 2 16,-4-8-2-16,-14 0 2 0,-11 3-3 16,-7 4 1-16,-9 9 0 0,-5 11-2 0,-7 9-1 15,-6 11-1-15,0 3-2 0,-3 15-15 0,6 11-32 16,0 6-131-16,9 4-136 0</inkml:trace>
  <inkml:trace contextRef="#ctx0" brushRef="#br0" timeOffset="43387.61">26328 14285 287 0,'0'0'68'0,"0"0"-16"0,0 0-14 16,0 0-6-16,0 0 0 0,0 0-1 16,0 0 0-16,0 0-6 0,0 0-2 15,0 0 0-15,-7-82-2 0,17 67-3 16,5 3 0-16,0 2-2 0,-1 5-5 0,4 3-3 15,2 2-4-15,-1 5 0 0,9 8-2 16,-4 5 0-16,-1 7-1 0,-2 2 0 0,-1 5-1 31,0 3 1-31,-5 1-1 0,-1 2 0 16,-7 1-1-16,-5 1 1 0,-2 0 3 16,-9-1-4-16,-8-1 4 0,-6-2-5 15,-1-1 0-15,-3-6 1 0,0-3 0 0,2-5 1 16,6-5-1-16,9-9 2 0,6-3 1 15,4-4 0-15,-2 0 1 0,2 0-2 0,0-3 0 16,0-9-2-16,11-4 2 0,7-4 0 16,5 3 1-16,4 5-1 0,3 4 0 15,3 4 0-15,0 4 0 0,-1 0 1 16,-2 7 0-16,-2 4 1 0,-2 1-2 0,-3 5 0 16,-1 1 0-16,-8 2 1 0,-1 1-1 15,-6 2 1-15,-5 1 0 0,-2 4 0 0,-9-1 1 16,-8 0-2-16,-5-1 0 0,-5-2-1 15,-1-2-2-15,-1-6 1 0,-1-5-1 16,1-3 0-16,7-5-2 0,1-2-5 16,9-1-10-1,0 0-14-15,0 0-22 0,6-1-33 16,1 1-55-16,4 0-85 0</inkml:trace>
  <inkml:trace contextRef="#ctx0" brushRef="#br0" timeOffset="43684.71">27080 14965 621 0,'0'0'45'0,"0"0"-2"0,0 0-12 15,0 0-9-15,0 0-8 0,0 0-4 16,0 0-4-16,89-32-2 0,-75 46-3 0,-5 0 1 15,-4-2-1-15,-2 3 1 0,-3 1-1 0,0 3 0 16,-4 2-2-16,-5-4 1 0,-2-2 1 31,4-5-1-31,-4-2 0 0,4-4 0 16,1-2-1-16,-1 0 0 0,3-2 0 16,-4-2-3-16,1-4 0 0,3-6-6 15,1 1-3-15,3-1-11 0,0-4-20 0,3 5-31 16,7-3-66-16,2 7-131 0</inkml:trace>
  <inkml:trace contextRef="#ctx0" brushRef="#br0" timeOffset="44203.18">28373 13529 358 0,'0'0'67'0,"0"0"-6"16,0 0-8-16,-98-59-10 0,72 56-6 0,1 3-6 16,2 3-2-16,0 7-3 0,0 4-2 0,2 3-1 15,3 2-6-15,0 6-2 0,4 4-2 16,-2 4 0 0,4 5-1-16,2 6 0 0,0 5-3 0,4 5-1 0,3 7 1 15,3 7-4-15,2 10 0 0,7 10-1 16,5 9-4-16,2 6 3 0,3 8 2 0,4 3-3 15,-1 4 2-15,1 2-1 0,-2-1-8 0,-3-3 6 16,-4-5 0-16,-8-5-2 0,-6-6 5 31,-6-5-4-31,-11-7-3 0,-4-8 4 16,-3-8-3-16,-2-10 3 0,0-10 2 16,5-9-3-16,1-9 3 0,5-9-5 15,6-9-3-15,3-9 0 0,5-2-8 0,1-5-15 16,-2 0-26-16,2 0-39 0,0 0-71 0,2 2-132 15</inkml:trace>
  <inkml:trace contextRef="#ctx0" brushRef="#br0" timeOffset="44521.24">27076 16568 544 0,'0'0'58'0,"0"0"0"0,0 0-16 16,0 0-11-16,0 0-5 0,0 0 0 15,0 0-3-15,0 0-1 0,0 0-4 16,105-11-8-16,-51 5-2 0,8 0-2 15,7-5 0-15,5 1-3 0,2-2-2 16,4-2-7-16,1 0 3 0,-1 1-5 0,-1-1 1 16,-3 5-12-16,-7 0-21 0,-12 0-33 0,-7 3-53 15,-12 0-104-15,-14 1-65 0</inkml:trace>
  <inkml:trace contextRef="#ctx0" brushRef="#br0" timeOffset="45053.38">28437 16506 519 0,'0'0'45'0,"0"0"14"15,0 0-8-15,0 0-8 0,0 0-12 16,0 0-5-16,0 0-3 16,0 0-3-16,0 0 1 0,0 0-9 0,30-67-3 15,-31 67-6-15,-14 0-4 0,-9 3 2 16,-8 10 0-16,-2 4-2 0,0 6 6 0,-1 6-6 16,3 3 2-16,2 3-1 0,1 1-1 0,4 2-1 15,5 3 1-15,4 0 1 0,5 2-3 16,8-3 3-16,3-1-1 15,6-6 2-15,8-4-1 0,6-6 0 0,4-13-1 16,3-4 2-16,3-6 0 0,1-1-1 16,-1-10 3-1,0-6-3-15,-2-4 2 0,-2-5-2 16,-5-3 1-16,-3-4 0 0,-2-4 0 0,-6 1-1 16,-1 1 2-16,-2 1-2 0,-2 6-1 15,-2 9 2-15,0 7 0 0,-1 8 0 16,-2 4 4-16,0-1-4 0,4 1 2 15,4 3 1-15,4 11-1 0,3 5 3 16,-2 4 1-16,0 5-2 0,1 4-2 0,2 2-1 16,4 2-5-16,1 1 3 0,3-2-1 0,4-3 0 15,1-5 1-15,3-4-2 0,-1-4-4 16,3-9-6-16,-3-10-22 16,0-4-54-16,-5-17-184 0,-3-6-59 0</inkml:trace>
  <inkml:trace contextRef="#ctx0" brushRef="#br0" timeOffset="46154.24">27455 16425 173 0,'0'0'67'0,"0"0"9"15,0 0 4-15,0 0-9 0,0 0-9 0,0 0-12 16,0 0-7-16,0 0-5 0,0 0-5 0,0 0-4 15,4-18-7-15,-3 16-7 0,1 2-6 0,-2 0-3 16,0 0 2-16,0 2-3 0,0 9 0 31,0 7 1-31,0 3-8 0,-3 2 3 16,1-6-18-16,-3-1-30 0,4-5-66 16,-2-5-188-16,3 5 0 0</inkml:trace>
  <inkml:trace contextRef="#ctx0" brushRef="#br0" timeOffset="47137.86">27527 16513 387 0,'0'0'71'0,"0"0"-14"16,0 0-10-16,0 0-11 0,0 0-1 15,0 0-7-15,0 0-1 0,0 0-3 16,-32-79-3-16,26 73-3 0,-1-2-2 16,2 1-2-1,-1 1-2-15,3 1 0 0,1 3-3 16,2 2-1-16,-1-2-1 0,1 2-3 0,0-1 1 16,-2-1-3-16,2 0 0 0,-1 2 0 15,1-3 0-15,-2 2 0 0,1-1 2 16,-5-2-2-16,4 1 0 0,-1 0-3 15,0-1-2-15,-3 3 2 0,1 1 1 16,-6 0-1-16,-2 0 2 0,3 5-2 0,-5 5 0 16,8 0 1-16,1 3 0 0,3 4 1 0,2 0 3 15,-1 5 4-15,2-1-8 0,0-4 8 16,0 0-8-16,0-7 1 0,0 4 1 16,3-3 0-16,-1-2-2 0,-1 0 1 15,1-3 0-15,1 2-1 0,-2-4 1 16,2 5-1-16,0 1 0 0,1-2 0 0,-1 0 1 15,-1-4-1-15,3 4-1 0,-3-3 0 0,-1-1-1 16,2 6-3-16,0-6-7 0,1 5-18 31,4 3-26-31,-4-4-58 0,2-1-174 16,-2-7-26-16</inkml:trace>
  <inkml:trace contextRef="#ctx0" brushRef="#br0" timeOffset="47936.83">27711 12280 540 0,'0'0'37'16,"0"0"0"-16,0 0-13 0,0 0-10 31,0 0-3-31,0 0 3 0,0 0 3 16,0 0 6-16,0 0-5 0,7 86-2 16,-1-43-6-16,-2 4-2 0,-1 3-1 15,0 2-5-15,-2 1 2 0,1-2-3 0,0-2-1 16,1-5 0-16,0-6-1 0,0-6 0 0,-1-11 0 15,-1-10 1-15,1-6 2 0,-2-5 1 16,0 0 2-16,4 0-2 0,4-15 1 16,4-10-3-16,3-12 1 0,1-5-1 15,-2-3 1-15,2 2-3 0,0 0 2 16,1 5 0-16,2 7-4 0,1 6 4 0,2 10-6 16,1 10 5-16,3 5 4 0,-1 14-4 0,2 9 5 15,1 7-2-15,-2 5-1 0,-2 3 3 16,-1 3-1-16,-5 3 1 0,-3 2-2 15,-6-1 0-15,-3-1-2 0,-4-1 1 16,-2-4-2-16,-8-4 1 0,-7-5 0 16,-4-4 0-1,-6-4-3-15,-4-6 1 0,-3-5-3 16,0-7 1-16,-1-4-2 0,1 0-6 0,3-11-8 16,2-4-18-16,3-3-19 0,9 4-32 15,1-2-65-15,8 4-122 0</inkml:trace>
  <inkml:trace contextRef="#ctx0" brushRef="#br0" timeOffset="50437.71">27251 16580 222 0,'0'0'64'0,"0"0"-5"0,0 0-16 0,0 0-7 16,0 0-5-16,0 0-9 0,0 0-6 0,-94-11-4 15,80 25-3-15,2 2-4 0,2 0 0 16,3-4-3-16,2 4-2 0,4-8 0 16,1 3 2-16,1 4-2 0,11-6 3 15,7 2 2-15,7-10-2 0,10-1-1 16,10-5-2-16,6-9-1 0,7-3 0 0,4-9 2 16,-4-1 0-16,-1-2 2 0,-8-6-1 0,-6-4-3 15,-8-2 4-15,-9 0-3 0,-5 3 6 16,-9 3 4-16,-5 12 7 0,-8 5 5 15,0 6-1-15,-15 5-3 0,-8 3-5 16,-8 4-4-16,-3 4-1 0,-7 9-2 16,-1 2-3-1,-3 3-2-15,2 0-1 0,-2 2-1 16,3 0 1-16,3 1-1 0,3 2 0 0,3 0 4 16,8-1-7-16,3 4 6 0,7-6-5 15,6-5 0-15,4 1 0 0,5-3 1 16,2-3 0-16,8 3 2 0,7-6 1 15,8-2 0-15,4-5 0 0,6 0-1 16,2-1 1-16,4-10 0 0,0-2 1 0,2-2 0 16,-4-5 0-16,-2 0-5 0,-4-5 5 0,-4 1-5 15,-4 1 5-15,-5 2-2 0,-7 5 3 16,-3 5 0-16,-4 3 0 0,-3 5 0 16,0 0-2-16,-3 3-1 0,-1 0 1 15,-13 6 0-15,-10 9 2 0,-8 5 3 16,-3 3-5-16,-2 2 4 0,-2 1-7 0,1 1 0 15,2-1-1 1,3 2 1-16,4-4-1 0,4 0 0 0,5-1-1 0,8-8-1 0,5 2 2 31,4-6-1-31,3-4 1 0,7 5 2 16,12-9 2-16,7-1-1 0,6-2 2 16,7-9-1-16,2-6 0 0,-1-9 2 15,0-1-3-15,-3-4 3 0,-5-4 1 0,-4-4-4 16,-6-2 4-16,-1 1-5 0,-7 3 5 0,-4 6-1 15,-3 10 2-15,-4 8 5 0,-1 6-1 16,-2 5-1-16,0 0-3 0,0 0-4 16,-12 0-1-16,-8 8 0 0,-9 7 0 15,-1 5 0-15,-4 4 0 0,0 5 3 16,-1 0-7-16,2 2 7 0,2 0-8 0,4-4 2 16,2-3-1-1,9 0-5-15,5-11-2 0,6 1-6 0,5-4-3 0,10 0-6 0,9-2-3 16,10-6-4-16,9-2 5 0,5-6 7 15,4-8 10-15,0-4 11 0,-2-5 6 16,-2-4 4-16,-7-4 2 0,-5-2 2 16,-8 3 7-1,-9 6 3-15,-8 2 4 0,-6 5-5 16,-7 7-6-16,-15-1-8 0,-9 8-4 0,-10 3-3 16,-9 11 1-16,-7 7 0 0,-2 5-9 15,-6 4-2-15,3 4-33 0,-2 0-91 16,3 0-144-16</inkml:trace>
  <inkml:trace contextRef="#ctx0" brushRef="#br0" timeOffset="51703.58">28831 13572 330 0,'0'0'64'16,"0"0"-3"-16,0 0-3 0,0 0-2 15,0 0-9-15,-23-92-7 0,21 77-6 16,-1 5-6-16,-2-5-4 0,2 4-4 15,-1-2-4-15,1 3 0 0,0-2-1 16,0 1-4-16,2 5 0 0,-2 2-1 0,3 4-2 16,-1-2-1-16,1 2-1 0,0-2-2 0,-2 1 0 15,2-1 0-15,-1 1-2 0,1 1 1 16,-2-1-3-16,2 1 0 0,-1 1 1 16,1 20 2-16,-2 14-1 0,2 19 4 15,0 11-2-15,0 12 2 0,0 7 2 16,0 5-2-16,0 4 0 0,0-1-3 0,0 4-3 15,0-1 2-15,2 1-2 16,-2-1 2-16,1-6 3 0,-1-6-4 0,2-7 3 0,-1-9-3 31,1-9-1-31,-1-10-2 0,2-8 2 16,-2-14 0-16,-1-11 0 0,2-9 1 16,-2-6-2-16,0 0 0 0,0 0-1 15,0 0-3-15,0 1-9 0,0-2-5 0,0-7-19 16,-3-5-31-16,0-7-71 0,3 0-150 0,3-7-20 15</inkml:trace>
  <inkml:trace contextRef="#ctx0" brushRef="#br0" timeOffset="52053.51">29152 13873 654 0,'0'0'46'15,"0"0"1"-15,0 0-7 0,0 0-9 16,0 0-12-16,0 0-10 0,0 0-6 16,0 0 2-1,0 0 0-15,-1-22 2 0,4 46 2 16,3 9-6-16,1 2 1 0,5 0-4 0,0 0-1 16,5-1 0-16,3-4 1 0,1-3 0 15,5-4 0-15,1-5 0 0,3-7 0 16,4-8 0-16,1-3 1 0,4-6-1 15,3-11 0-15,3-5 0 0,-2-6 0 16,1-6 0-16,-4-2 1 0,-5-5 0 0,-5 0-6 16,-5 2 4-16,-8 5-4 15,-5 12 4-15,-5 4 2 0,-4 8-2 0,-2 6 1 0,1-1-6 16,-2 5-9-16,0-1-9 0,-5-1-10 16,-8 2-14-16,-5 0-18 0,1 5-34 15,-6 5-71-15,3 4-104 0</inkml:trace>
  <inkml:trace contextRef="#ctx0" brushRef="#br0" timeOffset="52336.91">29416 13702 712 0,'0'0'50'0,"0"0"-12"0,0 0-12 16,0 0-6-16,0 0-7 0,0 0-3 0,0 0 0 15,0 0 0-15,0 0-1 0,-12 77 3 16,9-30 2-16,2 8-8 0,-1 6 1 16,2 6-4-16,0 6-6 0,0 6 4 15,0 3-2-15,0 1 1 0,4-1 4 16,1-1-3-16,1-6 2 0,0 0-2 0,0-7-4 16,0-5 0-16,-1-4-5 15,-1-11-3-15,-1-7-7 0,-1-12-8 0,-2-13-18 0,0-3-18 16,0-9-45-16,0 0-127 0,-2-4-63 15</inkml:trace>
  <inkml:trace contextRef="#ctx0" brushRef="#br0" timeOffset="52769.94">29721 13096 542 0,'0'0'45'0,"0"0"-7"0,0 0-3 0,0 0-2 16,0 0-4-16,0 0-6 0,0 0-5 16,0 0-5-16,0 0-5 0,0 0 0 15,32-66-2-15,-17 67 1 0,4 11 2 16,7 5-1-16,0 7-1 0,0 4 0 0,0 3 3 15,1 4-5-15,-3 5 2 16,-2 2-5-16,-6 2-3 0,-6 0 0 0,-6 2-1 0,-4-2 2 31,-4 0-2-31,-11-1 0 0,1-4-2 16,-5-4 2-16,1-5 0 0,0-5 1 16,6-9-1-16,4-5 0 0,5-6-1 15,3-5 2-15,-2 0 1 0,2 0 1 0,2 0 1 16,16 0 1-16,10-9-1 0,10-2-1 0,2-5 1 15,2-2-3-15,-1 1 2 0,-4 1-2 16,-2 1 0-16,-5 3-2 0,-10 2-3 16,-8 6-8-16,-5 3-15 0,-7 1-20 15,0 0-25-15,2 0-49 0,-2 4-118 16,0 10-30-16</inkml:trace>
  <inkml:trace contextRef="#ctx0" brushRef="#br0" timeOffset="53421.35">29912 14002 297 0,'0'0'70'15,"0"0"0"-15,0 0-6 0,0 0-8 16,0 0-12-16,0 0-6 0,-26-87-7 16,24 68-7-16,-1 1 3 0,3 0-8 15,-1 8 4-15,1 3 0 0,0 1 1 0,0 6-4 16,-2-1-2-16,2 1-3 0,0-2-4 15,0 1-2-15,0-1-1 0,0 1-2 0,0-1 0 16,0 0-1-16,0 1-1 16,-1-1 0-16,1 1-3 0,0 1 0 15,0-1 0-15,0 1-1 0,-1 0 1 16,-1 12 1-16,-1 9 1 0,2 9 4 0,-1 7-4 16,2 5 2-16,0 7-4 0,0 3-1 0,3 5 1 15,3 4-2 1,0 2 1-16,1 3-2 0,-1-1 2 0,-1-1 4 15,3-5-4-15,-1-4 4 0,3-5-2 16,-3-5-4-16,1-5 3 0,-2-6-1 0,-4-9-2 16,4-5 3-16,-5-8-7 15,1-6-5-15,-1 0-5 0,-1-6-7 16,0 0-8-16,0 0-30 0,-3 0-85 0,-8-3-164 16,-1-8-9-16</inkml:trace>
  <inkml:trace contextRef="#ctx0" brushRef="#br0" timeOffset="54000.64">30687 14162 523 0,'0'0'56'0,"0"0"-1"16,17-86-5-16,-17 60-6 15,0 5-10-15,-4-1-6 0,-8 5-5 16,-1 2-7-16,-5 3-3 0,-7 3-7 16,-7 5-3-16,-8 4-1 0,-5 0-1 0,-9 8 1 15,-2 11 0-15,0 4 0 0,2 6 0 16,5 7-1-16,10 5-2 0,5 6 1 0,11 1-2 15,6 1 0-15,10-4 0 16,5-2 0-16,2-5 0 0,12-6 1 16,5-6 0-16,5-8 1 0,5-4 1 0,5-10 0 15,3-4 0-15,2-1 0 0,1-13-2 16,2-6 1-16,-3-7 1 0,-4-6-1 0,-4-9 1 16,-3-5-1-1,-7-7 1-15,-2-5-1 0,-4-5 2 0,-6-3-2 16,-1-4-3-16,-5-7 3 0,-1-5-2 15,-1-2 1-15,-5 1 4 0,2 8-2 0,0 14 3 16,1 14-1-16,0 17 4 16,1 15-2-16,2 9 0 0,0 7 0 15,-1-1-5-15,1 1 2 0,0 0-3 16,-2 16 0-16,2 14 1 0,0 12 1 0,3 13-2 16,5 7 3-16,-1 6-2 0,6 5 2 15,-1 4 4-15,5 4-3 0,-1 4 2 16,2 3-3-16,-1 3-5 0,1-1 2 15,1-5-4-15,-2-9 5 0,2-8 0 16,0-11-3-16,0-7 2 0,-1-8-9 0,-2-8-8 16,-1-6-14-16,-6-10-26 15,-1-4-33-15,0-7-88 0,-3-4-119 0</inkml:trace>
  <inkml:trace contextRef="#ctx0" brushRef="#br0" timeOffset="54520.2">30895 14258 673 0,'0'0'47'0,"0"0"-6"16,0 0-4-16,26-99-7 15,-7 78-6-15,3 2-5 0,7 3-3 0,1 5-4 16,3 3-3-16,0 7-4 0,-1 1-2 0,-1 4-2 15,-2 9-1-15,-5 2-2 16,-1 6 2-16,-4 4 1 0,-5 3 2 0,-3 3 0 16,-4 2 0-16,-7 2-4 15,-3 0-3-15,-9 0 0 0,-4-3 0 0,-4-2-1 16,-1-3 5-16,-1-2 0 16,-2-6 0-16,4-2 5 0,6-6-4 0,4-5-2 15,7-3 2-15,3-3-6 16,-3 0 5-16,0-12 1 0,3-8-1 0,0-10 0 15,10-6 0-15,12-3 1 0,4-2-2 16,4-3 1-16,2 2 2 0,-2 4 3 16,1 3 0-16,-5 6 1 0,-7 8-5 15,-5 6 2-15,-7 7-2 0,-4 5 1 16,-3 3 1-16,0-1-2 0,0 1 0 0,2 0 0 16,1 8-1-16,0 12 0 0,1 7 1 15,-4 5-1-15,1 7 1 0,-1 0-1 16,2 3 0-16,-1 2-1 0,3 0 0 15,2-1 4-15,3-2-4 0,2-2 3 0,3-2-5 16,0-5-5-16,-1-3-5 0,2-5-6 0,-4-9-9 16,2-1-14-16,4-4-27 0,1-5-65 15,5-3-120-15,-3-4-51 0</inkml:trace>
  <inkml:trace contextRef="#ctx0" brushRef="#br0" timeOffset="54837.75">31881 14203 569 0,'0'0'64'0,"0"0"3"15,0 0-11-15,0 0-10 0,0 0-12 16,0 0-9-16,0 0-1 15,80 6-7-15,-43-12-1 0,5-3-3 16,4-2-7-16,2 1-2 0,3 1-3 16,-1 3-1-16,-3-1 0 0,-4 4-2 15,-5 2 1-15,-11 1 0 0,-6 0-1 0,-7 0 1 16,-8 0-1-16,0 0 0 0,-6 0 0 0,0 0-2 16,0 0-2-16,0 0-5 0,0 0-6 15,0 0-8-15,0 0-16 0,-8 0-25 16,-2 4-52-16,-7 4-113 0,-1-2-69 15</inkml:trace>
  <inkml:trace contextRef="#ctx0" brushRef="#br0" timeOffset="55137.78">31920 14461 680 0,'0'0'46'0,"0"0"5"0,0 0-3 0,0 0-14 16,0 0-8-16,0 0-4 0,0 0-5 16,0 0 0-16,0 0-3 0,0 0-4 0,98 21 0 15,-61-16-7-15,2-2-2 0,3 0-1 16,4 0-1-16,0 0-1 0,3 0 0 16,-3 0 1-16,-3 0-2 0,-6 0 2 15,-5-2 0-15,-9 3-1 0,-10-4 1 0,-6 1 0 16,-2-1 0-16,-1 2 3 0,0-2-2 0,2 1-2 15,-6-1-1-15,0 0-4 0,0 0-5 16,0 0-5-16,0 0-10 0,0 0-17 31,0 0-39-31,0 0-96 0,-4 0-137 16</inkml:trace>
  <inkml:trace contextRef="#ctx0" brushRef="#br0" timeOffset="55637.65">32571 13984 544 0,'0'0'0'0,"0"0"25"0,0 0-25 16,0 0 49-16,0 0 9 0,0 0-13 0,0 0 7 0,0 0-19 16,0 0-4-16,-10-56-6 0,9 55-8 15,1 1-4-15,0-2 4 0,12 0-1 16,9 1-2-16,8 1 1 0,5 0-11 15,2 0-2-15,-1 0 0 0,-2 0-3 16,-4 0 2-16,-1-1 0 0,-6-4 0 0,-4-3 0 31,-5 2-4-31,-3-3 4 0,-5-6-4 0,-4-2 4 16,-1-5 1-16,0-1-1 0,-3 0 1 16,-3 1 0-16,-2-1 2 0,2 7 0 15,-1 1 0-15,2 6 1 0,1 0 1 16,-3 0 0-16,4 5 2 0,2 0 0 15,1 4 0-15,-2-1-2 0,2 1-2 0,-3 0 0 16,-1 8-1-16,-2 10 2 0,2 9 1 0,2 5 1 16,2 7-2-16,0 4 2 0,5 7 2 15,0 4-5-15,1 9 4 0,2 6-3 16,-3 9-2-16,1 7 3 0,0 1-5 16,1 3 2-16,5-4 2 0,4-5-2 15,1-2 2-15,2-6-5 0,2-5 1 0,1-7-1 16,-3-6 0-16,3-9 1 0,-1-7-2 0,-2-6 1 15,1-9-2-15,-1-4 0 0,1-6-6 16,-5-4-2-16,-2-3-9 0,-4-1-10 31,-5-4-19-31,1 1-39 0,-5-2-106 16,0 0-132-16</inkml:trace>
  <inkml:trace contextRef="#ctx0" brushRef="#br0" timeOffset="56203.56">32596 15164 386 0,'0'0'0'0,"0"0"28"15,0 0-28-15,0 0 36 0,0 0 11 16,0 0-7-16,0 0-8 0,0 0-4 0,0 0-1 31,0 0-2-31,47-16-6 0,-47 16 4 0,0 0 1 16,-6 0-2-16,1 0 7 0,-1 2-6 16,-3 1-4-16,5-1 1 0,-1-1-8 15,-6 1-1-15,7-1 0 0,-5 2-4 16,-1 0 5-16,-2-1-1 0,-4 1-2 15,4-1 0-15,-6 1 0 0,7-2-2 0,5-1-1 16,0 1-1-16,6-1-2 0,-2 0 2 0,2 0-2 16,-1 0-1-16,0 2 2 0,-1-2-1 15,1 0-5-15,1 0 4 0,0 0-2 16,14 0 2-16,11 0 9 0,10-3-3 16,6 0 2-16,7 0-1 0,8 0-6 15,8 0 1-15,4 0-5 0,7 1 3 0,-2 1-4 16,-2-1 2-16,-9 1 0 0,-12 1 0 0,-9 0 1 15,-17 0 0-15,-9 0 5 0,-10 0 0 16,-5 0 0-16,0 0-6 0,0 0 0 31,2 0 0-31,-1 0 0 0,1 0 0 16,-1 0 0-16,1 0 0 0,-1 0 0 0,1 0 0 16,-1 0 0-16,1 0 0 0,-1 0-4 15,-1 0-12-15,2 0-13 0,-1 1-18 0,0 4-55 16,1-1-216-16,-1 1-27 0</inkml:trace>
  <inkml:trace contextRef="#ctx0" brushRef="#br0" timeOffset="57137.92">27123 17638 177 0,'0'0'18'0,"0"0"31"0,0 0 22 0,-91-23 10 15,79 14-9-15,1 0-9 0,4 3-9 0,0-2-4 16,0 2-8-16,4 5-3 0,1-4-8 15,2 5-7-15,0-3-3 0,3-4 0 16,13-1-1-16,6-1 5 0,14 3-4 16,9 1-1-16,16-1-6 0,16 0-3 15,17-2-1-15,20 1 0 0,20-5 3 0,18 4-8 16,18-2-2-16,17-1-2 0,17 2-3 0,14 0 3 16,18 1 2-16,12 5-3 0,16-3 1 15,11 3-1-15,11 3-3 0,6 0 3 16,2 0-1-16,-2 0 1 0,-10 0-2 15,-11 2 0-15,-14-1 1 0,-18 0-2 16,-16 1 3-16,-20 1 3 0,-26-3-2 0,-25 0 0 31,-25-9 1-31,-25-2-3 0,-23-4 5 0,-22-3 5 16,-15 3 1-16,-15 1 3 0,-14 1-2 16,-5 6-3-16,-7 0-3 0,-1-5-5 15,-1 1 0-15,-5-1 0 0,1 4 0 16,-1 1 0-16,1-3 0 0,-1 8-5 15,3-3 10-15,3 5-5 0,-1-1 0 0,1 1 0 16,0 0 0-16,0 0 0 0,0 0 0 0,0 0 0 16,0 0 0-16,0 0 0 0,0 0 0 15,0 0 0-15,0 0 0 0,0 0 0 16,0 0 0-16,1 0 0 0,1 0 0 16,-1 0 0-16,1 1 0 0,-2-1 0 15,2 0 0-15,-2 2 0 0,2-2 0 0,-2 3 0 16,2-2 0-16,3 2 0 0,-2 0 0 0,4 2 0 15,-2-3 0-15,4 0 0 0,0 3 0 16,1-2 0-16,2 0 0 0,-8-1-6 31,6-1-15-31,-4-1-20 0,0 0-48 16,1 0-176-16,-7-14-76 0</inkml:trace>
  <inkml:trace contextRef="#ctx0" brushRef="#br0" timeOffset="81717.1">18602 17553 400 0,'0'0'45'0,"0"0"5"16,0 0 10-16,0 0-6 0,12-80-10 15,-1 65-13-15,1 1-7 0,-4 6-8 16,4 1 1-16,2 4-3 0,4 3-3 0,5 3 1 15,-1 9-6-15,-1 6 2 0,1 4-4 16,-3 6-1 0,-1 4 0-16,1 0 0 15,-4 1-1-15,-2 1 0 0,0-1-4 0,-3 2 4 16,-3 1-3-16,0-1 3 0,-4-1 4 16,-1-3-3-16,-2-3 5 0,0-1 0 15,0-9-11-15,-2-4 4 0,2-8-2 0,0-6 7 16,-1 0 7-16,1 0-6 0,1-9-3 15,6-13-11-15,5-9 1 0,5-6 3 16,1-2-4-16,2-2 5 0,3 0 1 0,3 1 0 16,0 1 4-16,2 1-5 0,1 9 0 15,0 6 0-15,-2 8 1 0,0 8 1 16,-2 4 1-16,-1 3 0 0,-3 12-1 0,-1 6 0 16,-3 5 2-16,-2-1 1 0,-3 4-1 15,0 3 3 1,-1-2-5-16,1 2 0 0,0 2 2 0,0-5 0 0,1 1 5 0,0 0-2 15,1-1-2-15,4 0 4 0,2-3-4 16,1-3-2-16,4-5-3 0,4-3-2 16,3-5 3-1,4-7-1-15,0-3 3 0,2-13-3 16,-2-8-8-16,-1-7 6 0,-2 0 0 16,-4-4 0-16,-3 0 5 0,-5-2-3 15,-2 0 3-15,-1-1-3 0,-4 6 3 0,1 0 1 16,-4 7 0-16,-1 8 1 0,-4 2 1 15,-2 7-1-15,-2 1 4 0,1 2-1 16,-3 5 2-16,0-1-2 0,0 1-4 0,0-2-1 16,0 2-1-16,0 0 0 0,-9 5 0 15,-5 10 2-15,-2 8-2 16,3 4 1-16,3 2 1 0,2 4 0 16,4 2-3-16,4 2 2 0,0-1-3 0,4 0 3 15,8-1 3-15,7-4-4 16,2-4 3-16,4-3-10 0,5-4 8 0,4-5 2 15,3-6-3-15,2-7 5 16,2-4-8-16,-1-11 4 0,-2-10 0 0,-4-5-1 16,-3-2-4-16,-7-2 0 15,-6 0 3-15,-8-3-1 0,-7 0 4 0,-3 0-2 16,-15-2 0-16,-6-1-4 0,-6 0 5 16,-4 4-4-16,-4 7 3 0,-1 7-2 0,-2 8-1 15,-2 7 0-15,-2 5 0 16,-1 8 3-16,2 11-3 0,1 2-6 15,5 6-8-15,6 5-18 0,3 0-34 0,9 0-39 16,-1-2-111-16,10-8-69 0</inkml:trace>
  <inkml:trace contextRef="#ctx0" brushRef="#br0" timeOffset="82136.75">20172 17640 730 0,'0'0'42'0,"0"0"1"0,0 0-6 0,0 0-10 16,48-84-13-16,-28 76-2 0,6 1-2 15,3 4-3-15,2 3-1 0,0 3-2 0,3 9 1 16,-2 3-4-16,-4 5 0 0,1 0-1 15,-1 2-3-15,-4 3 2 0,0-3 0 16,-3 3-2-16,-2-3-1 0,-3 1-2 0,-3-4-2 16,-7-3-3-16,-2-8 4 0,-4 1 0 15,0-3 5-15,0 2 2 0,-4 1-1 16,1-7 2-16,-7-2-1 0,3-2 1 0,-2-11 1 16,-2-9 1-16,6-3-1 0,5-6 0 15,5-3-2-15,7-2 3 0,5-2-5 16,2 3 2-16,4 3-1 0,3 9-1 0,3 3 1 15,2 10 2-15,1 7-1 0,-2 3-1 16,0 0 0-16,-2 6-3 0,-3 1-3 31,-2 6-14-31,-3-4-25 0,-7 0-45 0,0 2-71 16,-6-4-138-16</inkml:trace>
  <inkml:trace contextRef="#ctx0" brushRef="#br0" timeOffset="83620.1">21234 17598 609 0,'0'0'38'0,"0"0"4"16,0 0 6-16,46-97-10 0,-27 76-5 0,-3 0-6 15,2 3-4-15,1 1-6 0,0 4-1 16,1 3-4-16,1 4-2 0,2 5-3 16,0 1-3-1,1 7-1-15,1 8-2 0,1 5 2 16,-3 3-3-16,0 1 0 0,-2 4-1 16,-3 2 5-16,0-3-7 0,-7 3 1 15,0-2-6-15,-7 1-4 0,-3-4 4 0,-1 1 2 16,-3-3 2-16,-1-8 0 0,-5-3-1 15,0-2 3-15,1-2 0 0,1-3 2 16,4-2 3-16,-2-3-2 0,1-8 2 0,0-10-4 16,0-6 3-16,4-6 0 0,9-3 1 15,6-6 0-15,4-1 0 0,4-2-3 16,2 7 2-16,2 2 1 0,2 11 0 0,-1 5 0 16,-1 9-1-16,-3 6-1 0,1 2-1 15,-5 13 4-15,2-1-3 0,0 6 1 16,-5 2 2-16,0 2-5 0,-3 3 4 0,-3-4 1 15,-2 0-4-15,-4-6 2 0,-2 2-4 16,-1-6-2-16,-2 3 0 0,0-2 2 31,0-6-1-31,0 1 3 0,0-7 0 0,0 0 0 16,0 0-1-16,0 0 1 0,0 0 1 16,0-13 0-16,4-9 0 0,5-5-2 15,2-6 1-15,1 1-1 0,5 3 4 0,3 1-1 16,1 8-3-16,5 3 0 0,0 4 1 15,1 9-3-15,2 4 6 0,-1 2-2 16,-1 13-3-16,-1-1 5 0,2 7-2 0,-1-2-4 16,1 1 6-16,-1 3-5 0,1-2 0 15,-1 2 7-15,2 0-6 0,0-1 5 0,3-2-4 16,-1-3-1-16,3 1-2 0,0-6 0 16,1-1 0-16,1-3 2 0,1-4-1 15,0-4-2-15,-1-3 0 0,0-8-1 16,1-3 3-16,-4-1-1 0,-3-4 3 0,-2-4-1 15,-5 3 0-15,-6-4 0 0,-2 4 3 16,-5 2 1 0,-4-5 1-16,-2 9 1 0,-3-1-1 15,-1 5 4-15,0-1-1 0,0 2-3 16,-1-1 1-16,-8-3-5 0,3 6 1 16,-4-3-1-16,-6 6 0 0,-3 4-1 15,-7 0 0-15,-1 4 0 0,-2 9-2 0,-1 2 3 16,1 5-4-16,0-1 0 0,2 1 1 15,2 3-4-15,5-1 0 0,1 3 0 0,6-5-5 16,3 2 0-16,5-8-1 0,5 0-2 16,2 1 3-16,4-9 8 0,8 0 1 15,5-4 3-15,3-2 3 0,7-7-2 16,-1 0 1-16,0-5 1 0,-2-4 2 0,-3 1-3 16,-3-4 5-16,-1-2-5 0,-1-1 3 15,0-2-2-15,-2 1-1 0,-1 2 0 0,-7 7 1 16,4 1 2-16,-5 6-1 0,-4 4 1 15,6 3 1-15,2 0 2 0,2 8-1 16,4 7 1-16,-2 2-1 0,-2 1-2 31,-1 2-1-31,-1 1 0 0,2 2-3 0,2-2 3 16,0 0-5-16,2-3 3 0,1 2 0 16,0-5-3-16,2-1 3 0,-1 0 0 0,-6-5-4 15,2-4 3-15,0-4 1 0,1-1-3 16,1-3 3-16,-1-9-2 0,-3-4 1 15,0-3 0-15,-4-10-1 0,-3-3-3 16,-2-4 1-16,-2-10-3 0,-2-1 5 0,0-5 0 16,-6-2 1-16,0-4-10 0,-1 4-6 15,0-3 1-15,2 11-2 0,2 14 16 0,2 7 3 16,-1 11-1-16,2 9-2 0,0-1 0 16,0 6 0-16,0-2 0 0,0 2-1 15,0 0 1-15,0 0 0 0,-1 12 1 16,1 8 0-16,0 7 0 0,0 5 16 0,0 4-15 15,0 4 12-15,1 2-2 0,2 4-13 16,0 2 11 0,2-2-8-16,0 3-3 0,2 1-1 15,2-8 2-15,3 1-3 16,5-10 0-16,3-4-2 0,4-5 2 0,5-5-2 16,4-8 5-16,3-7-1 0,1-4-2 15,-2-4 1-15,-2-11-2 0,-2-1 3 0,-4-6 3 16,-4-2 0-16,-2-6 0 0,-1-2-2 15,-4-8-3-15,-2 3 4 0,-1-1 2 0,0 6 4 16,-3 4-2-16,-2 12 1 0,-3 5 0 16,-2 8-1-16,-3 3 1 0,0-2-1 15,0 2-5-15,5 0 1 0,0 10 0 16,4 8-1-16,1 6 2 0,-1 4-1 0,-2 2-1 16,0 0 1-16,0 2 1 0,1-5-3 15,-1 1 3-15,2-4-3 0,2-1 0 0,2-4-2 16,3-1 0-16,2-5-3 0,2-2 0 15,3-7-11-15,-1-2-12 0,2-2-21 16,1-2-34-16,-4-12-55 0,0-5-99 31,-5-10-59-31</inkml:trace>
  <inkml:trace contextRef="#ctx0" brushRef="#br0" timeOffset="83819.95">23746 17028 667 0,'0'0'28'0,"0"0"6"0,0 0 0 0,0 0-7 16,0 0-13-16,0 0-10 0,104 23-6 16,-70-14-10-16,1 3-22 0,0 0-46 15,1 2-83-15,0-7-141 0</inkml:trace>
  <inkml:trace contextRef="#ctx0" brushRef="#br0" timeOffset="85703.2">24348 17231 746 0,'0'0'37'15,"0"0"-9"-15,0 0 19 0,0 0-31 0,0 0 7 16,0 0 5-16,103 6-29 0,-64-6 7 15,2 0 0-15,1 2-22 0,0-2 25 0,1 1-12 16,-2 3 4-16,-5 1 13 0,-1 0-16 16,-7 6 15-16,-3-5-12 0,-9 2-5 15,-5 0 1-15,-5-1 0 0,-4 0 1 16,-2 5 4-16,-6 2-1 0,-11 3 1 0,-5 1 0 16,-6-1-3-16,-1 2 0 0,-1 1 0 15,3 0 0-15,-1 1 1 0,5 0 2 0,3 0-4 16,2-1 2-16,8-6 0 0,3 4-1 15,7-3 1-15,0 2 0 0,9 9-3 16,7-7 1-16,7-4-3 0,7-1 2 31,6-3-3-31,6-4-4 0,6 1-9 0,4-6-3 16,3 1-3-16,-1-1 0 0,0-2 6 16,-3 0 1-16,-5-7 9 0,-3-5 2 0,-6-9 4 15,-3-4 3-15,-3-2 3 0,-7-2 3 16,-3 2 3-16,-4 1 4 0,-5 3 6 15,-4 7 0-15,-4 8 4 0,-2 2-1 16,-2 6-4-16,0-2-3 0,0-2-5 0,0-1-4 16,0 2-4-16,-7-1-1 0,-6 4 0 15,-6 4-2-15,-6 8 0 0,2 1 0 0,2 3-5 16,0 1 0-16,1 1-3 16,0 0 0-16,2 2-7 0,3 3-1 0,2 1-7 15,2 2-5-15,4-9-1 0,6-2 0 16,1 0 5-16,6-6 8 0,4 2 2 0,3-7 7 15,5-1 5-15,3-3 2 0,6-12 2 16,-1-3 1 0,-1-9 5-16,-4 1 1 0,-2-4 4 15,-1-1 0-15,-4-2 2 0,-1 0 1 16,-1 1 6-16,-1 6 1 0,-4 6 0 16,-2 8-4-16,1 3-3 0,-2 5-6 15,3 1 0-15,5 0-2 0,-4 9 2 0,5 7 2 16,-2 1-3-16,-1 4 0 0,1 1-7 15,-1 0 3-15,1 1-1 0,1-1 1 0,2-1-1 16,1-2-2-16,1-5-1 0,3 0-1 16,-1-7 2-16,2 1 2 0,0-2-1 15,-1-5 0-15,1-1-2 0,0-1-2 16,-1-9 1-16,0-4 2 0,-2-6 0 0,-1-4-3 16,-3-4 1-16,-1-5-4 0,-5-6 2 15,-1-7 0 1,-3-6 1-16,0-5-9 0,-2-4-4 0,2-1 4 0,-1 4-3 15,-1 3 13-15,-1 13 4 0,0 10 0 0,0 14 1 16,0 12 1-16,0 0 1 0,0 1-4 31,0 2-2-31,0-3-1 0,0 6 0 0,-1 0 1 16,-2 11 0-16,0 7 3 0,-2 6-2 16,2 2 1-16,2 6-1 0,1 0 0 0,0 6 14 15,0 4-5-15,0 2 5 0,1 2-5 16,2 1-9-16,2-3-2 0,2 1 4 15,4-2-1-15,5-4-5 0,6-2 5 16,7-4-7-16,7-6 6 0,6-5-1 0,3-5 1 16,0-9-2-16,2-5-2 0,-2-3-1 15,0-6 3-15,-4-7 1 0,-1-6 2 0,-7 0 1 16,-1-6-6-16,-7 3 3 0,-2-6-2 16,-5 1 4-16,-3 1-1 0,-5 10-1 15,-4 3 4-15,-3 10 0 0,-3 3 1 16,0-2 0-16,0 2-5 0,0-2-1 0,1 1-2 15,-1 1 2-15,0-2 1 0,0 2 2 16,0 3 1 0,0 12-4-16,0 9-1 0,0 4-2 15,2-4 6-15,1-1-2 0,1-1 3 16,2 1-2-16,1 0-3 0,0 1-5 16,0-4 8-16,-1-8-3 0,6-1 0 15,1-2 7-15,5-2-9 0,8 1 2 0,1-3-2 16,5-5 1-16,-1 0 0 0,4-10 2 15,0-1 2-15,-4-1-3 0,3-2 3 0,-4-3-1 16,-1 2 0-16,-5-5 2 0,-3 5-2 16,-5 3 0-16,-6-2 3 0,-4 7 1 15,-5 2 0-15,2 2 1 0,-3 3-1 16,0-2 0-16,0 2-1 0,0-1-2 0,2-1-3 16,-2 2-2-16,0-1 1 0,0 1 2 15,0 0 1 1,-2 9 1-16,-4 6-1 0,2 0-4 0,1 0 4 0,3 2-1 15,0-3 1-15,1 4 1 0,4-7-2 0,6-1-3 16,4-1 3-16,3-1 0 0,7 2 1 31,4-5-1-31,0-2-2 0,0-3-3 0,0-3 2 16,-3-6 1-16,-2-2 1 0,-5-4 2 16,-1-2-3-16,-8-2 3 0,-2-2-1 0,-6-2 1 15,-2 1 0-15,-3-2-2 0,-8 3 0 16,-4 1-1-16,-4 3 0 0,-2 2 4 15,-1 3-1-15,-3 5 2 0,-1-1-2 16,2 8 1-16,6-3 1 0,-1 3 2 0,9 0-3 16,4 0-1-16,-1 0 0 0,7 0 2 15,-1 0-2-15,1 0 1 0,-1 0 1 0,1 0-2 16,0 3 2-16,1-3 2 0,16 3-1 16,9-1-3-16,9 2 0 0,1-1-1 15,3 2 0-15,4 5 0 0,2-2 2 16,4 4 0-16,1 3 0 0,-1 0-2 0,-4 0 1 15,-4 7-2-15,-4-1 4 0,-7 3-4 16,-4-2 1 0,-8 3 0-16,-4-2 2 0,-10-3-1 15,-4 1 2-15,-3-3-2 16,-11-3-1-16,-5-2-1 0,-3-3 3 0,1 2-3 16,6-7 4-16,6 0-1 0,4-2-2 15,-1-3 3-15,2 0 0 0,-2 0 2 0,1-2-2 16,5-9 1-16,5-8-3 0,7-5 0 15,8-2-2-15,3 0 1 0,6-1 0 0,0-2 3 16,2-2-4-16,3 4 2 0,-3 3-2 16,0 3 1-16,-2 7 1 0,-4 8 1 15,-2 6 0-15,-2 3 2 0,-3 12-1 16,0 3-1-16,1 3 3 0,-3 4-4 0,1 0 4 16,-2 2-4-16,2 0 3 0,-1 0-1 15,2-1-1 1,-2-3-2-16,2-2 3 0,1-3-5 0,1-5 5 0,2-4 1 0,1-8-3 15,2-1 4-15,4-5-4 0,0-7 1 16,0-3 0-16,0-5-2 0,-2-4-1 31,0-2 0-31,-2-1-1 0,-5 2 2 0,1 0-1 16,-6 4 1-16,-6 5 1 0,-3 6-3 16,-3 7-2-16,-3 3-3 0,0-2-4 0,0 2-4 15,-6 0-11-15,-11 0-13 16,-8 0-15-16,-8 3-21 0,1 3-36 0,-5-3-89 15,-1-3-76-15</inkml:trace>
  <inkml:trace contextRef="#ctx0" brushRef="#br0" timeOffset="85920.19">27205 17101 657 0,'0'0'30'0,"0"0"-2"0,0 0-4 16,0 0-8 0,0 0-10-16,0 0-5 0,0 0-2 15,0 0-3-15,0 0-3 0,-6-3-4 16,4 3-15-16,-2 0-20 0,0 3-49 16,-5 1-79-16,-8-4-105 0</inkml:trace>
  <inkml:trace contextRef="#ctx0" brushRef="#br0" timeOffset="86120.07">25547 17031 720 0,'0'0'23'15,"0"0"5"1,0 0 6-16,0 0-6 0,0 0-9 0,100 21-9 0,-44-17-6 0,8 3 0 15,7-2-8-15,4 0-10 0,5 0-37 16,4-2-97-16,0-3-169 0,8 0-16 31</inkml:trace>
  <inkml:trace contextRef="#ctx0" brushRef="#br0" timeOffset="87803.49">29374 17412 730 0,'0'0'34'0,"0"0"-1"15,0 0 3 1,0 0-1-16,0 0-10 0,0 0-7 0,0 0-5 0,0 0-9 0,0 0 2 15,-3-35-4-15,-12 35-3 0,-4 7 3 16,-7 10-2-16,0 3 1 0,2 7-2 31,2 5 1-31,5 3-1 0,1 3-1 0,6-1-1 16,4 0 4-16,4 3-3 0,2-2 3 16,12-3-1-16,8-8-2 0,9-4 0 0,7-8 1 15,8-3-1-15,6-9 2 0,7-3-2 16,1 0-1-16,1-7 0 0,0-7-1 15,-2 1 1-15,-1-6 0 0,-5-1 8 16,-8-4-7-16,-5-2 3 0,-5 2-2 0,-7-5-4 16,-6 5 6-16,-4 2 2 0,-7 7 0 15,-5 8-1 1,-1 2 0-16,-3 5-4 0,0-1 2 0,0 1 1 0,0 0-2 16,-10 6 3-16,-6 8 0 0,-3 8-3 0,2 4 3 15,1 1-3-15,3 4 1 0,1 0-1 16,4 1 0-16,2 0 0 0,3-3 1 0,3-1-1 15,0-1-1-15,7-3 2 0,6-7 3 16,5-3 0 0,5-7-2-16,3-2 0 0,4-5-4 15,0-4 1-15,2-8 3 0,-3-3 0 16,-1-5-3-16,-7-4-2 0,-5 1 1 16,-5-2-1-16,-5 0 5 0,-6 5-1 15,0-2 1-15,-8 5 0 0,-5 2-5 0,-6 0 1 16,-3 4-1-16,-5 4 2 0,-6 0 3 15,-5 4-1-15,-1 0 1 0,1 3-1 0,4 0 1 16,5 0 0-16,9 3 0 0,9-3 2 16,7 2-2-16,4-2 2 0,-1 0 2 15,1 1-2-15,13-1 1 0,10 0-2 16,10 0-1-16,8-7 0 0,3-7 0 0,3 0 3 16,0 1-5-16,0-1 2 0,-3 4-2 15,-1 5 0-15,-4-1-1 16,-1 6 4-16,-3 0-2 0,-4 8-2 0,-3 5 2 15,-4 7-4-15,-3 1 5 0,-2 2-2 0,-4 0 0 16,-1 1 2-16,-4 2 0 0,-1-3-3 31,-3 1 4-31,-1-7 0 0,-3 1-2 0,-2-1 4 16,0 1 0-16,-9 1-6 0,1-4 1 16,-1-4 1-16,4-5-1 0,3-3 4 0,-4-3-1 15,-1 0-1-15,-1-11-1 0,3-5-3 16,3-8 2-16,2 1-2 0,10-5-2 15,6 1 5-15,3-1-3 0,6-1 2 16,4 1-2-16,2 3 3 0,4 5 1 0,3 11 1 16,0 1 0-16,2 8 0 0,-3 0-2 15,1 3-2-15,-2 6 1 16,2 3 1-16,-5 4 1 0,-3 0-1 0,-1 1 1 0,-4 0-7 16,0 1 3-16,-2-2 0 0,-2 1-2 15,0-2-4-15,-1 3 0 0,0-5-11 16,2-2 1-16,2 1 4 0,4-8-7 0,2-4 9 15,0 0-1-15,-1 0 0 0,-1-8 7 16,-4 0 3-16,-3-7 0 16,-1-5 5-16,-3-7-2 15,-2-4 2-15,0 0 3 0,-3 4 5 16,0 3 4-16,-4 9 8 0,-5 4 0 16,0 8 2-16,-3 3-2 0,0-2-3 15,0 2-4-15,0-1-6 0,0 0-1 0,0-1-4 16,0-1 0-16,-3 0 0 0,-11 1-1 15,-10 2 0-15,-7 4-1 0,-8 7-4 0,-3 6 0 16,0 0-1-16,2 4 1 0,2-1 1 16,3 3 2-16,6 1-2 0,8-1 2 15,6-7 2-15,8 2-1 0,7-4-5 16,0 0 3-16,14-2 0 0,6-3-1 0,5-3 4 16,7-6-4-16,7-3-1 0,2-7 6 15,-1-4-3-15,2-5 1 16,-6-5-1-16,-4-3-6 0,-6-8 7 0,-7-6-2 15,-3-3 2-15,-8-7-2 0,-5-5 3 0,-3-7-2 16,0-3 2-16,-4-6-7 0,-3-2-7 31,-1 4 4-31,0 8-2 0,1 12 11 0,-1 8 3 16,2 19 1-16,3 9-2 0,1 11 1 16,2 3-2-16,-1-3-1 0,1 3-1 0,-3 3 1 15,-2 9 0-15,1 11 1 0,1 7-1 16,3 4 1-16,0 2-3 0,1 5 10 15,7 4 3-15,-1 4-2 0,3 1 4 16,0 3-13-16,3 2-3 0,-1-4-1 0,-1 2-3 16,4-4 4-16,1 1-4 0,2-1-1 15,4-5-8-15,1-2-3 16,5-10-8-16,2-2-9 0,0-5-17 0,-1-6-28 0,-7-6-27 16,-3-12-75-16,-6-4-88 0</inkml:trace>
  <inkml:trace contextRef="#ctx0" brushRef="#br0" timeOffset="88354.64">31877 17479 580 0,'0'0'63'0,"0"0"-9"16,0 0-3-16,0 0-10 0,0 0-12 16,0 0-10-16,0 0-1 0,56-78-1 15,-30 78-3-15,0 0-1 0,1 8-8 0,0 2-1 16,-1 7-4-16,-3 1 1 0,-3 2 0 16,-4 1-3-16,-2 0 0 0,-3 1-2 15,-5 1-3-15,-2-8 3 16,-4 1-4-16,0-2 2 0,-2-5 0 0,-6 3-1 0,0-4 3 15,-1-5 3-15,-2 1 1 0,7-2 1 16,-5-2 0-16,4-4-1 0,2-10 0 0,0-6 1 31,3-4 2-31,7-3-1 0,7-2 1 16,4-2-1-16,3-1 0 0,4 5-1 16,-1 3 2-16,1 7-2 0,-7 8-1 0,2 4 0 15,-3 5 0-15,3 2-2 16,3 9 3-16,-4 4 1 0,2 5-4 0,-3 2 4 15,0 3-4-15,0-1 1 0,1-1 0 0,2-4 1 16,2 0-2-16,1-4 2 0,0-3 0 16,2-9 5-16,-1-3-1 0,0-1-2 15,-1-12 2-15,0-3-6 16,0-4 2-16,-1-1 2 0,-1-5-2 0,-1-2-3 0,-1 1 3 16,-2-1-3-16,-6 8 5 0,-3 3 1 15,-5 6 0-15,-2 7-3 0,0 1-6 0,-2 3-2 16,0-2-1-16,0 2 0 0,-7 8-12 15,-2 4-10-15,-2 5-32 0,-5 1-52 16,-2-3-127-16,-9-6-46 16</inkml:trace>
  <inkml:trace contextRef="#ctx0" brushRef="#br0" timeOffset="88536.97">32214 17937 800 0,'0'0'1'0,"0"0"1"0,111-15-2 15,-76 8-7-15,-1 2-8 0,1 1-20 0,-7-3-43 16,-7 3-93-16,-15-10-126 0</inkml:trace>
  <inkml:trace contextRef="#ctx0" brushRef="#br0" timeOffset="88703.56">32762 17931 883 0,'0'0'31'0,"0"0"-6"16,0 0-2-16,0 0-11 0,0 0-7 0,0 0-5 15,0 0-4-15,0 0-12 0,0 0-14 16,39-36-43-16,-29 32-131 0,0 1-125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7T02:31:43.4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2789 1141 138 0,'0'0'17'0,"0"0"5"0,0 0 2 0,0 0 3 16,0 0-2-16,0 0 3 0,0 0-1 0,0 0-5 15,0 0-1-15,72-49-5 0,-37 34-2 16,6-1-3-16,5-3 0 0,0 1-1 16,3-1-1-16,3-3 0 0,-1 2 1 15,1 2-1-15,0 1 3 0,-4 2-2 16,-2 2 2-16,-7-1 2 0,0 5 0 0,-7 2-1 15,-6 0 1-15,-6 4-2 0,-11 2-2 0,3 0-4 16,-7 1-2-16,1-2 1 0,0 2-2 31,-6 0 0-31,0 0-3 0,0 0 1 16,1 0-1-16,1 0-1 0,-1 0-1 16,-1 0-2-16,2 0-4 0,-2 0-3 15,1 0-4-15,-1 0-7 0,2 0-1 0,-2 0-1 16,1 0 2-16,1 0 7 0,3 0 0 0,-2 3 1 15,3 4 4-15,0 0 1 0,-2 0 2 16,2 1 1-16,1 1 2 0,-3-1-1 16,-2-4 2-16,-1 0 3 0,-1 3 0 15,0-1 0-15,0 4 1 0,-1 1 1 16,-1-6-1-16,1-1 0 0,-2-1-3 0,-1 0 0 16,1 0-5-16,0 2-16 0,0-4-16 0,0 2-18 15,-6 5-15-15,-3 4-25 0</inkml:trace>
  <inkml:trace contextRef="#ctx0" brushRef="#br0" timeOffset="119236.62">6125 1556 207 0,'0'0'64'0,"0"0"-4"15,0 0-5-15,0 0-9 0,0 0-7 0,0 0 0 16,0 0-6-16,-6-79-1 0,5 74-3 31,-1 0 1-31,1 1-6 0,1 4-3 16,-3-1-6-16,-1 1-4 0,-2 4-3 0,0 11-1 16,-4 11-1-16,-1 8-2 0,-1 6-3 15,3 7 0-15,-2 3-2 0,2 2 1 16,2 0 0-16,-2 1 9 0,5-1 0 0,1-2-2 15,3-3 2-15,0-5-12 0,6-5 3 16,4-7-2-16,0-6 1 0,7-7 2 16,2-8 1-16,4-7 2 0,3-5 1 0,3-14-1 15,3-6-3-15,1-6 1 0,-1-3-3 16,1-1-1-16,-4-4-19 0,-3 1-13 16,-5-2-31-16,-7-1-38 0,-2 2-92 0,-8 1-73 15</inkml:trace>
  <inkml:trace contextRef="#ctx0" brushRef="#br0" timeOffset="119536.66">6067 941 441 0,'0'0'54'0,"0"0"-6"0,0 0-8 16,0 0-3-16,0 0-9 0,0 0-4 15,83-65-5-15,-66 65-9 0,-4 0-5 16,3 4-1-16,-5 5-4 0,-5-3 0 16,-3 9-4-16,-3 3 1 0,-4 2 0 0,-10 3 2 15,-4-6 1-15,-5-7 1 0,0-6 1 16,-3-4 1-16,4-5 0 0,-4-12-1 0,3-7 2 16,0-5-2-16,7-4-2 0,-1-1 0 15,5 2 0-15,3 10-5 0,7 2-2 16,2 10-4-16,0 3-14 0,0 1-12 15,11 6-27-15,4 3-45 0,3 11-85 0,-2 10-59 16</inkml:trace>
  <inkml:trace contextRef="#ctx0" brushRef="#br0" timeOffset="120036.55">6685 980 633 0,'0'0'47'0,"0"0"-6"16,0 0-11-16,0 0-13 0,0 0-4 16,0 0-7-16,0 0-1 0,0 0-1 0,0 0-3 15,47-47 1-15,-38 82 1 0,-6 14-2 16,0 14 3-16,-3 10 0 0,0 8-2 0,0 2-2 15,-4 5-1-15,-2 1-7 0,0-2 0 16,-1 0 1-16,1-8 8 0,0-8 4 31,0-12 3-31,2-9 0 0,-3-11-10 16,7-14 3-16,0-10-4 0,0-8 6 0,0-7 1 16,0 0 3-16,0 0 3 0,13-8-4 15,3-9-1-15,4-7-12 0,3-8 0 0,-4-3-1 16,0-4-1-16,1 1 10 0,-4 3 0 15,3 6-2-15,-8 9 2 0,2 8-2 16,-4 8-3-16,1 4 3 0,3 4-1 16,2 11 1-16,0 6 3 0,-3 2-1 0,1 2 0 15,0 0 0-15,-1 1 10 0,-1-1 0 16,4-3-2-16,-2-2 2 0,1-2-12 0,-5-6 0 16,4-2 3-16,-6-6-2 0,3-3 1 15,6-1-1-15,-1 0-2 0,6-7 0 16,-3-8-4-16,-1-3-22 0,3-7-11 15,-2-2-27-15,0-3-25 0,-3-2-48 0,1 0-63 16,-6 3-51-16</inkml:trace>
  <inkml:trace contextRef="#ctx0" brushRef="#br0" timeOffset="120270.06">6585 1343 674 0,'0'0'48'0,"0"0"-10"0,0 0-14 16,0 0-8-16,0 0-2 0,0 0-2 16,0 0-2-16,0 0-1 0,0 0-5 0,110-42-4 15,-67 32-4-15,5 2-11 0,7-4-47 16,7 2-92-1,2 2-151-15,-2 3-4 0</inkml:trace>
  <inkml:trace contextRef="#ctx0" brushRef="#br0" timeOffset="120786.58">7720 704 609 0,'0'0'35'0,"0"0"-2"16,0 0-7-16,0 0-5 0,0 0-4 31,0 0-2-31,0 0-3 0,0 0 2 0,0 0-2 16,103-15-4-16,-73 32-3 0,2 7-3 16,1 5-2-16,1 7 0 0,-4 8-1 15,2 9-1-15,-6 8-1 0,-3 6 0 16,-7 4 3-16,0 0-1 0,-12-2 0 0,-4-7-1 15,-4-6-5-15,-15-7 3 0,-7-8 1 16,-6-6 2-16,-4-8 2 0,-2-9-2 0,-1-9 3 16,-1-9 2-16,7-4 1 0,4-16-1 15,7-9-2-15,6-6 1 0,9-7 0 16,7-5 0-16,0-1 0 0,10 5-2 16,9 6-7-16,0 12-1 0,4 8-1 0,1 9 2 15,4 8 8-15,2 5-2 0,0 10-1 16,2 8-8-1,0 1-8-15,1 3-11 0,-1-3-18 0,0 1-24 0,3-4-73 0,1-3-124 16</inkml:trace>
  <inkml:trace contextRef="#ctx0" brushRef="#br0" timeOffset="121154.53">8543 701 577 0,'0'0'34'0,"0"0"7"0,0 0-3 15,0 0-11-15,0 0-5 0,0 0-5 16,0 0 0-16,0 0-3 0,0 0-2 0,74 35-5 16,-67-9-4-16,3 4 0 0,-1 4-2 15,-1 0-1-15,3 1 0 0,0-2-1 16,2-2 0-16,4-5 0 0,2-8 1 0,3-9 0 15,7-7 2-15,1-6-3 0,5-15 2 16,6-9 0-16,0-8-1 0,0-5 0 31,-2-4 1-31,-1 0 1 0,-4 3 0 0,-9 5-1 16,1 9 1-16,-7 5-1 0,-8 8-1 16,-5 8 1-16,-2 3-2 0,-4 4-3 15,0-1-4-15,0 1-4 0,0 0-2 16,2 0-2-16,-2 0-2 0,-4 9-11 0,-4 3-14 15,-3 2-27-15,-5-2-37 0,0 0-87 16,-4-1-68-16</inkml:trace>
  <inkml:trace contextRef="#ctx0" brushRef="#br0" timeOffset="121419.9">8838 452 583 0,'0'0'63'0,"0"0"-18"0,0 0-10 0,0 0-13 0,0 0-4 16,0 0-1-16,0 0 1 0,0 0-1 16,0 0-3-16,0 0-3 0,3 32-1 15,-9-1-4 1,3 2-1-16,-1 3-2 0,-3 4-2 16,1 3 0-16,0 7 0 0,3 10-1 15,0 7 0-15,0 7 0 0,2 3 0 0,-2 4 3 16,1-5-1-16,0-7-2 0,2-6-3 15,-3-12-6-15,3-8-4 0,0-16-11 16,0-4-13-16,8-3-35 0,-3-6-47 16,-1 4-172-16,-1-6-2 0</inkml:trace>
  <inkml:trace contextRef="#ctx0" brushRef="#br0" timeOffset="121803.46">7940 1783 382 0,'0'0'60'0,"0"0"-5"0,0 0-8 0,-97 11-6 15,77-5-8-15,7-1-3 0,-3 0-4 16,10 0-3-16,2-3-7 0,1 1-5 0,3-3-3 16,0 3-2-16,7 1 1 0,15 2 2 15,11-1-2-15,15-2 1 0,11-3-3 16,15 0-1-16,7-4-1 0,13-3-2 16,6 1 0-16,7 0 0 0,-2 0-1 0,1 2 0 15,-8-1 1-15,-7 0-1 0,-14 2-1 16,-11 2 0-16,-15 1-1 15,-19 0-1-15,-12 0-1 0,-8 0-4 0,-8 0-8 0,0 0-12 16,-4 3-34-16,-5 2-36 0,-13 3-111 16,-8 3-68-1</inkml:trace>
  <inkml:trace contextRef="#ctx0" brushRef="#br0" timeOffset="122203.18">7911 2407 629 0,'0'0'27'0,"0"0"11"0,0 0 0 0,0 0-3 0,0 0-7 15,0 0-5-15,87 59-6 0,-61-37-3 16,-1 3 3-16,-2 4-9 0,0 3 4 15,-6 3-7-15,0 3-7 0,-6 0 2 0,-7 4-3 16,0 4 2-16,-4 2-4 0,-10 2 2 31,-3 2-1-31,-4-5 0 0,-2-3 0 0,-4-6 2 16,-2-6-1-16,-1-6 2 0,-1-6 0 16,2-6 3-16,-1-9-1 0,0-5 1 15,7-3 0-15,3-12 0 0,5-9 0 16,5-8-2-16,6-6 1 0,6-6-2 0,13 0 2 15,4 1-3-15,4 7 2 0,6 6-1 16,1 9 0-16,-1 7-1 0,0 5-2 0,-1 2-3 16,3 6-10-16,-2 1-13 0,-1 0-29 15,1 0-42-15,-2 0-102 0,-4 0-86 16</inkml:trace>
  <inkml:trace contextRef="#ctx0" brushRef="#br0" timeOffset="122486.58">8668 2223 691 0,'0'0'21'0,"0"0"7"16,0 0-2-16,0 0-5 0,0 0-9 15,0 0-5-15,0 0 2 0,0 0 1 0,0 0-3 16,0 0-1-16,15 104-2 0,-15-59-3 15,0 4 3-15,-4 4 4 0,-2 1-4 16,-1 3 4-16,3-1-8 0,1-3-4 16,3-5 2-16,0-1-3 0,6-5 1 0,5-7-1 15,1-6 0-15,5-8 0 0,0-5-2 16,2-7-3-16,3-5-3 16,0-4-11-16,-1-5-12 0,1-9-26 0,-2-2-49 0,0-6-96 15,-1 1-69-15</inkml:trace>
  <inkml:trace contextRef="#ctx0" brushRef="#br0" timeOffset="122703.56">8597 2570 682 0,'0'0'45'16,"0"0"0"-16,0 0-11 0,0 0-12 0,0 0-5 15,0 0 0-15,0 0-2 0,0 0-1 16,0 0-18-16,73 0 8 0,-31 0-4 0,3 0 0 16,6 0-10-16,2 1-45 0,1-1-114 15,1 0-153-15,-3-8-6 0</inkml:trace>
  <inkml:trace contextRef="#ctx0" brushRef="#br0" timeOffset="123154.4">10310 1710 559 0,'0'0'24'0,"0"0"9"15,0 0 3-15,0 0-5 0,0 0-10 0,0 0-6 16,0 0-8-16,0 0-2 0,0 0 3 31,0 0 0-31,56-12 2 0,-21 8-1 0,6-1-3 16,1-1-1-16,2 1-2 0,-3 1 0 16,2-2-2-16,-8 0-1 0,-5 2 1 15,-4-3-4-15,-8 4 2 0,-8 0-2 16,-3 2-5-16,-1-1-8 0,-2 1-25 0,1-1-28 15,-5 2-66-15,-2 0-71 0,-11 5-61 16</inkml:trace>
  <inkml:trace contextRef="#ctx0" brushRef="#br0" timeOffset="123320.09">10371 1865 594 0,'0'0'41'0,"0"0"15"16,0 0-19-16,0 0-1 15,0 0 5-15,0 0-21 0,0 0 3 0,92 50-16 0,-58-42-6 16,2-2-3-16,3 2-9 0,3-1-32 16,-2 1-101-1,5-2-161-15,-2-5-15 16</inkml:trace>
  <inkml:trace contextRef="#ctx0" brushRef="#br0" timeOffset="124047.99">12528 1477 520 0,'0'0'55'0,"0"0"-17"0,0 0-9 15,0 0-11-15,0 0-6 0,0 0-6 16,0 0 0-16,0 0 1 0,0 0 1 16,8 0 3-16,16 3-1 0,11 3 1 0,7 0-1 15,8-3-1-15,10-3-2 0,6 0-2 16,7-5-1-16,6-1-1 0,-2 0-2 16,-2 0 1-16,-7 3-2 0,-10-2 1 0,-9 3 0 15,-13-1 0-15,-12-1-1 0,-12 3 2 16,-6 1 0-16,-6 0 2 0,0-2 2 15,0 2-3-15,0 0-5 0,0-1-5 0,0-1-5 16,0 1-19-16,0-4-30 0,-1 2-95 16,-2 0-139-16</inkml:trace>
  <inkml:trace contextRef="#ctx0" brushRef="#br0" timeOffset="124503.09">14122 523 702 0,'0'0'29'15,"0"0"-1"-15,0 0 0 0,0 0-5 16,-7-77-5-16,7 72-6 0,0 5-5 0,0-1-6 16,0 1-1-16,0 0-3 0,0 9 0 15,1 11 2-15,2 10-1 0,-3 9-1 16,0 7 0-16,-3 7 0 0,-7 5-1 15,0 7 3-15,-3 5-3 0,3 6 1 0,1-2 0 16,-1-4 0-16,3-9 3 0,2-14 0 31,4-17 1-31,-1-13 0 0,2-11 1 16,0-6 1-16,6-8 1 0,10-10-2 0,5-14-2 16,3-10 2-16,5-7-2 0,0-3 1 15,0 0 1-15,1 3-3 0,-1 6 2 0,-3 10 0 16,-3 8-3-16,-5 9 0 0,-2 10-2 15,1 6 0-15,-4 10 2 0,6 12 2 16,-4 6 0-16,-1 6 2 0,-4 2-1 16,0 4 1-16,-3-1 1 0,2 1 1 0,-2-5-1 15,0-5 2-15,-1-9-1 0,-2-5-1 16,-1-7-1-16,-1-4-2 0,-1-1 0 16,-1-4-1-16,0 0-3 0,2 0-10 0,-1-17-16 15,2-7-53-15,-3-13-95 0,0-3-137 16</inkml:trace>
  <inkml:trace contextRef="#ctx0" brushRef="#br0" timeOffset="124736.71">13564 635 734 0,'0'0'18'16,"0"0"3"-16,0 0 2 0,0 0-2 16,123-51-3-16,-62 39-2 0,11 0-6 0,4 1-2 15,8 0-3-15,3 4-5 0,-2-1-1 16,-4 2-2-16,-3 0-7 0,-7 0-12 16,-4-1-40-16,-8-1-64 0,-6-1-176 0,-10-2-11 15</inkml:trace>
  <inkml:trace contextRef="#ctx0" brushRef="#br0" timeOffset="125436.46">14818 324 447 0,'0'0'75'0,"0"0"-15"0,0 0-8 16,0 0-16-16,0 0-8 0,0 0-6 0,0 0-2 15,0 0-1-15,0 0-5 0,-9-36-1 16,19 29-1-16,1 3-4 0,5 3-3 16,0 1-3-16,-1 0-1 0,3 6-2 0,-3 3-1 15,-2 3 0-15,-4 4-2 0,-5 3 0 16,-4 2-2-16,0 4 0 0,-9-1-1 15,-6 2 1-15,0-4 1 0,-2 3 2 0,1-4-1 16,1-3 2-16,5-4 0 0,4-6 1 16,5-5 1-1,1-3 0-15,-2 0 1 16,2 0 2-16,2 0 1 0,12 0 0 0,12 0 0 16,11 0 0-16,2-3-1 0,2-1 0 15,3 1-1-15,-1-1 0 0,-2 1-1 16,-2 0-1-16,-3 0 0 0,-4 1-1 0,-9 1-2 15,-9-1 1-15,-8 2-3 0,-6 0-8 16,0 0-6-16,0 0-15 0,0 0-19 16,0 5-31-16,-8 4-58 0,-7 6-126 0</inkml:trace>
  <inkml:trace contextRef="#ctx0" brushRef="#br0" timeOffset="125820.04">14065 1417 422 0,'0'0'46'16,"0"0"4"-16,0 0-3 0,0 0-9 0,-83 49-4 15,75-45-8-15,0 1-5 0,5-2-8 16,-1-1-5-16,1 1-3 0,3-3-2 16,0 3 2-16,10 3 1 0,12 0 2 0,14 0-2 15,10-6-1-15,15 0 1 0,11-3-2 16,13-6 2-16,14 0-4 0,10 0 0 16,7-2 1-16,7 2-1 0,-1 1 1 0,-5 1 0 15,-9 2-1-15,-14 2-1 0,-14 2-1 16,-18-1 0-16,-12 2 0 0,-19 0 0 15,-18 0 0-15,-3 0 0 0,-10 0-3 0,0 0 0 16,0 0-7-16,-3 0-10 0,-10 7-25 31,-6 4-43-31,-4 6-193 0,-1-2-13 16</inkml:trace>
  <inkml:trace contextRef="#ctx0" brushRef="#br0" timeOffset="126286.66">14012 2246 544 0,'0'0'57'0,"0"0"-15"0,0 0-11 0,0 0-7 16,0 0 0-16,0 0 0 0,49-89-3 31,-24 78-3-31,4 5-1 0,3 3-6 0,-2 3-1 16,3 0-6-16,-2 11-3 0,-4 4-2 16,-4 6-1-16,-4 5-1 0,-9 3 2 15,-6 4-2-15,-4 4 1 0,-11 2-1 16,-9 0 0-16,-9 1 1 0,-5-1 2 0,-2 1 8 15,-3-1-4-15,-4-1 5 0,2-3-7 16,4-4-1-16,2-6 0 0,6-5-1 0,10-7 1 16,9-5-1-16,6-4 0 0,4-4 0 15,0 1 2-15,8 0 1 0,10 1 1 16,15-2-1-16,9 0-2 0,6 0 1 16,5 0-2-16,7-3 1 0,2 2 0 0,0-1 0 15,-3 2-1-15,-4 0-1 0,-7 0-1 16,-6 0-3-16,-12 0-11 0,-6 0-30 0,-6 0-56 15,-6 0-128-15,-5 0-77 0</inkml:trace>
  <inkml:trace contextRef="#ctx0" brushRef="#br0" timeOffset="126920.07">14744 2349 747 0,'0'0'21'0,"0"0"5"16,0 0-4-16,0 0-6 0,0 0-7 0,0 0-4 15,89-44-3-15,-76 46-2 0,5 7-1 16,-5 6-1-16,-3 3 1 0,-3 5-1 0,-4 3 1 16,-3 3-2-16,0 3 1 0,-3 0 7 15,-5 0-6-15,-3 1 5 0,0-4-8 16,-5-2-1-16,3-4 2 0,-3-5 2 15,6-7 2-15,-3-2 0 0,6-5 1 0,2-2 0 16,1 1 1-16,1-3 1 0,-3-8-1 31,6-9 0-31,0-7-3 0,3-4-8 0,12-7 4 16,6-3-4-16,7-5 5 0,2 2 4 16,2 3-2-16,0 8 1 0,-2 7-1 15,0 10 1-15,-4 6-1 0,-4 7 1 16,0 9 1-16,-3 8 0 0,-3 4 1 0,-4 5 1 15,-1 0 0-15,-5 0-1 0,-5 1 1 16,2-1 6-16,-3 1-4 0,0-2 5 0,-3-4-7 16,0-4-3-16,-3-5 1 0,3-3 0 15,0-6 2-15,2 1 0 0,1-4-1 16,-2 0 1-16,2 0-1 0,0-3-1 16,0-12 2-16,5-9-12 0,7-12 5 0,6-7-5 15,4-6 3-15,7-4 6 0,4 0 0 16,3 5 0-16,-1 5-2 0,0 9 2 0,-5 10-1 15,2 11 2-15,-3 8 1 0,-2 5-2 16,-2 8 2-16,-3 11 0 0,-1 6 1 31,-2 3 1-31,-3 6 0 0,-2-1-2 16,-2 2 1-16,-2 0-2 0,-1-1 0 0,-5-1 8 16,2 0-6-16,-3-2 5 0,-3-4-5 15,0-9-3-15,0-6 0 0,0-1-1 0,0-7 0 16,0 1 1-16,0 1-1 0,0-6-3 15,0 0-8-15,0 0-14 0,0-1-29 16,1-9-48-16,2 0-119 0,-3-3-87 16</inkml:trace>
  <inkml:trace contextRef="#ctx0" brushRef="#br0" timeOffset="127753.45">16661 456 475 0,'0'0'54'0,"0"0"3"0,0 0-5 15,0 0-12-15,0 0-7 0,0 0-12 0,0 0-7 16,0 0-1-16,0 0-5 0,25-48 1 31,-2 48-2-31,2 8-4 0,2 9 0 0,5 3-6 16,0 10 2-16,-2 3-2 0,-1 4-1 16,-4 6 0-16,-5 3-2 0,-7 1 0 15,-7 3 3-15,-6 2-3 0,-2-4 2 16,-11-1 2-16,-9-6 0 0,-1-6 2 0,-3-6 2 15,2-10 0-15,-1-9 2 0,5-10 2 16,4-8-3-16,2-14 1 0,5-12-1 0,4-7-1 16,5-6-1-16,3-3 0 0,11 3-1 15,4 6 0-15,4 7 1 0,1 7-3 16,0 7 1-16,0 6 0 0,2 9-3 16,-1 2-2-16,0 3-9 0,-3 0-15 0,1 6-17 15,-5 1-36-15,1 2-54 0,-2 2-136 16</inkml:trace>
  <inkml:trace contextRef="#ctx0" brushRef="#br0" timeOffset="128119.9">17306 296 583 0,'0'0'44'0,"0"0"-4"16,0 0-5-16,0 0-11 0,0 0-8 16,0 0-6-16,93-26-7 0,-72 29-3 0,-3 5 2 15,-2 3-3-15,-5 3-1 0,0 4-1 16,-5 2-3-16,-6 3 0 0,0 1 0 0,-4 4-1 16,-9-1-1-16,-1 2-1 0,-5-1-1 15,-1 0 4-15,1-6 3 0,-1-2 0 16,7-6 5-16,3-6 0 0,7-4 2 15,3-4 3-15,0 0 2 0,0 0 0 0,3 0 1 16,12 0 0-16,11-3 1 0,8-3 2 31,3-1-5-31,1-1 0 0,2-1-4 0,-2 3-5 16,0-1 2-16,-4 3-2 0,-2 1 0 16,-3 2-2-16,-4 1-1 0,-9 0-9 15,-1 0-13-15,-3 0-33 0,-1 0-46 16,6 0-139-16,-6 0-37 0</inkml:trace>
  <inkml:trace contextRef="#ctx0" brushRef="#br0" timeOffset="128453.19">18139 425 607 0,'0'0'49'0,"0"0"-8"16,0 0-9-16,0 0-13 0,0 0-10 0,0 0-7 31,0 0-1-31,0 0 1 0,0 0 0 0,0 0-1 0,-13 3-1 0,13 17-2 16,7 3 0-16,1-1 0 0,2-5 2 15,-2-5 0 1,2 0 0-16,5-4 0 0,4-4 0 16,7 1 2-16,3-5 0 0,4-5 0 15,2-8 0-15,-1-5 1 0,1-7-1 0,-3-2 3 16,-2-5-1-16,-2-3 0 0,-4 0 3 15,-2 1-4-15,-5 6 1 0,-1 3 0 16,-6 10-3-16,-4 6-2 0,-3 6-3 16,-3 3-11-16,0 0-5 0,0 0-15 0,0 0-18 15,-3 11-45-15,-10 3-70 0,-4 2-101 16</inkml:trace>
  <inkml:trace contextRef="#ctx0" brushRef="#br0" timeOffset="128736.59">18215 223 672 0,'0'0'50'16,"0"0"-7"-16,0 0-4 0,0 0-8 16,0 0-10-16,0 0-4 0,0 0-6 15,0 0-7-15,0 0-1 0,0 0-1 16,0-36-1-16,11 54 2 0,-1 7-2 0,-1 6-1 15,-2 4 1-15,-4 3-1 0,-2 4-3 16,-1 5 1-16,0 0-1 0,0 2 0 0,0-1 0 16,0 1 0-16,-3-3-1 0,2-2 2 15,-1-2 0-15,2-2 0 0,0-2-4 16,0-5-8-16,5-9-15 0,-1-6-18 16,5-4-38-16,-2-8-64 0,0 1-152 0</inkml:trace>
  <inkml:trace contextRef="#ctx0" brushRef="#br0" timeOffset="129103.55">16684 1349 500 0,'0'0'29'0,"0"0"-5"0,0 0-3 15,0 0 5-15,0 0 7 0,0 0 3 16,0 0 0-16,93 12-6 0,-30-10-6 0,17-2-6 16,20 0-3-16,14-8-6 0,16-2-2 15,12-5-3-15,10-2-1 0,6-3 0 16,-1 0 0-16,-1 3-1 0,-7 4 1 15,-15 1-4-15,-17 2 1 0,-22 5 0 0,-20 2 0 16,-22 1 0-16,-19 2 0 0,-18 0-2 31,-8 0 1-31,-8 0-2 0,0 0-5 0,-13 3-4 16,-7 3-11-16,-12 5-24 0,-4-2-33 16,-3 2-121-16,-3 4-95 0</inkml:trace>
  <inkml:trace contextRef="#ctx0" brushRef="#br0" timeOffset="129486.63">16900 1844 680 0,'0'0'18'0,"0"0"10"16,0 0-4-16,0 0-1 0,80-79-2 0,-47 73-7 31,6 5-2-31,0 1-5 0,4 4-1 0,2 11-3 0,-2 5 0 0,2 7-4 16,-4 7 13-1,-4 7-1-15,-5 7-1 16,-6 8 2-16,-6 7-15 0,-8 6 1 0,-9 6-3 16,-3-1 2-16,-13 1-2 0,-12-7 4 15,-7-4 6-15,-7-10-4 0,-7-8 6 0,-2-10-6 16,-4-8-1-16,2-9 2 0,3-9 1 15,4-10 1-15,7-2 0 0,9-16-1 16,9-11-1-16,11-8-4 0,7-6-6 16,14-5 5-16,14 1-6 0,6 1 8 0,9 8 1 15,3 7-1-15,2 8 0 0,2 10 0 16,0 6-1-16,-2 7-3 0,-2 5-5 0,-2 7-11 16,-5 3-22-16,1 5-32 0,-6 0-68 15,-4 2-161-15</inkml:trace>
  <inkml:trace contextRef="#ctx0" brushRef="#br0" timeOffset="129970.9">17779 2087 775 0,'0'0'36'0,"0"0"1"16,88-71-5-16,-53 54-10 0,4 3-7 0,0 3-5 15,-1 6-4-15,-1 3-4 0,-2 2-1 16,-6 0-1-16,1 9-1 0,-7 4-1 0,-5 4 0 16,-8 5-1-16,-4 3 0 0,-6 7-1 15,-5 6 0-15,-9 5-1 0,-8 1 1 16,-5 1-4-16,-5-2 1 0,-3-4-1 16,0-5 2-16,1-6 3 0,-1-6 2 0,5-7 1 15,11-6 1-15,5-4 2 0,9-2-1 16,4-3-1-16,1-11-1 0,0-7 0 0,10-8-2 31,12-4 3-31,8-2-2 0,5-3 2 0,3-2 0 0,0 1 1 0,0 1-2 31,-3 5 3-31,-5 4-1 0,-6 6 2 16,-9 6 1-16,-5 9 3 0,-6 2 1 0,-4 3 0 16,0-2-4-16,0 2 0 0,2 0-3 15,-1-2 0-15,1 2-3 0,-2 0 0 0,0 0 0 16,0 14 0-16,-2 11 1 0,-5 8-1 15,-1 6 0-15,-1 4-1 0,1 1 5 16,1-2-4-16,7-1 1 0,0-3-1 16,0-4-1-16,9-4 0 0,4-6 2 0,6-4 5 15,2-6-9-15,3-5 0 0,5-8-17 16,1-1-19-16,2-10-9 0,0-10-38 0,-2-6-46 16,-4-7-102-16,-2-4-65 0</inkml:trace>
  <inkml:trace contextRef="#ctx0" brushRef="#br0" timeOffset="130286.55">18460 1798 671 0,'0'0'55'0,"0"0"-13"0,0 0-7 16,0 0-12-16,0 0-5 0,0 0-4 15,0 0-1-15,0 0-1 0,0 0-2 16,88-59-1-16,-56 58-2 0,2 1-3 0,-3 0-1 15,-2 7-2-15,-1 3-2 0,-7 2-1 16,-1 3 0-16,-6 1-1 0,-7 4 1 0,-4 4-1 16,-3 1 10-16,-9 2 1 0,-6 0-1 15,-5 1 1-15,-3-3-11 0,-1-3 2 16,0-4-1-16,3-4 2 0,5-7 0 16,6-2 0-16,7-4 1 0,3-1 1 0,-2 0-2 15,2 0-1-15,2 0 0 0,14 0-2 16,10-3 1-16,13-4-6 0,4-1-9 0,8-2-16 15,1-2-25 1,7-2-63-16,1-3-184 0,0 0-9 0</inkml:trace>
  <inkml:trace contextRef="#ctx0" brushRef="#br0" timeOffset="130753.28">19875 803 493 0,'0'0'82'31,"0"0"-12"-31,0 0-6 0,0 0-16 16,0 0-6-16,0 0-11 0,0 0-10 16,0 0-8-16,0 0-5 0,0 0-5 15,4-69-3-15,-4 69-1 0,0 0-1 16,0 3 0-16,0 16 3 0,0 9-1 0,-3 15 2 15,0 6 0-15,0 7-1 0,0 4 0 0,0 6 0 16,2-1 0-16,1-3-1 0,0-3 0 16,0-4-2-16,0-8-2 0,0-9 3 15,0-6 0-15,0-11 0 0,1-9 0 16,1-6 0-16,-2-6 0 0,0 0 2 16,0 0-1-16,1 2 0 0,-1-2-4 0,2 2-10 15,-1-2-15-15,1-13-25 0,1-5-62 0,-3-8-112 16,0 1-76-16</inkml:trace>
  <inkml:trace contextRef="#ctx0" brushRef="#br0" timeOffset="131003.42">19558 1099 675 0,'0'0'53'0,"0"0"-11"0,0 0-10 16,0 0-9-16,0 0-8 0,0 0 0 16,0 0-6-16,0 0-3 0,0 0-2 0,-11 0-3 15,11 0 0-15,15 0 4 0,14 0-2 0,16-2-1 16,10-4 0-16,13 0-1 0,7 0-2 16,6-2 0-1,1 2-2-15,1 2-9 0,-8-1-15 0,-3 2-25 0,-7 3-71 16,-10-1-142-16,-8 1-54 0</inkml:trace>
  <inkml:trace contextRef="#ctx0" brushRef="#br0" timeOffset="131586.57">21359 737 640 0,'0'0'24'16,"0"0"0"-16,0 0-1 0,0 0-5 0,0 0-6 16,0 0-2-16,0 0-2 0,0 0-3 0,0 0 0 15,0 0 2-15,61 34-3 0,-48 8 0 16,-1 8-1-16,1 10-3 0,-4 2 5 15,1 3-4-15,0 2-1 0,-2-2 0 16,1-7-1-16,3-8-2 0,-4-9 1 16,3-12 2-16,-6-9 2 0,1-12 3 0,3-4-1 15,2-4 4-15,8-9 0 0,6-13 0 0,-2-11-1 16,3-12 0-16,-2-10-7 0,2-12 4 16,0-9-1-1,0-4-4-15,-1-4 7 0,1 5-5 0,0 8 1 0,-1 9 1 16,-2 12-2-16,-3 13 2 0,-6 16-6 15,-5 9-2-15,-4 8 0 0,-5 4-6 0,3 0-4 16,0 8-9-16,1 7-16 0,-3 8-17 0,-1 3-20 31,-1 1-60-31,-8 5-80 0,3 1-49 16</inkml:trace>
  <inkml:trace contextRef="#ctx0" brushRef="#br0" timeOffset="132320.94">22409 608 617 0,'0'0'36'0,"0"0"-11"0,0 0-10 15,0 0 0-15,0 0-2 0,0 0 0 16,0 0 1-16,0 0-3 0,0 0-4 0,64 86-1 15,-48-54-3-15,4 1-2 16,3 0 0-16,2-1-1 0,4-2 1 0,3-4 0 0,2-6 0 16,1-7 0-16,1-6 3 15,5-7-4-15,5 0 1 0,3-15 2 0,3-7-6 16,2-7 4-16,-2-6 2 0,-3-4-1 16,-6-2-2-16,-4-2 2 0,-7 1-2 0,-7 1 4 15,-5 5-2-15,-6 5 1 0,-5 10 0 0,-5 11-3 16,-2 5-1-16,-2 5-3 0,0-2-2 15,0 2 0 1,-4 5-1-16,-5 7 0 0,-4 3-4 0,3 0-10 0,-3 3-21 31,0-1-20-31,0 0-55 0,-5 0-79 16,2-4-73-16</inkml:trace>
  <inkml:trace contextRef="#ctx0" brushRef="#br0" timeOffset="132604.29">22800 394 651 0,'0'0'34'15,"0"0"0"-15,0 0-4 0,0 0-7 0,0 0-3 16,0 0-4-16,0 0 1 0,0 0-2 16,0 0 3-1,0 0-10-15,20 34 2 0,-18-4-4 0,-2 5-3 0,0 7 1 16,-6 8-2-16,-2 7-4 0,0 8 2 15,-1 8 0-15,0 7 2 0,0 7-2 0,1 1-3 16,1 0 6-16,2-8-5 0,1-7 1 0,3-11 2 31,1-13-5-31,0-9 1 0,0-16-3 16,3-5-5-16,1-8-12 0,2-9-20 16,6-2-58-16,-1-2-131 0,2-9-82 15</inkml:trace>
  <inkml:trace contextRef="#ctx0" brushRef="#br0" timeOffset="-170110.25">25991 967 438 0,'0'0'42'16,"0"0"3"-16,0 0-7 0,0 0-7 15,0 0-8-15,71 112-1 0,-49-65-6 16,-1 5-3-16,0 3-5 0,1-1-6 0,-2-1-1 16,-1-3-1-16,2-3-1 0,4-3-1 15,-1-3 2-15,5-7 1 0,3-10 6 16,4-9 4-16,6-14 3 0,7-5-1 0,8-20-4 15,6-13-2-15,7-10-1 0,2-13-1 16,2-13 0-16,-3-12-6 0,-5-10-1 31,-6 0-1-31,-11 2-1 0,-9 15 6 0,-11 14-2 16,-7 17 1-16,-11 18 0 0,-5 13-1 16,-3 12-1-16,-3 4-1 0,0-1-4 0,0 1-2 15,-3 5-4-15,-6 8-13 0,-3 5-14 16,0 3-43-16,0 4-67 0,-2 0-130 15</inkml:trace>
  <inkml:trace contextRef="#ctx0" brushRef="#br0" timeOffset="-169793.58">26651 737 580 0,'0'0'49'0,"0"0"1"16,0 0-9-16,0 0-12 0,0 0-8 16,0 0-7-16,0 0-3 0,0 0-7 0,0 0-1 31,0 0-2-31,-5-20-2 0,-2 44 3 16,-2 11-1-16,2 15 1 0,2 12 1 15,0 12-1-15,2 11 3 0,2 9-3 0,1 5-1 16,0-1-2-16,1-1-4 0,2-4 0 15,-1-6 0-15,-2-10 1 0,0-9 11 16,-2-10 2-16,-2-11-2 0,1-7 1 0,0-14-16 16,0-11-7-16,3-2-17 0,0-6-20 15,0-2-41-15,3 5-97 0,1-9-99 16</inkml:trace>
  <inkml:trace contextRef="#ctx0" brushRef="#br0" timeOffset="-169426.63">27756 804 471 0,'0'0'62'16,"0"0"-5"-16,0 0-9 0,0 0-10 0,0 0-10 16,0 0-6-16,0 0-7 0,0 0-6 0,0 0 0 15,-99-73-1-15,63 86 0 16,-3 9 1-16,-1 15-1 0,2 14-5 0,2 15 3 16,2 14 2-16,6 11-3 0,4 6 0 15,7 5-5-15,6 1-6 0,9 0 2 16,2-3 0-16,10-7 0 0,10-9 13 0,8-10-3 15,5-12 3-15,5-7 0 0,6-11-12 16,3-6-2-16,-1-9-3 0,-2-8-7 16,-7-9-8-1,-2-6-15-15,-6-6-32 0,-3-3-91 16,-3-9-134-16</inkml:trace>
  <inkml:trace contextRef="#ctx0" brushRef="#br0" timeOffset="-168960.98">27838 1284 744 0,'0'0'31'0,"0"0"3"16,87-63-8-16,-53 50-7 0,1 3-9 0,1 6-4 15,-2 4-4-15,-3 5 0 16,-2 9-3-16,-3 4-1 0,-3 4 1 0,-5 8-4 15,-5 0 3-15,-6 5-2 0,-5 1-1 16,-2 2 1-16,-11 0-2 0,-4 0 0 31,-6 0 1-31,-3-2-1 0,-1-4 1 0,-1-6 1 16,2-8 2-16,7-6 3 0,9-6 2 16,-1-6 2-16,6-6-3 0,3-15 0 15,0-9 1-15,12-8 0 0,7-6-2 0,7-3 4 16,4-2-2-16,5 1 0 0,1-2 3 15,3 2-3-15,-2 4-5 0,-2 6 0 16,-3 9-3-16,-5 10 0 0,-9 7 6 0,-5 7-3 16,-9 4 2-16,-1 1 0 0,2 4 3 15,-1 11 3-15,-3 8 0 0,-1 9-1 16,-2 5-6-16,-9 2 0 0,1 4 1 0,-3-1-1 16,1 0-2-16,4 3 2 0,-1-2-2 15,5 1 1-15,4-1-1 0,0-5-1 16,7-3 2-16,7-5 0 0,1-4-5 0,5-5 1 15,2-4-15-15,-2-8-18 0,5-3-47 0,-1-4-111 16,2-2-109-16</inkml:trace>
  <inkml:trace contextRef="#ctx0" brushRef="#br0" timeOffset="-168709.2">28866 1767 766 0,'0'0'32'0,"0"0"1"0,0 0-8 15,0 0-8-15,81-26-7 0,-58 26-5 16,1 6 0-16,0 6-3 0,-1 5-4 0,-1 4 2 16,-5 5 0-16,-3 3 10 0,-5 4 3 0,-6 5-5 15,-3 0-2-15,-9 4-16 0,-11 1-5 16,-4 1-9-16,-5-2-8 0,-3-1-14 15,0-2-18-15,0-8-32 0,4-7-54 16,8-9-66-16,3-8-58 0</inkml:trace>
  <inkml:trace contextRef="#ctx0" brushRef="#br0" timeOffset="-168293.23">29510 1269 780 0,'0'0'40'0,"0"0"-8"0,0 0-11 16,0 0-8-16,0 0-6 0,0 0-3 16,0 0-3-16,0 0-1 0,0 0-2 15,-3-25 0-15,-9 56 0 0,-5 13-1 16,1 4 0-16,-3 7-1 0,4 3 3 0,1-1-2 15,5 1 0-15,5-3 1 0,4-5-3 0,0-6 3 16,12-8-1-16,3-7 0 0,5-8 3 31,4-6-1-31,3-8 0 0,4-7 3 16,1-5-1-16,2-13 2 0,3-8-1 16,-3-10 0-16,1-10 0 0,-1-10 0 15,-6-8 2-15,-5-7-1 0,-4-4 2 0,-9-2-1 16,-7 4-4-16,-3 6-2 0,-4 10-2 15,-9 11-1-15,-8 14 2 0,-6 13 0 0,-8 12 0 16,-5 7 1-16,-8 17-1 0,0 9 3 16,-2 9-3-16,1 8-4 0,4 3-13 15,0 3-13-15,6 4-37 0,3 0-47 16,7 0-181-16,4 1-7 0</inkml:trace>
  <inkml:trace contextRef="#ctx0" brushRef="#br0" timeOffset="-167942.45">29835 595 763 0,'0'0'37'0,"0"0"-4"0,0 0-10 15,0 0-7-15,91-40-6 0,-58 40-1 16,5 3 0-16,4 9-3 0,3 8-2 15,0 5-2-15,2 6-1 0,0 9-1 16,-1 10-2-16,-3 9 1 0,0 16 0 0,-3 13 0 16,-7 10 5-16,-6 10-2 0,-9 4-2 0,-13 5-2 15,-6-1-4-15,-19-2 1 0,-11-9 13 16,-9-9 1-16,-8-12 1 0,-2-13 0 16,-1-10-10-16,0-11-2 0,5-9 3 15,4-9 0-15,8-10 0 0,9-6 1 16,12-9 1-16,8-3-1 0,5-4-2 0,-1 0 0 15,0 0-2-15,-2-2-5 0,1-7-6 16,2-2-17-16,0 3-30 0,3 1-111 0,0 4-156 31,1 1-5-31</inkml:trace>
  <inkml:trace contextRef="#ctx0" brushRef="#br0" timeOffset="-167042.47">28409 2835 462 0,'0'0'11'15,"0"0"22"-15,0 0 7 0,0 0 8 0,0 0-6 16,0 0-10-16,0 0-7 0,0 0-5 15,0 0-6-15,7-24-3 0,-7 24-3 16,0 0 0-16,0 12-1 0,0 13 2 31,-4 11 1-31,-2 10-3 0,2 6 4 0,1 11-5 16,2 6-1-16,-1 9 3 0,1 5-5 16,-1 10 3-16,1 3-3 0,-1 4-2 0,1-1 2 15,-1-2-1-15,1-7-2 0,-1-1 2 16,-1-9-4-16,1-6 1 0,1-7 2 15,1-7-2-15,0-12 2 0,0-7-4 16,0-14 4-16,0-7-2 0,0-8 1 0,0-7 0 16,0 1-2-16,0-6-5 0,0 0-13 15,0 0-27-15,0 0-40 0,-6 0-87 0,-2 0-125 16</inkml:trace>
  <inkml:trace contextRef="#ctx0" brushRef="#br0" timeOffset="-166693.55">27916 4373 721 0,'0'0'11'15,"0"0"7"-15,0 0 6 0,0 0 4 0,0 0-2 16,0 0-2-16,0 0-5 0,0 0-5 0,0 0-3 15,0 0-4-15,45-56-4 0,-29 66-1 16,7 5-1-16,-4 7-1 16,-2 2 0-16,2 4 1 0,-1 2 2 0,-1 0-3 15,3 2 3-15,-3-3-4 0,6-3 1 16,0-4 0-16,3-5 0 0,5-3 1 0,1-8-1 16,2-5 1-16,7-1 0 0,3-13 0 15,3-10 1-15,5-9-1 0,0-6-3 0,3-6 2 16,-3-3-4-16,-4 0 1 15,-3 2-1-15,-6 3-4 0,-7 7-4 0,-6 10-9 16,-9 8-18-16,-7 8-34 0,-7 6-67 31,-2 3-110-31,2 2-53 0</inkml:trace>
  <inkml:trace contextRef="#ctx0" brushRef="#br0" timeOffset="-166042.4">26600 5591 525 0,'0'0'54'0,"0"0"0"0,0 0-14 16,0 0-9-16,0 0-9 0,0 0-11 15,0 0-5-15,0 0 0 0,0 0 0 0,48 46 0 16,-45-12-2-16,2 2 1 0,1 2-2 15,2 0 1-15,0 0 2 0,5 0-4 16,2-5 5-16,3-3-6 0,3-5-1 31,3-5 2-31,7-8 0 0,4-6 1 0,6-6-1 16,7-3-1-16,7-15 1 0,1-8-2 16,1-6-4-16,-4-7 4 0,-2-6-5 0,-6-5 5 15,-6-1 1-15,-7-1-2 0,-7 4 3 16,-5 6-2-16,-8 15 2 0,-4 12 0 15,-5 9-1-15,-3 6-1 0,0-2 0 16,0 2-3-16,0 0 1 0,0 0 0 0,-2 10-2 16,-5 6-1-16,-3 7-4 0,0 0-10 15,-2 1-27-15,-1 2-38 0,0-3-90 0,-4 1-115 16</inkml:trace>
  <inkml:trace contextRef="#ctx0" brushRef="#br0" timeOffset="-165742.37">26888 5458 633 0,'0'0'50'16,"0"0"-1"-16,0 0-10 0,0 0-12 15,0 0-10-15,0 0-7 0,0 0-5 0,0 0 1 16,0 0-1-16,-26 26 0 0,26 10 2 15,0 7-4-15,0 4 1 0,1 7-1 0,2 5 2 16,3 4 0-16,-3 5-3 0,1 5 2 16,1 8-3-16,-1 0-1 0,0 5 2 15,1-6-4-15,0-7 3 0,0-9-5 16,-1-13 4-16,2-8 2 0,-2-11-6 0,1-12 0 16,-2-8-18-16,2-6-14 0,-2-3-16 15,0-1-38-15,3-2-78 0,-2-13-121 0</inkml:trace>
  <inkml:trace contextRef="#ctx0" brushRef="#br0" timeOffset="-165442.34">27923 5495 695 0,'0'0'36'16,"0"0"-2"-16,0 0-4 0,0 0-8 16,0 0-9-16,0 0-7 0,0 0-5 15,0 0 0-15,0 0 0 0,0 0 1 0,-29 21 1 16,3 27-2-16,-3 7 1 0,-1 7-2 16,0 3 1-16,-1 7 4 0,4 4-5 15,4 6 3-15,7 3-1 0,7 3-7 0,9-3 6 16,3-3-4-16,14-9 2 0,8-11 2 15,7-9-9-15,4-11-4 0,2-8-15 0,3-13-18 16,0-7-21-16,-2-11-48 0,1-3-98 31,-5-14-70-31</inkml:trace>
  <inkml:trace contextRef="#ctx0" brushRef="#br0" timeOffset="-164992.25">28095 5909 747 0,'0'0'39'16,"0"0"4"-16,0 0-13 0,47-96-6 15,-23 76-7-15,6 5-5 0,4 3-3 0,2 6-3 16,-1 5-3-16,-2 1-2 0,-3 6-2 16,-4 9 0-16,-4 5-1 0,-6 7-1 15,-6 6 4-15,-6 6-2 0,-4 4 1 0,-7 3-2 16,-7 2-2-1,-5 2 1-15,-2-1 0 0,-2-3 1 0,0-5 2 0,0-10 0 16,4-5 0-16,5-9 1 0,7-9 0 0,4-4 2 16,3-4 1-16,1-12-2 0,10-11-1 31,7-10-2-31,8-7 1 0,5-4-1 16,2 1 1-16,2-2-1 0,-2 4 3 0,-3 2-3 15,-2 1-2-15,-5 6 3 0,-6 3-3 16,-5 11 4-16,-7 7 0 0,-2 7-1 15,-3 4 1-15,0-2-2 0,0 2 1 0,0 0 0 16,-10 6 4-16,-4 9-5 0,-2 7 6 16,-1 3-7-16,-1 5 4 0,7 2-2 15,0 0 0-15,6-1 0 0,1 3-2 0,4-2 2 16,1-1-1-16,9 0 1 0,2-4-2 16,3-3 0-16,1-3-7 0,3-4-10 15,2-3-15-15,2-2-27 0,0-3-62 0,1-3-151 16,-3-4-37-16</inkml:trace>
  <inkml:trace contextRef="#ctx0" brushRef="#br0" timeOffset="-164726.97">28940 6421 872 0,'0'0'26'0,"0"0"-3"15,0 0-6-15,77-28-6 0,-56 22-3 0,2 3-3 16,2 3 0-16,3 0-2 0,0 8-1 16,3 4-1-16,1 6-3 0,-2 3 3 15,-1 5 1-15,-5 4-3 0,-5 4 4 0,-9 3-6 16,-7 3-1-16,-3 2-1 0,-13 0-6 16,-10 0-1-16,-4-1-5 0,-7-3-3 15,-2-1-5-15,0-8-5 0,-1-5-15 0,3-8-16 16,-1-8-32-1,5-8-73-15,3-4-120 0</inkml:trace>
  <inkml:trace contextRef="#ctx0" brushRef="#br0" timeOffset="-164410.31">29602 5709 801 0,'0'0'31'16,"0"0"-1"-16,0 0-7 0,0 0-7 16,0 0-5-16,0 0-5 0,0 0-2 15,0 0-2-15,0 0-2 0,0 0-3 0,80-16 3 16,-79 51-1-16,-1 11 5 0,-3 7-1 16,-8 6-3-16,-2 7 4 0,-2 3-5 15,1 3-1-15,3-1 1 0,3-6-1 0,8-5 1 16,2-12-2-16,12-10 2 0,9-11-1 15,7-12 0-15,6-11-3 0,8-6-3 16,5-16-1-16,2-9-2 0,1-8-1 0,-2-8-7 31,-3-1-11-31,-3-1-20 0,-6-1-25 16,-3 5-42-16,-9 5-83 0,-5 4-81 16</inkml:trace>
  <inkml:trace contextRef="#ctx0" brushRef="#br0" timeOffset="-164209.95">29174 6018 807 0,'0'0'34'0,"0"0"-7"0,0 0-4 15,109-62-9-15,-63 47-3 0,4 3-7 0,2 1-4 16,-1 0-3-1,0 1-8-15,-1 2-12 0,-3-1-22 0,-3 1-49 0,-2-1-104 16,-5-4-119-16</inkml:trace>
  <inkml:trace contextRef="#ctx0" brushRef="#br0" timeOffset="-163875.65">30117 5224 777 0,'0'0'37'0,"0"0"-3"16,0 0-9-16,0 0-5 0,0 0-6 16,0 0-5-16,0 0-1 0,0 0-2 0,0 0 4 15,95 3-4-15,-52 19 2 0,3 5-4 16,2 6-3-16,3 7-1 16,1 7-1-16,-2 9 3 0,-1 11-3 0,-7 10 2 15,-5 10-2-15,-10 8 0 0,-10 7 0 0,-14 9-2 16,-6 6-2-16,-22 3-7 0,-14-1 0 15,-11-5-1-15,-11-9 6 0,-7-12 3 16,-5-14 4-16,3-15 2 0,5-14 1 0,7-14 1 31,10-11 1-31,10-12 4 0,12-7-3 16,12-4 0-16,4-2-1 0,7 0-3 16,-2-2-2-16,3-1-2 0,2-3-3 0,0 1-5 15,0 1-15-15,0-1-25 0,0 5-55 16,0-1-165-16,0 1-56 0</inkml:trace>
  <inkml:trace contextRef="#ctx0" brushRef="#br0" timeOffset="-161326.65">30970 2978 345 0,'0'0'41'15,"0"0"7"-15,0 0-3 0,0 0-8 0,0 0-11 16,0 0-4-16,0 0 0 0,0 0 3 15,0 0 0-15,-20 61-1 0,13-20-5 16,1 7 1-16,-3 5 3 0,1 7-7 0,-1 5 0 31,-1 6-6-31,1 5-6 0,0 3 1 16,3-2-5-16,0-2 3 0,0-7 1 16,0-7-3-16,1-8 5 0,0-9-7 0,0-8 1 15,1-11 0-15,3-12-1 0,1-6 1 16,0-7 1-16,0 0 2 0,0 0-5 15,0 0-5-15,0 0-16 0,0-10-28 0,5-9-57 16,0-9-130-16,-5-4-47 0</inkml:trace>
  <inkml:trace contextRef="#ctx0" brushRef="#br0" timeOffset="-161026.57">31355 2977 604 0,'0'0'50'0,"0"0"-5"0,7-86-6 0,-5 74-8 31,-1 6-6-31,-1 6-10 0,0-2-7 0,0 2-5 16,0 4 2-16,0 17-1 16,0 15 4-16,3 17-1 0,-3 10 2 0,0 5 1 15,0 7-3-15,-3 2 1 0,-1 2-5 16,-4 4-4-16,3-1 2 0,-1-1-2 15,1-6 2-15,0-8-1 0,2-9-1 0,1-11 5 16,2-7-4-16,0-15 3 0,0-10-4 16,0-3 1-16,0-5-1 0,0-3-1 15,0 2-1-15,0-6-3 0,0 0-6 0,0 0-12 16,0 0-20-16,0-6-42 0,0-3-84 16,0-6-126-16</inkml:trace>
  <inkml:trace contextRef="#ctx0" brushRef="#br0" timeOffset="-160810.06">30678 3608 714 0,'0'0'39'0,"0"0"1"0,0 0-8 0,0 0-11 15,0 0-8-15,0 0-5 0,0 0-2 16,0 0-2-16,0 0 0 0,0 0-2 0,103-82-3 15,-60 73 0-15,6-1-2 0,5 2-3 16,1 0-4-16,1 4-17 0,-5-3-22 16,-2 1-40-16,-4 0-80 0,-9-3-125 15</inkml:trace>
  <inkml:trace contextRef="#ctx0" brushRef="#br0" timeOffset="-160509.89">31123 2626 390 0,'0'0'57'0,"0"0"6"0,0 0-5 0,0 0-17 15,0 0 3-15,0 0-19 0,0 0 2 16,0 0-10-16,0 0-7 0,0 0 7 15,-52-63-5-15,16 85 4 0,-8 5-4 0,-6 5-9 16,-3 4-2-16,-1 4-1 0,1 4 1 16,1 1-2-16,1 4 1 0,6-1-3 15,3-2 2-15,8-5-4 0,6-7 3 0,11-13-3 16,7-9-3-16,7-6-1 0,3-6-4 16,0 0-16-16,0 0-34 0,13-8-77 15,3-7-144-15</inkml:trace>
  <inkml:trace contextRef="#ctx0" brushRef="#br0" timeOffset="-160210.13">31057 2538 631 0,'0'0'52'0,"0"0"-6"15,0 0-11-15,0 0-12 0,0 0-8 16,0 0-6-16,0 0-3 0,0 0 0 0,0 0 5 15,0 0 6-15,59 60-7 0,-31-20 4 16,4 4-10-16,8 6-1 0,6 3 0 16,6 5-2-16,5 1 1 0,-1-3-5 15,2-6 0-15,-2-9 0 0,-2-8 1 0,-6-8 0 16,-7-10 1-16,-13-6 0 0,-13-4 0 16,-3-5 1-16,-7 0-1 0,-1 0 0 15,-2-6-1-15,-2-2-1 0,-8-2-3 0,-2 0-6 16,-6 4-10-16,-4 6-20 0,1 0-30 15,-8 8-80-15,4 5-143 0</inkml:trace>
  <inkml:trace contextRef="#ctx0" brushRef="#br0" timeOffset="-149259.95">25377 117 569 0,'0'0'11'31,"0"0"-6"-31,0 0-3 0,0 0-2 0,0 0-1 16,0 0-2-16,0 0-1 16,0 0 1-16,0 0 1 0,-41-14-1 0,40 14 3 15,-1 2 0-15,1 2 1 0,-2 2 1 16,2 5-1-16,1-5 0 0,-2 6 0 0,2 2 2 15,-3-4-31-15,2 2 1 0,-4-2 4 16,1 5 2-16,1-6 38 0,-1 6 5 0,-1 1-1 16,1 3-3-16,0 8 1 15,3 2-5-15,1 4-5 0,0 4 0 0,-2 7-6 16,2 6-3-16,-3 9-3 0,2 8-1 16,-2 10 0-16,1 10 1 0,1 13 3 0,1 13 2 15,0 9-1-15,1 10 0 0,4 7-2 16,-1-2-2-1,0 5 12-15,1 2 0 0,2 4 1 0,0 4 0 0,0 7-6 16,5 2 4-16,-1 4-1 0,3 3 2 0,3 6-5 31,3-2-1-31,-1 3 0 0,3 1-1 16,1-1 0-16,-1-3 0 0,1 0-2 0,0-1 3 16,-2-3-4-16,-2-3-1 0,0-4 1 15,-3-5-3-15,-2-6 3 0,-1-1 1 0,0-2-1 16,-3-2 2-16,-2-1 0 15,-2-3 1-15,-1-1-2 0,-3-5 1 0,-2-3 0 16,0-3-3-16,-7-2 1 0,-2-2 2 16,-1-1-2-16,-3-1 2 0,-2-1 1 0,-1-4 0 15,0-5-2-15,-2-4 3 0,3-7-3 16,-1-5-2-16,5-8 0 0,2-7-8 0,3-9-16 16,3-12-50-16,3-11-105 15,0-17-91-15</inkml:trace>
  <inkml:trace contextRef="#ctx0" brushRef="#br0" timeOffset="-148360.29">25712 8161 166 0,'0'0'1'0,"0"0"1"15,0 0 2-15,0 0 0 0,0 0-1 16,0 0-3-16,0 0 0 0,0 0 0 0,0 0 2 16,0 0 3-16,-17-72 7 0,20 66 9 0,10-1 14 15,6 7 9-15,10 0 2 0,12 0 0 16,12 0-7-1,20 5-4-15,20 0-8 0,22-1-4 0,24 1-9 0,25-2-5 16,25 0-5-16,21 0-3 0,20-1 0 0,17-1-1 31,11 0 0-31,9 1 0 0,3 1-2 16,-5-2-2-16,0 1-4 0,-8-2 0 0,-1 0 1 16,-5 0 2-16,1-3 4 0,-3-3-1 15,-5 2 2-15,-5-1-1 0,-11 2-1 16,-8 3-1-16,-9 0-7 0,-8 0-31 15,-12 6-85-15,-9 1-101 0</inkml:trace>
  <inkml:trace contextRef="#ctx0" brushRef="#br0" timeOffset="-138176.49">2790 5903 147 0,'0'0'-6'0,"79"0"3"0,-27 0 6 16,7 0-2-16,6 3 2 0,9 3 0 15,8 2 4-15,6-1-1 0,8 2 2 0,7 0 2 16,9 0 1-16,10-1 5 0,8 0 3 0,10-2 3 15,12-3 3-15,10-3 1 0,12 0-5 16,11-5 0-16,14-4-6 0,11-2-4 31,10 1-2-31,8 0 0 0,6 0-3 16,5 4 0-16,0 2-3 0,-1 0 1 16,2 1-1-16,-1 0 1 0,-2 1-1 0,2-1 1 15,-5-2 3-15,-3-1 0 0,-1 0 1 0,-4-2 0 16,-3 1-2-16,-5-1-3 0,-1-1 3 15,-9 1-1-15,-9-1 5 0,-9 1-3 16,-11 3-2-16,-14-2-3 0,-12 1-4 16,-15 2 0-16,-14 1-1 0,-14-2 1 15,-13 1 1-15,-12-1 2 0,-11-1 0 0,-10-2 3 16,-8-1-1-16,-5 0-1 0,-8-3 1 0,-3 0-3 16,-5-3 2-16,-6-1-1 0,-2-2-1 15,-6-3-1-15,-1-2-3 0,0-3-1 16,-7-1-5-16,-2-3-3 0,-7 1-2 15,-4-1 1-15,-1-1 2 0,-11 1 5 16,-7 1 2-16,-4 2 4 0,-6 1 2 0,-6 5 1 31,-2 4 1-31,-2 3 1 0,-2 5-2 0,-1 3 2 16,0 3-2-16,2 3 0 0,-2 0 0 16,7 0-1-16,-1 6 1 0,4 2 0 15,2 1 0-15,4 0 0 0,3 0 2 16,4 0-2-16,3 2 0 0,6-2-1 15,5 3 1-15,5 2 2 0,0 4-1 0,12 6 4 16,7 1 1-16,4-1-2 0,6 3 2 0,4 1-2 16,6 0-1-16,6 2-1 0,3-2 2 15,4-1-2-15,-3-3 1 0,4-2 1 16,-2-2 1-16,-6 0 5 0,-3-2 5 16,-3 0-1-16,-6 0 2 0,-4 2-5 15,-7 1-2-15,-5 3 2 0,-5 2-5 0,-11 3 1 16,-4 3-5-16,-14 0-2 0,-14 3 0 0,-9 1-2 15,-9 0 1-15,-9 2-2 0,-9 2-2 16,-5-1-5-16,-6 4-10 0,-4-2-20 16,-6 3-41-16,-6-3-105 0,-2 1-69 15</inkml:trace>
  <inkml:trace contextRef="#ctx0" brushRef="#br0" timeOffset="-108292.26">12487 3455 280 0,'0'0'14'0,"0"0"14"0,0 0 13 0,0 0 3 15,0 0 2 1,0 0-2-16,0 0-5 0,27 113-6 16,-20-61-10-16,-3 6-4 0,-1 5-5 0,0 3-7 15,-3 1-2-15,0-2-3 0,0 0-2 16,0-4 2-16,0-3 0 0,0-6 0 15,0-7 2-15,0-9 1 0,0-12 1 0,0-9-2 16,0-4-2-16,0-6-1 0,0-1 2 16,0 2-1-16,0-6-5 0,0-3-6 15,2-12-14-15,-1-11-20 0,1-12-36 0,-1-6-56 16,-1-6-110-16</inkml:trace>
  <inkml:trace contextRef="#ctx0" brushRef="#br0" timeOffset="-108043.63">12479 3457 352 0,'0'0'47'0,"0"0"3"0,0 0-6 31,0 0-2-31,0 0-8 0,0 0 0 16,0 0-1-16,0 0-3 0,0 0-8 0,0 0-5 15,68-8-4-15,-16-3-4 0,6-2 0 16,3 1-3-16,-2 4-2 0,-4 3-3 15,-7 3-2-15,-8 2 0 0,-5 0-3 0,-10 9-2 16,-5 2-3-16,-10-2-3 0,-6 5-6 16,-4 4-5-16,-5 2-15 0,-10 7-17 15,-8-3-38-15,-3 1-51 16,-6-4-98-16</inkml:trace>
  <inkml:trace contextRef="#ctx0" brushRef="#br0" timeOffset="-107826.64">12264 3948 501 0,'0'0'58'16,"0"0"1"-16,0 0-7 0,0 0-10 0,0 0-11 15,88 1-8-15,-38-1-8 0,4 0-6 16,4-1-5-16,1-1-5 0,-5 1-5 15,-2-1-4-15,-9 2-8 0,-1 0-19 0,-6 0-28 16,-1 3-63-16,-6 5-128 0,-12-2-16 16</inkml:trace>
  <inkml:trace contextRef="#ctx0" brushRef="#br0" timeOffset="-107243.19">13794 3817 198 0,'0'0'36'16,"0"0"7"-16,0 0 0 0,0 0-10 0,0 0-10 0,0 0-5 16,0 0-5-16,0 0 1 0,0 0-1 15,0 0 2-15,-3-15 2 0,3 13 1 0,-2 2 5 16,2 0 1-16,0 0 1 0,-1 0-3 15,1 0 1-15,0 0-2 0,-2 0-1 16,1 0-1-16,-1 0 1 16,0 0-5-16,-5 0 0 15,1 0-3-15,-6 0-4 0,1 0 1 16,5 0 0-16,-6 0-1 0,9 2-3 16,-2-1-1-16,0 1-3 0,5-2 2 0,-1 0 3 15,1 0 2-15,3 2 4 0,15-1-2 16,13-1-2-16,14 0-2 0,8 0-1 15,6-3-3-15,4-3 0 16,0-1-1-16,-1 0-2 0,-4 2 0 0,-6 0 0 0,-7 0 0 16,-9 2 0-16,-11 2-2 0,-9 1 1 15,-12 0 0-15,-4 0-2 0,0 0 2 0,0 0-1 16,0 0-4-16,0 0-1 0,-16 0-11 16,-6 0-7-16,-11 7-20 0,4 1-24 15,-5 1-35-15,-1 4-47 16,2 1-92-16</inkml:trace>
  <inkml:trace contextRef="#ctx0" brushRef="#br0" timeOffset="-107043.32">13681 4156 558 0,'0'0'63'15,"0"0"-2"-15,0 0-11 0,0 0-14 16,0 0-9-16,0 0-11 0,110-14-6 15,-62 13-5-15,5-2-3 0,3 1-1 0,1-1-4 16,-2 0-1-16,-2 0-3 0,-1 1-8 16,-1 1-10-16,-3 0-19 0,-4-1-29 15,-3-3-39-15,-5-1-44 16,-7-3-97-16</inkml:trace>
  <inkml:trace contextRef="#ctx0" brushRef="#br0" timeOffset="-106692.38">14705 3812 558 0,'0'0'54'0,"0"0"-5"0,0 0-10 0,0 0-8 0,0 0-10 31,0 0-6-31,0 0-6 0,-28-80-3 16,18 79-3-16,-3 1-3 0,-1 4 0 0,-5 10 0 15,0 9 0-15,3 5 1 0,2 7 5 16,3 7-8-16,4 3 6 0,2 2-6 15,5 5 0-15,0-2 1 0,5 2-2 16,7-2 2-16,5-3-1 0,5-7 1 0,5-3 1 16,4-10 0-16,4-5 1 0,2-11 2 15,6-6 3-15,2-5-2 0,3-7 1 0,-2-14-1 16,2-10 0-16,-4-8-2 0,-4-7 3 16,-4-7-3-16,-6-5 1 0,-7-1-2 15,-7-2-3-15,-7 1 4 0,-7 3-3 16,-4 7 5-16,-11 6-1 0,-10 8-2 0,-7 9-1 15,-11 8-3-15,-2 13-1 0,-8 6-2 16,-2 18-10-16,-2 14-30 0,-3 8-91 0,1 10-160 31,-5 3-9-31</inkml:trace>
  <inkml:trace contextRef="#ctx0" brushRef="#br0" timeOffset="-103543.41">6585 6804 376 0,'0'0'39'16,"0"0"3"-16,0 0-7 0,0 0-1 0,42-84-3 16,-23 71 0-16,-2 1-2 0,5 3-2 31,2 2-5-31,4-1-4 0,2 4-4 16,2 0-4-16,1 3-5 0,-1 1-2 0,3 0-2 15,-5 3-1-15,-2 6 0 0,-4 2-1 16,-3 2 1-16,-6 7-3 0,-3 3 2 15,-9 3-2-15,-3 6 0 0,-3 3 1 0,-10 4 2 16,-9 1 0-16,-4-1 1 0,-4-3-1 16,1-1 3-16,0-6-2 0,4-4 1 15,2-6 0-15,6-5 0 16,8-7 1-16,6-4 2 0,3-3 0 0,-1 0-1 0,1 0 1 16,7-10-4-16,12-8 1 0,10-11-1 15,7-5 0-15,9-4-1 0,4-3 1 0,-4 2-1 16,1 1 0-16,-7 6 0 0,-7 5 1 15,-6 5 0-15,-7 9 2 0,-12 5 2 16,0 1 1-16,-5 2 2 16,-1 0 1-16,1-2 0 15,-2 2 2-15,0-2-4 0,-5-1-1 16,-2 3-1-16,0 0-2 0,-5 3-1 16,2-1-1-16,-3 3-3 0,-1 2 1 0,-2 8 0 15,1 7-1-15,5 4 1 0,2 6-1 16,3 4 0-16,4 3 0 0,1 3 2 15,0 3-2-15,7-3 1 0,3 1-2 0,5-2 1 16,2-5-3-16,3-2 1 0,6-4-4 16,2-5-6-16,2-3-6 0,3-4-19 15,1-4-20-15,3-6-47 0,-1-3-79 0,3-2-79 16</inkml:trace>
  <inkml:trace contextRef="#ctx0" brushRef="#br0" timeOffset="-102809.11">7993 6947 446 0,'0'0'47'0,"0"0"7"16,0 0-11-16,0 0-13 0,0 0-9 16,0 0-7-16,0 0 1 0,0 0-1 15,0 0 1-15,80-36-3 16,-31 30-5-16,12-2-4 0,7 0-2 0,9 0-1 0,5 0 1 16,3 2-1-16,-1 1 0 0,-1 1-1 15,-4-1 0-15,-8 2 1 0,-3 0 0 0,-7 2-1 16,-9-2 2-16,-10 1-2 0,-15 0 2 15,-10 2-1-15,-5-1 5 0,-9 1 4 16,3-2 10-16,1 2 3 16,-7 0-1-16,0-1-8 15,0 1-8-15,0-1-4 0,0-6 0 16,0 3 1-16,-3-5-1 0,-1-1-1 16,-2 2-1-16,3 0-2 0,-1-4 1 0,-2-5-1 15,0-1 1-15,-1-6-1 0,1-1-2 16,-1 0 0-16,1 0 1 0,-3 4-1 15,-2 0 4-15,4 2 1 0,-5 3-5 0,-1 1 4 16,1 3-5-16,1 4 5 0,-2 2 2 16,3 3 0-16,-5 1 1 0,2 2 1 15,5 0-1-15,-4 0 1 0,6 0 2 0,0 0-2 16,-2 0 2-16,8 0-2 0,-3 0 3 16,2 2-5-16,-2 5 4 0,3 7-5 15,1 1 2-15,13 3-1 0,4 2 0 16,8-3 0-16,1 1-1 0,2-1 1 0,0-1-1 15,0 0 1-15,0-1-2 0,-3-2 2 16,-3 1-2-16,-4-3 1 0,-4-4 0 0,-4 1 0 31,-2-3 1-31,-6-3-1 0,3 6 2 16,-5-3 5-16,-1 4 1 0,0 6 4 16,0 0 2-16,-9 6-4 0,-4 2-3 0,-6 3-2 15,-2 1-4-15,-1 4 1 0,-3 0-2 16,1 3 0-16,-2 1-2 0,0 0 3 15,1-2-4-15,2-1 3 0,4-2 0 0,3-4-7 16,2-2-4-16,5-7-20 0,5-6-26 16,2-5-46-16,2-6-156 0,0 3-38 15</inkml:trace>
  <inkml:trace contextRef="#ctx0" brushRef="#br0" timeOffset="-100859.9">12064 5616 440 0,'0'0'53'0,"0"0"0"0,0 0-7 16,0 0-6-16,0 0-11 0,0 0-5 16,0 0-6-16,7-77-1 0,4 77-5 0,6 0-2 15,-4 12-5-15,10 9-2 0,-4 9-2 16,-3 5-2-16,-2 6 1 0,2 2 1 15,-2 2-1-15,0 2 1 0,1 0 3 16,0 0-5-16,4-1 5 0,-2-3-4 0,3-4-3 16,2-4 4-16,-2-6-3 0,2-8 2 15,-2-6 1-15,-5-7 0 0,3-7 2 0,0-1 0 16,2-10 0-16,7-10-1 0,-1-8 1 16,-1-8-2-16,3-10 1 0,-2-6-1 15,0-11-5-15,-3-6 4 0,-3-8-3 16,-4 2 1-16,-3 5 4 0,-3 9-1 0,-4 16 2 15,-3 16 1-15,-2 14-2 0,-1 10-1 16,0 5-1-16,0-1-3 0,-1 1 2 0,-11 1 1 31,-4 8 0-31,0 5 0 0,6 2-2 16,3-2 0-16,6 3 0 0,1 2 1 16,0 0 0-16,0 5 1 0,4-4-2 0,6-4-1 15,0-2 0-15,-1-5-2 0,1 0-6 16,-3-3-10-16,5-1-26 0,1 1-31 15,0-3-68-15,-3 2-125 0</inkml:trace>
  <inkml:trace contextRef="#ctx0" brushRef="#br0" timeOffset="-100126.9">12287 5089 278 0,'0'0'49'15,"0"0"6"-15,0 0-3 0,0 0-9 0,0 0-6 16,0 0-10-16,0 0-5 0,0 0-4 16,0 0-2-16,0 0 0 0,-38 6-1 15,56 2-1-15,12-1 0 0,12-2-1 0,10-3-2 16,9-2-4-16,4 0-3 0,3 0-4 16,-5 0-1-16,-5 0-1 0,-6 0-1 15,-7 0 1-15,-9 0-1 0,-13 0-1 0,-4 0 0 16,-7 1 1-16,-8-1 2 0,0 2 3 15,-4-2 4-15,0 0 0 0,0 0 1 16,0 0-1-16,0 0-2 0,0 0 2 0,0-5 1 31,-7-3 0-31,0 0 0 0,1 0-2 16,-1 0 0-16,4 4-1 0,-1-4-2 16,2 4 0-16,-1-1-1 0,2 2-1 0,-3-2 0 15,2 3 0-15,-1-3-1 0,-1-3 1 16,1 5 0-16,-3-5 0 0,0 3 0 15,-2-5-1-15,2 3 1 0,0-1 0 0,-1-1 0 16,1 2 1-16,-2-1 0 0,5 5 0 16,0 0 0-16,0 0 2 0,0 0-1 15,0 0 2-15,0 0-3 0,3 3 1 0,-1-1-2 16,1 1-2-16,0 0 2 0,0 0 2 16,0 0-1-16,0 0 3 0,8 0 2 15,10 0 0-15,1 0-1 0,-1 5 0 0,1 1-2 16,0 2-2-16,0 3 1 0,-2-1-2 15,2 2 1-15,-3 2-1 0,1 1 1 16,-4 1-1-16,-3-1-1 0,-4-3 0 0,-3 3 1 31,-3 3-2-31,-4 0 1 0,-9 6 4 16,-3 1-9-16,-4-2 0 0,-3-1-14 16,1 1-16-16,0 1-24 0,2 3-64 0,2 0-137 15,0-2-11-15</inkml:trace>
  <inkml:trace contextRef="#ctx0" brushRef="#br0" timeOffset="-91593.45">1904 8392 363 0,'0'0'62'15,"0"0"3"-15,0 0-2 0,0 0-5 16,0 0-12-16,0 0-10 0,-17-79-9 15,14 75-10-15,3-1-9 0,0 1-4 16,-3 4-3-16,3 13 1 0,-3 12 0 16,3 13 1-1,-3 6-1-15,3 7 0 0,0 7 4 16,3 6-3-16,0 4 2 0,4 3-4 0,2 7-1 16,-2-1 1-16,0 1-6 0,1-5 7 15,0-5-1-15,1-9-2 0,-2-10 7 16,-1-10-8-16,0-9 2 0,1-10 2 15,-4-9 1-15,-2-7 1 0,-1-4 4 16,0 0-1-16,0 0 0 0,0-6-3 0,0-15-3 16,-1-13-3-16,-9-17-3 0,-3-10 4 0,-6-12-4 15,-3-9 3-15,-4-9-2 0,0-7-1 16,-1-8-2-16,-2-6 3 0,0 0 0 16,7 5 2-16,-1 10 5 0,9 16-3 15,2 21 1-15,6 23 0 0,6 19 0 16,0 5-2-16,0 9 0 0,6-2 1 0,14 0 0 15,2 6 2-15,17 0-1 0,0 3 2 0,3 6-1 16,4 5-3-16,2 2 1 0,4 6-1 16,-3 3-1-16,-1 5 4 0,-5 7-3 15,-7 4 1 1,-8 5-2-16,-18-1 1 16,-10 2-2-16,-16 0 2 0,-20-1 3 0,-9-3-3 15,-10-5 7-15,-7-4-4 0,-9-5-3 16,-1-8-2-16,-2-4-9 0,3-6-9 0,5-6-14 15,12-1-27-15,14-3-72 0,22 1-134 16</inkml:trace>
  <inkml:trace contextRef="#ctx0" brushRef="#br0" timeOffset="-90161.31">2268 9169 414 0,'0'0'59'16,"0"0"-8"-16,0 0-10 0,0 0-3 15,0 0 0-15,0 0 0 0,0 0-4 16,0 0-3-16,0 0-6 0,-20-13-5 0,20 5-4 16,0-4-8-16,9-7-2 0,10-6-4 0,1-4 0 15,5-3-2-15,1-7 2 0,1-7-2 16,2-7 0-16,-3-8-3 0,-6-4 0 16,-1-6-1-16,-5-5-2 0,-6-1 2 15,-7 1-1-15,-1 8 3 0,-3 11 2 16,-11 15-1-16,2 13 0 0,-6 14 0 0,-3 10 0 15,-2 5-1-15,-3 7 2 0,3 12 0 0,1 4-2 16,2 7 1-16,8 5-2 0,1 6 3 31,5 6 4-31,6 4-2 0,6 6 0 16,10 2-2-16,1 5-1 0,8 2 1 16,4 1-4-16,1 0 1 0,3-5-4 0,-1-7 2 15,3-8-2-15,0-12 3 0,3-9 0 16,0-10-3-16,3-8 0 0,2-8-2 0,-4-3 2 15,3-12-1-15,1-7 2 0,-4-6 1 16,-4-9 4-16,-3-2-2 0,-2-4 5 16,-7 0-2-16,-5 3 3 0,-2 5 0 15,-6 6 2-15,-4 9 3 0,-1 10 3 16,-3 5 3-16,-2 1 2 0,0-1-2 0,-3-3-2 16,-3 1-5-16,3 4-4 0,-8 3-2 0,-5 0-2 15,-6 6-1-15,-4 9 1 0,0 6-2 16,0 5-1-16,3 6 0 0,4 5-6 15,3 2 2-15,0 2-4 0,2-3 0 16,5-2-2-16,3-6 0 0,3-2-3 16,3-10 2-16,0-4 1 0,8-3 4 0,-4-7 3 31,13 1 5-31,1-5 2 0,2-6 1 0,6-8 1 16,-4-4 0-16,-2-4 2 0,0-3-1 15,-7-4 0-15,0 0-2 0,-4 0 4 16,-3 9-1-16,-2 2 2 0,-1 8 1 15,0 5-1-15,-3 0-2 0,0 5-3 16,0-1 0-16,0 1 0 0,3 0 2 0,1 12 1 16,2 8 1-16,1 4-3 0,0 2 0 0,5 1 0 15,-2-1 0-15,3-1-2 0,1-3 1 16,1-1-1-16,1-2 1 0,0-4 0 16,-3-6 0-16,-2-2 1 0,-2-2 1 15,-5-3 1-15,8-2 1 0,-2 0-1 16,7-10 0-16,1-5-2 0,-1-5-1 0,0-2 0 15,-2-7-1-15,2-2 0 0,-4-1-1 0,2 0 2 16,-1 4-1-16,-2 4 0 0,-1 7 1 31,-2 4-1-31,0 8 2 0,-1 5-1 16,8 0 2-16,-4 10 0 0,8 9 0 16,-1 1 0-16,-3 3 0 0,1 4-2 15,-2-2 1-15,0 1-3 0,-3 2 2 0,-2-5-2 16,-1 2 1-16,-5-8-1 0,-1-1 1 0,-3-5 0 15,0-6 0-15,3 0 1 0,-3-5 3 16,0 0 2-16,0 0 2 0,0 0-2 16,0-1-3-16,3-16-2 0,1-9-1 15,6-11 0-15,-1-3-1 0,7-1 1 16,4 2-1-16,2 5 0 0,1 6 0 0,0 9 1 16,3 7-1-16,0 8 2 0,0 4 1 0,3 4 0 15,1 7 0-15,-2 4 0 0,-1 5 1 16,-2 1-3-16,0 5 1 0,-1 1-1 15,1 2 0-15,-5 1 0 0,2 1 0 16,-1-3-1-16,0 3 2 0,-1-4 3 16,3-1-4-1,-3-5 4-15,2-1-4 0,1-7-1 16,6-3 1-16,0-9 0 0,4-1 1 0,3-8 0 16,2-11-1-16,4-7-5 0,-3-8 4 15,-3-3-4-15,2-8 3 0,-5-3 2 16,-4-2-1-16,0 1 1 0,-6 4 0 15,-6 4 3-15,-2 7 0 0,-8 12 3 16,0 2 0-16,-7 10 3 0,0-3 2 0,0-2 1 16,-7 4-2-16,-3-1-2 0,-3 4-4 0,3 4-1 15,-8 0-2-15,-2 4-1 0,0 0 0 16,-2 3-2-16,-1 10 2 0,3 9-2 16,1 5 0-16,2 6 0 0,2 8 0 15,4 5 0-15,3 1 2 0,4 3-2 16,4-3 3-16,6-1-3 0,4-6 1 0,12-2 5 15,2-3-5-15,5-6 5 0,10-4-5 0,3-7-1 16,9-6-1-16,5-9-3 0,5-3-5 31,5-6-6-31,1-9-12 0,5-7-13 16,-4 0-12-16,-9-3-42 0,-8 2-71 16,-11 2-105-16</inkml:trace>
  <inkml:trace contextRef="#ctx0" brushRef="#br0" timeOffset="-89293.19">5431 8930 607 0,'0'0'28'0,"0"0"0"15,0 0 0-15,0 0 0 0,0 0-6 0,0 0-8 16,0 0-8-16,0 0-5 0,0 0-2 31,0 0 1-31,0-5 1 0,7 29-1 16,8 10 1-16,-1 1-2 0,1 0 0 16,-1-2-3-16,2-2 1 0,-1-4-2 15,0-3-1-15,0-4 6 0,-1-4-3 0,-5-5 6 16,-3-5-4-16,-3-3 1 0,4-3 1 0,3 0 0 15,10-10 1-15,2-5-5 0,0-9 3 16,-2-6-3-16,0-5 4 0,-1-6 2 16,4-1-2-16,-4 0 2 0,3 3-2 15,-2 7 1-15,-7 11-1 0,0 9-1 0,-6 6 1 16,3 6-1-16,6 3 1 0,0 12 1 16,4 5 1-16,-1 5-1 0,0-2 2 0,1 4-3 15,-2-2 1-15,0 0-1 0,2-3 0 16,-1 0 0-16,3-3-1 0,1-3 0 15,2-4 1-15,-1-3 0 0,2-3 4 16,-1-5-3-16,1-1 0 0,1-3 1 0,-2-9-3 31,1-5 2-31,-3-6 3 0,-1-5-3 16,-8-9-1-16,-1-5 2 0,-7-8-6 0,-6-7 5 16,0-3-2-16,-10-4 1 0,-7 0 1 15,-5 2-4-15,-4 4 3 0,-3 8 0 16,0 9 5-16,-1 11 2 0,-2 10-1 15,6 10-3-15,-5 7-2 0,4 3-2 0,1 4-2 16,3 10-2-16,5 3-1 0,4 4-7 16,5 3-7-16,8 3-11 0,1 5-23 0,6 3-29 15,4 5-69-15,7 0-119 0</inkml:trace>
  <inkml:trace contextRef="#ctx0" brushRef="#br0" timeOffset="-88559.1">7152 9031 600 0,'0'0'48'16,"0"0"-5"-16,0 0-5 0,-71-83-8 0,55 60-8 15,3 2-4-15,-4 3-4 0,5-1-4 16,-1 6-1-16,-4 2-4 0,-2 4-4 0,-4 3 0 15,-5 4-3-15,-5 0 1 0,-2 10-1 16,-5 6 0-16,-2 5 0 0,1 7-2 16,-2 4 3-16,4 4-6 0,4 2 3 15,5 0-4-15,8-1-1 0,11-6-2 0,6-3 2 16,5-4 7-16,12-4-3 0,11-4 7 16,6-5-3-16,4-5 1 0,2-6 0 0,4 0-4 15,0-10 6-15,0-7-6 0,-1-1 5 16,-5-5 0-16,-1-1-2 0,-6-2 3 15,-9-3 0-15,-1-1 1 0,-7-4-1 16,-2 4 0-16,-1 0-2 0,-5 10 2 0,2 6-1 31,-3 9 0-31,0 5-1 0,0-1 0 16,3 1-1-16,4 6 1 0,1 8 2 0,4 7 0 16,2 3 0-16,0-1 1 0,-1 1-2 15,4-2-1-15,-2-2 2 0,-1-2-2 16,4-5 0-16,-8-2 0 0,3-3 0 15,-6-3 1-15,-4-3-1 0,3 1 0 16,-1-3 2-16,1 0-1 0,3 0 1 0,5-6 0 16,-5-6-1-16,7-5 1 0,-2-4-1 0,-2-2 0 15,1 0-1-15,0 1 1 0,-1 0-2 16,-1 6 2-16,2 0-2 0,-3 7 1 16,3 2 0-16,-4 4 0 0,2 3 0 15,4 0 1-15,2 6 0 0,1 6 1 0,-1 3 2 16,-2 2-1-16,-1-1 1 0,-1 1-2 15,1 0 1-15,-2 0-2 0,1-2 0 0,0-2 0 16,2 0 0-16,-1-4-1 0,-4-2 1 31,4-2-1-31,-3-2 1 0,-1-2-1 16,3 1 0-16,-2-2 2 0,5-2-2 16,0-8 1-16,3-4-1 0,-3-4 2 15,-2-5-1-15,-2-4 0 0,0-5-1 0,-4-3 1 16,2-1-1-16,-2-1 2 0,-4 7-1 0,4 7-1 15,-3 6 0-15,-2 8 0 0,-2 4-3 16,1 2-1-16,-2 3-2 0,4 0-8 16,5 3-14-16,2 10-23 0,4 6-32 15,-2 6-63-15,-3 2-128 0</inkml:trace>
  <inkml:trace contextRef="#ctx0" brushRef="#br0" timeOffset="-88109.97">8301 9157 583 0,'0'0'37'0,"0"0"1"0,0 0 0 0,0 0-8 16,0 0-7-16,0 0-9 0,0 0-3 15,0 0-4-15,0 0 1 0,0 0-1 16,-46-15 1-16,45 13 0 15,-1 2-1-15,1 0-1 0,1-1-5 0,0-6-1 0,0-7-1 16,4-4 1-16,5-10-3 0,4 1 1 16,0-5-1-16,1-5 1 0,-2-3-1 0,-2-6 3 15,0-2-2-15,-7 2 3 0,0 2-1 16,-3 7 1-16,-3 9-1 0,-7 8 2 16,-6 6 0-16,-4 8 1 0,-6 6 1 15,-4 2 0-15,-4 12 1 0,1 4-1 0,0 6-1 16,2 6-2-16,4 5 0 0,8 8-1 15,0 4 1-15,6 3 0 0,3 1 1 0,6 1-3 16,4-5 2-16,4-4-2 0,13-6 2 31,9-2 4-31,12-6-3 0,11-6 5 16,12-6-7-16,11-7 1 0,9-8-3 16,5-2 2-16,3-14 0 0,-5-4-9 0,0-5 3 15,-12-3-11-15,-8 1-3 0,-12 0-6 16,-16 4-9-16,-14 5-13 0,-11 6-27 0,-11 3-61 15,-13 3-124-15</inkml:trace>
  <inkml:trace contextRef="#ctx0" brushRef="#br0" timeOffset="-86609.82">9480 8938 699 0,'0'0'-2'15,"0"0"5"-15,0 0 9 0,0 0 5 0,0 0 5 16,0 0-1-16,0 0-1 0,0 0-7 15,0 0-5-15,0 0-1 0,38 4-7 16,-5-27 1-16,10-6-3 0,4-5 1 16,6-5 0-16,-1-2 0 0,0-4-2 15,-3-5 2-15,-4-3-2 0,-7-2-2 0,-2 0 3 16,-10 5-3-16,-6 9 5 0,-7 13 2 0,-10 6 0 16,-3 7 0-16,-7 4 0 0,-12 2 1 15,-7 6 0-15,-6 3 1 0,-7 5 1 16,-10 7-2-16,0 4 1 0,-3 6-3 15,-3 2 1-15,0 4-2 0,7 3 1 16,5 6 2-16,10 5-6 0,7 2 3 0,11 5-4 31,12-2-1-31,3 0 2 0,21-3-2 0,9-5 2 16,12-4-1-16,10-6 0 0,10-6 0 16,9-10-1-16,4-6 0 0,4-7-1 15,1-8 1-15,4-10 2 0,-2-8 1 16,-2-3 0-16,-5-4 3 0,-8-4-2 15,-11 1 2-15,-14-2 0 0,-7 2 0 0,-11 1 0 16,-8 3 3-16,-7 9 3 0,-8 5-3 0,-1 3 6 16,-3 6-7-16,-11 1 3 0,-5 7-3 15,-4 1 0-15,-13 7 2 0,-2 8-5 16,-8 5 3-16,2 2-5 0,-6 3 2 16,6 2-1-16,3 4-2 0,3 2 0 15,11 2-3-15,4 1-1 0,8 1-5 0,6-2-1 16,9-3-4-16,0-7 1 0,13-3 1 0,10-10 4 15,6-4 5-15,3-8 3 0,9-2 1 16,-4-10 2-16,2-5 3 0,-7-7-1 31,-6-3 1-31,-4-7 1 0,-5-1 1 16,-5 0 2-16,-3 0 6 0,-1 3 1 16,-5 11 6-16,1 3 2 0,-2 7-3 0,-1 7-6 15,1-1-5-15,-2 5-4 0,0 0-2 0,1 9 2 16,1 11-1-16,-1 10 3 0,1 9-5 15,-2 6 0-15,1 5-1 0,-1 6 1 16,3 5-2-16,2 3 2 0,0 1-2 16,2 3 2-16,3 1 4 0,3 0-4 15,0 1 3-15,3-1-4 0,3-4-2 0,1-8 3 16,2-5-1-16,-2-11 1 0,2-10 1 0,-2-10 1 16,-7-9 0-16,0-8 2 0,2-4 3 15,-4-12-1-15,4-13 1 0,-4-12-3 16,1-12-1-16,-4-10-3 0,1-7 0 15,-3-9-1-15,5-6-3 0,0-4 1 16,0-4-3-16,5-2 3 0,2 5 2 0,-3 9-1 31,0 12 2-31,-4 15-2 0,-2 12 2 0,-6 15 0 16,3 5-1-16,-3 9 1 0,-1 4-1 16,0 1 0-16,-2 4 0 0,0-1-1 15,0 1-1-15,1 0 0 0,7 0 1 16,2 7 0-16,6 11 0 0,3 8 1 15,-1 6-1-15,1 4 1 0,-6 4-2 0,6 2 2 16,-6 1-1-16,3-4 1 0,-3-4-2 0,-3-4 1 16,4-7-1-16,-5-9 2 0,-3-6-2 15,0-2 4-15,-1-6-2 0,3-1 1 16,2-1-1-16,1-15 0 0,2-8 1 16,-1-8-2-16,2-9 3 0,-2-7-3 15,1-7 3-15,0-2-3 0,3 2 2 0,0 3-2 16,1 8 3-1,-2 11-2-15,-4 13 0 0,-4 8-1 0,-1 10 0 0,0 2 0 0,6 10 0 16,2 6 1-16,-2 5 0 0,-1 3 0 31,1 2 1-31,-2 0-1 0,4 1 0 16,-2-3 1-16,2 1-3 0,-1-3 3 16,6-2-2-16,-1-3 1 0,3-3-1 0,2-6-3 15,3-4-9-15,-1-4-11 0,4-2-20 0,3-7-31 16,-3-3-60-16,-2-4-98 0,-4-6-52 15</inkml:trace>
  <inkml:trace contextRef="#ctx0" brushRef="#br0" timeOffset="-86076.68">11662 8359 580 0,'0'0'54'0,"0"0"-7"0,35-92-2 15,-18 55-8-15,6-1-5 0,2 4-9 16,1 2-2-16,0 7-2 0,-3 5-5 0,-1 3-3 16,-6 9-5-1,0 4-3-15,-1 4-3 0,0 8-1 16,5 8 1-16,-4 11 0 0,0 6-2 16,-4 8 2-16,-1 3-3 0,-2 3 2 15,0 0-3-15,-5-3 0 0,2-3 0 16,-2-5 1-16,-3-11 0 0,1-4 3 15,-2-7 1-15,0-9-2 0,0 3 0 0,0-8 3 16,0 0-3-16,0 0 4 0,0-1 0 0,1-16-3 16,2-10 0-16,2-13 0 0,2-5 1 15,4-7-2-15,4-1 3 0,2 3-3 16,1 6 1-16,0 12 1 0,-3 10 0 16,1 14-1-16,-2 8 0 0,3 4-2 15,4 13 2-15,-1 9 1 0,2 5-2 0,-5 4 2 16,3 1-1-1,-1-2 0-15,-1 0 0 0,0-5 0 0,0-7 0 0,2-4 0 0,0-7 1 16,2-6-2-16,1-5 2 0,6-3-1 31,1-11 0-31,2-7 0 0,0-7 1 16,0-6-2-16,-3-6 2 0,-2-1-3 16,-2 2 3-16,-8 4 0 0,-4 10-1 0,-4 9 0 15,-5 6-3-15,-2 6-4 0,-1 1 1 0,-1 3-1 16,-1 12-1-16,-10 9-1 0,0 10-8 15,-4 2-5-15,4 3-13 0,-4 2-9 16,1 1-23-16,-2-2-39 0,0 3-89 16,-4-1-70-16</inkml:trace>
  <inkml:trace contextRef="#ctx0" brushRef="#br0" timeOffset="-85910.08">12216 8945 723 0,'0'0'39'0,"0"0"-7"16,0 0-12-16,0 0-8 0,0 0-8 0,0 0-3 31,0 0-6-31,0 0-7 0,0 0-21 0,0 0-28 16,39-41-62-16,-20 44-88 0,1 3-69 16</inkml:trace>
  <inkml:trace contextRef="#ctx0" brushRef="#br0" timeOffset="-85753.49">12683 8911 819 0,'0'0'44'16,"0"0"-7"-16,0 0-7 0,0 0-10 15,0 0-8-15,0 0-5 0,0 0-4 16,0 0-2-16,0 0-1 0,0 0-4 16,26-47-4-16,-26 46-10 0,3-4-16 15,0 1-38-15,4-1-118 0,2-4-129 0,2 0-9 16</inkml:trace>
  <inkml:trace contextRef="#ctx0" brushRef="#br0" timeOffset="-84259.85">14262 8201 282 0,'0'0'56'31,"0"0"-6"-31,0 0-6 0,0 0-1 16,0 0-2-16,-14-79-3 0,14 67-6 16,0 6-7-16,0 1-8 0,0 5-4 0,1 0-3 15,8 14 0-15,1 9 3 0,3 10-2 0,-3 5-2 16,-1 3-5-16,1 0 1 0,-1 2-3 15,2-4 2-15,2-3-4 0,5-1 2 16,2-3 1-16,3-2-3 0,6-3 4 16,1-8-5-16,8-4 1 0,1-7 0 15,4-6-1-15,-1-2 0 0,0-11-1 0,0-9 1 16,-4-6-5-16,-5-9 5 16,-6-7-2-16,-4-8 2 0,-7-5 4 0,-4-1-3 0,-3 1 2 15,-8 8 0-15,-1 9 1 0,0 14 0 16,0 7 0-16,0 8 1 0,-3 5-1 15,2 1 1-15,1 3-1 0,-6 0 1 16,2 0 1-16,-4 4 0 0,3 4 1 0,2 3 2 31,0-1-2-31,1 4 0 0,2 6 1 0,0 1 0 16,0 6 0-16,0 2 0 0,5 4 1 16,-1 4 0-16,2 5 0 0,-2 4 0 15,-1 5 0-15,0 6-4 0,1 1 2 16,-4 6-5-16,0 3-2 0,0 3 2 15,0 4-4-15,-1 3 5 0,-6-4-4 0,-5-2 3 16,0-5 3-16,-6-7-6 0,-5-4 4 0,-6-9-4 16,-6-5-3-16,-1-9-1 0,-5-10-7 15,-3-7-2-15,-3-8-4 0,0-7-2 16,0-7-1-16,1-9-8 0,4-7-12 16,4-3-12-16,5-6-22 0,13 3-49 15,7 7-105-15</inkml:trace>
  <inkml:trace contextRef="#ctx0" brushRef="#br0" timeOffset="-83842.59">15656 7828 436 0,'0'0'59'0,"0"0"-3"0,0 0-11 0,0 0-8 0,-20-79-12 15,13 70-7-15,-2 5-7 0,-4 4-2 16,-4 5 0-16,-6 14 4 0,-2 8 0 15,-3 9 4-15,-2 13 1 0,1 13-3 16,-1 11 2-16,-1 12-6 0,4 12-5 0,1 6 0 31,8 6-2-31,6 5-3 0,7 2 0 0,5 0-2 16,6-3-3-16,13-5 2 0,5-9 2 16,7-12-2-16,6-9 2 0,8-11-3 15,6-10-1-15,2-11-3 0,1-11-7 16,-2-9-11-16,-5-11-19 0,-7-6-24 15,-9-9-56-15,-3-3-77 0,-9-11-63 0</inkml:trace>
  <inkml:trace contextRef="#ctx0" brushRef="#br0" timeOffset="-83349.21">15596 8583 542 0,'0'0'52'16,"0"0"-4"-16,0 0-9 0,0 0-1 16,67-90-5-16,-40 76-6 0,3 2-4 0,9 3-4 15,-2 4-5-15,3 5-3 0,-1 0-5 0,-3 11-3 16,-5 4-2-16,-6 6-2 0,-5 3 4 15,-4 5-6-15,-9 4 6 0,-5 3-5 16,-2 0 0-16,-7 1 1 0,-6-3 0 16,-3 0 1-16,-3-4-2 0,-1-2 3 15,1-6-2-15,-1-2 0 0,5-7 1 0,2-2 0 16,6-6 1-16,3-4 1 16,-2-1 0-16,3-10-1 0,3-13 0 0,0-9-1 0,6-3 2 15,10-1-2-15,8-1 1 0,5 2-1 16,2 0 1-16,-1 5-1 0,-3 1-2 15,-2 3 3-15,-9 5-2 0,-3 8 4 16,-7 3 1-16,-3 7-1 0,-3 3-1 0,0-1 1 31,0 1-2-31,0 0 0 0,0 0 4 0,-6 12-5 16,-6 6 4-16,-1 10-4 0,1 0 0 16,1 4 1-16,2 1-3 0,2 2 3 15,4 2-3-15,3-2 2 0,0 1-2 16,3-3 0-16,9-1-1 0,1-2-6 15,1-3-17-15,5-2-29 0,0-2-65 0,4-4-175 16,1-7-9-16</inkml:trace>
  <inkml:trace contextRef="#ctx0" brushRef="#br0" timeOffset="-83076.61">16424 8992 713 0,'0'0'49'0,"0"0"-10"16,0 0-10-16,0 0-9 0,0 0-7 16,0 0-5-16,78-11 0 0,-56 11-3 15,0 7 0 1,1 3-2-16,1 5-2 16,-3 5-1-16,-3 1 0 0,-3 5-1 0,-5 0 1 15,-6 3-1-15,-4 1-1 0,-1 0 4 0,-11 1-8 16,-5-1-1-16,-5-4-11 0,-1-4-10 15,-3-3-17-15,0-6-30 0,6-5-68 16,2-6-148-16,5-2 13 0</inkml:trace>
  <inkml:trace contextRef="#ctx0" brushRef="#br0" timeOffset="-82776.74">17036 8407 724 0,'0'0'49'0,"0"0"-7"0,0 0-11 0,0 0-7 31,0 0-7-31,0 0-5 0,0 0-3 0,91-54-2 16,-77 60-4-16,4 11-2 0,-7 8-1 16,-1 9 2-16,-7 8 1 0,-3 9-3 15,0 2 0-15,-9 3-3 0,0 2 1 16,0-1 1-16,1-1-1 0,7-3 0 15,1-7-1-15,6-7 0 0,9-7 1 0,5-10 0 16,7-9 0-16,5-10-1 16,4-3-1-16,3-13-2 0,3-9-2 0,-3-5-4 0,-1-5-4 15,-5-3-8-15,-3 0-8 0,-5 0-21 16,-8 2-36-16,-7 3-75 0,-8 2-122 16</inkml:trace>
  <inkml:trace contextRef="#ctx0" brushRef="#br0" timeOffset="-82575.88">16684 8710 624 0,'0'0'63'0,"0"0"-10"0,0 0-11 0,0 0-11 15,0 0-9-15,0 0-6 0,125-34-3 0,-63 22-5 16,4 1-4-16,2-1-3 0,-1 2-3 15,-5 1-5-15,-4 0-9 0,-6-2-16 16,-7 0-31-16,-5-1-56 0,-8-3-122 16,-5-2-52-16</inkml:trace>
  <inkml:trace contextRef="#ctx0" brushRef="#br0" timeOffset="-82275.86">17478 7783 601 0,'0'0'71'15,"0"0"-15"-15,0 0-12 0,0 0-10 16,0 0-10-16,0 0-7 0,0 0-6 0,0 0 0 31,0 0-1-31,0 0-2 0,97-2-1 0,-61 26-1 16,3 8 0-16,6 9-4 0,0 9 2 16,4 14-5-16,2 12 1 0,2 13 2 15,1 12-4-15,-5 12 1 0,-4 10 2 16,-11 6-3-16,-9 6 2 0,-16 0 1 15,-9-3 0-15,-12-4 0 0,-14-12 0 0,-6-7-2 16,-4-14-3-16,-3-11 5 0,3-15-2 16,1-12 3-16,6-15-1 0,3-13 0 0,10-11-1 15,5-9 1-15,4-9-2 0,-2-1-5 16,2-7-8-16,-5-6-18 0,5-5-36 16,4-1-109-16,0-7-135 0</inkml:trace>
  <inkml:trace contextRef="#ctx0" brushRef="#br0" timeOffset="-81626.5">18764 8817 366 0,'0'0'92'0,"0"0"-17"15,0 0-14-15,0 0-16 0,0 0-10 16,0 0-7-16,0 0-3 0,0 0 0 16,0 0 3-16,0 0-1 0,-13 17-3 15,45-11-4-15,13-4-6 0,14-2-4 0,11 0-1 16,6 0-2-16,5-3-4 0,-3 0 0 15,-5-1-3-15,-9 3 0 0,-10 1 1 0,-11 0-2 16,-16 0 2-16,-12 0-2 0,-9 0 1 31,-6 0-1-31,0 0 0 0,0 0 1 16,-1 0-1-16,-13 3 1 0,-7 0-2 16,-10 0-1-16,0-3-4 0,-1 0-7 0,0 0-9 15,3 2-17-15,2 0-23 0,-1 2-45 16,8 2-77-16,4-2-101 0</inkml:trace>
  <inkml:trace contextRef="#ctx0" brushRef="#br0" timeOffset="-81293.19">18729 9156 635 0,'0'0'58'16,"0"0"-16"-16,0 0-11 0,0 0-10 15,0 0-3-15,0 0-6 0,0 0-2 16,0 0-1-16,0 0-1 0,0 0 2 0,-10 0-1 31,10 9-3-31,3 3 2 0,9 3 4 0,5-4-5 16,9 0 4-16,10-6-5 0,10 0-2 16,14-5 0-16,9 0-7 0,3 0 5 15,4-5-6-15,-3 0 4 0,-5-2 1 16,-9 3 0-16,-11 0-1 0,-16 0 0 15,-9 3 1-15,-9-1-3 0,-9 1 3 0,1 1-1 16,-6 0 0-16,0-2-1 0,0 2-3 16,0-3-6-16,-5 2-8 0,-3-4-18 0,-4 2-45 15,8 1-113-15,-5-1-115 0</inkml:trace>
  <inkml:trace contextRef="#ctx0" brushRef="#br0" timeOffset="-78609.83">20165 9476 400 0,'0'0'40'31,"0"0"7"-31,0 0-2 0,0 0-6 0,0 0-2 16,0 0-2-16,0 0-1 0,0 0-2 16,0 0-6-16,0 0-7 0,4 12-6 15,-2-12-7-15,1-10-2 0,0-10-2 16,3-7 0-16,0-10 0 0,2-6-1 15,2-9 1-15,3-14-5 0,1-10 2 0,7-13-1 16,2-13-1-16,4-10 5 0,4-3-2 0,2-1-2 16,-1 8 3-16,0 14-2 0,-6 22 4 15,-5 18 6-15,-7 24 0 0,-8 15 2 16,-3 10-1-16,-3 5 3 0,2 2 1 16,1 16-1-16,1 9 2 0,2 13-7 15,0 0-3-15,2 5-1 0,0 3-4 0,2 5 2 16,1 5-1-16,1 6 2 0,1 3-1 0,1 2-2 15,2 3 1-15,2-1-2 0,0-1 3 16,-2-3 1-16,2-6-3 0,-4-7 3 31,0-8-6-31,-2-9 2 0,-2-6 1 16,-3-10 0-16,-1-6 2 0,-3-5-2 16,-1-6-1-16,-1 0 1 0,-1-4-1 0,0 0-1 15,0 0-1-15,0 0-10 0,-1 0-10 0,-7 0-23 16,-5 2-38-16,-4-2-94 0,0 3-127 15</inkml:trace>
  <inkml:trace contextRef="#ctx0" brushRef="#br0" timeOffset="-78393.34">20143 9197 578 0,'0'0'44'16,"0"0"5"-16,0 0-6 0,0 0-12 0,94-41-6 31,-49 35-5-31,2 0-9 0,3 0-5 0,-1 0-7 16,0 1-4-16,-2-1-13 0,0 2-36 16,-3-3-114-16,1 3-136 0</inkml:trace>
  <inkml:trace contextRef="#ctx0" brushRef="#br0" timeOffset="-77360.06">21224 9221 303 0,'0'0'75'0,"0"0"-10"15,0 0-10-15,0 0-8 0,0 0-7 0,0 0-9 16,0 0-5-16,0 0-4 0,0 0-1 15,-5-6-9-15,5 5 5 0,0 1-2 0,0-2-3 16,0 2 6-16,0-1-8 0,0 1 1 31,0-5 1-31,8-2-6 0,7-6 1 16,4-2-6-16,4-2 1 0,0-1 0 0,0-1-1 16,-2-5-1-16,1 2 0 0,-2-4 0 15,-3-1-1-15,0-1 3 0,-3-2-2 0,-3 1 4 16,-4 1-4-16,-1 0 3 0,-3 9-2 15,-2-1 2-15,-1 9 2 0,0-1 2 16,0 0 2-16,-4 1 0 0,-3-4-1 16,1 6 0-16,-5-3-2 0,5 5-1 15,-6 5 0-15,-5 2-2 0,-3 0-2 0,-5 12 1 16,0 9-1-16,-1 9-1 0,2 8 1 16,-1 8-2-16,5 5 2 0,3 4-2 0,5 3 3 15,5 1 2-15,3-3-4 0,4 0 5 16,11-6-5-16,5-3 0 0,9-6 0 15,3-4-2-15,9-8 4 0,2-7-2 16,5-5 4-16,3-6-3 0,0-10 1 0,-2-1-1 31,-1-3-1-31,-8-6 2 0,-6 0-2 0,-11 3 2 16,-7 1-3-16,-8 4 2 0,-4 1-1 16,0-2-3-16,0-2 0 0,0-1-3 15,-7-1-6-15,-1 0-13 0,-4 3-18 16,-6 0-39-16,5 1-74 0,-4-1-149 15</inkml:trace>
  <inkml:trace contextRef="#ctx0" brushRef="#br0" timeOffset="-76460.29">21695 8165 431 0,'0'0'67'15,"0"0"-2"-15,0 0-12 0,0 0-9 0,0 0-7 16,0 0-2-16,0 0-7 0,0 0-3 15,-77 28-4-15,74-25-5 0,-1-1-5 16,1 1-3-16,3-3-2 0,0 3-1 16,13 1 3-16,12 1 1 0,15 0 0 0,11-5-1 15,11 0-2-15,6-5-2 0,5-1-1 0,0 0-1 16,-6 1-1-16,-10 1 0 0,-9 4-2 16,-7 0 2-16,-18 0-3 0,-9 0 2 15,-8 0-1-15,-6 0-1 0,0 0 1 16,0 0-3-16,0 1-4 0,0 4-5 15,-4 1-16-15,-4 2-19 0,-9-2-38 0,7-3-80 16,-6-3-133-16</inkml:trace>
  <inkml:trace contextRef="#ctx0" brushRef="#br0" timeOffset="-76176.88">22521 7771 665 0,'0'0'44'0,"0"0"-2"16,0 0-10-16,0 0-10 0,0 0-6 15,0 0-6-15,0 0-1 0,0 0 1 16,0 0-1-16,6 32 3 0,-1 8-8 16,-2 5 1-16,-3 4-5 0,2 0-1 0,-1-3-3 15,0-2 2-15,5-2 0 0,2-7-1 0,3-5 2 31,2-7-2-31,6-9-1 0,1-9 0 0,5-5-2 0,1-5-6 0,0-12-10 16,1-8-21-16,1 1-32 0,-5-6-66 31,2-1-132-31,-5-2-11 0</inkml:trace>
  <inkml:trace contextRef="#ctx0" brushRef="#br0" timeOffset="-75893.48">22415 7338 623 0,'0'0'50'0,"0"0"-2"0,0 0-6 0,0 0-11 16,0 0-9-16,78-55-7 0,-66 55-5 16,1 0-3-16,0 9-3 0,-7-2-2 15,-1 7-2-15,-3 3 0 0,-2-2-2 16,-3 5 1-16,-6-4 0 0,1-5 1 15,-2-2 0-15,2-4 0 0,4-4 0 0,-6-1-2 16,3-4 1-16,-1-10 0 0,1-7 0 0,5-4-3 31,2 1 0-31,8 1-6 0,2 4-7 16,-1 6-11-16,-2 6-18 0,2 7-30 16,-4 0-77-16,4 4-133 0</inkml:trace>
  <inkml:trace contextRef="#ctx0" brushRef="#br0" timeOffset="-73759.83">23147 7857 305 0,'0'0'79'0,"0"0"-5"0,0 0-18 0,0 0-9 0,0 0-6 0,0 0-7 16,0 0-9-16,0 0-4 0,0 0-8 31,0 0 0-31,0-47-1 0,-2 50 4 16,-3 15 3-16,-3 9-8 0,1 12 1 0,1 1-10 16,3 0-1-16,2-3 1 0,1 0-1 0,0-2-1 15,4-2 0-15,4-1 1 0,0-5-3 16,2-2 3-16,0-6 0 0,-1-5-2 15,3-5 1-15,-4-4 1 0,4-4-3 16,7-1 4-16,-2-4-1 0,9-8 0 16,-3-7 2-16,-3-2-1 0,0-5-4 0,-2-3 2 15,-3-3 2-15,0-2-4 0,-1-1 6 0,-2 3-5 32,-1 3 2-32,-4 9-2 0,0 4 1 0,-3 8 0 0,-2 3 0 0,1 3 0 15,-3 2 0-15,0-2 1 0,0 2 0 16,6 0 3-16,1 3 0 0,4 9 2 15,1 3 0-15,-2 0-1 0,2 4 0 0,-2-1-3 16,2 0 0-16,0 0 0 0,0-1 0 16,1 1 0-1,0-1-2-15,0-4 1 0,1 1-1 16,-3-5 0-16,1-2 1 0,-3-5 0 16,3 0 0-16,5-2 1 0,-1 0-1 15,7-8 1-15,-4-2 0 0,-1-7 0 16,0-1 0-16,-2-7-2 0,0 0 2 0,-3-7-2 15,0-5 1-15,-4-4 0 0,-6-3-3 0,-3-4 3 16,-2-2-5-16,-10-1 4 0,-5 0 1 16,-6 4-2-16,-2 5 1 0,-4 5 0 15,1 10-1-15,-1 9 1 0,7 7-1 16,1 6-1-16,4 5-4 0,3 2-5 16,1 10-7-16,4 5-17 0,2 4-30 0,7 6-60 15,0 0-167-15,3 4-1 0</inkml:trace>
  <inkml:trace contextRef="#ctx0" brushRef="#br0" timeOffset="-73360.13">24438 7321 346 0,'0'0'59'16,"0"0"13"-16,18-78-2 0,-18 60-10 0,0 6-10 15,0 1-14-15,-5 1-6 0,-4 2-5 0,-5 2-3 16,-3 6-3 0,-8 0-1-16,1 11 1 0,-4 9-6 0,-1 5 3 0,0 7-7 15,0 10-1-15,1 8-1 0,1 12-3 16,0 7 1-16,1 12-2 0,0 7 0 15,3 7 1-15,2 9-2 0,3 6 1 0,3 4-2 16,7 0-5-16,8-5 6 0,1-7-2 16,16-11-1-1,8-9 4-15,8-11-4 0,8-8 0 16,4-13 1-16,4-9-2 0,0-13 3 16,-3-9-1-16,-3-10 0 0,-5-8 3 15,-6-1-4-15,-6-4-1 0,-9-7-6 16,-4 2-11-16,-6-3-15 0,-4-5-28 0,-1 5-46 15,-2-9-114-15,0 1-79 0</inkml:trace>
  <inkml:trace contextRef="#ctx0" brushRef="#br0" timeOffset="-73010.27">24411 7778 628 0,'0'0'51'16,"0"0"2"-16,0 0-7 0,0 0-11 31,0 0-11-31,0 0-8 0,0 0-6 16,0 0 1-16,0 0-1 0,1-25-1 0,-12 62-1 16,-2 13 1-16,-5 10-6 0,2 6 2 0,-2 5-4 15,1 2-2-15,3 2 2 0,4-3-2 16,4-4 1-16,6-7-2 0,0-8 1 15,7-9 3-15,8-7-3 0,7-10 4 16,2-10-2-16,5-8-1 0,4-9 1 16,2-6 0-16,1-11 1 0,1-5-7 0,-4-3 4 15,0-1-6-15,-7-1 0 0,-3 3-5 0,-4-1-10 16,-6 4-13 0,-2 6-18-16,-6 0-27 0,-4 4-46 0,-1-3-78 0,-4-2-77 15</inkml:trace>
  <inkml:trace contextRef="#ctx0" brushRef="#br0" timeOffset="-72809.91">24202 8131 670 0,'0'0'74'0,"0"0"-14"0,0 0-20 15,0 0-11-15,0 0-8 0,0 0-4 16,0 0-3-16,0 0-2 0,0 0-4 0,111-59-2 15,-61 47 0-15,3 3-4 0,2 0-1 0,-2 3-1 16,-3 1-3-16,-6 0-1 0,-4 5-12 16,-5 0-21-16,-12 0-52 0,-4 0-145 15,-8 3-98-15</inkml:trace>
  <inkml:trace contextRef="#ctx0" brushRef="#br0" timeOffset="-72008.99">25241 8251 411 0,'0'0'71'16,"0"0"-6"-16,0 0-8 0,0 0-7 0,0 0-6 0,0 0-5 15,0 0-6-15,0 0-6 0,-87-20-4 16,80 25-3-16,-3 1-2 0,7-3-2 16,0 0-4-16,3-3-3 0,0 3-1 0,7 3-2 15,13 0 2-15,12-1 1 0,12-5-1 0,11-3-1 16,8-8-1-1,5 0-3-15,4 3 0 0,-2 1-2 0,-7 3 2 0,-5 2-2 16,-11 2-1-16,-9 0 0 0,-12 0 0 31,-12 0 0-31,-8 2 0 0,-6-2 1 16,0 0 1-16,0 0 0 0,0 0-1 0,-2 4-1 16,-10 3 0-16,-9-2 1 0,-10 2-1 0,-6-3 1 15,-6-1-2-15,-5 0-1 0,-4-2 1 16,-3 1-2-16,-2 0 1 0,1-1 2 15,-1 3-3-15,4 0 1 0,4 0 0 16,7 1 1-16,13 0 0 0,7-2 1 16,9-1-3-16,9-2 1 0,0 2-1 0,5 0 0 15,18-1 3-15,12 1 0 0,13-2 0 16,6 0-1-16,6 0-1 16,3-3-6-16,2-2-5 0,-2-1-11 0,0 0-16 0,-2 1-33 15,-7-2-101-15,-5 2-136 0</inkml:trace>
  <inkml:trace contextRef="#ctx0" brushRef="#br0" timeOffset="-71360.04">25941 7773 594 0,'0'0'64'16,"0"0"-3"-16,0 0-11 0,0 0-10 0,0 0-5 15,0 0-7-15,95-67-7 0,-70 67-5 0,1 0-5 16,1 8-3-1,-1 2-1-15,2 6-4 0,-5 2-1 0,2 7 0 0,-4 6-3 16,-2 5 4-16,-6 6-3 0,-4 3 1 31,-6 2-1-31,-3 0-3 0,-8 1 2 16,-5-2-1-16,-5 0 1 0,-4-5-1 0,0-5 1 16,-3-4-1-16,2-6 1 0,2-7 1 0,8-6 0 15,4-6 1-15,6-3 1 0,3-4-1 16,0-4-1-16,0-16 1 0,10-10-2 15,12-14 2-15,7-4-1 0,8-7 1 16,7-3-2-16,6-3 4 0,4 1-3 16,-3 2-2-16,-2 5 3 0,-7 6-5 0,-7 6 4 15,-7 7 2-15,-8 9-1 0,-8 8 4 0,-5 8 0 16,-4 6 2 0,-3 3 0-16,0-4-1 0,0 0-3 0,-1 0-1 0,-1 1-2 15,-6 3-1-15,-5 3 2 0,-6 9-3 16,-6 9 2-16,6 7-1 0,2 4 1 15,4 5 3-15,2 3-4 0,5 2 4 0,3 1-4 16,3-2 0-16,3-3 0 0,10-2-1 16,1-1 2-1,8-6-1-15,2-3 2 0,8-6-1 16,3-7-1-16,7-5 0 0,3-7-1 16,1-1-3-16,2-7-3 0,-5-7-4 15,-2-1-5-15,-5-2-5 0,-6 1-7 16,-8-1-9-16,-6 6-20 0,-9-3-30 0,-3 5-64 15,-5 2-125-15</inkml:trace>
  <inkml:trace contextRef="#ctx0" brushRef="#br0" timeOffset="-70976.96">26308 8474 564 0,'0'0'77'0,"0"0"-14"0,0 0-11 16,0 0-11-16,0 0-10 0,0 0-6 0,0 0-4 15,0 0-3-15,0 0-4 0,11-7-1 16,20 4-3-16,12 0-2 0,9-2-2 15,9-1-1-15,6 0-2 0,8-2-1 16,9-1-1-16,7 0-1 0,6-2 1 16,1 1-1-16,2 1 2 0,-8 0-1 0,-11 1-2 15,-13 2 1-15,-11 1 0 0,-16 2 0 0,-16 2-2 16,-10-1 4-16,-10 2-1 16,-5 0-1-16,0-1 0 0,-2 1-3 0,-16 0-1 15,-4 1-4-15,-7 5-9 0,4 4-17 16,0 2-23-16,2 3-52 0,1 2-128 15,-4 0-76-15</inkml:trace>
  <inkml:trace contextRef="#ctx0" brushRef="#br0" timeOffset="-70493.2">26487 8766 696 0,'0'0'21'16,"0"0"10"-16,0 0 3 0,0 0-2 0,0 0-11 15,0 0-7-15,0 0-2 0,0 0-2 16,0 0 0-16,0 0-2 0,15-5-1 16,-15 34-2-16,-3 3-1 0,-1 4-2 0,2 4-1 15,1 0-1-15,1 0 3 0,3-2-4 0,6-1 2 16,5-5-2-16,4-4 0 15,3-3 0-15,6-6 2 0,4-2 6 0,3-6-6 16,7-7 0-16,1-4-1 0,1-4-4 31,3-9 6-31,-1-5 0 0,1-4 1 16,-2-3-2-16,-2-5-2 0,-5-4 2 0,-3-1-2 16,-8-4 4-16,-6 1-3 0,-6 1 1 15,-6 4-1-15,-7 4 0 0,-1 5 0 0,-7 8 0 16,-6 3 1-16,-6 8 0 0,-3 3-1 15,-1 2 0-15,-2 3 0 0,1 7-1 16,2 2 1-16,3 4-1 0,4 2 0 16,3 0 1-16,5-3 0 0,6 2-2 0,1 0 1 15,8-2 0-15,8 3 2 0,9-4-2 0,3-6-2 16,9-4-4-16,2-4-11 16,5 0-11-16,1-3-19 0,-1-11-33 0,-1 0-55 15,-5-5-110-15,-3-1-46 0</inkml:trace>
  <inkml:trace contextRef="#ctx0" brushRef="#br0" timeOffset="-69960.05">26967 7249 462 0,'0'0'76'0,"0"0"-15"0,0 0-9 16,0 0-10-16,0 0-8 15,0 0-8-15,0 0-7 0,0 0 4 0,0 0 0 16,0 0 2-16,0-13 0 0,24 25-6 31,9 3-3-31,6 3-3 0,1 2-2 16,8 3-3-16,1 3-1 0,5 5-3 0,1 6 3 16,2 7-3-16,0 8 3 0,2 5-3 0,1 10 0 15,-3 8 1-15,-2 7-3 16,-6 10 1-16,-7 8-2 0,-11 11-1 0,-11 9 1 15,-16 9 0-15,-7 5 0 0,-20-1-2 16,-10-2 1-16,-10-10-3 0,-4-15 2 16,3-16 4-16,2-17-2 0,7-19 4 0,5-13-4 15,7-12 0-15,8-12 0 0,6-10 2 16,7-4-1-16,2-3-1 0,1-5 1 16,9-8-2-16,5-4 0 0,0 2-5 0,0 0 3 15,-2 5-4-15,-3 0 3 0,-4 6-3 16,-3 1-8-16,1 1-8 0,-1 2-27 15,2 0-53-15,1 7-157 0,0 0-73 0</inkml:trace>
  <inkml:trace contextRef="#ctx0" brushRef="#br0" timeOffset="-64093.56">20303 11067 541 0,'0'0'50'0,"0"0"1"0,0 0-11 31,0 0-10-31,0 0-13 0,0 0-4 0,0 0-1 0,0 0 1 0,0 0-2 0,0 0 0 31,28 76-1-31,-28-29-6 0,-1 6 2 16,-9 3-6-16,-3 3-1 0,-2 2 2 16,-3 1-2-16,2-1 4 0,-2-2-4 15,2-7 2-15,2-7-2 0,4-10 0 0,2-10 1 16,4-13 2-16,2-6-1 0,2-6 3 0,-2 0 5 15,2 0-2-15,0-5 1 0,0-19-3 16,8-17-3-16,6-18-2 0,3-11 2 16,2-7-4-16,5-10 3 0,5-9-2 15,3-9-2-15,4-4 3 0,1-3-3 16,0 7 2-16,-2 11 4 0,-4 17-4 0,-3 17 4 16,-6 18-1-16,-7 18-1 0,-7 10 1 0,-4 10-2 15,1 4 1-15,4 9 2 16,3 11 1-16,4 15 1 0,-4 8 1 0,-4 14-2 15,1 8 1-15,-3 7-2 0,-1 7 1 16,1 3-2-16,2 2-1 0,2-1 3 31,-2 1-3-31,1-2 1 0,-2-3 0 0,2-3-4 16,-3-8 1-16,-3-9 0 0,0-11 2 0,-3-17-2 16,1-12 3-16,-1-12-1 0,0-7 0 15,0 0 1-15,0 0-2 0,0 0-3 16,0 0-4-16,-4-6-9 0,-5-8-15 15,-2-5-26-15,3-3-39 0,1-2-76 16,0 0-126-16</inkml:trace>
  <inkml:trace contextRef="#ctx0" brushRef="#br0" timeOffset="-63893.2">20067 11422 569 0,'0'0'37'16,"0"0"8"-16,0 0 1 0,0 0-3 0,0 0-3 0,0 0-10 0,0 0-8 16,119-3-8-16,-62-8-7 0,7-1-5 31,4 0-3-31,0 3-11 0,-2 0-18 16,-5 3-36-16,-5 3-72 0,-8 3-162 15,-3 0 3-15</inkml:trace>
  <inkml:trace contextRef="#ctx0" brushRef="#br0" timeOffset="-63293.62">21544 11736 476 0,'0'0'77'0,"0"0"-16"0,0 0-18 16,0 0-10-16,0 0-8 0,0 0-5 0,0 0 0 15,0 0-2-15,0 0-1 0,0 0-5 16,18-30-5-16,4 13-3 0,2-3-2 16,0-1 1-16,0-3-1 0,-1-5-2 15,0-3 2-15,-2-3-2 0,-1-1 3 16,-6-1-3-16,1 1 3 0,-7 0-1 0,-2 4 3 15,-4 2-2 1,-2 3 3-16,0 6 0 0,-9 2-8 0,-4 2 6 0,-4 2-6 0,-4 3 3 31,-6 4-1-31,-5 6 1 0,-4 2 0 16,-2 10 1-16,2 11 5 0,1 9-6 16,2 10 3-16,4 8-4 0,6 8 0 15,7 4 0-15,5 2 1 0,9 1 1 0,2-3-3 16,14-4 3-16,8-8-3 0,9-6 2 0,6-9 3 15,8-7-3-15,6-11 5 16,2-6-5-16,4-9 0 0,-2-1 0 0,-5-12-8 16,-3-5 3-16,-6-1-15 0,-8-3-10 15,-8-2-32-15,-5 1-54 0,-8-3-167 16,-5 7-24-16</inkml:trace>
  <inkml:trace contextRef="#ctx0" brushRef="#br0" timeOffset="-62493.41">21999 10757 249 0,'0'0'63'0,"0"0"-3"16,0 0-3-16,0 0-5 0,0 0-2 31,0 0-6-31,0 0-7 0,0 0-4 0,0 0-3 16,0 0-1-16,-55-2-2 0,55 2-4 0,-3 0-3 16,2 0 0-16,1 0-1 0,0 0 1 15,1 0 0-15,15 2-4 0,8 1-4 16,10 2-2-16,5-2-4 0,3-2-1 15,2 1-2-15,3-1-2 0,-1 1-1 16,-4 3 0-16,-3-2-1 0,-6 1 2 0,-11-1-2 16,-3 0 1-16,-9 0 1 0,-6-3-1 0,3 2 1 15,-7-2 1-15,0 0 0 0,0 0 1 16,2 0 0-16,-1 2-2 0,1-2 0 16,-1 0-2-16,1 0-2 0,-1 0-4 15,0 0-13-15,-1 0-20 0,2 0-47 16,-2 0-91-16,1 0-134 0</inkml:trace>
  <inkml:trace contextRef="#ctx0" brushRef="#br0" timeOffset="-62109.83">22840 10408 465 0,'0'0'68'16,"0"0"-7"-16,0 0-12 0,0 0-12 0,0 0-9 16,0 0-7-1,0 0-6-15,0 0-3 0,0 0-2 0,0 0 2 0,2 0 2 0,-7 17 1 16,-2 10-4-16,3 3-3 0,0 7 0 15,1 1-7-15,0 1 4 0,3 1-4 16,0-1-1-16,0-1 0 0,0-3-1 31,6-3 0-31,1-3-1 0,4-6 1 0,1-4 0 16,1-5 1-16,4-7-2 0,5-3 1 0,0-4-1 16,2-11-5-16,1-5-5 15,-1-4-12-15,-1-5-14 0,-2 0-21 0,-5-4-40 16,-6 0-77-16,-4 0-100 0</inkml:trace>
  <inkml:trace contextRef="#ctx0" brushRef="#br0" timeOffset="-61793.17">22725 10039 547 0,'0'0'45'16,"0"0"0"-16,0 0-8 0,0 0-8 0,0 0-5 0,0 0-6 0,0 0-4 31,0 0-4-31,82-59-3 0,-65 70-2 16,-2 2-3-16,-8 7 0 0,-3 2-1 16,-2 1-1-16,-2 4 1 0,-6-4-1 15,-5 1 2-15,-1-5-2 0,3-5 1 0,-2-5 1 16,5-4-4-16,2-4 4 0,-4-1-2 0,4-8 0 15,-3-8-2-15,3-8 2 0,4-2-4 16,0 0 3-16,9 0-2 0,3 2-1 16,0 2-2-16,-2 9-7 0,-4 6-11 15,-3 3-15-15,1 4-20 0,2 9-50 16,1 8-130-16,-4 8-26 0</inkml:trace>
  <inkml:trace contextRef="#ctx0" brushRef="#br0" timeOffset="-59992.42">23746 10104 86 0,'0'0'31'16,"0"0"-6"-16,0 0-4 15,0 0-3-15,0 0-5 0,0 0 2 0,0 0 1 0,0 0 3 16,0 0 6-16,0 0 7 0,17-8 4 16,-16 6 2-16,1 0 2 0,2-2-4 15,-1 1 1-15,0 0-1 0,1-5-5 16,-1 5-5-16,-1-1-4 0,1 1-3 0,-2-2 0 15,2 0-4-15,-2 1 2 16,1 1-3-16,-2 3-2 0,0-1-1 0,0 1-4 0,1-2 0 31,-1 0-1-31,1-4 0 0,2 2 2 16,-1-1 0-16,-1 0 2 0,-1 5-1 16,0-1-1-16,0 1 0 0,0-2 0 15,2 1-1-15,-2 0 1 0,0-1-2 0,0 1 1 16,0-1-3-16,0 0 0 0,0 1-1 0,0-1-3 15,0 1 1-15,0-1 0 0,0 1-2 16,0-1 1-16,0 2-1 0,0-1-1 16,0 1 2-16,0 0 0 0,0 0 0 15,0 0 2-15,-2 0-2 0,1 0 0 16,-1 0 1-16,1 0-2 0,-1 1 2 0,1 1-1 16,0-1-1-16,1-1 1 15,-2 2 1-15,2-2-2 0,-1 1 2 0,1-1 0 16,-3 2-1-16,3-2 2 0,-1 1-2 0,1-1-1 15,0 0 1-15,0 2 0 0,0-2 0 16,-2 0 2-16,2 2-3 0,0-2 2 31,0 0-1-31,0 0 0 0,0 0 1 0,0 0 0 16,0 1 0-16,0-1 0 0,0 0-1 0,0 0-1 16,-1 0 2-16,1 0 0 0,0 2-1 15,0-2 1-15,0 0-1 0,0 0-1 16,0 0 1-16,0 0-1 0,0 0 1 15,0 1 2-15,0-1-3 0,0 0 1 16,0 0 1-16,0 0-2 0,0 0 1 0,0 0 1 16,0 0-2-16,0 0 1 15,0 0 0-15,-2 0-4 0,2 0 3 0,0 0-3 0,0 0 0 16,-1 1 2-16,1-1-2 0,0 2-4 16,-5 3-6-16,2-1-13 0,-2 3-13 15,-1 2-18-15,-1-2-20 0,2 1-56 16,0-1-131-16</inkml:trace>
  <inkml:trace contextRef="#ctx0" brushRef="#br0" timeOffset="-59375.84">23650 10218 543 0,'0'0'65'15,"0"0"-19"-15,0 0-10 0,0 0-7 16,0 0-3-16,0 0-3 0,0 0-4 0,0 0-6 16,0 0-6-16,41-30-3 15,-29 35-2-15,-3 5 0 0,-4-2-1 0,-1 7-1 0,-4 0 1 16,0 4-1-16,-9 2 0 0,-6-2 0 15,-4-2 0-15,-5-2 0 0,0-3 0 16,-2-4 0-16,3-3 0 0,-2-5 1 31,4 0 0-31,3-10 1 0,2-7-1 0,7-6-2 16,5-9 1-16,4-5 1 0,7-4-1 0,13-1 3 16,5-1-3-16,7 5 0 15,7 6 1-15,2 5 1 0,-1 9 1 0,2 7 2 16,-3 8 0-16,-3 3 1 0,-2 9-1 15,-6 8-3-15,-2 6 2 0,-6 6 0 16,-3 6 1-16,-7 4-3 0,-3 5 1 0,-7 6-3 16,0 0 2-16,-12 3-3 15,-4 0 3-15,-7-2-1 0,-6-1-1 0,-4-3 3 0,-8-4-4 16,-5 0 2-16,-3-4-2 0,-1-4 1 16,-1-6-1-16,6-4 0 0,6-8 1 15,6-9-2-15,11-1 3 0,5-7-1 16,8 0-2-16,8-11 3 0,1-9-3 0,3 0 1 15,14-5 2-15,5 4-1 16,5 7 0-16,5 4 4 0,1 7-4 0,5 3 1 0,-2 10 0 31,0 3-2-31,0 7 1 0,0 1 0 16,1 2 0-16,-4 2-1 0,1-3 0 16,-2-1-3-16,-2-2-6 0,1-3-18 15,2-4-36-15,-1-4-76 0,3-5-163 0,-5-3-1 16</inkml:trace>
  <inkml:trace contextRef="#ctx0" brushRef="#br0" timeOffset="-59126.6">24220 10249 674 0,'0'0'47'0,"0"0"-2"0,0 0-6 16,0 0-8-16,0 0-3 0,0 0-3 15,0 0-4-15,85-8-7 0,-33 2-5 16,3-1-4-16,0-1-3 0,2 2-1 31,-4 0-2-31,-2-1 0 0,-6 3-1 0,-8 1-4 16,-9 2-3-16,-5 1-5 0,-12 0-3 0,-4 0-3 16,-1 0-3-16,-6 0-11 0,0 0-21 15,-10 6-33-15,-7 5-60 0,-12 0-138 16</inkml:trace>
  <inkml:trace contextRef="#ctx0" brushRef="#br0" timeOffset="-58910.12">24405 10282 688 0,'0'0'55'0,"0"0"-5"0,0 0-14 0,0 0-15 16,0 0-6-16,0 0-4 0,0 0 1 15,0 0 0-15,-30 92-1 0,24-55-5 16,0 6-1-16,-1 2 0 0,-1 2-4 0,0-1 3 15,4-1-4-15,-1-4-2 16,4-2 2-16,1-6-4 0,0-11 2 0,0-8-1 0,0-8-2 31,0-1-6-31,0 1-8 0,0-2-13 16,3-1-20-16,1-6-46 0,3-13-78 16,2-8-125-16</inkml:trace>
  <inkml:trace contextRef="#ctx0" brushRef="#br0" timeOffset="-58693.63">24599 10325 713 0,'0'0'46'0,"0"0"3"15,0 0-11-15,0 0-11 0,0 0-8 16,0 0-4-16,0 0-2 0,0 0-1 0,0 0-5 16,0 0 0-16,29 89-4 15,-27-54-1-15,1 2 2 0,0-1-4 0,-3 2 3 0,2-2-3 16,-2-1-3-16,1-4 1 0,1-6-6 15,-1-7-8-15,1-2-17 0,1-5-23 16,-2-7-45-16,2 0-123 0,1-4-90 16</inkml:trace>
  <inkml:trace contextRef="#ctx0" brushRef="#br0" timeOffset="-58209.87">25637 9837 587 0,'0'0'50'0,"0"0"-1"0,0 0-2 16,0 0-9-16,0 0-6 0,0 0-9 15,0 0-7-15,0 0-5 0,0 0-2 0,-48-61-3 16,22 80 0-16,0 11 4 0,-3 10-3 15,-1 8 0-15,-2 10-4 0,2 8-2 0,1 9 3 16,2 10-4-16,3 8 3 0,5 4 2 16,6 5-5-16,6 1 2 0,7 2-1 15,9-1-4-15,7-2 4 0,8-5 1 16,5-7-2-16,3-10 2 0,4-11-3 0,1-12 0 16,0-10 1-16,-2-12-1 0,-5-8 1 15,-5-7-1-15,-8-9 1 0,-7-5-1 16,-4-3-1-16,-6-3-4 0,0 0-9 0,0-2-15 15,0-4-29-15,-3-6-60 0,-6-6-170 16,-5-3-25-16</inkml:trace>
  <inkml:trace contextRef="#ctx0" brushRef="#br0" timeOffset="-57826.79">25767 10574 720 0,'0'0'39'0,"0"0"-3"0,0 0-1 15,0 0-13-15,68-82-4 0,-55 76-3 0,3 4-3 16,2 2-3-16,2 8-1 0,4 8 2 16,-2 4-9-16,-2 6 6 0,-1 1-6 15,-1 2-1-15,-3 1 1 0,0 1-2 16,1-2 2-16,-3-4-2 0,1-2 2 0,-5-9-2 15,1-2 2-15,-2-6 0 0,-5-3 1 16,6-3 1-16,0-6-1 0,5-14 1 16,2-9-2-16,0-9 0 0,-4-7-1 0,2-8-3 31,-4-10 4-31,2-3-4 0,-1-8 3 16,-3-1 2-16,-1 2-4 0,-3 10 4 15,-1 9-3-15,0 21 1 0,-3 9 0 0,0 11-1 16,0 9-1-16,-6 4-1 0,-5 6 2 15,-5 14-4-15,-5 8-1 0,6 7-9 0,1 2-10 16,4 4-19-16,5 2-35 0,2-3-100 16,3 0-132-16</inkml:trace>
  <inkml:trace contextRef="#ctx0" brushRef="#br0" timeOffset="-57510.13">26795 9991 728 0,'0'0'49'31,"0"0"-3"-31,0 0-15 0,0 0-8 0,0 0-9 16,0 0-7-16,0 0-1 0,0 0-1 0,0 0-1 16,0 0 0-16,65 31-1 0,-65 12 1 15,-5 10-3-15,-9 10 0 0,-1 5-2 16,-4 5 2-16,1 1 2 0,1-1-4 15,4-5 3-15,4-5-3 0,4-9-1 16,5-8 3-16,4-9-2 0,9-6 0 0,7-12 1 16,4-6-1-16,7-7 2 0,7-6 0 15,2-5 0-15,4-9-1 0,-1-2-2 0,-4-2-5 16,-3 0-4-16,-8-2-8 0,-5 5-12 16,-8 2-20-16,-7 1-37 0,-7 5-67 15,-1-4-142-15</inkml:trace>
  <inkml:trace contextRef="#ctx0" brushRef="#br0" timeOffset="-57310.25">26538 10568 713 0,'0'0'54'0,"0"0"1"0,0 0-19 16,0 0-6-16,0 0-13 0,85-63-2 15,-37 50-4-15,5 0-4 0,7 3-4 0,0-1-5 16,3 2-1-16,-4 2-6 0,-5-3-23 16,-4 0-51-16,-8-2-223 0,-5-2-34 15</inkml:trace>
  <inkml:trace contextRef="#ctx0" brushRef="#br0" timeOffset="-56426.66">28218 10621 328 0,'0'0'77'0,"0"0"-5"31,0 0-16-31,0 0-10 0,0 0-8 0,0 0-7 16,0 0-1-16,0 0-6 0,0 0 0 16,0 0-4-16,-16-38-2 0,12 38-1 0,-3-2 2 15,-3 2-4-15,4 0-2 0,0 0-2 16,2 0-3-16,4 0 0 0,-3 0 1 15,3 0 2-15,16 0 2 0,13 0 1 16,17-1 0-16,18-7-4 0,12-4-1 0,11-3-5 16,5-1 3-16,2 3-4 0,-2-1 3 15,-10 5-2-15,-11 3-3 0,-15 3 1 16,-18 0-1-16,-19 3 0 0,-9 0 1 0,-10 0-1 16,0 0 2-16,0 0-1 0,-2 0 1 15,-12 0-2-15,-6-2 0 0,-8 2-1 16,8-1-2-16,1-2 2 0,8 2 0 0,-1-1 0 15,1 1-3-15,5-1-5 0,1 2-8 16,5 0-15-16,-1-2-20 0,1 2-49 0,-2 0-105 31,2-1-110-31</inkml:trace>
  <inkml:trace contextRef="#ctx0" brushRef="#br0" timeOffset="-55875.63">29567 9890 699 0,'0'0'35'0,"0"0"1"0,0 0 6 0,0 0-7 16,0 0-13-16,0 0-6 0,0 0-6 15,0 0-4-15,0 0-1 0,47-54 0 0,-39 71-1 16,0 8 5-16,-5 12-7 0,-3 7 1 15,-2 7-2-15,-5 8-3 0,-2 7 2 16,-1 2-1-16,1 4 2 0,2-1-4 31,3-3 3-31,1-7 3 0,3-7-3 0,0-7 4 16,0-8-3-16,6-11-1 0,-2-8 1 16,5-6-1-16,-3-8 1 0,3-4 0 0,8-2 0 15,1-2 1-15,8-12-1 0,2-5 1 16,0-7-1-16,2-8-4 0,0-2 3 15,2-7-3-15,0-1 2 0,-2 1 1 16,-1-2 1-16,-4 8 0 0,-4 6 0 0,-8 10 2 16,-4 10-3-16,-5 7 1 0,-4 4 0 15,0-2-1-15,0 2 0 0,2 0 1 0,-2-1-1 16,0 1 0-16,-2 9 1 0,-8 7-2 16,-6 9 1-16,-2-1-1 0,-3 2-1 15,-2-2 1-15,-1 2 1 0,2-2-1 16,1-1 1-16,3 1 4 0,5 1-5 0,3-3 6 15,5-1-5-15,5 1-1 0,3-2 3 16,10-4-4 0,6 1 3-16,4-3-2 0,8-4 1 15,2-1 1-15,3-3 0 0,4-3 0 16,-1-3-1-16,-1 0-1 0,-3-1 0 16,-5-4-3-16,-10 1-3 0,-8 1-6 15,-2 0-10-15,-7 1-22 0,0-1-41 0,1 1-102 16,-4 2-126-16</inkml:trace>
  <inkml:trace contextRef="#ctx0" brushRef="#br0" timeOffset="-55359.22">30273 10297 628 0,'0'0'63'31,"0"0"-5"-31,0 0-13 0,0 0-11 0,0 0-10 16,0 0-1-16,0 0-5 0,0 0-3 16,93-68-2-16,-67 68-4 0,0 8-4 0,-3 7-2 15,0 3-3-15,-3 5 0 0,-4 3 1 16,-1 4 0-16,-7 5-2 0,-3 1 2 15,-5 2 1-15,-2-2-3 0,-6 1 4 16,-7-4-5-16,1-5 1 0,-4-4 0 0,2-4 0 16,6-8 1-16,2-5 1 0,5-4-1 15,3-3 1-15,0 0 0 0,0 0-1 0,0-4 1 16,3-13-1-16,12-9 0 0,6-10-4 16,6-2 3-16,4-1-2 0,2-4 6 15,1 2 1-15,-2 3-2 0,-2 5 2 16,-6 5-5-16,-7 10 2 0,-4 6 0 0,-4 5-1 15,-6 4 1-15,0 1-1 0,-3 2 1 16,0 0 0 0,0 12-1-16,0 10 0 0,0 8 1 15,0 2-1-15,0 1 1 0,-3 2 0 16,1 0-1-16,2-2 3 0,0 1-3 16,0-4 2-16,6-3-3 0,3-2-1 15,5-6-2-15,2-1-1 0,6-5-7 0,5-4-11 16,4-6-14-16,2-3-30 0,6-1-52 15,-1-13-134-15,-1-3-61 0</inkml:trace>
  <inkml:trace contextRef="#ctx0" brushRef="#br0" timeOffset="-54926.75">31170 9837 460 0,'0'0'68'0,"0"0"-5"16,0 0-11-16,0 0-12 0,0 0-11 0,0 0-6 15,0 0-3-15,0 0 3 0,0 0 2 16,-3-19 0-16,10 28 3 0,6 9-8 15,3 8 1-15,4 4-6 0,3 5-5 16,4 6 3-16,3 6-4 0,4 10 1 0,1 6-3 16,1 10-3-16,0 6-4 0,-1 7 1 15,-4 6 1-15,-8 5-2 0,-10 4 1 0,-10 7 0 16,-8 1-3-16,-15-1 3 0,-12-5 1 16,-5-9-1-16,-5-10 2 0,-3-14-5 15,-3-14 0-15,1-10-1 0,3-13 1 16,3-9 3-16,8-10 0 0,9-8 1 0,5-6-1 15,10 0-2-15,3-5-3 0,0 0-5 16,6-5-5 0,0 1-10-16,0-2-20 0,5 2-46 15,-1 2-148-15,2-2-91 0</inkml:trace>
  <inkml:trace contextRef="#ctx0" brushRef="#br0" timeOffset="-35210.2">1897 10680 524 0,'0'0'0'0,"0"0"30"16,0 0-30-16,0 0 36 0,0 0 11 16,0 0-10-16,0 0-8 0,-31-91-1 15,26 76-10-15,2 5 2 0,-3 1-9 0,2 0 1 16,1 6-8-16,-6 3-2 0,-1 6 1 0,-6 14-4 15,-1 12 4-15,1 6-4 0,0 6-1 16,7 8 1-16,3 4-1 16,6 4 1-16,0 3-2 0,6-3 2 0,9-4-2 15,2-4 1-15,9-8 7 0,4-8-5 16,5-6 0-16,7-10-3 0,4-9 0 0,1-8 3 16,2-4-1-16,-1-13 5 0,-1-7-7 0,-2-7 4 15,-3-4 2-15,-3-5-1 0,-4-6-1 16,-8-7 0-16,-5-3 1 15,-6-3-2-15,0 1 2 0,-6 6-2 0,-1 10 1 16,-4 13-1-16,-2 11-2 0,0 11 0 0,-3 4-1 31,0 0 1-31,3 15 1 0,0 7 1 16,3 12 0-16,0 1 1 0,-1 1-2 0,5 2 1 16,-1 0 0-16,7-1 0 0,-3-2 0 15,6-5 1-15,0-1-1 16,2-5 0-16,5-3-4 0,2-4 2 0,2-3 0 15,3-5 2-15,-1-4 1 0,0-5 0 16,0 0 1-16,-2-12 1 0,-4-1 0 0,3-7-1 16,-7-4 1-16,1-8-2 0,-4-4 2 0,-6-7-1 15,-7-5 1-15,-5-5 0 0,-1-5 1 16,-4-3-3-16,-8-3-3 0,2-1 2 16,-6 0-2-16,3 4 4 0,-3 8 3 15,0 11 0-15,3 11-1 0,3 13-4 16,-4 12-1-16,1 6-4 0,-6 12-2 0,0 8 0 15,2 4-29-15,1 3-43 0,0 0-136 0,4 5-82 16</inkml:trace>
  <inkml:trace contextRef="#ctx0" brushRef="#br0" timeOffset="-34743.58">3864 10765 391 0,'0'0'50'16,"0"0"9"-16,0 0-7 0,0 0-10 15,0 0-11-15,0 0-5 0,0 0-3 16,0 0-3-16,0 0 1 0,0 0-3 15,-47 15 1-15,56-8-1 0,10 3-1 0,8-6 3 16,8-2-5-16,7-2-2 0,7-2-3 16,2-5-3-16,1 0-1 0,-3 3-5 0,-6 0 0 15,-5 0-1-15,-2 3 1 0,-14 1-1 16,-5 0-2-16,-4 0 1 0,-10 0-4 16,4 0-3-16,-7 0-7 0,0 0-17 15,0 0-27-15,-14 8-52 0,-11 4-93 16,-11 1-77-16</inkml:trace>
  <inkml:trace contextRef="#ctx0" brushRef="#br0" timeOffset="-34526.58">3632 11200 684 0,'0'0'35'0,"0"0"9"15,0 0-5-15,0 0-11 0,0 0-9 16,114-25-6-16,-69 20-5 0,6-1-2 16,1 2-3-16,7-2-3 0,2-1 0 15,8 0-3-15,-1 1-1 0,2 0-9 0,1 0-19 16,-1 2-38-16,-6 0-99 0,-6 4-137 16</inkml:trace>
  <inkml:trace contextRef="#ctx0" brushRef="#br0" timeOffset="-33893.32">5409 10764 511 0,'0'0'-4'0,"0"0"28"0,0 0 13 0,0 0 5 16,0 0 1-16,0 0-5 0,0 0-6 0,0 0-12 15,0 0-9-15,32-57-6 0,-32 57-4 16,3-2 1-16,-3 2-1 0,0 0 3 16,0 0-1-16,0 0 1 0,-10 2-1 15,-6 4-1-15,-10 0 0 0,0-3-1 16,-3-3 1-16,-1 0 0 0,1-5 2 0,4-7-1 15,2-3 0-15,4-6 1 0,5-3 0 0,4-8 1 16,4-5-7-16,6-8 4 0,7-5-6 31,9-3 4-31,7 0 3 0,6 4-1 16,1 6 2-16,1 12 1 0,-1 10 1 16,3 8-1-16,-1 13 0 0,4 3 0 15,1 16-1-15,2 6 2 0,-2 7-2 0,1 3 0 16,-5 7-2-16,-4 0 1 0,-6 2-2 0,-8 3 1 15,-8 3 2-15,-7 1-3 0,-7 3 2 16,-15 2-4-16,-7 5-3 0,-10-1 2 16,-6 4-2-16,-7-2 1 0,-4-2-1 15,-5-6 2-15,-3-5-1 0,1-8 2 0,2-10 6 16,5-6-2-16,6-10 4 0,6-9-2 16,9-6 1-16,6-10-2 0,6-14-4 0,11-4 1 15,6-4-4-15,6 2 0 0,5 1 3 16,11 9-1-16,4 7 1 0,7 8 0 15,2 5-1-15,3 10 2 0,4 10-1 16,2 3 1-16,2 6-1 0,1 1 0 16,-2 2 4-16,4 0-5 0,-1-2 4 0,2-1-6 31,2-3 0-31,0-3-3 0,3-5-16 0,2-2-24 16,-3-6-75-16,-1-4-175 0,-3-6-14 15</inkml:trace>
  <inkml:trace contextRef="#ctx0" brushRef="#br0" timeOffset="-33593.43">6060 10624 616 0,'0'0'51'0,"0"0"-5"0,0 0-8 0,0 0-6 15,0 0-4-15,0 0-5 0,0 0 1 0,94-32-5 16,-55 32-2-16,9 0-2 0,3 0-4 31,8 0-1-31,3-3-9 0,0-3 3 16,-1-1-7-16,-3 2 3 0,-6-2 0 16,-9 3 0-16,-8 1 0 0,-12 1-1 0,-11 1 1 15,-5 1-1-15,-7 0-2 0,0-1 0 16,0 1-9-16,0 0-11 0,0 0-15 0,-3 0-33 15,-17 0-42-15,-12 0-116 0,-13 0-65 16</inkml:trace>
  <inkml:trace contextRef="#ctx0" brushRef="#br0" timeOffset="-33326.83">6199 10640 667 0,'0'0'44'16,"0"0"4"-16,0 0-3 0,0 0-14 15,0 0-8-15,0 0-11 0,0 0-4 16,0 0-3-16,0 0-1 0,0 0 0 0,-3 15 0 31,3 13 2-31,-1 11-2 0,-1 4 0 16,-1 4-2-16,0 3-1 0,2 3-1 0,-2 0 1 16,0 0-2-16,0-4 2 0,-1-5-1 15,4-6 1-15,-1-5 4 0,-1-10-7 16,2-5 6-16,0-5-6 0,0-8 0 15,0 2 0-15,0-7-7 0,0 0-12 16,0 0-21-16,0 0-39 0,-1-2-62 0,1-15-128 16,0-8-23-16</inkml:trace>
  <inkml:trace contextRef="#ctx0" brushRef="#br0" timeOffset="-33059.82">6446 10680 650 0,'0'0'46'0,"0"0"2"15,0 0-5-15,0 0-8 0,0 0-10 0,0 0-6 16,0 0-4-16,0 0-3 0,0 0-2 31,0 0-1-31,67 39-4 0,-59-13 2 16,-3 4-4-16,-2 7 0 0,-3 5 0 0,0 4-1 16,-3 3-1-16,-3-1 0 0,-4-1-2 15,4 0 2-15,-1-4 2 0,-2-4-3 16,5-5 4-16,0-12-4 0,1-8 0 0,3-8 0 15,0-6-1-15,-2 0 0 0,2 0 0 16,0 2-1-16,0-1-6 0,0-1-11 16,0 0-28-16,5-15-57 15,6-6-182-15,4-6-38 0</inkml:trace>
  <inkml:trace contextRef="#ctx0" brushRef="#br0" timeOffset="-32626.5">6854 10810 735 0,'0'0'45'0,"0"0"-5"0,0 0-11 0,0 0-4 16,78-77-7-16,-61 65-3 0,-5 4-2 15,4 0-2-15,-6 6-5 0,2 0-1 16,8 2-1-16,0 0-3 15,3 9 2-15,0 6-2 0,-1 8 0 0,-3 3 2 16,4 7-1-16,-3 4-1 0,-1 2-1 0,1 2 0 16,-1 0 0-16,-3-3 0 0,-2-3-1 0,-2-5 1 15,-2-5 0-15,-1-7 0 0,-5-4 2 16,2-5-1-16,-5-6 1 0,2 2 0 16,-3-5 2-16,5 0 0 15,3-7 1-15,7-8-1 0,3-9-1 0,0-11-2 0,2-11 1 16,-4-8-1-16,1-10 2 0,-3-7-4 15,-2-5 3-15,-1-5-3 0,-1-4-3 0,-2 0 3 16,-2 3-2-16,0 8 2 0,-2 14 1 31,-2 23 0-31,-2 9-1 0,0 16 0 16,0 7-1-16,0 1 0 0,-3 4-2 0,-6 8-1 16,-1 12-9-16,-4 5-14 15,3 3-36-15,3 2-102 0,5-8-149 0,3 2-16 16</inkml:trace>
  <inkml:trace contextRef="#ctx0" brushRef="#br0" timeOffset="-29552.81">2306 12066 526 0,'0'0'52'0,"0"0"-7"16,0 0-4-16,0 0-5 0,0 0-1 15,0 0-8-15,0 0-5 0,0 0-2 16,0 0-5-16,-14-32-1 0,14 32-3 0,0 0-2 31,8 13 0-31,1 13-3 0,6 12 0 0,-7 11-3 16,-5 10 1-16,-3 8-4 0,0 4 3 16,-9 4 2-16,-1 0-3 0,0 0 3 15,0-2-4-15,0-2-2 0,4-3 2 16,6-3-2-16,0-5 2 0,0-8-1 15,0-10 2-15,6-9-1 0,-2-13 1 0,5-6 2 16,-5-7 1-16,5-7 3 0,8 0-1 0,2-7 0 16,7-13-2-16,0-9-3 0,3-7 0 15,-3-5 0-15,3-5-2 0,-6 0 2 16,3 3-1-16,-1 0 0 0,-1 5-4 16,2 3 2-16,0 3-1 0,-2 4 1 15,-1 3 1-15,-5 3-4 0,-3 4 2 0,-6 5-2 16,-2 7 5-1,-6 3 0-15,-1 3 1 0,0-2-2 0,0 2-1 0,3 0 0 0,-3 0 0 16,0 0 5-16,0 10-3 0,-7 6 4 31,-6 7-5-31,-2 3-2 0,-2 1 2 16,1 2 1-16,-4 1 1 0,1-1 0 16,3 2 0-16,-1-2-3 0,7-2 0 0,-3-1 0 15,7-7 1-15,5-1-2 0,-1-1 2 0,2-2-1 16,2 5 1-16,9-6 0 0,2-2 1 15,9-1-4-15,4-3 0 0,0-1 0 16,8 0-1-16,-2-1 1 0,-3-1-5 16,-1 1-7-16,-2-2-11 0,-3 1-17 15,-6 0-22-15,-5-2-33 0,1 1-64 0,-5-2-119 16</inkml:trace>
  <inkml:trace contextRef="#ctx0" brushRef="#br0" timeOffset="-29209">3548 12659 528 0,'0'0'33'0,"0"0"2"0,0 0 6 15,0 0-2-15,0 0-7 0,0 0-6 0,0 0-1 16,0 0-1-16,0 0 2 0,0 0-1 0,29-1-3 16,3 5-4-16,11 1-4 0,5-4-3 15,4-1-3-15,7 0-3 0,2 0-2 16,-2-1-2-16,-3-2-1 0,-6 1-1 16,-8 2 0-16,-6 0 1 0,-14 0-3 15,-6 0 2-15,-12 0-1 0,-4 0 0 0,0 0 1 16,0 0-2-1,3 0-6-15,-3 0-7 0,0 0-9 0,-3 0-9 0,-7 0-19 0,-6 0-26 16,-3 0-71-16,-1 3-131 0</inkml:trace>
  <inkml:trace contextRef="#ctx0" brushRef="#br0" timeOffset="-28893.34">3570 12941 647 0,'0'0'51'0,"0"0"2"0,0 0-11 15,0 0-15-15,0 0-10 0,0 0-2 0,0 0-4 16,0 0 0-16,0 0-1 16,0 0-3-16,35 40 0 0,-11-31-1 0,8 0-1 0,4-1-1 15,6-2-1-15,6-1-3 0,5-4 1 16,1-1-1-16,5 0 0 0,-2 0 0 15,-4-3 0-15,-8-2-1 0,-2 1 2 16,-11 1-1-16,-9 0 0 0,-11 1 1 0,-6 2-2 16,-6 0 0-16,0 0 0 15,0 0-2-15,0 0-5 16,0 0-8-16,0 0-14 0,-2 0-34 16,-11-1-99-16,0 1-142 0,-6-7-3 15</inkml:trace>
  <inkml:trace contextRef="#ctx0" brushRef="#br0" timeOffset="-27326.75">5476 12442 434 0,'0'0'71'0,"0"0"-8"0,0 0-13 15,0 0-15-15,0 0-15 0,0 0-12 0,0 0-6 16,0 0 1-16,0 0 4 15,0 0 1-15,3 0 4 0,1 32-1 0,-1 6-1 0,0 4-6 16,3 4 2-16,-2 0-6 0,0 1-1 31,1 0 2-31,2 0-3 0,2-5 2 16,2-2-1-16,1-5 1 0,-2-8-1 16,6-6 2-16,-6-5 0 0,6-9 3 0,0-7 1 15,4-2 0-15,7-13 0 0,-1-7-2 0,2-10 0 16,-5-5-1-16,0-2 0 0,-3-5-1 15,-2-2 2-15,-2 2-2 0,-3 3 2 16,0 4 1-16,-6 14-7 0,2 4 7 16,-5 10-8-16,3 8 4 0,6 1 6 15,2 5-6-15,5 12 7 0,0 6-5 0,3 1-1 16,-5 2 0-16,0 2 0 16,0-1 0-16,-2 0 0 0,0-1 0 0,-2-2-1 0,2-1 0 15,0-5 1-15,-3-4 2 0,0-5 2 16,0-5 3-16,3-2 1 0,-2-2 0 15,8-9 0-15,-3-8-3 0,1-7-1 16,-3-5-1-16,-2-7-1 0,-5-7-2 0,-3-7-4 31,-4-7 4-31,-3-12-3 0,-6-4 1 0,-8-4 3 16,-1 1-3-16,-2 9 2 0,2 12 0 16,0 15 2-16,0 12-2 0,5 11-1 15,4 9-1-15,-4 6-2 0,0 2 1 16,-3 9-2-16,-4 8 2 0,5 6-1 15,5 5-3-15,1 7-10 0,3 3-20 0,3 5-41 16,0 1-84-16,0-2-134 16</inkml:trace>
  <inkml:trace contextRef="#ctx0" brushRef="#br0" timeOffset="-26559.97">6938 12591 598 0,'0'0'54'0,"0"0"-9"31,0 0-4-31,0 0-14 0,0 0-3 16,3-77-7-16,-9 61-5 0,2 9-3 16,-5 1-2-16,-7-2-2 0,0 7-3 0,-10-1-2 15,-1 2 0-15,-4 9-3 0,-2 6 3 0,-2 3 3 16,2 5-5-16,1 4 5 0,2 3-7 15,4 0 0-15,6 0 1 0,5-1 0 16,7 0 1-16,6-2 1 0,2-3-1 16,10-2 0-16,6-5 2 0,3-6-2 15,4-1 3-15,-1-6 1 0,1-4-1 0,1 0 2 16,-1-9-1-16,-2-3-2 16,-1-3 2-16,-1-5 0 0,-5-1-1 0,-2-3 2 0,2-4-2 15,-5-2 1-15,0-2 0 0,-2-1-4 16,-1 1 5-16,-5 2-4 0,2 10 4 15,0 8-2-15,-2 7-1 0,-1 5-2 16,3 0 1-16,3 8 3 0,7 8-1 0,2 8 4 31,0 4-3-31,0 1 0 0,4 0 2 0,-3-1-4 16,1 0 1-16,0-2-1 0,-1-4 0 16,0-1-1-16,-3-2 1 0,0-7 0 15,-1-1 0-15,-5-6 2 0,-4-2-2 16,1 1 1-16,-4-4 1 0,0 0 1 15,0 0 2-15,6 0-1 0,1-12-1 0,3-5-1 16,-1-8-1-16,2 0-1 16,-2-1 0-16,0 0 2 0,2 0 0 0,-2 5 2 0,4 3-1 15,-3 4 2-15,-1 5-2 0,-2 5-2 16,-4 2 0-16,7 1 1 0,5 1-2 16,3 3 0-16,3 4 1 0,-1 4-3 15,-3 1 3-15,1 2-2 0,0-1 1 0,0 4 0 16,-1 0 0-16,2-1 0 0,-2 1 0 15,2-2 0-15,-4-1 0 0,-5-5 0 0,1-2-1 16,-5-2 1-16,-3-3 1 0,0 1-1 31,-3-3 2-31,0 0 2 0,0 0 0 16,4 0 1-16,1-6-1 0,2-10-2 16,0-7-2-16,-1-4 0 0,0-6 0 0,-2-2-3 15,6-2 4-15,-3 1-4 0,-1 6 3 0,0 9 1 16,-1 7-1-16,-3 9-2 0,-2 5-1 15,0-1-1-15,0 1 0 0,6 0 0 16,1 0 0-16,3 9-4 0,2 0-14 16,-4 5-21-16,0 1-44 0,-2-5-124 15,2 7-95-15</inkml:trace>
  <inkml:trace contextRef="#ctx0" brushRef="#br0" timeOffset="-26160.06">8072 12720 649 0,'0'0'44'16,"0"0"-4"-16,0 0-7 0,0 0-7 16,0 0-7-16,0 0-5 0,0 0-7 15,0 0-1-15,0 0-3 0,0 0-1 16,-14 0-1-16,14 0-1 0,0-5 1 15,0-5-1-15,9-4-2 0,0-6 2 0,5 0 0 16,-2-2-1-16,5-2-1 0,-4-3 3 16,-1-4-5-16,-1-1 5 0,-5 0 0 0,-1 0-1 15,-5 3 1-15,0 10-1 0,0 2 1 16,-2 8-1-16,-8 4-1 0,-9 2 1 16,-4 3 0-16,-10 11 1 0,-3 6 0 15,-2 4 0-15,2 5-2 0,1 4 1 0,3 3 3 16,6 6-4-16,5 3 6 0,6 0-7 15,10 3 0-15,3-2 1 0,4-2-2 0,10 0 2 32,6-4 0-32,9-4 1 0,5-6-2 15,3-3 1-15,8-9-3 0,-1-7-2 16,4-6-20-16,1-2-34 0,-1-10-86 16,0-12-151-16,-3-6 5 0</inkml:trace>
  <inkml:trace contextRef="#ctx0" brushRef="#br0" timeOffset="-24860.27">8620 12598 392 0,'0'0'59'15,"0"0"2"-15,0 0-8 0,0 0-11 16,0 0-3-16,0 0-7 0,39-91 1 0,-28 80-2 31,4-2-3-31,-1 1-3 0,5 2-5 16,3 0-3-16,2 4-6 0,4 2 0 16,1 4-3-16,3 0-2 0,2 4-2 0,-2 7-2 15,-2 4 0-15,-1 3-2 0,0 5-1 16,-4 3 3-16,-5 1-5 0,-1 4 6 0,-9 1-4 15,-4-2 0-15,-5 0 1 0,-1-1-1 16,-4-3 1-16,-5-2-1 0,-2-4 1 16,2-7 0-16,0-2 1 0,3-3-1 15,2-5 2-15,1 0 2 0,3-3 0 0,-4 0-1 16,4-13-2-16,0-8-1 0,0-9 0 16,13-5 3-16,4-4-3 0,6-4-2 0,6-3 4 15,3 2-6-15,1 4 4 0,1 6 1 16,-1 8-1-16,-3 9 0 0,-2 9-1 15,-5 8 0-15,-3 3-3 0,0 10 4 16,-4 6-1-16,-1 3 1 0,-5 4 0 0,3 1 3 31,-6 3-4-31,-1-1 4 0,0 1-4 0,1-3 0 16,-1-3 2-16,-2-1-1 0,2-8 0 16,0 0 0-16,2-3-1 0,-5-4 0 15,9 2 1-15,-5-5-1 0,7-5 0 16,7 0 1-16,3-9-2 0,7-8 1 15,-1-4-2-15,-4-5 2 0,0 0-2 0,-3-2 2 16,-1 0-1-16,-2 2-1 0,-3 2 4 16,-5 5-4-16,0 3 7 0,-5 8-3 0,-4 5 0 15,-3 3 1-15,0-1-3 0,0 1 1 16,1-1 0-16,-1 1 0 0,3-2-1 16,-3 2 1-16,0-1-2 0,0 1 2 15,3-2 0-15,-3 2 2 0,1-2 0 0,-1 2 1 16,2-1-1-16,-2 1 1 0,1-2 0 15,-1 2-1-15,2-1 2 0,-2-1-3 0,1 1 1 16,1-1-2-16,-2 2 0 0,1-1-2 31,-1 1 2-31,2 0-2 0,-2 0 0 16,1 0 1-16,1 0-2 0,-1 3 3 16,3 8-1-16,-1 5 4 0,1 1-2 0,1 5 2 15,1-2-3-15,-2-1 0 0,4 0 0 16,-2-2-1-16,2 1 3 0,0-2-3 0,-2-4 1 15,4-2 0-15,-1-1 0 0,-2-3 0 16,6 2 0-16,-4-3 0 0,1-4 0 16,6-1 0-16,-2 0 0 0,8-4 1 15,-3-9 0-15,0-3 1 0,-1-6-2 0,-2-3 1 16,3-6-2-16,-2-2-2 0,-2-5 4 16,-2-3-4-16,0 3 6 0,-4 5-3 0,-2 8 0 15,-4 12 0-15,1 6 0 0,-4 7 0 16,0-1 2-16,0 1-5 0,1 0 1 15,-1 0 1-15,0 0-2 0,0 0 3 16,0 14 1-16,0 4-1 0,0 6 2 0,0-1-2 31,0 3 0-31,0-1 4 0,0 3-6 0,5 1 6 16,-1-4-6-16,2 1 2 0,3-2-1 16,2-2 0-16,1-4 1 0,2-3-1 15,1-4-1-15,3-5-1 0,3-4-9 16,5-2-18-16,4-4-33 0,2-9-72 15,3-5-162-15,-3-10-5 0</inkml:trace>
  <inkml:trace contextRef="#ctx0" brushRef="#br0" timeOffset="-23060.23">10546 12489 520 0,'0'0'59'15,"0"0"-3"-15,0 0-7 0,0 0-14 16,0 0-8-16,0 0-5 0,0 0-3 16,0 0-1-16,0 0-2 0,0 0-1 15,43-18 0-15,-8 16-1 0,3 2-3 0,-1 0-2 16,2 7-1-16,-3 3-4 0,-4 4-2 16,0 2 2-16,-8 3-7 0,-6 0 6 0,-1 3-5 15,-8-1 1-15,-6 0 2 0,-3 1-3 16,-2-1 1-16,-9 0 0 0,-5-3 0 15,-2-1 0-15,-2-2-1 0,2-3 1 16,3-4 0-16,6-3 1 0,6-3 1 0,-4-2 0 31,3 0-3-31,-2-6 3 0,0-9-2 0,6-5 1 16,5-7 0-16,12-5 1 0,5-1 1 16,7-4-5-16,4 2 3 0,3 5-3 15,4 4 2-15,-2 10 1 0,1 5 0 16,-4 9-1-16,2 2 0 0,-6 11 1 15,-5 6 0-15,-3 2 3 0,-4 4-4 0,-8 2 3 16,-3 0-3-16,-3 0 0 0,-5-1 1 0,0-3 0 16,-4-1-1-16,-6-3 1 0,0-2 0 15,-2-4 1-15,2-4-1 0,3-3 0 16,2-2 0-16,1 1 1 0,0-3 0 16,0-6 1-16,1-9-1 0,0-5 0 15,3-4-2-15,10-3 1 0,6-4 1 0,4-1-3 16,3 2 3-16,3 4-5 0,0 5 3 0,2 7 0 15,-4 8-2-15,-2 5 2 0,0 1 0 16,-2 9 1-16,-3 4 1 0,2 6 2 31,-2 1-5-31,-4 0 5 0,1 3-5 16,-3-1 1-16,-2-1 1 0,1-3 0 16,-3-4 1-16,0-2-2 0,-1-5 1 0,0 1 0 15,0-2 2-15,-2-3-1 0,3-1 1 0,5-2-1 16,5-5-1-16,6-7 2 0,3-9-2 15,0-8 1-15,2-8 0 0,-1-10-5 16,1-12 4-16,-1-11-4 0,-1-13 0 16,2-11 5-16,-2-8-3 0,-2 2-1 15,-4 6 3-15,-5 12-4 0,-9 15 4 0,-6 17 2 16,0 15-1-16,-12 14 0 0,2 9 0 0,-7 9-2 16,-1 3 2-16,-3 12-1 0,-4 6 1 15,4 6 2-15,3 5-2 0,4 3-1 16,2 4-1-16,5 5 3 0,-2 6-3 15,5 7 5-15,-2 3-2 0,5 5-4 16,-2 2 3-16,1 2-5 0,2-1 4 0,0-3-2 31,0-4 2-31,0-5 3 0,2-6-4 0,2-7 2 16,-1-8-1-16,3-12-1 0,-2-7 1 16,-3-8 2-16,-1-5-2 0,6 0 2 15,6-1 1-15,5-11-2 0,4-6 3 16,0-6-6-16,-1-7 5 0,1-1-5 15,0 0 1-15,1 2 3 0,-2 4-2 0,2 6 1 16,-8 10-1-16,2 5-1 0,3 5 2 0,0 8-2 16,6 9 2-1,-2 4 0-15,-2 5 0 0,-2 1 4 0,0 5-5 16,-6-2 3-16,3 2-3 0,-6-2 0 16,-1 0 1-16,-5-5-1 0,-4 0 1 0,-6-5-1 15,-8 0 0-15,-6-3-1 16,-6-3 1-16,-5-4 0 0,-5-4 0 0,0-4-1 15,-5-2 0-15,-2-2-1 0,5-8 2 0,2-5-1 16,3-2-1-16,1-3 2 16,10 2-2-16,6 6 2 15,5 3 0-15,8 6-1 0,3 3-1 16,0 0-2-16,0 0 0 0,0 0 1 0,0 0 2 16,9 9 1-16,8 3 1 0,5 3-1 15,1 0 2-15,2-1-1 0,3-2 2 0,3 0-2 16,1-3 2-16,1-3-1 0,2-2 0 15,2-4-1-15,1-2 0 0,2-8-1 16,3-4 1-16,1-4 0 0,1-7-2 16,1-2 1-16,-1-6-2 0,0-6-3 15,-3-6 5-15,-3-8-3 0,-2-8 2 0,-4-6 2 16,-1-4-2-16,-6 3 2 0,-4 8-2 0,-5 12 4 16,-8 18-3-16,-4 8 1 0,-5 10-2 15,-2 6-1-15,-11 2 1 0,-6 4-1 16,-5 4 2-16,0 10-1 0,1 7 1 15,2 3-2-15,3 7 2 0,1 4-1 16,7 4 1-16,0 2 0 0,4 3 0 0,3-1-1 31,3-3 1-31,0 0-2 0,2-4 3 0,5-2 0 16,4-5-2-16,1-5 4 0,5-6-5 16,2-4 2-16,4-5 0 0,3-6 1 15,3-3 0-15,4-3 1 0,-1-8-1 16,0-6-3-16,0-2 6 0,-3-5-8 15,-2-3 6-15,1-5 0 0,-1-2-2 0,-5-2 0 16,4-4 0-16,-3 2 0 0,-1 3 0 0,-6 7 2 16,-5 9-2-16,-4 8 1 0,-4 9-2 15,0 2 0-15,3 1 2 0,8 10 0 16,-2 6 2-16,4 4 1 0,-3 0-1 16,3 0-1-16,-2 1 1 0,3-3-1 15,1 2 2-15,1-1-1 0,0 0 0 0,-1-2-3 16,-3 0 0-16,-1 0-1 0,-6-5 1 0,-7 2 2 15,-1 2-3-15,-13 1 4 0,-10 3-3 16,-6-3 0-16,-4-1 0 0,-4-2 0 16,4-3 0-16,3 1 0 0,8-6 0 31,10-2-2-31,8-2 1 0,4 1 1 16,0 4 1-16,13 4 3 0,13 1-1 0,16 0-1 15,13-3 1-15,12 1-2 0,9-3 2 0,5-1 0 16,6-1-1-16,0-3 0 0,-5-1-1 15,-8-2-2-15,-7 0 1 0,-14-5 0 16,-14-1-2-16,-13 2-2 0,-14-1-14 16,-9-3-34-16,-5-2-124 0,-9-7-146 15,-8-4-12-15</inkml:trace>
  <inkml:trace contextRef="#ctx0" brushRef="#br0" timeOffset="-15942.45">14650 12385 487 0,'0'0'64'0,"0"0"-17"0,0 0-12 0,0 0-15 15,0 0 2-15,0 0 2 0,0 0 5 16,0 0 0-16,53-30-2 0,-14 23-5 0,6-1-5 16,9 0-2-1,3 0-4-15,4 2-4 0,-3 1-4 0,-6 4-2 0,-4 1-1 16,-11 0-1-16,-6 6 0 0,-8 1-3 15,-8 1-4-15,-4 2-9 0,-7-2-10 0,-2 1-20 16,-2 6-24-16,-5-3-46 0,-9 4-91 16,-5-4-60-1</inkml:trace>
  <inkml:trace contextRef="#ctx0" brushRef="#br0" timeOffset="-15743.6">14692 12578 617 0,'0'0'47'0,"0"0"6"0,0 0-8 16,0 0-15-16,0 0-13 0,0 0-1 15,0 0 0-15,0 0 1 0,0 0-3 16,0 0-5-16,86 16-3 0,-39-16-2 16,6 0-4-16,8-3 0 0,4-3-5 0,5-1-6 15,2-3-9-15,2-2-26 0,2 0-47 16,-4-3-110-16,1 1-104 0</inkml:trace>
  <inkml:trace contextRef="#ctx0" brushRef="#br0" timeOffset="-15425.54">16368 11682 618 0,'0'0'29'15,"0"0"11"-15,0 0 5 0,0 0-5 16,-15-81-5-16,15 75-9 0,0 0-5 16,0 6-5-16,0-2-4 0,0 2-3 0,0-1-2 15,0 1 0-15,5 9 0 0,5 13 3 0,3 11-5 16,-2 8 1-16,-1 4-4 0,-2 7-1 16,-4 3 4-1,-1-1-3-15,0 2 1 0,-2 1-2 0,1-3-3 0,-1-1 1 16,1-2 0-16,-1-6 1 0,3-4-2 15,-1-8 1-15,0-4-4 0,0-9-3 0,1-5-7 16,-1-4-6-16,-1-7-15 0,2 7-20 16,-2-6-50-1,-1-1-156-15,-1 0-41 0</inkml:trace>
  <inkml:trace contextRef="#ctx0" brushRef="#br0" timeOffset="-15125.47">16021 12609 665 0,'0'0'37'0,"0"0"9"16,0 0 0-16,0 0-14 0,0 0-12 16,0 0-8-16,0 0-7 0,0 0-2 0,0 0-1 15,0 0 0-15,12 0 1 0,28-6-1 0,12 0 0 16,10 2-1-16,12-3 1 0,8 1-1 15,6 0 1 1,2 0-1-16,1 0 0 0,-4 2 0 0,-3 0-1 0,-9 3 0 31,-7-1 0-31,-10 2-1 0,-9 0-2 16,-11 0 1-16,-12 0-2 0,-12 0-1 0,-4 0-6 16,-6 2-9-16,1-1-13 0,-1 1-18 15,-4-2-39-15,0 5-71 0,-9 0-130 0</inkml:trace>
  <inkml:trace contextRef="#ctx0" brushRef="#br0" timeOffset="-14625.58">16201 12916 615 0,'0'0'24'0,"0"0"14"0,0 0 6 0,0 0-3 16,67-87-9-16,-40 78-8 0,2 1-4 16,5 5 0-16,0 2-3 0,1 1-1 0,2 6-3 31,-2 8-3-31,-2 4-4 0,-2 8-2 16,-4 3-1-16,-3 6-2 0,-3 2 3 15,-1 4-5-15,-5 2 2 0,2 1-2 16,-4 0 1-16,2 0 6 0,-4-1-5 0,2-3 5 15,-1 0-6-15,-2-4-1 0,0-4 0 16,-1-3 0-16,-3-11 1 0,-2-1-1 0,0-8 2 16,-2-4-1-16,-1-1 1 0,-1-4 2 15,0 0-1-15,0 0-1 0,2-15 0 16,-2-6 0-16,0-11-1 0,-5-1 0 16,-5-2-1-16,-2-2-4 0,-2 5 5 0,-2 4-6 15,-3 3 5-15,-1 7 0 0,-2 7 0 16,-2 4 1-16,-4 7 0 0,-2 0 0 0,1 7 0 15,-4 8 0 1,0 7 2-16,-4 2 5 0,1 5-5 0,-1 3 5 0,1 3-6 31,1 1-2-31,2 2 2 0,2 2-2 16,5-1 2-16,3 1-2 0,6-3 2 0,1-5-3 16,6-4 0-16,2-10-2 0,5-8-5 15,2-5-8-15,1-5-10 0,0 0-31 0,0 0-97 16,0-18-155-16,4-10-17 0</inkml:trace>
  <inkml:trace contextRef="#ctx0" brushRef="#br0" timeOffset="-5943.22">7101 14637 391 0,'0'0'48'0,"0"0"5"0,0 0 0 15,0 0 0-15,0-83-15 0,3 77-6 0,-3-3-7 16,3 4-7-16,-3 0-6 0,3 1-3 15,-3 4-3-15,4 0 1 0,5 12 5 16,4 8-6-16,3 10 4 0,-2 5-8 0,-2 1-2 16,-2 4 0-16,0 1-1 0,2 2 1 15,-2-5-1-15,4 2-1 0,1-2 0 16,5-6 1-16,3-3-1 0,0-8 2 0,2-6-1 16,5-7-1-16,-1-8 1 0,3-3 1 15,0-14 1-15,-2-7 3 0,-1-5-2 0,-3-4 0 16,-4-4 2-16,-6 2-1 0,-2 2 2 15,-4 1 4-15,-2 11 6 0,-3 1 3 16,-2 9 3-16,-3 5-2 0,0 2-6 31,0 4-5-31,0-2-5 0,0 2-1 0,3 12-1 16,-3 10 2-16,3 11-2 0,-2 8 2 16,2 11-2-16,0 5 2 0,0 9-3 15,2 6 2-15,-4 6 1 0,2 4-3 0,-3 6 3 16,0 3-3-16,0 0-3 0,0 0 3 15,0-3-3-15,-3-7 3 0,0-9 3 16,-4-6-5-16,-2-8 5 0,-1-10-3 0,-2-10-1 16,-1-7 1-16,2-12 0 0,-2-8 0 15,-6-10 1-15,-4-1 1 0,-10-13-1 16,-5-9-1-16,2-5 0 0,-3-5 0 0,0-1 1 16,4-7-1-16,6-1-3 0,7-1 4 15,8-2-5-15,11-5 4 0,5-1 1 16,19-3-2-16,11 0 0 0,13 0-2 0,10 1-1 15,7 5-8-15,9 3-8 0,4 5-18 16,-1 0-36-16,-1 4-83 0,-6 1-142 0,-2-2 0 31</inkml:trace>
  <inkml:trace contextRef="#ctx0" brushRef="#br0" timeOffset="-5593.41">8665 14801 349 0,'0'0'67'0,"0"0"-3"16,12-89-7-16,-12 60-8 0,0 1-7 15,-7 3-1-15,-3 2-5 0,0 5 0 0,-4 1-5 16,-1 6-11-16,3 4-2 0,-3 5-9 31,-7 2 3-31,3 6 3 0,-10 11-6 0,0 7 5 0,0 8-6 0,-1 10-2 16,4 10 0-16,0 13-4 0,4 10 2 0,2 8-5 31,3 8 4-31,5 5 0 0,5 7-2 16,7 5 2-16,3 4-3 0,13 2-3 0,8-2 3 15,8-5 2-15,4-8-2 0,3-12-1 16,3-10-6-16,-1-17-7 0,-1-11-8 15,-4-16-14-15,-8-11-16 0,-8-15-34 16,-3-7-71-16,-8-19-132 0</inkml:trace>
  <inkml:trace contextRef="#ctx0" brushRef="#br0" timeOffset="-5110.13">8563 15388 724 0,'0'0'42'15,"0"0"-2"-15,0 0-3 0,80-76-9 16,-46 60-11-16,3 1-4 0,2 3-3 16,-3 4-2-16,4 4-2 0,-4 4-4 15,-2 0-1-15,-4 5-1 0,-4 6-2 0,-3 4 1 16,-5 4 1-16,-8 0-1 0,-3 4-1 15,-6 3 0-15,-1 0-2 0,-8-1 1 16,-4 1 1-16,-4-2-1 0,-1-2 2 0,-2-4 1 16,3-3-1-16,3-4 1 0,6-5 1 15,6-3-1-15,1-3 3 0,0 0-1 16,0-13 0-16,4-7 0 0,13-11-3 0,5-4 3 16,4-1 0-16,3-1 0 0,3 5-1 15,-5 2 2-15,-2 4-4 0,-7 5 4 16,-6 8 1-16,-6 3-4 0,-2 7 8 0,-4 3-3 15,0-1 0 1,0 1 1-16,0 0-6 0,0 0-1 0,-4 11 1 0,-2 7-1 31,-4 9 0-31,0 5 0 0,6 1-2 0,1 2 2 16,3 2 0-16,0-3 0 0,4 0 0 16,9-2-1-16,0-3-1 0,4-5-2 0,1-4-5 15,5-7-18-15,3-1-28 0,1-7-76 16,4-5-168-16,-4-6-20 0</inkml:trace>
  <inkml:trace contextRef="#ctx0" brushRef="#br0" timeOffset="-4859.87">9490 15582 767 0,'0'0'45'0,"0"0"1"0,0 0-8 0,0 0-15 15,80 0-7-15,-53 1-3 0,6 5-4 16,1 5-3-16,-4 2 0 0,3 4-4 16,-2 3 1-1,-5 4-2-15,-4 3 0 0,-4 5-2 16,-6 3 2-16,-2 3 2 0,-9 1-4 16,-1 4 4-16,-14 1-6 0,-4-1-3 15,-6-1-1-15,-5-3-6 0,-1-4-4 0,-2-3-13 16,0-8-17-16,5-8-37 0,5-7-83 15,4-9-143-15,7-11 13 0</inkml:trace>
  <inkml:trace contextRef="#ctx0" brushRef="#br0" timeOffset="-4510.04">10411 15144 753 0,'0'0'39'0,"0"0"-5"0,0 0-2 0,0 0-9 0,0 0-5 31,0 0-6-31,51-81-4 0,-42 79-1 0,5 2-3 16,-1 0-1-16,3 9 0 0,-3 9-2 16,-4 7 0-16,-5 9-2 0,-4 6 6 0,0 5-5 15,-6 5 4-15,-4 4-2 0,-1 1-3 16,-1 5 1-16,5-1-2 0,2 0 1 15,5-4-1-15,0-5 0 0,5-8 1 16,6-7 1-16,5-9-1 0,6-9 1 0,3-8-2 16,5-8 1-16,3-1-1 0,2-15-2 15,7-6-9-15,-3-6-8 0,0-5-9 0,-4-5-14 16,-3-1-18-16,-8 4-22 0,-5-3-46 16,-9 5-65-16,-9 1-70 0</inkml:trace>
  <inkml:trace contextRef="#ctx0" brushRef="#br0" timeOffset="-4310.18">10123 15440 759 0,'0'0'57'15,"0"0"-9"-15,0 0-10 0,0 0-14 0,0 0-10 16,0 0-7-16,0 0-4 0,0 0 0 15,105-38-2-15,-49 32-1 0,6 3 0 0,5-2-1 16,4 3-4-16,2-3-6 0,1 2-11 16,1-2-23-16,-2 1-56 0,1-1-111 15,-7-5-110-15</inkml:trace>
  <inkml:trace contextRef="#ctx0" brushRef="#br0" timeOffset="-3993.53">11162 14736 772 0,'0'0'49'0,"0"0"-10"31,0 0-8-31,0 0-6 0,0 0-8 0,0 0-4 16,0 0-1-16,0 0-3 0,108-3 0 16,-67 25-1-16,6 9-2 0,7 7-1 15,4 10 1-15,7 9-7 0,3 5 4 0,1 8-2 16,1 2 0-16,-4 9 3 0,-5 4-4 15,-10 7 0-15,-14 5 0 0,-17 4-3 16,-20 2 2-16,-11-3 2 0,-25-2-3 0,-12-8 2 16,-11-6-3-16,-5-12 2 0,3-12 1 15,2-15-1-15,10-10 3 0,10-10-2 0,11-11-1 16,7-9-3-16,6-5-4 0,6 0-11 16,-2-9-13-1,5-6-24-15,6-5-59 0,0-5-198 0,8 2-18 0</inkml:trace>
  <inkml:trace contextRef="#ctx0" brushRef="#br0" timeOffset="-3275.64">12982 15431 539 0,'0'0'19'0,"0"0"13"0,0 0 11 0,0 0 6 15,0 0-8-15,0 0-9 0,0 0-10 16,-78-18-6-16,71 19-2 0,3 1 0 0,1 1 1 31,3 1 1-31,0 6 1 0,6 3 2 16,13 2-1-16,15-3-3 0,15-2 0 16,15-6-3-16,18-1-3 0,9-1-3 15,8-1-2-15,4 1-3 0,-1 3 1 0,-5 0-2 16,-6 1 1-16,-10 2-1 0,-10 1 0 15,-13-1-2-15,-13-1 2 0,-16-2-1 16,-9 1 1-16,-10-3 3 0,-7-2-4 0,1 3 1 16,-4-4 0-16,0 4-2 0,0 0 2 15,-1 4 0-15,-4 0-1 0,-2-4-3 16,3 3-8-16,-5-4-15 0,2 1-25 0,-3-1-53 16,-6 2-106-16,1-5-106 0</inkml:trace>
  <inkml:trace contextRef="#ctx0" brushRef="#br0" timeOffset="-2943.36">13235 15809 680 0,'0'0'25'0,"0"0"10"16,0 0 5-16,0 0-6 0,0 0-13 15,0 0-9-15,0 0-3 0,0 0 1 16,0 0 1-16,0 0 3 0,0 12-2 0,18-4-2 16,12 1 1-16,9-4-3 0,12-1-1 15,10-3 1-15,11 1-3 0,6-2 0 16,4 1-5-16,1 3 1 0,1-1 1 0,-8 0 4 16,-5 1-5-16,-9 1 3 15,-8-2-6-15,-11 0-3 0,-14-2 4 0,-12-1 1 16,-5 2 0-16,-7-1 5 0,-1-1-5 0,2 2 0 15,-6-2-2-15,0 0-1 0,0 0-6 16,0 0-12-16,0 0-24 0,0 0-66 16,0 0-190-1,-2-3-30-15</inkml:trace>
  <inkml:trace contextRef="#ctx0" brushRef="#br0" timeOffset="539.93">15140 16167 607 0,'0'0'10'0,"0"0"13"0,0 0 8 16,0 0 1-16,0 0-3 0,0 0-8 0,0 0-6 16,0 0-1-16,0 0 0 0,16 26-1 15,-15-23 0-15,2 2-2 0,-3-5-1 16,0 0-1-16,0 0 1 0,2 1 2 0,2-1 2 15,5-3-3-15,2-15-4 0,5-11-2 16,3-14-6-16,3-8 3 0,4-13-1 31,0-10-4-31,0-16 4 0,3-13-3 0,1-14 1 16,-1-9 5-16,0-3-5 0,-2 3-1 0,-1 9 2 16,-3 16-2-16,-2 19 2 15,-2 21 2-15,-4 18-2 0,-6 20 1 0,-3 11-1 16,3 11 0-16,5 4 0 0,5 12 1 15,10 12 1-15,1 13 0 0,2 8 1 16,0 10-2-16,-2 7 2 0,-1 5 2 0,-4 5-4 16,-4 4 4-16,-3 4-3 0,-4 5-2 15,-2 0 3-15,-2-3-4 0,-6-4 3 16,2-12 1-16,-5-8-3 0,-1-9 5 0,0-11-3 16,0-14-1-16,-1-7 0 0,-1-8-1 15,1-8-1-15,1 3 2 0,0-7-1 16,0 0-1-16,0 0-7 0,0 1-17 0,0-1-31 15,0 2-97-15,0-1-163 0,-4-1-16 16</inkml:trace>
  <inkml:trace contextRef="#ctx0" brushRef="#br0" timeOffset="722.71">15176 15675 794 0,'0'0'24'0,"0"0"8"0,0 0 0 16,123-7-11-16,-67 4-8 0,9-2-8 15,8-1-2-15,8 3-3 0,4-1-4 16,8 2-13-16,6-1-27 0,4 0-80 0,5-4-188 16,-2-9-17-16</inkml:trace>
  <inkml:trace contextRef="#ctx0" brushRef="#br0" timeOffset="1239.78">16745 15829 635 0,'0'0'63'15,"0"0"-6"-15,0 0-12 0,0 0-14 16,0 0-10-16,0 0-3 0,0 0-5 0,0 0-5 16,0 0-2-16,-14 0-2 0,14-2-2 15,6-4 1-15,9-3-2 0,8-5-1 16,3-3 0-16,5-2-2 0,-3-4 3 0,0-3-1 15,-3-3 0-15,-4-4 1 0,-4 0 0 16,-5-2-2-16,-6 4 2 0,-4 6-1 16,-2 5 1-1,-8 5 1-15,-7 4-2 0,-7 5 0 16,-6 3 1-16,-8 3-1 0,-3 4 1 16,-4 8 4-16,-3 8-4 0,2 5 0 15,2 7-1-15,2 7 0 0,8 5 0 0,6 5 4 16,7 4-4-16,8 0 2 0,9 0 4 15,4 0-6-15,16-1 5 0,13-2-4 16,9-5-1-16,11-4 2 0,8-7-2 0,6-9 2 16,6-9-2-16,3-9 1 0,-2-7-2 15,-1-3 2-15,-6-10-2 0,-7-6 1 16,-8 0-1-16,-12-4-5 0,-9 3-4 0,-12 3-12 16,-8 7-22-16,-6 2-37 0,-3-2-93 15,-10-2-133-15</inkml:trace>
  <inkml:trace contextRef="#ctx0" brushRef="#br0" timeOffset="2041.15">17419 14879 466 0,'0'0'52'0,"0"0"1"0,0 0-5 31,0 0-7-31,0 0-8 0,0 0-11 16,0 0-6-16,0 0-6 0,0 0 0 16,0 0-2-16,-36-7 3 0,36 7 5 0,0 0 4 15,0 10 4-15,16 0-1 0,8 2-3 16,15-4-5-16,15-7-2 0,14-1-3 15,13 0-3-15,4 0-1 0,6-1-4 0,-2 0-1 16,-9 1 0-16,-9 0-2 0,-10 0 2 16,-12 0-2-16,-8 2 1 0,-15 0 0 15,-12-1-1-15,-7 1 3 0,-7-2 0 0,0 0 2 16,0 0 0-16,0 1 0 0,0-1-1 16,0 2-1-16,-14-1 0 0,2 1-1 15,-6-2 0-15,6 0-1 0,5 0-1 0,3 0-3 16,-1 0-6-16,1 0-19 0,-1-2-38 15,1 1-129-15,4 1-128 0,0-8 4 16</inkml:trace>
  <inkml:trace contextRef="#ctx0" brushRef="#br0" timeOffset="2823.07">18904 14261 617 0,'0'0'39'0,"0"0"1"0,0 0 3 16,0 0-5-16,0 0-11 0,0 0-13 16,0 0-9-16,0 0-3 0,0 0-1 15,0 0 2-15,22-3 0 0,-21 42 3 0,-1 5-4 16,0 3 1-16,-4 4 2 0,0-3-5 16,2-1 4-16,2-2-5 0,0-5 0 15,2-4 2-15,6-5-2 0,2-5 1 0,6-5 0 16,5-6 0-16,3-5 0 0,3-3 0 15,5-7 0-15,0 0-1 0,0-13-1 16,-3-2-7-16,-2-4-12 0,-3-4-24 0,-6-4-45 31,-3-4-90-31,-11-7-114 0</inkml:trace>
  <inkml:trace contextRef="#ctx0" brushRef="#br0" timeOffset="3141.13">18842 13719 544 0,'0'0'38'0,"0"0"0"0,0 0 6 16,0 0-2-16,0 0-6 0,69-82-8 16,-47 80-8-16,2 2-7 0,0 4-4 15,0 6-3-15,-1 3-3 0,-5 6-1 0,-1 2-2 16,-5 2 2-16,-4 3-2 0,-3 1 0 15,-5 0 0-15,-2-1 0 0,-9 0 5 16,-4-3-5 0,-5-3 5-16,-2-5-5 0,-4-7 0 15,2-4 1-15,-1-4-1 0,4-8 0 16,6-9-5-16,3-5 4 0,5-6-4 16,7-2 2-16,2-5 1 0,12 0-3 0,4 2 0 15,5 4-4-15,3 6-7 0,0 10-6 16,0 6-18-16,-3 7-23 0,-3 10-50 15,-1 8-86-15,-9 4-67 0</inkml:trace>
  <inkml:trace contextRef="#ctx0" brushRef="#br0" timeOffset="3840.87">20026 14114 583 0,'0'0'48'0,"0"0"0"15,0 0-5-15,0 0-15 0,0 0-12 0,0 0-7 16,0 0-2-16,0 0-2 0,0 0 2 16,48 5-5-16,-42 6 0 0,-5 6-1 15,-1 2-1-15,0 3 0 0,-4 5 0 0,-5-2-1 16,-1-4 0-16,-2-3 0 0,1-3-1 16,-5-4 0-16,6-4 2 0,-6-4 0 15,0-3 0-15,-3-3 0 0,-2-12-2 0,3-6 2 16,2-8 0-16,6-6 2 0,4-4-1 15,6-5 0-15,3-5-1 0,12-2 2 16,6-4-2-16,8-1-4 16,3 3 5-16,3 6-4 15,3 5 5-15,3 9-1 0,1 11 3 16,3 9 2-16,-1 12 1 0,-1 2 1 16,0 16-1-16,-4 7-4 0,-5 6 1 0,-4 9 3 15,-7 3-4-15,-8 6 4 0,-7 7-3 16,-8 4-4-16,-8 6 1 0,-13 6-3 15,-9 3 1-15,-10 2-1 0,-7 0 0 0,-5-2 2 16,-3-1-5-16,-1-6 1 0,-4-7-6 16,3-5-3-16,-1-11 1 0,4-9 2 15,4-9 3-15,8-11 4 0,6-11 3 0,5-4 2 16,10-13-1-16,6-10 3 0,8-8-4 16,7-3 2-16,6-2-2 0,11 2 2 15,9 5-1-15,6 6 1 16,6 10 1-16,5 5 1 0,2 8 3 0,2 1-1 0,0 12 2 15,0 5-3-15,-5 2-2 0,0 4-2 16,-6 2-2-16,-1-1 0 0,-2 0 0 0,1-1-2 31,-2-3 1-31,-2-4-5 0,-3-4-6 16,-1-3-19-16,-1-6-33 0,-5-4-93 16,2-1-139-16</inkml:trace>
  <inkml:trace contextRef="#ctx0" brushRef="#br0" timeOffset="4106.74">20615 14232 691 0,'0'0'47'0,"0"0"-6"0,0 0-2 15,0 0-10-15,0 0-6 0,0 0-5 0,116-56-6 16,-63 51-2-16,9 2-3 0,6 0-2 15,5 2-1-15,0-1-1 0,-3 2-2 16,-8 0-1-16,-6 0-1 16,-11 0 0-16,-14 0-1 15,-7 0 0-15,-10 0-1 0,-8 0 1 16,0 2-7-16,-6-2-10 0,0 0-21 16,-1 0-30-16,-15 0-54 0,-8-5-102 0,-12 0-75 15</inkml:trace>
  <inkml:trace contextRef="#ctx0" brushRef="#br0" timeOffset="4340.76">20947 14161 690 0,'0'0'52'0,"0"0"3"0,0 0-10 0,0 0-14 16,0 0-10-16,0 0-7 0,0 0-4 16,0 0-3-16,0 0 0 0,35 100-2 15,-35-63 0-15,-3 6-3 16,-6 0 0-16,-2 0-2 0,-1 2 1 0,2 2 1 0,-1-2-2 15,5-2 2-15,2-4-2 0,1-4-1 16,3-11 0-16,0-2-1 0,0-9 2 0,0-1-11 31,0-1-8-31,0-6-15 0,1 1-22 16,2-6-69-16,4-6-179 0,3-11-15 16</inkml:trace>
  <inkml:trace contextRef="#ctx0" brushRef="#br0" timeOffset="4530.11">21169 14232 769 0,'0'0'44'0,"0"0"-1"0,0 0-10 15,0 0-10-15,0 0-5 0,0 0-4 0,59 86-4 16,-53-59-1-16,-1 5-3 0,-2 5-1 16,2 3 2-16,-2-1-6 0,0 2 3 15,-1-2-4-15,3 1-2 0,2-4 2 0,-1 1-2 16,1-4-3-16,0-2-9 0,1-11-12 15,-3-6-30-15,1-3-73 0,-3-6-190 16,4-4-20-16</inkml:trace>
  <inkml:trace contextRef="#ctx0" brushRef="#br0" timeOffset="5190.07">22421 13221 405 0,'0'0'52'16,"0"0"2"-16,0 0 3 0,0 0-3 15,0 0-7-15,0 0-12 0,0 0-6 0,0 0-9 16,0 0-3-16,-68-44-3 0,46 61 2 15,-7 11 3-15,-4 12-5 0,-3 13 3 16,-3 14-7-16,-6 15-3 16,-1 15 2-16,-3 12 2 15,1 14-2-15,2 14 0 0,4 12-2 16,4 12-2-16,10 7-2 0,8 3 1 16,13 2-3-16,7-6 2 0,12-6-4 0,14-11 3 15,10-11-2-15,10-13-2 0,6-17 4 16,3-18 1-16,3-15-5 0,-2-18 5 15,-3-16-3-15,-3-10-2 0,-8-10 0 0,-3-10-6 16,-13-6-9-16,-7-6-19 0,-6-6-43 16,-12-13-112-16,-1-8-129 0</inkml:trace>
  <inkml:trace contextRef="#ctx0" brushRef="#br0" timeOffset="5624.55">22278 14422 653 0,'0'0'33'0,"0"0"5"15,52-93 0-15,-29 69-4 0,1 4-7 16,1 8-9-16,4 4-5 0,0 8-1 15,1 2-3-15,-1 13-2 0,0 5 0 0,-1 4-3 16,-4 5 1-16,-1 4-1 0,-1 2-1 16,-2 1 3-16,0 1-6 0,-2-1 1 15,1-2-1-15,-2-2 0 16,-1-7 0-16,-3-2 0 0,-3-9 0 0,-6-5-1 0,-1-5 3 16,-3-4 0-16,0 0 1 0,2 0 3 15,2-7-4-15,2-14 0 0,1-13-1 0,3-14-6 16,0-11 5-16,6-15-3 0,-1-11 2 15,5-5 2-15,0-4-2 0,5 5 3 16,-1 11-4-16,-1 14-2 16,-3 15 4-16,-6 20-6 15,-7 14 6-15,-4 9-2 0,-3 6 1 16,0-1-1-16,1 1 2 0,1 3 5 16,-2 9-6-16,0 9 4 0,0 3-9 0,0 8-15 15,0-2-29-15,0 0-85 0,3-2-174 16,0-8-16-16</inkml:trace>
  <inkml:trace contextRef="#ctx0" brushRef="#br0" timeOffset="6040.83">23663 13778 462 0,'0'0'68'0,"0"0"2"31,0 0-3-31,0 0-12 0,0 0-13 16,0 0-13-16,0 0-8 0,0 0-3 16,0 0-2-16,0 0-2 0,17-35-1 0,-15 35-5 15,-2 0 0-15,0 0-2 0,0 3 2 16,0 17 0-16,-6 12 0 0,-5 10 3 15,-1 8-4-15,-3 5 1 0,-3 7-5 0,-4 7-2 16,3 5 2-16,-2 5-4 0,2 3 3 16,1 1 0-16,4 0-2 0,5-3 4 15,3-7-4-15,5-8 0 16,1-9 0-16,7-9-1 0,6-9 1 0,8-9 2 0,2-11-2 16,5-7 0-16,7-11-1 0,4-7-3 15,5-11 0-15,-2-4-3 0,-2-7-6 0,-3 0-4 16,-6 0-10-16,-2-1-12 0,-7 2-13 15,-8-2-36-15,-5 3-67 0,-9 0-139 16</inkml:trace>
  <inkml:trace contextRef="#ctx0" brushRef="#br0" timeOffset="6373.14">23203 14368 627 0,'0'0'46'0,"0"0"7"0,0 0 0 16,0 0-10-16,0 0-16 0,0 0-6 16,0 0-6-16,0 0-3 0,94 12-1 15,-65-12-4-15,7 0-2 16,3 0-1-16,6-5-4 0,7-2 1 0,5 1 0 0,-1 1-2 15,-1 0 1-15,-4 0 0 0,-5 3 0 16,-10 2 0-16,-12 0 0 0,-4 0 0 0,-9 2-1 31,-7-2 1-31,2 1-2 0,-6-1 2 16,0 0-1-16,0 0 0 0,0 2-3 16,0 1-6-16,0-1-20 0,-7 4-34 0,-2 0-114 15,5-3-141-15,-6-1 4 0</inkml:trace>
  <inkml:trace contextRef="#ctx0" brushRef="#br0" timeOffset="7107.66">24785 14604 399 0,'0'0'74'16,"0"0"-10"-16,0 0-10 0,0 0-7 0,0 0-7 15,0 0-3-15,0 0-5 0,0 0-6 16,0 0-1-16,0 0-4 0,-18-6-4 15,16 6-3-15,1 0-2 0,-1 0-2 0,2 0-2 16,-1 0-2-16,1 0-1 0,0 0 0 16,1 0 2-16,18 0 0 0,17-4 1 15,22-1 0-15,17-5-2 16,19 0 0-16,16-4-5 0,7 2 6 0,0 3-6 0,1 1 4 16,-10 5 0-16,-11 3-5 0,-16 0 1 15,-13 2 0-15,-19 2 3 0,-19-1-5 0,-12 1 5 16,-11-3-3-16,-7-1 1 0,0 0 1 15,0 3 0-15,-12 3-1 0,-9 0-1 16,-10 1 2-16,-1-3-2 16,2-3 1-16,3-1-1 15,7 0-1-15,9 0-1 0,2 0-1 16,5-1-7-16,0-1-14 0,0 0-30 16,4 2-91-16,0-7-178 0,0-5-20 0</inkml:trace>
  <inkml:trace contextRef="#ctx0" brushRef="#br0" timeOffset="10723.41">26752 13937 490 0,'0'0'63'0,"0"0"-10"0,0 0-10 0,0 0-9 15,0 0-13-15,10-83 1 0,3 65-10 16,7 3 6-16,6-1-1 0,6 2 2 0,6 6-4 31,2 1-2-31,5 7-1 0,-3 0-4 16,-2 11-3-16,-5 6 0 0,-6 4 1 16,-6 5-4-16,-5 3 3 0,-7 1-6 15,-2 3 1-15,-6-1 0 0,-3 2 0 0,0 1 0 16,-6-3-1-16,-4-2 2 0,-2-2-1 15,-2-1 1-15,1-6-1 0,-3-3 2 0,6-6-2 16,3-4 1-16,4-4 2 16,3-4-1-16,0 0 2 0,0 0 0 0,0 0 1 15,0-12 0-15,4-11-1 0,11-7-2 16,9-5 0-16,7-3-2 0,5-3 1 0,5 0 0 16,1 0 1-16,-2 3-1 0,-3 2-3 15,-7 4 5-15,-6 3-2 0,-4 3 3 0,-7 3 3 16,-3 8-2-16,-6 6 1 15,-1-2-2-15,-3 6 0 0,0-2-3 0,0 0 0 16,-1 4-1-16,-12 3-1 0,-3 1 1 0,-4 15-2 31,-6 9 1-31,4 7 0 0,0 8 1 16,6 2 4-16,3 5-3 0,6 2 3 16,6-1-4-16,1-1-2 0,7-1 2 0,7-3-2 15,7-4 1-15,3-6 0 0,6-4-1 16,5-9-1-16,6-9-1 0,5-10-1 15,4-1-1-15,1-14-1 0,0-4-1 16,-5-5 0-16,-3 1 0 0,-6-3 3 0,-7 5-1 16,-7 5 1-16,-8 5-2 0,-8 4-3 15,-2 4-8-15,-5 2-20 0,0-2-27 0,-2 2-37 16,-10 0-57-16,-8 8-117 16</inkml:trace>
  <inkml:trace contextRef="#ctx0" brushRef="#br0" timeOffset="11201.67">26865 14708 389 0,'0'0'86'0,"0"0"-16"0,0 0-18 15,0 0-9-15,0 0-5 0,0 0-3 16,0 0-4-16,0 0-3 0,0 0-2 0,0 0-4 16,-73 35-2-16,65-30-2 0,3-3-4 15,1-1-2-15,4-1-4 0,-1 0-2 0,1 0-1 16,-2 1 0-16,2-1 0 15,-1 2 2-15,1 2 1 0,16 1 1 0,10 2 0 16,14 1-2-16,15-3-1 0,10-2-1 16,13-2-1-1,12-1-2-15,7 0 2 0,7-1-3 16,2-2 1-16,-1 2-1 0,-5-1-1 16,-8 2 0-16,-8 0 0 0,-11 0 0 0,-11 0 0 15,-12 0 1-15,-9 0-1 0,-15 0 1 16,-12 0 1-16,-8 0 2 0,-6 0 1 15,0 0 1-15,0 0-2 0,3 0-3 16,-2 0 1-16,1 0-2 0,-1 0 0 0,1 0 0 16,-1 0-2-16,1 0-2 0,-1 0-6 15,-1 0-12-15,0 0-24 0,0 0-54 0,0 0-214 16,-4-2-26-16</inkml:trace>
  <inkml:trace contextRef="#ctx0" brushRef="#br0" timeOffset="12739.96">26980 15472 559 0,'0'0'63'0,"0"0"-7"16,0 0-11-16,0 0-11 0,0 0-4 0,43-85-4 15,-29 77-3-15,0 5-1 0,7 3-3 16,-1 3-1-16,3 8-4 16,-1 6-3-16,-2 4-4 0,-3 2-3 0,1 4 0 15,-2 0-1-15,1 4-1 0,0 1 0 16,1 0-2-16,0-2 1 0,0-1-2 0,-1-4 2 16,1 0-2-16,-1-4 2 0,-4-3-1 0,-2-5 0 15,-5-6 0-15,-2-2 0 0,-1-2 0 16,0 0 2-16,0-1 0 15,-3-2-1-15,2 0 2 0,5-5-2 0,-1-9 1 16,2-6-2-16,0-4 3 0,-1-2-3 16,-3-1 0-1,-1 6 0-15,-3-1 2 0,0 5-2 16,-2 7 3-16,-9-3 1 0,-4 6-3 0,-8 7 0 16,-8 0 1-16,-7 8-2 0,-6 9 2 15,-5 2 0-15,-1 6-1 16,0 2 1-16,-1 2-1 0,2 1 1 0,2 2-2 15,2 1 0-15,6 1 4 0,5 0-4 16,3 0 4-16,5-4-4 0,7-2 0 0,6-8 0 16,6-10-2-16,6-4 1 0,1-6-2 0,0 0-1 15,0 0-1-15,0 2-2 0,0-1-4 16,0 0-4-16,0-1-7 0,0 2-16 16,3-2-34-16,4-4-86 0,4-7-159 15,-1-6 2-15</inkml:trace>
  <inkml:trace contextRef="#ctx0" brushRef="#br0" timeOffset="13405.46">28076 13303 345 0,'0'0'66'0,"0"0"-9"0,0 0-2 15,0 0-10-15,0 0-4 0,2-79-7 0,-1 69-8 16,1-1 3-16,-1 6-7 0,1 1 1 16,-2 4-5-16,0-2-5 0,0 2-3 0,0 0-1 15,7 0 1-15,9 3 2 0,11 12 8 16,11 9-4-16,8 11 3 0,9 10-7 16,9 12-3-16,7 12 0 0,7 13-3 15,3 10 1-15,1 13-1 0,1 12-1 16,-8 12-3-16,-11 15 0 0,-17 14-1 0,-21 12 1 15,-20 9-2-15,-15 3 0 0,-20-1 0 0,-12-8-1 16,-6-13 2-16,-5-12-2 0,-3-18 4 16,-1-18-4-16,-1-16 4 0,4-20-1 31,2-15-3-31,8-16 4 0,7-11-2 16,8-11 0-16,11-10 1 0,8-5-2 15,6-5 0-15,3-3 0 0,-1 0-3 0,1 0 0 16,0 1 0-16,0-1-4 0,0 3-8 0,4-1-18 15,1 0-42-15,2-1-111 0,0-2-138 16</inkml:trace>
  <inkml:trace contextRef="#ctx0" brushRef="#br0" timeOffset="26640.1">27046 15550 43 0,'0'0'17'0,"0"0"-2"15,0 0-2-15,0 0-2 0,0 0-3 16,0 0-2-16,0 0-1 0,0 0-1 15,0 0-2-15,-6-13-2 0,4 13 0 0,1-1 0 16,-5-1 0-16,-1 1 1 0,1-1 4 0,-4 2 1 16,5 0 3-16,0 0 4 0,-1 0 3 15,6 0 4-15,-1 0 5 0,1 0 4 16,-2 0 7-16,1 0 2 0,-1 0 0 16,1 0-1-16,-1 0-5 0,1 0-6 15,-1 0-4-15,1 0-6 0,0 0-3 0,-1 0-3 16,1 0-1-16,-5 0 1 0,-1 2 2 0,2-1 2 15,1 1-1-15,4-2 3 0,-1 0-3 16,1 0 1-16,-2 0 1 0,1 1 0 31,-1-1 4-31,1 0 0 0,-1 0-4 16,2 0-2-16,-1 0-6 0,1 0-1 0,-2 0-1 16,2 0 2-16,-1 0-2 0,1 0 0 15,-2 0 0-15,2 0-2 0,-1 0 0 0,1-1-1 16,-2-1 0-16,2 1 1 0,-1-1-3 15,-2 1 2-15,2-1-1 0,-3-3-2 16,1 2 2-16,0 1-1 0,-5-5 0 16,5 6 0-16,-1-2 0 0,-7 0-1 15,5 1 1-15,-6 1 0 0,-2-2 0 0,2 1 0 16,1 1 0-16,5-1 1 0,2 2 0 16,4 0-1-16,-2-1 0 0,2 1-1 0,-1 0 0 15,-1 0 1-15,1 0-1 0,-1 0 1 16,1 0-1-16,-1 0 1 0,1 0-1 15,-1 0 1-15,1 0 0 0,0 0 0 16,-1 0 2-16,2 0 1 0,-1 0 1 0,1-2 0 31,-3 2 0-31,3 0-1 0,0-2 1 0,0 1-1 16,0-3-3-16,0-1 1 0,8-1-1 16,3-3-1-16,0 3 1 0,7-2-2 15,0 2 1-15,3 1-1 0,3 1-2 16,4 1-8-16,2 3-26 0,-1 0-61 15,0 0-148-15,-2 2-46 0</inkml:trace>
  <inkml:trace contextRef="#ctx0" brushRef="#br0" timeOffset="44890">10112 17115 561 0,'0'0'43'0,"0"0"10"16,0 0-1-16,0 0-7 0,0 0-9 15,0 0-13-15,0 0-7 0,0 0-7 0,0 0-3 16,-4-40 2-16,2 40-1 0,2 13 1 16,0 12-1-1,0 10-2-15,0 6 12 0,0 7-4 16,0 2 2-16,0 7-4 0,0 2-8 16,0 1 2-16,3 3-3 0,0-7 3 15,0 0-6-15,1-7 4 0,2-5-2 16,-2-9 3-16,-1-11 1 0,2-5-5 0,-4-9 1 15,1-5 2-15,-1 0-2 0,-1-5 1 16,0 0-4-16,0-10-4 0,-4-7-4 0,-5-13-1 16,-4-5 0-16,-2-10-10 0,-2-7 0 15,1-9-1-15,-1-9 7 0,5-3 4 16,2-6-9-16,3 6 4 0,6 4-1 16,1 8 7-16,0 12 12 0,5 12 0 0,5 7-1 15,-2 14 1-15,3 7 1 0,5 5 1 16,6 4 7-1,5 0 2-15,3 0 2 0,4 2 0 0,2 3-1 0,3-4-3 0,6 2 1 16,-2-1 0-16,4-1-2 0,0 1 3 31,-3-2-5-31,-1 0-2 0,-4 1 0 16,-6-1-6-16,-5 2 1 0,-8-1-3 0,-5 3 1 16,-7-1 0-16,-2-3-1 0,-2 1-2 15,-4-1-4-15,0 0-6 0,5 1-9 0,-1 1-12 16,0 1-40-16,1-2-85 0,-5-1-146 15,-3-1 0-15</inkml:trace>
  <inkml:trace contextRef="#ctx0" brushRef="#br0" timeOffset="45173.4">10137 17307 683 0,'0'0'19'16,"0"0"11"-16,0 0 6 0,0 0 2 16,0 0-9-1,0 0-10-15,0 0-1 0,0 0-5 16,0 0 0-16,0 0-3 0,65 40 0 16,-32-36-4-16,4-1-2 0,1-3-2 15,4 0-3-15,3 0 1 0,-2 0-3 16,-1 0-1-16,0 0-3 0,-4 2-6 0,-5 1-9 15,-3 3-10-15,-7 3-19 0,-8-4-10 16,-5 5-25-16,-4 2-20 0,-3-4-49 0,-3 7-89 16</inkml:trace>
  <inkml:trace contextRef="#ctx0" brushRef="#br0" timeOffset="45423.15">10203 17797 627 0,'0'0'45'0,"0"0"9"0,0 0-5 16,0 0-10-16,0 0-9 0,0 0-7 31,0 0 1-31,0 0-1 0,0 0-5 16,0 0-6-16,116-38-5 0,-67 31-6 0,2-1 1 16,2-1-2-16,5 1-1 0,-5 4 2 15,-2 3-4-15,-3 1-1 0,-6 1-2 0,-3 7-5 16,-3 2-8-16,-6 4-6 0,-5 1-13 15,-2-1-7-15,-3-1-14 0,-8-4-18 16,-6-2-49-16,2-7-107 0,-5 0-19 16</inkml:trace>
  <inkml:trace contextRef="#ctx0" brushRef="#br0" timeOffset="45773.46">11483 17339 668 0,'0'0'25'0,"0"0"13"16,0 0 3-16,0 0-1 0,0 0-9 0,0 0-6 15,0 0-4-15,0 0 0 0,0 0-3 16,71 2-5-16,-35-2 0 0,9 0-4 0,1 0-3 16,3 0-2-16,-1 0 3 0,1 0-5 15,0 0 0-15,-5 1-2 0,-7 4-6 16,-5-3 4-16,-3 3 1 0,-10-2-2 16,-9-1-2-16,-4 1-5 0,-6-3-6 0,0 0-5 15,0 0-10-15,1 0-22 0,-1 0-34 16,0 1-74-16,0 1-82 15,-10-1-46-15</inkml:trace>
  <inkml:trace contextRef="#ctx0" brushRef="#br0" timeOffset="45973.32">11606 17555 742 0,'0'0'28'0,"0"0"12"0,0 0 8 15,0 0-5-15,0 0-17 0,0 0-10 16,89 0-8-16,-52-2-1 0,0 2-3 0,4 0-2 16,-1 0-1-16,4 0-5 0,-3 2 0 15,0-1-11-15,-2 1-16 0,0 1-30 0,-3-2-65 16,0-1-115 0,-5 0-71-16</inkml:trace>
  <inkml:trace contextRef="#ctx0" brushRef="#br0" timeOffset="46506.46">12683 16984 695 0,'0'0'28'16,"0"0"9"-16,0 0 4 0,18-93-4 15,-10 81-10-15,-4 5-6 0,-2 4-8 16,1-1-4-16,-3 4-3 0,3 0-4 0,1 4 1 16,5 8 2-16,1 9-2 0,-3 6-1 15,-1 6 1-15,-2 7-5 0,-1 4 5 16,0 1-3-16,-3 4 2 0,1 0 13 0,1 2-8 16,1 1 7-16,1 0-4 0,2-2-8 15,0-3 2-15,2-7-5 0,-2-3 2 16,3-10-1-16,-5-10 0 15,1-6-1-15,-4-7 3 0,-1-4 0 0,0 0-2 0,0 0 5 16,2 0-4-16,-1 0 1 0,3-9 1 31,-1-9-2-31,1-6-4 0,1-4 1 0,1-7-1 16,2-1 4-16,5 3-1 0,3 1 0 16,6 9-1-16,4 6-1 0,1 10-2 15,4 7 4-15,0 0 0 0,1 12 2 0,-1 8 1 16,-4 1-1-16,2 8 3 0,-7 3-1 15,-2 2 1-15,-1 3-4 0,-6-1 3 16,-3-1-3-16,0-3 1 0,-4-3-1 0,0-2 1 16,-3-7 1-16,-2-2-3 0,-1-6 0 15,0-5 0-15,3-1 0 0,-3-6 0 16,0 0 0-16,0 0 0 16,0 1-6-16,0-1-7 0,0 0-14 0,3 0-22 0,-2 0-42 15,3 0-95-15,-1-7-131 0,3-9 7 16</inkml:trace>
  <inkml:trace contextRef="#ctx0" brushRef="#br0" timeOffset="46906.68">13383 17508 810 0,'0'0'36'0,"0"0"3"0,0 0 0 15,106-70-11-15,-75 51-10 0,4 4-3 16,1 3-4-16,2 4-6 16,-2 7 0-16,-1 1-2 0,-2 1-1 0,-4 10 2 0,-2 3-2 15,-5 3 0-15,-2 5-1 0,0 4 2 16,-3 1-3-16,0 1 0 0,-3-1 0 0,4 0 0 16,-2 1 0-16,-1-7 0 0,0-1 0 15,1-5 0-15,-7-5 0 0,2 0 0 16,-5-5 0-16,-3-1 0 15,0 0 0-15,-2-4 0 0,5-6 0 0,1-9 0 0,0-6 0 16,-4-10 0-16,0-4 0 0,-3-4 0 31,0-8 0-31,-6-6 0 0,-4-2 0 0,0-4-7 16,1-1-5-16,-5 0 3 0,4 9-4 16,-3 8 12-16,1 9 0 0,3 15 1 15,4 10 1-15,-5 2-3 0,-2 7-1 0,-4 0-1 16,-3 7-4-16,1 3-6 0,0 4-11 15,2 1-22-15,0 2-57 0,5-3-128 16,2-7-94-16</inkml:trace>
  <inkml:trace contextRef="#ctx0" brushRef="#br0" timeOffset="61607.43">17543 17001 261 0,'0'0'42'15,"0"0"13"-15,0 0 6 0,16-82 0 16,-4 57-5-16,-2 3-14 0,5-1-4 0,2 0-8 31,4 5 2-31,3 4-2 0,3 2 0 0,2 7-4 0,1 5-4 0,2 5 1 0,3 10-5 16,2 10-2-16,-2 5-5 0,1 9-3 31,-2 2-5-31,-4 8 2 0,-1-2-4 16,-2 3 4-16,-1 0-4 0,-1 2 11 15,1 1 7-15,2 0-7 0,-1 0 4 0,0-6-15 16,-1 0 0-16,2-7 1 0,-5-5-1 15,-1-8 1-15,-7-9 1 0,-3-6-5 0,-4-4 4 16,-6-5 1-16,1 0-1 0,-3-3 2 16,0 0 0-16,0-2-4 0,-5-12-1 15,-7-8 1-15,-7-8-1 0,0-1 1 16,-2 2 2-16,0-1-6 0,2 7 3 0,1 6 0 16,6 5-1-16,-5 8 3 0,-5 4-1 15,-7 4-1-15,-10 16 2 0,-6 2 2 0,-7 8-1 16,-8 3-1-16,-6 2 0 0,-3 4 0 15,-2-2-2-15,5 1 5 0,4-6-2 16,9 0 1-16,9-5-3 0,7-1-1 16,11-8 0-1,8-6 1-15,9-6 0 0,6-3 0 16,3-3-6-16,-1 0-6 0,1 3-14 16,6 5-18-16,1-4-49 0,10 4-82 0,0-5-121 15,2-3-1-15</inkml:trace>
  <inkml:trace contextRef="#ctx0" brushRef="#br0" timeOffset="61907.46">18836 17160 637 0,'0'0'24'0,"0"0"12"0,0 0 10 0,0 0 0 0,0 0-9 0,0 0-12 31,83-11-9-31,-50 10-2 0,6 1-7 16,0 0 1-16,1 1-3 0,1 2-2 16,-2 0-2-16,-1 2 0 0,-1-3-2 15,-2 1 0-15,-2 0 1 0,-4-2-2 0,-9 2 0 16,-8-3-4-16,-5 3-5 0,-7-3-10 15,0 0-11-15,0 0-21 0,1 0-36 0,-1 0-83 16,-1 0-128-16</inkml:trace>
  <inkml:trace contextRef="#ctx0" brushRef="#br0" timeOffset="62106.81">18874 17394 666 0,'0'0'48'15,"0"0"12"-15,0 0 3 0,0 0-16 16,0 0-18-16,107 19-9 0,-65-19-12 16,3 0-3-1,-1 0-2-15,-3-1-3 0,-2 1-1 16,-4 0-7-16,-1 0-16 0,-2 1-39 16,1-1-62-16,-5 0-141 0,2-9-49 0</inkml:trace>
  <inkml:trace contextRef="#ctx0" brushRef="#br0" timeOffset="62674.21">20320 16533 520 0,'0'0'23'0,"0"0"8"0,0 0 12 15,16-78 0 1,-12 65-1-16,5 1-8 0,-5 2-8 0,2 5-3 0,0-3-3 0,-3 5-3 31,0 1-4-31,2 2-2 0,2 0-1 16,4 10-1-16,1 5 0 0,-1 7-1 16,-4 6-3-16,-1 5 5 0,-1 5-8 15,-2 5 4-15,-1 2-5 0,-1 2-1 0,1 5 1 16,-1 0-3-16,2 2 3 0,0-1-5 15,0-4 4-15,1-6-2 0,2-9 2 0,0-11 0 16,-3-11 2-16,-2-4 0 0,-1-8 1 16,4 0-1-16,5 0-2 0,7-12 2 15,3-8-2-15,4-6 1 0,0-9 0 16,3-6 0-16,-1-4-1 0,1-1 4 0,1 7-5 16,-1 8 2-16,-1 10-2 0,-2 14-2 15,-3 3 3-15,3 4 0 0,-1 9 1 0,-2 8-2 16,2 4 1-16,0 7-2 0,-5 2 3 15,2 1-1-15,-1-3 2 0,0-1 2 16,1-3-5-16,0-6 2 0,1-6 1 16,1-3-4-1,1-6 4-15,1-3-2 0,3-5 0 16,0-7 0-16,0-3 0 0,-2-5 1 16,-1-2-2-16,-2-4 1 0,-3 2-1 0,-1-1-3 15,-7 10-1-15,-1 4-3 0,-6 8-8 16,-3 3-5-16,0 0-5 0,0 2-11 15,0 11-7-15,-9 11-22 0,-5 6-20 16,-8-3-45-16,-4 2-44 0,-6-2-79 0</inkml:trace>
  <inkml:trace contextRef="#ctx0" brushRef="#br0" timeOffset="62989.87">20142 17384 650 0,'0'0'69'31,"0"0"-7"-31,0 0-7 0,0 0-20 16,0 0-10-16,0 0-9 0,0 0-4 16,0 0 3-16,0 0-2 0,0 0-3 15,65-8-1-15,-9 3-7 0,14 2-1 0,11-2 1 16,13 4-1-16,7-2 1 0,10 1-2 15,5 1-2-15,-2-1 1 0,-2 2 2 0,-10 0-2 16,-11 0 0-16,-11 0 1 0,-17 0-2 16,-16 0 1-16,-17 0 1 0,-12 2 0 15,-13-2 1-15,-5 0 1 0,0 0 0 16,0 0-3-16,0 0-3 0,-10 0-5 0,-10 0-11 16,-7 0-18-1,-1 0-40-15,-4 1-116 0,1 4-117 0,-6-4-7 0</inkml:trace>
  <inkml:trace contextRef="#ctx0" brushRef="#br0" timeOffset="63323.18">20676 17650 734 0,'0'0'33'0,"0"0"10"0,0 0-5 16,0 0-5-16,0 0-11 0,0 0-5 0,78-50 2 16,-68 55-4-16,3 7 0 0,-6 9-3 15,-3 3-2-15,-2 6 0 0,-2 10 0 0,0 7 2 16,-2 11-12-16,-2 11 0 0,1 9 0 16,0 4 0-16,2 1 0 0,1 2 0 15,0-3 0-15,-2-1 0 0,2-4 0 16,-1-7 0-16,1-6 0 0,0-9 0 0,0-10 0 15,0-7 0 1,0-12 0-16,0-13 0 0,0-5-8 0,0-8-8 0,0 0-12 0,1 0-23 31,5-13-44-31,0-4-74 0,3-11-137 16,-5 1-3-16</inkml:trace>
  <inkml:trace contextRef="#ctx0" brushRef="#br0" timeOffset="63639.85">20639 18063 716 0,'0'0'55'0,"0"0"5"16,-1-91-10-16,7 62-15 0,4 5-11 0,1 4-7 16,5 2-12-1,3 3 7-15,4 3-1 0,5 2-4 0,1 3 1 0,2 4-3 0,1 3 0 16,0 0-1-16,1 4 5 0,-1 6-9 15,1 2 0-15,-1 0 0 0,-1 7 0 16,-2 6 0-16,-4 4 0 0,0 3 0 16,-6 3 0-1,-3 0 0-15,-6-3 0 0,-6 2 0 16,-4-5 0-16,-4-3 0 0,-15 0 0 16,-6-2 0-16,-8-4 0 0,-7-8 0 0,-4-6-3 15,-3-6-12-15,0 0-6 0,1-6-16 16,1-6-26-16,6-5-47 0,2-6-101 15,5 1-101-15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7T02:47:22.3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4565 1959 1 0,'0'0'-1'0,"0"0"2"0,0 0 2 16,0 0 2-16,0 0 3 0,0 0 3 16,0 0 4-16,0 0 5 0,0 0 3 0,0 0 2 15,0-7 2-15,0 7 2 0,0 0 3 16,0 0 7-16,0-1 2 0,0 1 1 15,0 0-4-15,0-2-7 0,0 2-4 16,0 0-6-16,0-2-2 0,0 2-3 0,0 0 0 31,0-1-1-31,0 1-1 0,0 0 0 0,0-2 2 16,0 2 1-16,-3 0 1 0,3-2 1 16,0 2-1-16,0 0-2 0,-3-1-2 15,3-1 1-15,0 1-2 0,0 0 0 16,0-7-11-16,0 2-4 0,0-6 1 15,3 1-2-15,0 3 13 0,3 0-1 0,-1 1 0 16,1 1-2-16,0 2 0 0,3-1 1 16,1 2-2-16,0 0 0 0,2 2-2 0,6-1 2 15,-3 2-3-15,8 0 0 0,0 2-1 16,-3 7 0-16,2 3 11 0,0 4 0 16,1 3-1-16,-1 2-1 0,1 2-11 15,1 1-1-15,1 0 1 0,-1 2-1 0,1 1 1 16,0 2-2-1,-1-1 2-15,-2 1-1 0,-2-2 1 0,-1-3-1 0,-3-3 2 0,-3-7-1 16,-3-3 2-16,-3-5 0 0,-3-5 3 31,1 2 1-31,-1-3 2 0,5-6 1 16,1-7 0-16,4-9-3 0,-5-4-2 16,-6-4-1-16,0-3-4 0,-3-4 3 0,0-2-1 15,0-7 1-15,-3-4-13 0,-3-5 2 0,-1-5-1 16,-2-7 1-16,-2-3 12 0,-1 1 0 15,-2 3 1-15,1 10-2 0,1 11 0 16,-1 13-1-16,6 10 0 0,1 12-2 16,6 7-2-16,0 3-1 0,0-2-1 15,-3 2 1-15,3 11-1 0,0 8-2 0,0 7-13 16,7 5-16-16,5 4-36 0,7 4-54 16,2 4-158-16,-2-1 3 0</inkml:trace>
  <inkml:trace contextRef="#ctx0" brushRef="#br0" timeOffset="433.54">5674 1827 380 0,'0'0'52'0,"0"0"2"0,0 0-15 15,0 0-7-15,0 0-3 0,0 0-2 0,0 0 1 16,0 0 0-1,0 0-4-15,0 0-4 0,78 25-5 0,-36-25-3 0,6 0-2 0,1-3-1 16,9-1-3-16,1 1-1 0,-4 2-2 16,1-1-1-16,-6 2-1 0,-9 0 0 31,-12 0-1-31,-7 0 0 0,-9 0 0 16,-7 0 0-16,0 0 0 0,-6 0 1 0,0 0-1 15,0 0 1-15,-2 2 0 0,-2 1-2 0,-6 2-1 16,-6 2-7-16,1-3-17 0,1 3-13 15,2 2-52-15,1 2-66 0,2 1-111 16</inkml:trace>
  <inkml:trace contextRef="#ctx0" brushRef="#br0" timeOffset="799.99">5745 2164 629 0,'0'0'44'16,"0"0"1"-16,0 0-4 0,0 0-17 0,0 0-7 31,0 0-7-31,0 0-3 0,0 0-3 0,0 0 2 16,0 0-3-16,-13 0-1 0,10 5-1 16,3 7-1-16,0 6 0 0,7-1 0 15,6 2 1-15,3 0 0 0,6-6-1 16,7-2 1-16,4-5 1 0,6-1 1 15,7-5-1-15,1 0 2 0,-1-3-2 0,-1-5-1 16,-5 0 0-16,-4 1 1 0,-7 1-1 0,-8 3-1 16,-10 0 1-16,-5 3-1 0,-6 0 1 15,0 0 1-15,0 0-1 0,1 0 3 16,1 0-3-16,-1 0 0 0,1 0-1 16,-1 0-1-16,-1 0 1 0,0 0-3 15,0 0-4-15,0 0-15 0,0 3-36 0,0 2-76 16,0-1-165-1,-1 0-13-15</inkml:trace>
  <inkml:trace contextRef="#ctx0" brushRef="#br0" timeOffset="1900.42">7506 1530 400 0,'0'0'53'0,"0"0"-3"16,0 0-10-16,0 0-6 0,0 0-9 15,0 0-5-15,0 0-5 0,0 0-4 0,0 0-6 16,0 0-2 0,-8-29-2-16,8 27 0 0,0 2-1 0,0 0 2 0,-2 0-2 0,-5 3 0 15,-5 5 0-15,-5 4 0 0,-2-3 1 16,3-1-1-16,0-5 2 0,0-3 1 15,2 0 0-15,-5-11 2 0,7-6 0 16,4-3-1-16,5-8 0 0,3-5 0 0,0-7-1 16,14-4 1-1,1-4 0-15,5-1-11 0,6 2 7 16,3 8 0-16,3 7 1 0,1 12 13 16,8 9-7-16,-1 11 2 0,6 3-1 15,-2 15 2-15,-1 9 2 0,-4 7-4 16,-4 6-3-16,-8 4-4 0,-5 3-3 15,-9 6-2-15,-7 5 1 0,-6 5-1 0,-7 7 1 16,-15 4 1-16,-8 2 0 0,-8 1 12 0,-7-4-2 16,-5-1 0-16,-2-5 2 0,-1-8-13 15,4-7 4-15,6-13-1 0,4-10 2 16,9-14 2-16,5-10 0 0,5-8 0 16,4-17-1-16,9-10 0 0,4-9-2 15,3-1 1-15,10-2-2 0,7 5 2 0,8 6-15 16,2 9 0-16,3 9 12 15,5 12 0-15,3 2 14 0,1 15-2 0,4 5-12 0,1 5 0 16,-4 3 0-16,-1 2-1 0,0 1 2 31,-4 2-1-31,1 1 1 0,-4-3 0 16,4-4-1-16,0-3 0 0,-1-6 0 16,-2-4-6-16,2-5-20 0,-3-9-40 0,1-1-91 15,-1-16-137-15</inkml:trace>
  <inkml:trace contextRef="#ctx0" brushRef="#br0" timeOffset="2184.85">8284 1613 518 0,'0'0'45'0,"0"0"-4"16,0 0-1-16,0 0-7 0,0 0-6 15,-81-37-4-15,78 35-8 0,3-3-7 16,3-4-1-16,16-2-2 0,11-1 2 0,15 2 3 31,13 0 0-31,9 3-1 0,8-1 0 0,0 2-3 16,0 2-1-16,-7-1-3 0,-9 1-1 16,-8 1 0-16,-11-2-1 0,-14 4 0 15,-11-1 0-15,-8 2-3 0,-7 0-1 16,0-2-11-16,0 2-13 0,0 0-24 15,-10 0-29-15,-10 0-57 0,-6 4-116 0</inkml:trace>
  <inkml:trace contextRef="#ctx0" brushRef="#br0" timeOffset="2450.21">8486 1525 631 0,'0'0'50'0,"0"0"0"16,0 0-9-16,0 0-10 15,0 0-9-15,0 0-8 0,0 0-6 0,0 0-5 0,0 0-3 16,0 0 0-16,27-47 0 0,-27 78 1 31,0 12-2-31,0 6 0 0,-3 3-1 16,-3 0 1-16,3-1 0 0,0-1 14 16,2-3-2-16,1-4 1 0,0-4-2 0,3-4-10 15,1-4-3-15,3-6 2 0,-1-7 1 0,0-4-1 16,-2-5 0-16,-4-5-1 0,6 4-6 15,-3-5-3-15,0 0-16 0,0 0-28 16,-2-3-52-16,3-9-130 0,-1-7-66 16</inkml:trace>
  <inkml:trace contextRef="#ctx0" brushRef="#br0" timeOffset="2734.63">8767 1591 613 0,'0'0'65'15,"0"0"-9"-15,0 0-13 0,0 0-11 16,0 0-9-16,0 0-6 0,13-78-5 0,-13 78-5 31,0-1-2-31,0 1-4 0,0 0-1 0,0 2-1 16,0 18 0-16,-1 14 1 0,-2 10-2 16,0 6 2-16,0 4 0 0,0 3 1 15,0-1 12-15,2 2-2 0,-2-4-1 16,3-2 1-16,0-4-13 0,0-2 1 15,4-5 0-15,-1-5 1 0,0-5 0 0,-2-12 1 16,1-6-1-16,-1-8 1 16,-1-5-2-16,0 0 1 0,0 0 1 0,2 0-4 0,-2 2-10 15,1-2-21-15,-1-2-60 0,0-11-214 16,0-10-19-16</inkml:trace>
  <inkml:trace contextRef="#ctx0" brushRef="#br0" timeOffset="3400.11">9454 1161 612 0,'0'0'43'0,"0"-84"-1"16,0 51-4-16,0 12-7 0,0 7-5 0,0 3-11 31,0 5-4-31,0 1-4 0,0 0-7 0,0 6 0 16,0 21 0-16,0 15 0 0,0 20 2 16,0 10 4-16,0 7-5 0,0 3 1 15,0 4-4-15,0 2-2 0,-3-1 0 16,2 0 0-16,1-4 3 0,0-9 12 15,0-6 1-15,0-10 0 0,0-9-1 0,0-11-11 16,1-12-1-16,-1-8 3 16,3-9 0-16,-3-4 3 0,0 0 2 0,3 0 0 0,6-12 1 15,2-8-3-15,7-10-13 0,-3-8-3 16,0-5 1-16,2-4-1 0,1 2 11 16,0 1 1-16,4 6-1 0,-3 8-1 15,1 7 0-15,-5 9-2 0,-1 9 1 0,2 5 0 16,0 12 0-16,4 10 1 15,-4 4-1-15,1 4 1 0,-2 1 0 0,-1 1 1 0,-2-1 0 16,0 0 13-16,0-3-1 0,-3 0 0 31,0-4 1-31,-1-7-13 0,-5-7-1 16,2 0 2-16,-4-6-2 0,1 0 1 16,-1 1 2-16,-1-5-1 0,0 0 0 0,0 0-5 15,0 0-14-15,0 0-21 0,0 0-51 0,-4-12-123 16,-7-6-101-16</inkml:trace>
  <inkml:trace contextRef="#ctx0" brushRef="#br0" timeOffset="3833.57">9188 1206 469 0,'0'0'48'0,"0"0"-3"0,0 0-3 0,0 0-5 31,0 0-6-31,0 0-4 0,0 0-3 0,0 0-4 16,0 0 0-16,-23-8-3 0,13 8 0 16,1 4-3-16,6-3 0 0,0 2-4 15,0-1 0-15,0 1-3 0,-1 0-1 16,1 0-2-16,3-3 0 0,-1 0 1 15,1 2-1-15,13-2 2 0,11 0 1 0,14 0-3 16,10-2 1-16,8-4-3 16,6 1 0-16,2 1-1 0,3 1-1 0,-5 0 0 0,-4 0 0 15,-8 1 0-15,-8 0 0 0,-16 2-1 16,-7 0 1-16,-12 0 0 0,-7 0 1 16,0 0 2-16,0 0 0 0,0 0 1 15,3 0-1-15,-3 0-1 0,3 0-1 0,-3-1 1 16,1 1-8-16,-1-1 5 15,0 1-1-15,0 0-5 0,0 0-2 0,-4 0-23 0,1 0-19 16,-3 4-55-16,0 8-109 0,5 5-94 31</inkml:trace>
  <inkml:trace contextRef="#ctx0" brushRef="#br0" timeOffset="5000.26">9957 1665 472 0,'0'0'67'0,"0"0"-10"0,0 0-8 15,16-77-9-15,-3 60-7 0,3 3-8 16,0 2-1-16,4 4-5 0,5 5-1 16,1 3-3-16,0 3-4 0,6 11-2 15,1 4-2-15,0 7-2 0,3 4-2 0,-1 4-1 16,0 2 0-16,-2 0-2 0,0 1 0 15,-2-1 0-15,-2-2 0 0,-3-1 10 0,-2-5 2 16,-3-1 0-16,-4-6 0 0,-7-6-11 31,-2-7-1-31,-5-2 0 0,-3-5 1 16,0 0 3-16,0 0 5 0,2 0-1 16,1 0 1-16,0-14-1 0,1-12-15 0,-1-15-3 15,-3-10-1-15,0-13 0 0,0-12 9 16,0-12 5-16,0-7 0 0,0-6 1 0,0-1-5 15,0 7-1-15,0 13-1 0,-4 18-3 16,1 23 7-16,0 15-2 0,0 13 0 16,1 8-2-16,-1 5-1 0,-2 5 2 15,1 16-2-15,-4 11 0 0,2 7-5 0,2 6-15 16,1 0-16-16,2 2-61 0,1 0-189 16,0-2-30-16</inkml:trace>
  <inkml:trace contextRef="#ctx0" brushRef="#br0" timeOffset="10167.84">25223 616 563 0,'0'0'46'0,"0"0"0"0,0 0-11 15,0 0-10-15,0 0-9 0,0 0-5 16,0 0-3-16,0 0 1 0,-33 62-2 15,27-19-3-15,3 7-2 0,2 9-3 16,1 6-2-16,0 5 3 16,1 3 5-16,4-2-1 0,2-4 0 0,0-6-2 0,2-10-6 15,-2-9 2 1,0-12 0-16,-2-10 0 0,-1-10 2 16,-2-5 0-16,-2-5 1 0,3 0 0 15,4-7-1-15,0-11-5 0,0-12-17 16,-2-14-29-16,-4-11-91 0,-1-7-101 15,-3-6-58-15</inkml:trace>
  <inkml:trace contextRef="#ctx0" brushRef="#br0" timeOffset="10400.02">25174 612 639 0,'0'0'49'15,"0"0"3"-15,0 0-10 16,0 0-13-16,0 0-7 0,0 0-7 0,0 0-1 0,86-54-4 15,-53 47-1-15,9-1-5 0,3 0-1 0,5 3-2 16,2 0-2-16,3 3 2 0,2 1-2 31,-1 1-1-31,-4 0 0 0,-4 0-1 16,-7 4 0-16,-6 3-3 0,-8 0 0 0,-9-1-6 16,-9-3-3-16,-3 0-9 0,-6 3-16 0,0 5-40 15,-9 3-73-15,-4 2-148 0</inkml:trace>
  <inkml:trace contextRef="#ctx0" brushRef="#br0" timeOffset="10633.77">25099 821 671 0,'0'0'45'0,"0"0"-5"0,0 0-11 16,0 0-9-16,0 0-6 0,0 0-2 15,0 0 0-15,0 0-4 0,100-20-3 0,-57 18-2 16,2 2-2 0,3 0-1-16,0 0-1 0,-2 0-3 0,-1 2 2 0,-5 5-7 0,-1-2-8 31,-6 1-21-31,-5-1-27 0,-11-1-47 16,-5-1-79-16,-9 5-106 0</inkml:trace>
  <inkml:trace contextRef="#ctx0" brushRef="#br0" timeOffset="10817.13">25109 1260 689 0,'0'0'45'0,"0"0"-1"16,0 0-6-16,0 0-10 0,0 0-10 16,0 0-6-16,90 11-3 0,-58-4-5 0,1-1 0 15,4 0-2 1,4 0-3-16,1-1 0 0,6-1-3 0,2-1-2 0,5-3-16 0,0 0-23 15,2-5-80-15,-4-3-185 0,-2-2-13 16</inkml:trace>
  <inkml:trace contextRef="#ctx0" brushRef="#br0" timeOffset="11167.77">26366 885 646 0,'0'0'66'16,"0"0"-18"-16,0 0-11 0,0 0-13 15,0 0-8-15,0 0-5 0,0 0 0 0,0 0 0 16,0 0 0 0,50-19-3-16,-5 13-2 0,7 0-5 15,2 2 2-15,-5 0-2 0,0 2-1 16,-8 0-1-16,-5 2 0 0,-12 0-2 16,-3 0 0-16,-10 0-2 0,-6 0-3 15,2 0-5-15,-7 0-7 0,-3 0-21 16,-10 0-21-16,-9 4-52 0,-8 1-103 0,-3 0-87 15</inkml:trace>
  <inkml:trace contextRef="#ctx0" brushRef="#br0" timeOffset="11350.03">26346 1193 699 0,'0'0'52'16,"0"0"7"-16,0 0-15 0,0 0-17 0,0 0-14 0,110-20-2 0,-70 11-11 15,6 0-2-15,4 1 3 0,2 1-7 16,1-1 5-16,0-1-9 0,-2 0-9 31,-2 0-29-31,-4-2-46 0,-2-1-215 16,-8 0-29-16</inkml:trace>
  <inkml:trace contextRef="#ctx0" brushRef="#br0" timeOffset="11868.09">27533 515 699 0,'0'0'52'15,"0"0"-5"-15,0 0-16 0,0 0-6 16,0 0-7-16,0 0-6 0,0 0-5 15,0 0-3-15,0 0-1 0,0 0-2 0,72-27-2 16,-62 54 1 0,-5 7-3-16,-5 7 0 0,0 4 2 15,0 6-4-15,-3 5 4 0,-2 8-1 16,1 6-1-16,3 2 6 0,-1-2 3 16,2-4-1-16,0-10-1 0,0-12-1 15,0-17-6-15,2-10 3 0,-1-11 1 16,-1-6 1-16,6 0 0 0,4-13 0 0,5-9-5 15,5-11 0-15,0-10-1 0,-1-7 0 0,1-3 5 16,1-4 1-16,0 2 0 16,2 1 0-16,2 8-1 0,1 9-2 0,1 10 0 15,0 11 1-15,1 12-2 0,1 6 2 16,0 14 0-16,0 11 0 0,0 7 2 16,-2 7 1-16,-2 4-2 0,-2 6 1 0,-4 1-1 15,-2 3 2 1,-4-2 3-16,-2-4-1 0,-3-5-1 0,-4-9-2 0,-1-11-4 0,-3-9 2 15,2-9-1-15,-2-6 2 0,0 0-2 16,0 0 2-16,0 0-2 0,0 0-3 31,0-17-8-31,0-10-14 0,0-9-46 16,1-2-66-16,5 0-191 0,-1 5-11 0</inkml:trace>
  <inkml:trace contextRef="#ctx0" brushRef="#br0" timeOffset="12233.63">28437 768 776 0,'0'0'39'0,"0"0"-8"0,78-24-6 16,-47 19-7-16,1 5-6 0,2 0-4 15,-4 6-1-15,0 6-4 0,1 5 0 16,-1 4-1-16,-1 3-2 0,-2 5-2 15,-2 0 2-15,-6 0-1 0,-2 1 1 0,-4 2 0 16,-1-2-1 0,-4-1 2-16,0-1-1 0,-1-4 1 15,-3-9-1-15,3-1 2 0,-2-6-2 16,-4-5 0-16,5-2 1 0,1-2 3 16,3-16-2-16,1-9-1 0,-3-12 0 15,-2-9-1-15,1-8-1 0,-4-5 4 16,-2-4-2-16,-1-2-1 0,0 1 5 0,0 1-2 15,-1 5 1-15,-3 6 2 0,-3 11-3 0,2 14-3 16,2 13 0-16,2 9-4 0,1 6-2 16,-6 0-7-16,-1 0-10 0,-7 9-19 15,-3 6-29-15,3 8-147 0,-1 1-113 16</inkml:trace>
  <inkml:trace contextRef="#ctx0" brushRef="#br0" timeOffset="21500.27">4793 1504 303 0,'0'0'31'0,"0"0"-17"0,0 0-7 16,0 0-5-16,0 0-2 0,0 0 1 0,0 0 4 15,0 0 2-15,0 0 3 16,9 27 1-16,-19 19-2 0,-6 5-2 0,-4 6-2 0,1 0-4 16,-4 4 9-16,0-2-2 0,1-1 0 15,3-5 0-15,2-6-12 0,11-9 6 16,2-12 2-16,4-9 14 0,3-12 12 15,11-5 5-15,5-10 3 0,7-15-10 0,4-9-6 16,4-14-17-16,2-6-5 16,1-10-2-16,5-9-2 15,-3-4 10-15,-1-5 2 0,1-1-3 16,-10 1 0-16,-6 7 1 0,-6 11 2 16,-5 16 4-16,-5 17-3 0,-7 18-3 15,-4 13-2-15,-12 17-8 0,-16 13 1 16,-4 13-1-16,-13 8-1 0,-6 8 0 0,-4 5-1 15,-2 3 2-15,6-2 0 16,0-4 1-16,7-8 0 0,8-6 1 0,9-9 12 0,11-6 1 16,7-10-1-16,13-6 2 0,0-9-11 15,20-7 3-15,8-1-12 0,15-14 0 16,9-10-3-16,3-5 0 0,6-4 10 16,4 0 3-16,-3 0 0 0,-4 2 1 0,-9 7 2 15,-7 2 0-15,-14 9 3 16,-13 7 2-16,-9 4 0 0,-6 3-1 0,0 0-4 0,-14 13-3 15,-8 10 0-15,-10 8-1 0,-8 0-1 16,-1 4-1-16,1 0-1 0,-2 0 11 31,9 0 2-31,2-3-2 0,8-3 0 16,3-5-11-16,4-6-1 0,12-1 2 0,2-4-1 16,4-1 3-16,12-1 0 0,5-6 1 0,13-5 0 15,5-2 0-15,4-7-1 0,1-1 0 16,-2-3 1-16,-1 4 0 0,-7 3-1 15,-9 2 0-15,-11 2 0 0,-2 2 0 16,-2 2 3-16,3 7 1 0,-4 0-1 0,0 5 2 16,-5 2-3-16,-2 4-1 0,-2 6 0 15,-8-3-4-15,0-1 0 0,-6 0-2 16,3 0-7-16,-4-1-19 0,2-2-49 0,2-6-140 16,6-3-73-16</inkml:trace>
  <inkml:trace contextRef="#ctx0" brushRef="#br0" timeOffset="21937.06">2999 1437 568 0,'0'0'50'0,"0"0"-8"0,0 0-8 15,0 0-9-15,0 0-7 0,0 0-3 16,0 0-3-16,0 0-1 0,0 0-1 0,0 0-1 15,33 62-2-15,-20-13-2 0,-4 9-1 16,-5 6 0-16,-4 4-1 0,0 3 12 31,-3 2-2-31,-4 1 0 0,1 1-3 0,2-4-12 16,-2-4 0-16,5-11 1 0,1-9 0 16,0-12 2-16,0-14-1 0,0-8 1 15,1-8 0-15,-1-5 2 0,0 0-1 0,4 0 0 16,2-12 0-16,6-12-6 15,-1-14-6-15,-1-7-13 0,-1-7-20 0,-3-4-32 16,2-3-68-16,0-2-152 0,-4-6 14 0</inkml:trace>
  <inkml:trace contextRef="#ctx0" brushRef="#br0" timeOffset="22183.65">2822 1378 425 0,'0'0'53'0,"0"0"5"0,0 0 0 15,0 0-3-15,0 0-6 0,0 0-8 16,103-38-11-16,-35 3-4 0,17-9-6 16,6-8-12-1,5-2-3-15,2-4-4 0,-2 6-3 16,-4 7 6-16,-8 10-4 0,-16 11 0 16,-10 10-1-16,-19 8-1 0,-16 5 0 15,-9 1-1-15,-9 15 0 0,-5 6-2 0,-13 8-5 16,-6 3-8-16,-13 1-13 0,-5 2-23 15,-2-1-44-15,-5 3-81 0,1 5-98 16</inkml:trace>
  <inkml:trace contextRef="#ctx0" brushRef="#br0" timeOffset="22433.42">2850 1844 680 0,'0'0'44'16,"0"0"-12"-16,0 0-7 0,0 0-8 31,0 0-5-31,66-77 0 0,-19 58-2 0,6 1-2 16,11 1 0-16,-2 1-4 0,2 4-1 16,-8 1-2-16,-1 5-1 0,-7 1-1 15,-8 4 0-15,-4 1-3 0,-7 0-4 0,-10 1-6 16,-5 6-8-16,-6 0-11 0,-8 5-11 15,0 7-28-15,-19 3-24 0,-3 10-52 16,-11 1-44-16,-6 4-29 0</inkml:trace>
  <inkml:trace contextRef="#ctx0" brushRef="#br0" timeOffset="22634.79">2843 2445 529 0,'0'0'92'16,"0"0"-16"-16,0 0-14 0,0 0-20 0,0 0-12 15,78-26-8-15,-35 13-5 0,8-1-3 16,-1 2-5-16,4 1-3 0,2 1-4 16,-1-1-2-1,-3 2-1-15,-1 0 1 0,-2 0-2 16,-4 1 1-16,-5 0-2 0,-2 1-5 16,-8-1-9-16,-4-2-20 0,-4-3-44 15,-3-3-153-15,-3-1-81 0</inkml:trace>
  <inkml:trace contextRef="#ctx0" brushRef="#br0" timeOffset="36233.37">27734 2665 167 0,'0'0'54'16,"0"0"0"-16,17-80 14 0,-5 50-12 15,-1-1-12-15,2 2 4 0,0 2-16 0,-3 3 6 16,-2 7 0-16,-5 6-1 0,0 8-6 15,-3 3-7-15,0-1-7 0,0 1-7 0,0 0-4 16,0 0 1-16,0 15-1 0,-3 11 5 16,-3 10 9-16,1 5-6 0,4 6 3 15,0 5-8-15,1 3-9 0,0 2 1 16,0 5-2-16,0 5 2 0,0 0-2 0,1-2 2 16,-1-4-1-16,0-3 1 0,0-8 4 15,0-7-5-15,0-8 4 0,0-10-4 0,0-11 2 16,0-8 0-16,0-6 5 0,0 0 4 15,1 0-2-15,8-14 0 0,8-12-10 16,8-16 2-16,4-11-2 0,6-8 1 16,2-3 0-1,2 2 0-15,2 7 2 0,-5 11-1 16,-3 12 2-16,-5 12-2 0,-5 13 0 16,-3 7-2-16,-3 5 0 0,-3 13 1 0,-4 4 0 15,0 7 2-15,-3 5-2 0,-3 1 1 16,1 1-2-16,-2-1 2 0,2-1-2 15,-2-4 2-15,1-3-1 0,-1-9 0 16,0 1 6-16,0-9-6 0,2-1 5 0,-2 0-6 16,-2-4 0-16,2 0-3 0,2-4-9 15,1 0-12-15,-1 1-28 0,1-1-35 0,-6-1-101 16,0 0-113-16</inkml:trace>
  <inkml:trace contextRef="#ctx0" brushRef="#br0" timeOffset="36468">27134 2767 586 0,'0'0'49'16,"0"0"-10"-16,0 0-7 0,0 0-5 15,0 0-6-15,97-79-6 0,-51 71-4 0,6 2-5 16,6 0-3-16,6 3-5 0,6 0-2 16,5 0-12-16,11 0-30 0,3-3-84 15,7 0-158-15,-4-6-5 0</inkml:trace>
  <inkml:trace contextRef="#ctx0" brushRef="#br0" timeOffset="36750.39">29090 2591 468 0,'0'0'70'0,"0"0"-4"0,0 0 2 16,0 0-18-16,0 0-8 0,0 0-10 15,84 1-9-15,-53-1-7 0,0 2-5 16,3-2-5-16,0 1-2 0,-5 1-2 0,0-1-2 16,-4 3-4-16,-8-1 1 0,-2 1-4 15,-6 0-7-15,-3 4-15 0,2 0-19 0,-8 2-35 16,-9 8-73-16,-11-1-130 0</inkml:trace>
  <inkml:trace contextRef="#ctx0" brushRef="#br0" timeOffset="36916.99">28871 3137 706 0,'0'0'53'0,"0"0"-8"16,0 0-13-16,0 0-12 0,114-63-9 16,-70 51-7-16,3 2-4 0,2 4-1 15,-3 2-1-15,3 1-5 0,-1 3-16 0,7 0-31 16,0 0-82-16,3 0-172 0,0-4-1 15</inkml:trace>
  <inkml:trace contextRef="#ctx0" brushRef="#br0" timeOffset="37750.36">30642 1727 246 0,'0'0'73'0,"0"0"-10"0,0 0-11 0,0 0-7 16,0 0-9-16,0 0-9 0,0 0-11 16,0 0-1-16,0 0-1 0,1-14 0 15,2 36 2-15,2 11-1 0,1 5 13 16,0 6-4-16,0 6-3 0,2 6 0 0,-4 7-18 16,2 6-4-16,-1 4 3 0,0 3-4 15,-2-6 1-15,0-8 1 0,0-13 1 0,-2-16-1 16,0-10 3-16,1-11 2 0,-2-7 7 15,1 0 2-15,-1-5 0 0,2-1-3 16,4-16-4-16,2-10-4 0,2-12-2 16,1-9 2-1,3-2-3-15,2-4 2 0,4 1-3 16,3 4 2-16,3 11-2 0,3 9 1 16,1 13 1-16,1 10-2 0,1 6 1 0,-1 10-1 15,0 12 0-15,-2 8 0 0,-4 5 1 16,-2 4 0-16,-3 2 0 0,-4-1-1 15,-1-5 2-15,-3-4-1 0,1-5 0 16,-1-5 1-16,-1-6 0 0,1-5 3 0,2-6 1 16,5-4-2-16,0-4 0 0,7-8-4 15,-3-6-3-15,-1-4-3 0,-5-1-13 0,0 2-15 16,-6 5-21-16,-5 5-36 0,-2 8-93 16,-4 3-89-16</inkml:trace>
  <inkml:trace contextRef="#ctx0" brushRef="#br0" timeOffset="38100.18">30255 2838 513 0,'0'0'48'0,"0"0"-5"16,0 0 1-16,0 0-3 0,0 0-2 16,0 0-2-16,0 0-5 0,0 0-8 15,111 25-5-15,-40-22-7 0,14-3-3 16,13-2-5-16,12-6-2 0,9 1-2 0,8 1 0 16,3 0 1-16,0 4-1 0,-4 1-1 15,-10 1-2-15,-13 0 0 0,-18 1 0 0,-17 4-1 16,-18-1 1-16,-19 0 0 0,-14-3 0 15,-10 0 1-15,-7 1 0 0,-11 1-1 16,-10 1-3-16,-9 4-8 0,-8 0-14 16,-6 2-32-1,0 4-69-15,-2 1-160 0,4 5-11 16</inkml:trace>
  <inkml:trace contextRef="#ctx0" brushRef="#br0" timeOffset="38517.01">30467 3614 468 0,'0'0'38'16,"0"0"11"-16,0 0 9 0,0 0-2 15,0 0-12-15,0 0-11 0,20-88-7 16,5 79-4-16,6 1 1 15,7 4-3-15,6 2-2 0,5 2-2 0,3 0-7 0,-3 4-3 16,0 7-3-16,-7 5-3 0,-4 6-1 0,-5 4-2 31,-8 6 0-31,-8 4-1 0,-10 5 3 16,-7 2-2-16,-13 4 2 0,-17 2 4 16,-15-1-5-16,-9 2 5 0,-7-3-2 15,-5-1-3-15,1-4 1 0,3-4 0 0,8-4 0 16,7-6 2-16,12-3 0 0,12-10 0 15,13-6 1-15,7 0-1 0,4 0 2 0,14 3 0 16,14 2-1-16,14-3 3 0,11-4-1 16,9-1-2-16,8-1-1 0,1-2-2 15,1-2-1-15,-4-1-1 0,-6 0-1 16,-7 0-5-16,-7 0-6 0,-7 0-11 0,-6-3-15 16,-6-1-23-16,-4-3-41 0,-3-3-76 15,-2 0-105-15</inkml:trace>
  <inkml:trace contextRef="#ctx0" brushRef="#br0" timeOffset="38750.14">31362 3691 704 0,'0'0'40'0,"0"0"-5"16,0 0-4-16,0 0-9 0,0 0-7 15,10-85-8-15,3 73-2 0,7 2-2 16,8 2-1-16,5 0-1 0,6 4-1 0,3-1-3 16,3 3 2-16,-3 2-2 0,0 0-2 15,-6 0-3-15,-3 4-12 0,-10-1-21 0,-4 0-29 16,-3 3-43-16,-7-3-74 0,-2 2-98 16</inkml:trace>
  <inkml:trace contextRef="#ctx0" brushRef="#br0" timeOffset="39000.31">31325 3698 739 0,'0'0'53'16,"0"0"-13"-16,0 0-9 0,0 0-12 16,0 0-8-16,0 0-6 0,0 0-2 15,0 0-2-15,0 0 1 0,0 0-1 0,18-11 1 16,-12 38 0-16,-2 5 1 0,-1 2-1 15,-1 2 0-15,-1 0 3 0,-1 1-5 0,2-2 4 16,1-3-5-16,1-5 1 0,0-1-2 16,-1-10 0-16,1 0 0 0,-1-8-3 15,2 0-4-15,1 0-7 0,-3-5-11 16,6-3-20-16,2 0-32 16,4-9-79-16,6-7-139 0</inkml:trace>
  <inkml:trace contextRef="#ctx0" brushRef="#br0" timeOffset="39216.8">31635 3798 710 0,'0'0'62'16,"0"0"-13"-1,0 0-9-15,0 0-10 0,0 0-8 16,0 0-9-16,0 0-4 0,0 0-4 16,0 0-4-16,10-18 0 0,-7 18 1 0,3 10 0 15,0 7 1-15,1 7-1 0,-1 2-1 16,0 1 4-16,-2 1-5 0,2 0 2 15,-2 1-3-15,2-2 0 0,2 1-3 16,0-4-1-16,-2 1-5 0,1-2-11 0,-3-4-12 16,-1-3-40-16,0-2-128 0,-3-8-122 15</inkml:trace>
  <inkml:trace contextRef="#ctx0" brushRef="#br0" timeOffset="43516.67">11826 1390 166 0,'0'0'87'0,"0"0"3"0,0 0-9 31,0 0-14-31,0 0-10 0,0 0-11 16,0 0-6-16,0 0-9 0,0 0-6 16,-14-44-6-16,14 43-5 0,0-4-2 15,9-1 1-15,14-3 2 0,16-5 1 0,16-1 0 16,16-1-4-16,16-1-3 0,10 2-3 15,6 4-2-15,-2 7-1 0,-11 4-4 0,-11 0 3 16,-15 7-3-16,-15 2-1 0,-13 3 3 16,-9 2-3-16,-12-4-1 0,-5 4 2 15,-7 0 0-15,-3-1 0 0,-7 4 0 16,-6-3-3-16,-6-4-2 0,0 0-6 0,-4-4-15 16,-2-4-16-16,1 3-33 0,-1-2-42 15,-4 5-103-15,-3 1-56 0</inkml:trace>
  <inkml:trace contextRef="#ctx0" brushRef="#br0" timeOffset="43850.46">11897 1730 498 0,'0'0'54'16,"0"0"-5"-16,0 0-7 0,0 0-7 15,0 0-8-15,0 0-4 0,0 0-9 16,0 0-4-16,0 0-3 0,0 0-4 0,-58 5 2 16,85-5 0-16,18 0 0 0,20-2 0 0,12-3-3 15,11 3 1-15,7-1 2 0,5 3-4 16,-3 0 0-16,-6 0 0 0,-13 5-3 16,-13 3 1-16,-14 0 1 0,-15-1-2 15,-13-2 1-15,-11-1-1 0,-8-2 0 16,-4-2 2-16,0 5 0 15,-1 1 1-15,-4 1 2 0,-5 2-6 0,-4-6-1 0,2-3-1 0,-8 0-11 16,5-3-7-16,-2-9-20 0,-3-7-25 16,1-4-57-16,4-6-80 0,3-7-63 31</inkml:trace>
  <inkml:trace contextRef="#ctx0" brushRef="#br0" timeOffset="44217.91">12290 665 607 0,'0'0'44'16,"0"0"-2"-16,0 0-7 0,0 0-6 15,0 0-8-15,0 0-5 0,0 0-10 16,0 0-3-16,0 0-1 0,0 0-2 0,-39 9 3 16,59 24 0-16,8 6-1 0,10 10-1 0,7 7 0 15,10 5 1-15,9 6 2 0,5-1-2 16,8 0 3-16,1-4-3 0,0-9-2 15,0-6 2-15,-6-6-3 0,-11-7-1 16,-9-5 1-16,-10-5 0 0,-17-3 3 16,-5 2 4-1,-11 2 3-15,-8 9 2 0,-5 7 1 16,-15 10-1-16,-13 6-3 0,-14 5-1 0,-3 3 10 16,-9 4-2-16,0 2 1 0,-1 3-4 15,2 5-11-15,4 1-2 0,2-2 0 16,4-7 0-16,6-9 1 0,5-12-1 15,7-10 1-15,6-11-1 0,9-12-1 16,6-8-2-16,5-5-3 0,3-4-8 0,-1 0-8 16,1 0-15-16,1 2-29 0,15-2-95 0,6 0-159 15,13-5 11-15</inkml:trace>
  <inkml:trace contextRef="#ctx0" brushRef="#br0" timeOffset="44884.55">14080 1584 492 0,'0'0'75'15,"0"0"-15"-15,0 0-11 0,0 0-13 16,0 0-8-16,0 0-6 0,0 0-3 0,0 0-1 16,26-80-3-16,-3 75-2 0,6 5-2 15,6 3-2-15,5 11-3 0,2 7-1 16,3 5-2-16,3 6-3 0,-6 4 1 15,-3 3-2-15,-3-1 0 0,-1-2 2 16,-2-2-3-16,-7-2 1 0,-1-3 1 0,-7-4 12 16,-3-5 2-16,-4-7 0 0,-6-5-1 0,-4-4-12 15,-1-4 2-15,0 0 2 0,0 0 6 16,3 0-14-16,-2-4-1 0,1-16-4 16,-1-13-3-16,-1-17 11 0,0-13 1 15,0-11 1-15,0-11 0 0,-3-9 1 16,-5-9 1-16,-4-5-5 15,-1 3-1-15,-4 8-3 0,2 15 1 0,1 19 3 0,5 26-1 0,3 17-1 16,5 14-2-16,-2 6-1 0,-1 13 0 31,-2 14-2-31,0 12-3 0,5 8-9 16,1 4-14-16,6 7-28 0,8 1-38 16,4-1-198-16,3-4-9 0</inkml:trace>
  <inkml:trace contextRef="#ctx0" brushRef="#br0" timeOffset="45650.17">15350 1519 326 0,'0'0'70'0,"0"0"-21"15,0 0-11-15,0 0-6 0,0 0-6 0,0 0-4 0,0 0-4 0,0 0-3 16,0 0-1-16,0 0-3 0,-13-15 0 31,13 13-1-31,-2 2 0 0,2-1 2 16,-1 1 1-16,1-2 0 0,-2 2 0 16,2-1-1-16,-1 1-3 0,1 0-2 15,-2 0 1-15,1 0-2 0,-1 0 1 0,1 0-2 16,-1 0-1-16,0 0 0 0,-1 0-2 0,3 0 1 15,-1 0 0-15,-1 0 1 0,1 0-2 16,-1 0 2-16,1 0-1 0,-1 0 0 16,1 0 1-16,-1 0-2 0,1 0 2 15,-1 0-2-15,1 1 1 0,1-1-1 16,-2 0 0-16,2 2 0 0,3-2-1 0,15 0 1 16,12 0 0-16,13-5 0 0,7 1 1 0,5-1 2 15,7 2-2-15,3 0 4 0,3 2-1 16,-5-1 0-16,-5 1-1 0,-10 1-1 15,-9 0-1-15,-13 0 0 0,-12 0 0 16,-8 0-1-16,-6 0-1 0,0 0 0 16,0 0 0-1,2 0 0-15,-1 0 1 0,1 0 0 16,-1 0-3-16,1 0-1 0,-1 0-3 0,1 0-10 16,-1 0-10-16,0 0-24 0,-1 3-28 15,0 12-83-15,-5 6-143 0</inkml:trace>
  <inkml:trace contextRef="#ctx0" brushRef="#br0" timeOffset="46017.13">15396 1874 510 0,'0'0'42'15,"0"0"1"-15,0 0-4 0,0 0-6 0,0 0-10 0,0 0-5 0,0 0-4 16,0 0-2-16,0 0-1 0,0 0-1 31,-41-14-3-31,40 14 1 0,-2 0-1 16,3 0 3-16,0 2 2 0,6 3-1 16,11-1 1-16,12 1-1 0,12-4-1 15,11-1-2-15,7 0-1 0,8-3-2 0,3-1-1 16,-2-1-1-16,-3 2-1 0,-7 0-1 0,-8 0-1 15,-10 0 1-15,-13 2-1 0,-12 1 0 16,-8 0 0-16,-7 0 1 0,0 0 0 16,0 0-1-16,2 0 2 0,-1 0-1 15,-1 0 0-15,2 0 0 0,-2 0-1 16,0 0-2-16,-2 0-1 16,-5 0-6-16,1 0-10 0,0 0-14 0,6 0-38 0,0 0-60 0,0 0-175 15,-1 0-1-15</inkml:trace>
  <inkml:trace contextRef="#ctx0" brushRef="#br0" timeOffset="46750.34">17555 716 603 0,'0'0'32'0,"0"0"2"0,0 0 0 16,0 0-4-16,0 0-13 0,0 0-8 15,0 0-6-15,0 0 0 0,0 0 1 0,6 0 3 16,-3 33 0-16,1 12 2 0,2 7-3 0,-2 11 0 15,0 5 0-15,1 4-3 0,-1-1 1 16,2-6-2-16,-1-6-3 0,1-8 3 16,-1-11-2-16,-1-6 0 0,-1-13 3 15,-3-9-1-15,3-6-1 0,-3-6 3 16,0 0 1-16,0 0 1 16,0 0 6-16,1 2-2 0,-1-2-1 0,0-2-1 0,0-18-5 0,0-15-2 15,0-16 1-15,0-13-6 0,-4-13 0 16,-2-10-1-16,-1-7-2 0,-2-5 4 15,1 7-2-15,0 5 0 0,2 15 1 16,2 11 3-16,-1 15 1 0,3 18 1 16,1 13 0-1,1 8-3-15,0 7-1 0,0-2-1 16,0 2 1-16,12 2 0 0,9 6 2 0,9 6 1 16,9-2 1-16,3 0 1 0,9-3 0 15,2-4 0-15,7-4-1 0,3-1 2 16,4 0-1-16,-4-8 1 0,-6 1-1 15,-5-1-1-15,-11 2 0 0,-14 0-1 16,-11 3 0-16,-11 3 2 0,-5 0-2 0,0-1 0 16,0 1-1-16,2 0-1 0,-2 0-3 0,0 0-2 15,-2 0-9-15,-12 0-13 0,-8 8-22 16,-5 4-20-16,1-1-59 0,-2 3-90 16,0 3-57-16</inkml:trace>
  <inkml:trace contextRef="#ctx0" brushRef="#br0" timeOffset="47000.48">17504 926 673 0,'0'0'44'0,"0"0"-11"0,0 0-10 16,0 0-6-16,0 0-6 0,0 0 0 0,94-53-3 15,-52 46-2-15,2 1-2 0,3 2-3 16,-2 2 0-16,-2 2-1 0,-3 0 0 16,-7 4-1-16,-4 3-3 0,-5 2-4 15,-9 0-6-15,-6 2-12 0,-2-4-6 16,-7 4-18-16,0 4-13 0,-13 2-43 16,-8 6-73-16,-6 1-95 0</inkml:trace>
  <inkml:trace contextRef="#ctx0" brushRef="#br0" timeOffset="47217.97">17451 1408 591 0,'0'0'66'0,"0"0"-11"0,0 0-14 16,0 0-19-16,0 0-4 0,0 0-3 15,0 0-1-15,0 0 0 0,0 0-4 16,0 0-4-16,111 49-2 0,-60-44-2 15,5-1-1-15,6-3 0 0,6-1-1 16,2 0-1-16,2-3-3 0,-4-4-5 0,-2-4-7 16,-6-1-15-16,-7 0-13 0,-8 2-30 0,-16 3-37 15,-10 4-168-15,-12 3-11 0</inkml:trace>
  <inkml:trace contextRef="#ctx0" brushRef="#br0" timeOffset="47633.8">17034 1839 528 0,'0'0'36'0,"0"0"0"0,0 0-7 15,0 0-4-15,0 0-5 0,0 0-3 16,0 0-4-16,0 0 0 0,0 0 0 16,0 0 0-16,31 2-1 0,15-1-1 0,17-1-4 0,22 0-3 15,20-4-2-15,18-5 0 0,16 0-1 16,17-1 0-16,15 2-1 0,8 0 0 15,3 2 0-15,-4 0 1 0,-9 2 0 16,-17 0-1-16,-20 1 0 0,-24-1-1 16,-24-1 1-1,-23 1 2-15,-22-1-1 0,-20 3 1 16,-14-5-6-16,-6-5-2 0,-14-4-8 0,-9-5-14 16,-11 6-39-16,-6 6-89 0,-2 6-142 15</inkml:trace>
  <inkml:trace contextRef="#ctx0" brushRef="#br0" timeOffset="48233.37">17117 2559 642 0,'0'0'30'0,"0"0"-3"0,0 0 12 16,0 0-8-16,0 0-5 0,0 0-8 15,0 0-4-15,0 0-4 0,0 0-2 0,0 0-2 16,4-38-1-16,-4 32-2 0,0 0-1 0,3-5-1 15,1-4 0-15,4 3-2 0,4-3 0 16,5 1 0-16,4 3-1 0,5 1 2 16,3 3 0-16,6 3 0 0,1 3 1 15,0 1-1-15,4 5 0 0,-2 8-1 16,0 4 1-16,-5 4 0 0,-4 6-2 16,-3 4 9-16,-7 3-5 0,-9 6 4 0,-9 2-4 0,-4 4-4 15,-15 4 2-15,-11 3-2 0,-12 5 1 16,-11 1-2-16,-13 2 2 0,-7-4-1 15,-9-2 3-15,0-8 4 0,1-8-4 16,9-8 7-16,12-10-5 0,13-10 1 16,13-8 3-1,11-3-10-15,12-14 7 0,8-10-8 16,5-9 4-16,16-9 0 0,10 0-2 0,7 1 2 16,5 7-1-16,5 9 1 0,-1 10-1 15,1 12 0-15,-1 4-1 0,1 16 0 16,-4 8 2-16,0 9 0 0,-3 2 1 15,-3 3-2-15,-4 0 1 0,-2-3 4 16,1-2-4-16,-1-4 4 0,0-4-6 16,2-5-1-16,-1-4-3 0,2-6-12 0,3-6-25 0,-1-5-78 15,4-3-183-15,-2-15-18 0</inkml:trace>
  <inkml:trace contextRef="#ctx0" brushRef="#br0" timeOffset="48467.99">17951 2644 751 0,'0'0'46'0,"0"0"-8"0,0 0-8 16,0 0-12-16,0 0-7 0,0 0-4 15,0 0-1-15,0 0-1 0,91-44 0 0,-44 33-1 16,5 0-5-16,4 1-7 0,0 1 6 0,-3 0-8 15,-6 3 8-15,-6 0 0 0,-14 3-3 16,-5 1-10-16,-11 1-9 0,-6 1-19 16,2 0-20-16,-7 0-20 0,-10 0-83 15,-9 6-116-15</inkml:trace>
  <inkml:trace contextRef="#ctx0" brushRef="#br0" timeOffset="48699.99">18048 2612 697 0,'0'0'57'15,"0"0"-11"-15,0 0-15 0,0 0-13 16,0 0-8-16,0 0-3 0,0 0 0 16,0 0 0-1,0 0-2-15,-6 70 1 0,6-37-1 16,-1 5 0-16,-2 5-2 0,-2 2 0 0,0 1-3 16,2 1 1-16,0-4-2 0,2-3 2 15,-1-5-2-15,2-10 1 0,0-6-1 16,0-5 0-16,0-8-2 0,0 0-1 15,0-6-7-15,0 0-7 0,0 0-19 16,5 0-38-16,7 0-90 0,3-6-148 16</inkml:trace>
  <inkml:trace contextRef="#ctx0" brushRef="#br0" timeOffset="48934.63">18256 2691 765 0,'0'0'52'0,"0"0"-11"0,0 0-8 15,0 0-14-15,0 0-7 0,0 0-5 0,0 0-3 0,0 0-3 16,0 0 1-16,21-21-2 0,-16 33 2 31,1 8-1-31,0 9 0 0,-3 6-1 16,-3 4 1-16,0 4-2 0,0 2 2 16,0 0-1-16,0-1 0 0,0-3 0 15,0-4 1-15,0-5-3 0,1-11 2 0,1-2-3 16,-1-7-1-16,1-7-5 0,-1 2-9 0,1-4-8 15,-1 1-10-15,2 0-21 0,-2 1-70 16,-1-5-170-16,0-12-22 0</inkml:trace>
  <inkml:trace contextRef="#ctx0" brushRef="#br0" timeOffset="49400.25">18826 2505 730 0,'0'0'40'0,"0"0"1"16,0 0-5-16,0 0-8 0,0 0-8 16,11-78-7-1,-9 74-6-15,-2 4-3 0,0-2-4 16,0 2-1-16,0 0-1 0,1 3 0 0,1 15 0 16,-2 14 6-16,0 12 4 0,0 6-5 15,-3 3 6-15,-3 3-10 0,-2 1-2 16,2-2 2-16,0 2-3 0,0-4 2 15,3-4-1-15,-1-9 1 0,1-12-1 16,3-7 3-16,0-9 0 0,0-7 1 0,0 1 0 16,0-6 2-16,0 0 1 0,2 0-2 0,10-5 0 15,6-11 0-15,8-11-2 0,0-10 1 16,1-4 0-16,2-5-1 0,-1 6 1 16,-2 5-1-16,-4 9 1 0,-5 10-2 15,-4 11 0-15,1 5 0 0,-2 7 0 16,5 14 1-16,-1 8 0 0,-1 9 2 0,-1 4-1 15,-1 3 1-15,-1-1-2 0,-2-2 1 0,0-4-1 16,-1-5 2-16,-2-4-3 0,-1-11 2 16,-3-7 4-16,-1-5-4 0,-2-6 0 31,0 0 1-31,0 0-4 0,2 0 3 16,-2 2-3-16,0-4-8 0,0-11-15 15,0-4-26-15,-7-8-64 0,-2 3-171 0,-4-4-41 16</inkml:trace>
  <inkml:trace contextRef="#ctx0" brushRef="#br0" timeOffset="49634.84">18531 2637 679 0,'0'0'57'15,"0"0"-11"-15,0 0-7 0,0 0-12 16,0 0-9-16,0 0-3 0,0 0-5 16,0 0 0-1,0 0 0-15,-8-14-4 0,23 11-2 16,10-4-1-16,12 0-6 0,8-1 0 0,15 1-5 16,12-2-27-16,9 0-104 0,10-2-184 15,0-6-23-15</inkml:trace>
  <inkml:trace contextRef="#ctx0" brushRef="#br0" timeOffset="52167.7">2743 4112 453 0,'0'0'62'0,"0"0"-5"0,0 0-8 16,-3-93-6-16,9 70-7 0,0-1-5 15,-1 1-6-15,4 1-9 0,1-1 4 16,3 3-12-16,0 3 5 15,9 4-3-15,0 2-4 0,8 3 0 0,9 4-1 0,6 4 0 0,5 0-1 16,1 9-1-16,-2 8-2 0,3 8 5 31,-7 7-7-31,0 10 3 0,-5 4-2 16,-2 8-2-16,3 5 3 0,-4 1-2 16,-2 4 1-16,-5-3-2 0,2-4 4 15,-6-6-2-15,-3-6 1 0,-3-8 4 0,-4-7-5 16,-1-7 5-16,-8-10-5 0,-1-3 5 0,-2-8 5 15,-4-2 4-15,0 0 2 0,0 0-2 16,0 0-2-16,0-4-11 0,0-10 1 16,-7-7-5-16,-2-8 1 0,-4-1 3 15,-1-2-2-15,-1 0 0 0,-2-3-1 16,1 3 2-16,-1 2-1 16,-1 6 1-16,-2 7-1 0,1 8 0 0,-5 9-1 0,-8 6 0 0,-3 14 3 15,-10 10-1-15,-10 8 2 0,-4 6-3 16,-6 2 2-16,-3 2 1 0,1 2-3 15,4 2 3-15,3-2-3 0,7 0-1 16,7-1 1-16,7-4-1 0,4-2 3 16,9-7-2-1,10-4 1-15,5-12 2 0,5-8-4 16,4-6 3-16,2-6 1 0,-1 0-5 0,1 0 3 16,0 2-2-16,0-1 0 0,0-1 2 15,0 2-5-15,0-2-6 0,0 0-10 16,0 0-17-16,6 0-30 0,-2 0-62 15,6 0-168-15,0-2-2 0</inkml:trace>
  <inkml:trace contextRef="#ctx0" brushRef="#br0" timeOffset="52866.92">5174 4248 410 0,'0'0'65'0,"0"0"-4"0,0 0-10 16,0 0-6-16,0 0-7 0,0 0-5 0,0 0-3 16,0 0-6-16,0 0-5 0,-48-21-2 0,48 21-2 15,3 0-2-15,13 0 1 0,14 0-2 16,16 0-3-16,11 0-3 0,15-2-1 16,6-2-2-16,6 1-1 0,4 2-1 15,-8 1-1-15,-8 0 1 0,-11 1-1 16,-16 5-1-16,-12 0 0 0,-10-1-3 15,-11-2 2-15,-7-2 1 0,-5-1 0 0,0 3 2 0,-7 2-1 16,-7 3-1-16,-8-3 0 0,-2 0-2 31,-1-2-7-31,-3 0-13 0,1-1-21 16,-5-1-35-16,6 4-73 0,-4 1-135 16</inkml:trace>
  <inkml:trace contextRef="#ctx0" brushRef="#br0" timeOffset="53166.95">5224 4638 735 0,'0'0'46'0,"0"0"0"16,0 0-12-16,0 0-11 0,0 0-8 0,0 0-6 0,0 0-3 15,0 0-4-15,0 0 1 0,0 0-2 16,-3-13-1-16,19 15 0 0,7 5 1 15,2 2-2-15,4 3 2 0,4-3-1 16,8 1 0-16,5-3 1 0,9-3-1 16,7-4 2-1,5 0-2-15,5-3 0 0,-3-7 0 16,-1-4 0-16,-7 1 0 0,-6-1 1 0,-10 2-2 16,-8 1-1-16,-15 5 1 0,-9 3-2 15,-10 2-4-15,-3 1-8 0,0-2-17 16,0 2-36-16,-10 0-101 0,-9-1-143 15,-1 1 2-15</inkml:trace>
  <inkml:trace contextRef="#ctx0" brushRef="#br0" timeOffset="53850.06">7571 3344 642 0,'0'0'59'16,"0"0"-5"-16,0 0-8 0,0 0-10 15,0 0-10-15,0 0-7 0,0 0-4 16,0 0-6-16,0 0-4 0,0 0-4 16,-26-70-1-16,29 76-2 0,6 12 1 0,5 12 0 0,-1 12 2 15,2 11-2-15,-5 11 2 0,-1 5-2 16,-4 6 1-16,-2 2-1 0,0 0 2 15,1-4 4-15,-2-4-5 0,-1-7 4 16,2-10-4-16,0-10-3 0,-1-15 4 16,1-7-1-1,-2-9 1-15,-1-7 3 0,3 1 0 16,2-5 3-16,6-9-1 0,5-11 0 0,5-8-2 16,2-6 0-16,0-3-3 0,-2 2-5 15,2 2 4-15,0 4-5 0,0 8 4 16,-1 6 0-16,1 6 0 0,3 6 0 15,0 3-1-15,0 4 6 0,-1 8-5 16,-1 5 5-16,1 3-4 0,-1-1-2 16,-3 3 1-16,-1-4 0 0,0-1 1 0,-2-2-1 0,-7-6 2 15,2-1 0-15,-4-5-1 0,4-3 1 16,4 0 0-16,2-5 0 0,10-7-1 16,-3-6 2-16,0-4-1 0,-3-2 0 15,-1-2 0-15,-5-3-5 0,-2 2 3 16,-4 3-4-16,-1 7 5 0,-5 7-2 15,-4 5 0-15,-1 5-3 0,0 0-1 0,6 0-2 0,1 3-3 16,3 11-6-16,2 4-8 0,-6 6-16 31,-2 5-32-31,-4 3-57 0,0 1-166 16,-6-1 1-16</inkml:trace>
  <inkml:trace contextRef="#ctx0" brushRef="#br0" timeOffset="54233.65">7069 4576 604 0,'0'0'48'0,"0"0"-5"16,0 0-7-16,0 0-8 0,0 0-4 15,0 0-3-15,0 0-2 0,0 0 0 16,0 0-2-16,0 0-1 0,9 0-2 16,36 0-4-1,20 0-3-15,13-4-3 0,16-4-1 16,13-1-5-16,12-1 4 0,7 0-6 0,5 0 5 16,5 1-1-16,-6 1 0 0,-5 3 1 15,-11 1 0-15,-13 1 1 0,-16 0-2 16,-18 0 1-16,-14 1-1 0,-21 2 1 15,-15 0 1-15,-9 0 0 0,-8 0 2 16,0-2 0-16,0 2-2 0,0-2-2 16,-5-1-1-16,-3-2-3 0,-7 0-4 0,-2 5-9 0,-2 0-13 15,-4 0-27-15,4 8-44 0,-3 3-134 16,1 5-74-16</inkml:trace>
  <inkml:trace contextRef="#ctx0" brushRef="#br0" timeOffset="54633.35">7626 5114 656 0,'0'0'60'0,"0"0"-8"0,0 0-5 16,0 0-10-16,0 0-8 0,0 0-8 16,0 0-9-16,0 0-4 0,0 0-5 15,3-55-1-15,-3 55-1 0,6 14 0 16,0 10 0-16,0 13 1 0,-2 6 5 16,4 11-3-16,-2 6 4 0,0 10-6 0,1 7-2 0,2 4 2 15,-2 4-3-15,-1-1 4 0,3-4 0 16,-1-3-2-16,-2-7 3 0,3-6-4 15,-3-8-2-15,-2-9 4 0,3-9-4 16,-4-12 2-16,-2-11 3 0,1-9-4 16,-2-6 2-1,0 0-1-15,0 0-4 0,0 0-4 16,1 0-10-16,-1-12-17 0,0-11-28 0,0-4-48 16,0-5-151-16,0 2-54 0</inkml:trace>
  <inkml:trace contextRef="#ctx0" brushRef="#br0" timeOffset="54900.12">7565 5519 747 0,'0'0'46'16,"0"0"-5"-16,25-81-5 0,-5 57-7 16,6 1-8-16,5 4-5 0,2 2-2 15,9 3-3-15,4 4-3 0,1 7-2 0,0 3-2 16,0 0-2-16,-4 10-1 0,-3 7-1 15,-3 6 0-15,-7 6 0 0,-3 4-1 0,-5 6 1 16,-7 6-2-16,-7 3 1 0,-4 1 0 31,-4-2 1-31,-14-5-2 0,-6-4 3 16,-9-6-2-16,-6-6 1 0,-5-8-3 16,-5-6-2-16,-3-6-3 0,2-6-5 0,0-3-7 15,2-11-12-15,2-7-25 0,9-3-46 0,3-5-148 16,9 2-65-16</inkml:trace>
  <inkml:trace contextRef="#ctx0" brushRef="#br0" timeOffset="55584.74">9701 4279 617 0,'0'0'49'0,"0"0"-4"15,0 0-1-15,0 0-12 0,0 0-5 16,0 0-8-16,0 0-6 0,0 0 0 0,0 0 1 15,0 0-1-15,42-17-1 0,3 10-3 16,16-3-6-16,11 0 0 0,9 0 0 16,13 3-2-16,4-1 3 0,5 5-3 15,1 2 1-15,-7 1-2 0,-4 0 1 0,-14 3 0 16,-14 1 1-16,-13 0-2 0,-18-1 0 16,-16-2 0-16,-10 1 1 0,-8-2 2 0,0 0 1 15,0 0 0-15,0 0-2 0,-2-6-1 16,-11-4-4-16,-1-2 2 0,-4 2-3 15,1 2-5-15,1 2-9 0,-1 3-18 16,1 3-30-16,-6 3-65 0,3 12-176 0,-1 1-5 16</inkml:trace>
  <inkml:trace contextRef="#ctx0" brushRef="#br0" timeOffset="55917.04">9687 4690 792 0,'0'0'37'0,"0"0"-5"15,0 0-6-15,0 0-8 0,0 0-7 16,0 0-3-16,0 0-2 0,0 0-1 16,98-67 0-16,-39 63-1 0,9 1 0 15,11 0-3-15,6 0 1 0,6 0-1 0,3 1-1 16,6-1 2-16,-1 0-1 0,0 2-1 15,-5-2 2-15,-6 0-2 0,-8 1 0 0,-10-1 0 16,-12 0 0-16,-13 1 0 0,-16 1 1 31,-14 1 2-31,-7 0 0 0,-8 0 2 16,0-1 0-16,0 1-1 0,0 0-2 16,0-2 0-16,3 0-2 0,-3-2-2 0,0-1-5 15,-6-2-1-15,-1-1-10 0,0 2-1 16,-2-2-18-16,5 5-23 0,-8-3-67 0,2 0-183 15,-3-7-5-15</inkml:trace>
  <inkml:trace contextRef="#ctx0" brushRef="#br0" timeOffset="56300.13">10449 3895 775 0,'0'0'26'15,"0"0"-2"-15,0 0-1 0,0 0-4 16,0 0-5-16,0 0 0 0,0 0-9 15,79 6 4-15,-48 13-7 0,1 4-1 16,1 5 2-16,3 0-3 0,2 3 1 0,5 1-1 31,3 1-1-31,3-1 0 0,3 0 2 0,1-5-3 16,0-3 3-16,-1-5-1 0,0-6-1 16,-1-3 2-16,-8-3 0 0,-1-1 0 15,-7-1 2-15,-6-1 0 0,-12-1 1 16,-1 4 2-16,-7-5 1 0,-5 7 1 15,-1 7 0-15,-3 5 0 0,-6 9 1 0,-11 5-3 16,-11 7 1-16,-8 7 1 0,-6 6-5 16,-4 5 2-16,-6 6-4 0,-3 2-1 0,4 2-1 15,-2 1 0-15,-1-1 2 0,6-3-2 16,2-7 5-16,7-6 1 0,6-9-5 16,4-8 4-16,9-9-8 0,7-8-3 15,4-9-4-15,5-7-7 0,4-4-8 0,0 0-14 16,0 0-41-16,0 0-110 0,8-7-130 15</inkml:trace>
  <inkml:trace contextRef="#ctx0" brushRef="#br0" timeOffset="57466.67">13451 3892 589 0,'0'0'35'16,"0"0"6"-16,0 0-8 0,0 0 3 0,0 0-8 15,0 0-12-15,0 0-5 0,0 0-5 16,0 0-2-16,7-53-2 0,-7 53-1 15,2-2 0-15,-1 2 0 0,2 0 1 16,0 0-1-16,5 9 0 0,0 5 4 0,-4-5-7 31,-1 7 6-31,-3 0-6 0,0-1 2 0,-4 3 4 16,-9-1-4-16,-3-4 2 0,-3-2-1 16,4-3-1-16,0-7 2 0,0-1 1 15,-1-1 0-15,0-11 0 0,2-7 0 16,5-3 0-16,5-7-4 0,4-5 4 15,0-2-6-15,6-2 3 0,6 2 3 0,5 0-3 16,4 5 3-16,4 2-1 0,1 7 1 16,8 6 0-16,3 9 0 0,3 7-1 0,2 4-1 15,3 14 2-15,-3 10-2 0,1 5 1 16,-7 6-2-16,-4 5 2 0,-6 4 3 16,-8 2-5-16,-7 2 3 0,-11 7-3 15,0 1-2-15,-13 5 3 0,-13 4-2 0,-8-1 1 16,-13-3-1-16,-5-6 3 0,-4-7-3 0,-2-10 1 15,7-10 4-15,2-10-5 0,7-12 6 16,6-10-1-16,5-4-4 0,8-16 5 31,8-12-7-31,7-8 2 0,8-7 0 16,3-3-2-16,10 3 3 0,8 7-1 16,5 10 0-16,1 14 0 0,8 13 0 0,4 6-2 15,7 17 2-15,-1 7 0 0,7 5-1 0,-3 4 3 16,-4-1-4-16,-3 0 2 0,1-1-3 15,-4-6 2-15,-1-2 0 0,2-3-8 16,-2-5-3-16,0-4-18 0,-2-6-27 16,-1-5-38-16,-2-3-113 0,0-11-91 15</inkml:trace>
  <inkml:trace contextRef="#ctx0" brushRef="#br0" timeOffset="57701.31">14138 3983 599 0,'0'0'61'0,"0"0"1"31,0 0-8-31,0 0-10 0,0 0-13 0,0 0-7 16,91-9-7-16,-39 2-6 0,6 3-4 16,2 1-2-16,1 0-3 0,-4 0-1 15,-2 1-2-15,-5 2-1 0,-8 0-3 16,-11 0-5-16,-8 0-6 0,-9 0-10 15,-7 0-10-15,-1 0-8 0,-6 0-12 0,0 0-22 16,-7 5-57-16,-9 0-80 0,-11-3-49 0</inkml:trace>
  <inkml:trace contextRef="#ctx0" brushRef="#br0" timeOffset="57934.42">14337 4006 657 0,'0'0'65'0,"0"0"-15"16,0 0-11-16,0 0-12 0,0 0-10 15,0 0-9-15,0 0-2 0,0 0 0 0,0 0 0 16,0 0 1-16,-7 62-1 0,4-24-1 31,-1 6-2-31,-3 3 2 0,-1 3-3 16,-3 0 2-16,5-1-4 0,0-7 2 16,2-2-3-16,1-9 2 0,0-8 2 0,3-3-3 15,0-8 3-15,0-6-5 0,0 0 0 0,0-6-5 16,0 0 2-16,0 0-8 0,0 0-11 15,0 2-18-15,0-2-47 0,0-3-77 16,4-16-138-16</inkml:trace>
  <inkml:trace contextRef="#ctx0" brushRef="#br0" timeOffset="58183.67">14556 4109 676 0,'0'0'57'0,"0"0"-6"0,0 0-8 16,0 0-14-16,0 0-10 0,0 0-7 15,0 0-4-15,0 0-3 0,0 0-1 16,76 0-1-16,-67 26 0 0,0 7-1 0,-5 6 1 31,-4 6-2-31,0 3 1 0,0-1-1 0,-1 0 0 16,-2-3-1-16,0-1-1 0,1-6 4 16,2-2-5-16,0-12 6 0,0-1-6 15,0-9 0-15,0-7-1 0,0 0-4 16,0-6-6-16,0 4-10 0,0 0-13 15,0 0-41-15,8-4-88 0,-1-7-146 0</inkml:trace>
  <inkml:trace contextRef="#ctx0" brushRef="#br0" timeOffset="58633.67">15192 3805 761 0,'0'0'46'16,"0"0"-9"-16,0 0-8 0,0 0-6 0,31-77-10 0,-30 72-4 0,2 2-5 31,-3 3-2-31,4 0-2 0,2 6-2 16,1 13 1-16,0 8 1 0,-2 9-1 16,-5 8 5-16,0 5-4 0,-3 4 3 0,-4 3-2 15,-2 5-3-15,-1-1 2 0,1 1-2 0,2-3 2 16,1-6-2-16,0-8 2 0,2-9 0 15,3-13 0-15,-1-9 0 0,2-8 2 16,0-5-1-16,0 0 2 0,0 0 0 16,10-4-1-16,8-11 0 0,6-13-2 15,5-7 0-15,1-5 0 0,1-4 2 0,-2 1-3 16,-2 5 3-16,-5 6-2 0,-5 13-1 0,-7 8 0 16,2 9-1-16,-2 2 0 0,7 14 2 15,1 7-1-15,-1 9 0 0,-4 5 2 16,0 3-2-16,-3 2 2 0,-1-4 0 15,0-3-1-15,-2-1 0 0,-3-4 1 16,0-9-3-16,1-2 3 0,-4-4-1 0,1-9 0 31,-1 2 1-31,-1-6-1 0,0 0 0 16,0 0 0-16,0 0-7 0,2 2-9 0,-2-2-14 16,0-4-22-16,-3-12-46 0,-6-8-102 15,-5-11-109-15</inkml:trace>
  <inkml:trace contextRef="#ctx0" brushRef="#br0" timeOffset="58866.78">14783 3892 661 0,'0'0'54'15,"0"0"-10"-15,0 0-2 0,0 0-17 0,0 0-4 16,0 0-8-16,0 0-2 0,0 0-2 0,0 0-1 31,114-23-3-31,-46 21-1 0,9-1-3 0,5 1 0 0,5-2-1 0,-1 0-3 31,-3-1-1-31,-5-1-8 0,-5 2-13 16,-10-3-17-16,-9 3-38 0,-10 1-75 16,-16 0-138-16</inkml:trace>
  <inkml:trace contextRef="#ctx0" brushRef="#br0" timeOffset="59401.33">12910 4989 447 0,'0'0'59'16,"0"0"-7"-16,0 0-7 0,0 0-5 16,0 0-3-16,0 0 1 0,0 0-1 0,0 0-2 15,0 0-5-15,0 0-9 0,120 6-4 16,-39-6-7-16,20 0-4 0,12-6-1 16,14 0-1-16,9-3-3 0,12-2 1 15,8-1-1-15,9 0 0 0,8-2 0 0,7 0 1 16,-3-1-2-16,-4 0 3 0,-9-2 3 0,-14 2-1 31,-18 2 2-31,-21-1-1 0,-20 3 0 0,-21 2 1 0,-19 2 1 0,-18 3-1 31,-17 0 1-31,-7 3-2 0,-9 1-2 16,0-2-3-16,0 2-1 0,0-2-3 16,0 0-1-16,-3 0-4 0,-9 2-10 0,-5 0-15 15,-3 9-36-15,-5 8-79 0,-1 3-170 0,0 7-9 16</inkml:trace>
  <inkml:trace contextRef="#ctx0" brushRef="#br0" timeOffset="59750.24">14154 5373 732 0,'0'0'38'15,"0"0"4"-15,0 0-4 0,0 0-9 16,14-77-9-16,-11 72-7 0,-3 5-5 0,0-1-1 31,0 1-4-31,5 0 1 0,0 13-1 0,4 13 0 16,0 15 1-16,-5 12 1 0,3 13-1 16,-1 9 2-16,-2 10-2 0,2 4 2 15,1 0 0-15,1 2-3 0,3 0 1 16,-1-1-3-16,3-4-2 0,2-4 2 15,-1-9-2-15,2-9 1 0,-1-12 3 0,-1-10-4 16,-4-12 3-16,-1-12-4 0,-5-7-1 16,-1-7 0-16,-3-4-4 0,0 0-7 0,1-1-12 15,-1-17-13-15,0-9-32 0,0-10-45 16,-1-4-127-16,-5-3-72 0</inkml:trace>
  <inkml:trace contextRef="#ctx0" brushRef="#br0" timeOffset="60017.09">14188 5833 759 0,'0'0'48'0,"0"0"-8"16,0 0-7-16,0 0-5 0,0 0-9 0,15-92-5 16,8 75-2-16,6 2-1 0,7 1-3 15,6 2 1-15,7 3-3 0,2 4-2 0,0 5-1 16,-1 0-2-16,-1 11 0 0,-5 4 0 15,-5 3-1-15,-6 7-2 0,-1 0 2 16,-11 5-3-16,-5 2 2 0,-10 2 5 16,-6-1-5-16,-11 1 5 0,-11-3-4 15,-12 0-2-15,-7-5 0 0,-9-5-2 0,-6-6-4 16,-5-3-4-16,-1-7-6 0,0-5-8 16,4 0-17-1,5 0-53-15,11-3-184 0,5-8-50 0</inkml:trace>
  <inkml:trace contextRef="#ctx0" brushRef="#br0" timeOffset="63150.44">2364 7728 495 0,'0'0'70'0,"0"0"-12"0,0 0-21 16,0 0-17-16,0 0-7 0,0 0-5 16,0 0 2-16,0 0 1 0,0 0-2 15,56-11-4-15,-32 37-2 0,-1 4-1 0,-2 2-2 16,0 1 2-16,0 4 3 0,2-2-3 16,0-2 1-16,2-1-4 0,3-6-2 15,1-5 0-15,-2-6 3 0,2-6 0 0,-3-4 1 16,-3-5 0-16,-1-6 3 0,-2-8 0 15,-1-4 0-15,-6-6-1 0,-3-5 1 16,-3-3-1-16,-4-3-3 0,0-1 8 0,-3 1 0 31,0 3 8-31,0 10 4 0,0 3-4 16,0 6-1-16,0 8-3 0,0-2-4 16,0 7-1-16,0-1-7 0,0 1 1 0,0 0-2 15,0 3 0-15,0 14 1 0,6 11 0 0,1 12 0 16,-1 7 1-16,5 8 5 15,-5 7-1-15,0 11-1 0,-3 7-2 0,0 5-3 16,-2 5 2-16,-1-2 3 0,0-5-2 16,-4-4 2-16,1-7-2 0,-3-9-2 15,3-8 0-15,0-9-1 0,0-9 1 0,0-12 0 16,-2-5 0-16,5-8 2 0,-3-8 1 16,0 3-1-16,-7-3 2 0,-6 1-3 15,-6-4-1-15,-4-1 0 0,-6 0 0 0,-5-1-1 16,-8-6 2-16,0-2 3 0,-7-2-3 15,-3-2 2-15,-1-6-3 0,5-1 1 16,5-5-1-16,10-2 0 0,10-6-2 0,14-6 2 31,12-8-3-31,20-6-5 0,16-9-2 16,15-5-4-16,13-3 1 0,14 1-4 0,4 0-6 16,9 10-13-16,3 8-23 0,0 9-31 15,-1 14-63-15,-9 5-128 0</inkml:trace>
  <inkml:trace contextRef="#ctx0" brushRef="#br0" timeOffset="63583.43">3762 7599 446 0,'0'0'51'0,"0"0"-15"15,0 0-4-15,0 0 0 0,0 0 2 0,0 0 0 16,0 0-3-16,-98 63-1 0,65-26-6 16,-5 5-6-16,-1 8-2 0,0 5 1 15,3 9-6-15,1 5 2 0,3 9-6 0,5 7-3 16,4 4 0-16,8 2-4 0,7-1 3 16,6-2 3-16,5-5-5 0,16-3 3 15,8-8-3-15,11-5-3 0,11-8 2 0,12-9 0 16,8-7 1-16,9-11-2 0,3-10 2 15,0-5-4-15,-4-7-2 0,-2-7-7 16,-7-3-10-16,-4-3-21 0,-11-8-30 0,-6-6-80 31,-11-4-137-31</inkml:trace>
  <inkml:trace contextRef="#ctx0" brushRef="#br0" timeOffset="64066.73">3987 8270 652 0,'0'0'54'0,"0"0"-1"0,50-98-11 16,-27 71-10-16,6 4-9 0,3 5-9 16,1 4-3-16,-1 7-7 0,1 5-2 15,-1 2 0-15,1 12-2 0,-4 6 2 0,-1 7-2 16,-7 5-2-16,-6 8 0 0,-5 5 0 0,-4 4-1 15,-6-1 2-15,-7 2-1 0,-8-3 2 16,-2-2 3-16,-4-5-3 0,-3-5 3 31,-1-5-3-31,2-8 0 0,7-7 1 16,5-6 1-16,8-4 1 0,0-3 0 16,2-13 0-16,1-10-7 0,4-12 4 0,16-9-2 15,9-5 0-15,7-5 4 0,5-1-2 16,2 0 1-16,-1 5-2 0,-4 6 3 0,-4 8-3 15,-9 9 3-15,-6 8 1 0,-12 11-1 16,-1 5 1-16,-6 3 0 0,0-2-2 16,0 4 2-16,-9 13 0 0,-3 7-1 15,-6 12 1-15,0 0-2 0,1 6 1 0,0 0-2 16,5 1 0-16,2-3-1 0,4-1 2 0,6-3-2 16,0-2 1-16,6-5 5 0,4-4-5 15,7-2 3-15,1-6-6 0,2-1-2 16,3-5-6-16,0-5-6 0,2-2-19 15,-1-2-35-15,1-3-63 0,-6-8-168 16,4-1-5-16</inkml:trace>
  <inkml:trace contextRef="#ctx0" brushRef="#br0" timeOffset="64333.34">4828 8588 712 0,'0'0'47'16,"0"0"0"-16,0 0-11 0,0 0-13 0,0 0-8 16,0 0-4-16,87-23-9 0,-70 21 5 15,2 2-3-15,0 0-3 0,7 5 3 16,-2 8-5-16,1 2 0 0,-2 4 1 16,-1 4 0-16,-2 4-1 0,0 4 0 15,-1 4 2-15,-3 1-3 0,-4 4 1 0,-5 2-2 16,-3-1-1-16,-4-1-1 0,0-4-4 15,-10-2-10-15,0-7-13 0,-6-6-28 0,4-7-36 16,-3-7-123-16,6-4-79 0</inkml:trace>
  <inkml:trace contextRef="#ctx0" brushRef="#br0" timeOffset="64666.98">5626 8069 672 0,'0'0'52'0,"0"0"-4"0,0 0-5 16,32-88-10-16,-22 77-10 0,-4 5-9 0,7 6-6 16,0 0-3-16,1 11-3 0,-2 10 1 15,-3 9-1-15,-3 8 0 0,-5 11 0 16,-1 6-1-16,0 5-1 0,0 2 2 15,0 4-3-15,0-1 3 0,0-1 0 16,7-3-2-16,5-5 2 0,5-6-3 0,5-6 1 16,5-9 1-16,7-8-1 0,6-7 1 15,2-11-1 1,3-6 0-16,4-3-1 0,0-14-2 16,-1-4-1-16,-2-5-3 0,-7-2-4 15,-4-4-5-15,-6-2-10 0,-9 3-13 16,-10-1-25-16,-4 1-34 0,-6 4-78 15,-9 4-107-15</inkml:trace>
  <inkml:trace contextRef="#ctx0" brushRef="#br0" timeOffset="64883.46">5194 8573 741 0,'0'0'48'0,"0"0"-18"15,0 0-4-15,0 0-12 0,84-74 0 32,-26 56-1-32,14-1-5 0,9 3-2 15,7-1-4-15,5 3-2 0,-1 2-3 16,-2 3-5-16,-6 1-10 0,-9 1-17 16,-3 0-40-16,-7 2-106 0,-11-2-124 0</inkml:trace>
  <inkml:trace contextRef="#ctx0" brushRef="#br0" timeOffset="65218.15">5996 7436 638 0,'0'0'50'0,"0"0"-8"15,0 0 0-15,0 0-3 0,0 0-9 16,0 0-5-16,0 0-6 0,102 34-5 15,-62-10-3-15,6 7-2 0,2 11-3 16,7 6 0-16,6 8-4 0,3 8 1 0,4 3 2 31,4 8-3-31,0 5 2 0,-1 8-2 0,-2 9-3 16,-8 6 2-16,-10 5 2 0,-11 3-3 16,-12 0 1-16,-15-2-3 0,-13-3-2 15,-6-6 3-15,-17-10-2 0,-8-12 2 16,-3-11 4-16,-1-13-2 0,-1-14 4 15,1-12-4-15,6-10 0 0,3-10 0 0,6-8-1 16,1 0-2-16,6-8-6 0,6-6-9 16,2-1-23-16,5-2-25 0,2-3-97 0,11 1-149 15,7 1-1-15</inkml:trace>
  <inkml:trace contextRef="#ctx0" brushRef="#br0" timeOffset="65750.28">7636 8313 575 0,'0'0'49'0,"0"0"-6"16,0 0-9-16,0 0-2 0,0 0-2 0,0 0 1 31,0 0 0-31,0 0-3 0,0 0-5 0,0 0-7 16,119-12-4-16,-53 5-1 0,11-4-4 16,7-1 0-16,7-1-1 0,6 2-2 15,-3 0 2-15,-4 2-2 0,-8 4-1 16,-14 3-1-16,-13 0-1 0,-20 2-2 15,-15 0 2-15,-13 0-1 0,-7 0 2 0,0 0-2 16,0 0 1-16,0 0-1 0,-12 0 0 16,-9 0 1-16,-8 0-2 0,0 0 0 0,3 0-4 15,10-2-5-15,-3 2-8 0,1 0-19 16,0 5-25-16,-2 7-48 0,2 6-114 16,0 1-78-16</inkml:trace>
  <inkml:trace contextRef="#ctx0" brushRef="#br0" timeOffset="66100.2">7703 8676 658 0,'0'0'47'15,"0"0"-2"-15,0 0-2 0,0 0-7 0,0 0-6 16,0 0-9-16,0 0-7 0,0 0-2 15,0 0-1-15,0 0-3 0,33-65 1 16,-14 65-1-16,7 0-2 0,1 4 1 16,5 3-2-16,9-1 1 0,7-2 1 0,8 2-3 15,9-3 0-15,13 2-1 0,6-4-3 16,3 2 3-16,1-1 0 0,2-2-1 16,-8 0 2-16,-8 0-2 0,-12 0 0 0,-13 0-1 15,-14-2 1-15,-12-1 0 0,-10 3 2 16,-9-1-1-16,3 1-1 0,-7 0 0 15,0-3-2-15,-11 0 0 0,-2-4 0 0,-3 3-2 16,1 1 1-16,4 2-2 0,5 1-7 16,-4-2-9-1,4 2-23-15,0-1-50 16,1 1-220-16,5 0-27 0</inkml:trace>
  <inkml:trace contextRef="#ctx0" brushRef="#br0" timeOffset="68016.97">10568 7838 391 0,'0'0'97'0,"0"0"-11"0,0 0-13 0,0 0-12 16,0 0-15-16,0 0-10 0,0 0-12 15,0 0-5-15,0 0-3 0,10-24-2 16,-19 48 2-16,0 15-6 0,-5 12 1 0,2 10-6 15,-2 13-3-15,-5 9 0 0,0 7-3 16,-1 6 4-16,-3 1-1 0,0 2-1 0,-2-1 1 16,3-2-3-16,1-7-2 0,2-6 3 15,3-12-1-15,2-15 2 0,2-14-1 16,8-16 1-16,1-14 1 0,3-6-1 16,0-6 3-16,0-4 0 0,1-17-2 0,8-14-1 15,5-19 0-15,-1-6-2 0,3-10 2 16,2-8-2-16,0-4-2 0,1-8 3 15,1-8-2-15,-1-8 1 16,3-8 4-16,0-1-7 0,-1 3 3 0,1 8 2 0,3 18-3 31,-4 21 3-31,1 19-2 0,-9 22-1 16,3 16 2-16,-5 9 1 0,1 21 0 0,4 10 3 16,-3 9 2-16,3 9-4 0,-3 8 4 15,0 8-2-15,0 8-2 0,0 8 4 16,1 4-6-16,1 2 3 0,2 1-1 0,2 1-3 15,-2-1 3-15,-1 0-2 0,3-5-2 16,0-4 1-16,-3-10 0 0,0-10 0 16,-2-13 1-16,-1-12 0 0,-3-14-1 0,-5-9 2 15,-2-7 0-15,-3-5-1 0,0 0-1 16,0-2-6-16,0-10-7 0,-2-8-12 16,-5-5-21-16,-2-1-38 0,-1 0-88 0,-3 5-136 15</inkml:trace>
  <inkml:trace contextRef="#ctx0" brushRef="#br0" timeOffset="68233.45">10337 8767 671 0,'0'0'48'0,"0"0"1"0,0 0-6 16,0 0-10-16,0 0-8 0,0 0-8 0,0 0-6 15,0 0-3-15,0 0-1 0,28-12-2 16,11 3-2-16,12 0-1 0,10-3-4 0,8 0-2 16,3-1-8-16,5 1-25 0,1 0-48 15,-4 1-161-15,1 1-77 0</inkml:trace>
  <inkml:trace contextRef="#ctx0" brushRef="#br0" timeOffset="68867.78">11824 8924 638 0,'0'0'33'16,"0"0"2"-16,0 0 1 0,0 0-8 16,0 0-2-1,0 0-6-15,0 0-4 16,0 0 0-16,0 0-3 0,0 0-4 0,58-95-3 16,-28 67-1-16,1-4-5 0,2-3 3 15,0-3-2-15,-1-3 1 0,1-3 2 16,-2-3-8-16,-4-2 5 0,-1 1-5 0,-7 2 4 15,-5 5 3-15,-5 6 1 0,-4 11 5 16,-5 6-1-16,0 4 2 0,-6 7-2 16,-9 0-3-16,-5 7-1 0,-6 3-2 0,-10 13 0 15,-2 5-1-15,-4 9 1 0,-1 8-2 16,2 8 3-16,1 6 1 0,8 7-2 16,9 1 1-16,6 4-3 0,11 1-1 0,6-1 1 15,16-3-1-15,13-5 2 0,11-8-1 16,8-6 1-16,11-14-1 0,6-6 0 0,5-12 1 15,5-8-1 1,-3-2 0-16,-2-12-1 0,-6-7-1 0,-8-4-4 0,-9-2-2 31,-9-2-6-31,-11 2-10 0,-11 7-14 16,-9-3-31-16,-7 3-63 0,-3 1-162 0,-6 0-13 16</inkml:trace>
  <inkml:trace contextRef="#ctx0" brushRef="#br0" timeOffset="69550.39">12570 7652 439 0,'0'0'54'0,"0"0"-1"0,-89-2-3 0,60 2-3 15,3 2-5 1,4 0-9-16,5 2-6 0,2 0-6 0,7-1-5 0,3-1-2 31,-2 4-2-31,4-3 1 0,2 0-2 16,-2 0-1-16,3 1 0 0,0 4-1 0,10 3 3 16,10 1 2-16,13-6 0 0,12-3 0 15,15-3-2-15,13 0-2 0,15-8-2 0,9-1-1 16,6 0-2-16,3 0-1 0,-2 0-1 15,-12 1-1-15,-11 1-1 0,-16 2 1 16,-14 2-1-16,-18 2 0 0,-16-1 0 16,-9 2 3-16,-8 0 1 0,0-2 2 0,0 2-2 15,-5 0-2-15,-10 0-2 0,-7 0-2 16,-7 0 2-16,0 0 0 0,9 0-1 16,1 0-1-16,3 0 0 15,6 0-4-15,-3 2-4 0,7-2-9 0,2 2-8 0,4 2-15 16,0 10-19-16,3 3-57 0,8 7-154 15,5-5-41-15</inkml:trace>
  <inkml:trace contextRef="#ctx0" brushRef="#br0" timeOffset="69868.07">13940 7378 657 0,'0'0'58'0,"0"0"-7"0,0 0-6 16,0 0-9-16,0 0-8 0,0 0-8 0,0 0-5 15,0 0-4-15,0 0-3 0,0 0-1 16,16-70-1-16,-13 81 0 0,0 9-1 16,-2 9-1-16,-1 6-1 0,0 7-1 0,0 3-1 15,-3 4-2-15,-1 1 1 0,1-3-1 16,1-1 1-16,2-5 0 0,0-4 0 15,8-9 0-15,1-3 0 16,2-7 4-16,3-6-4 0,5-5 0 0,4-7 1 0,3 0-7 31,7-9 3-31,1-6-5 0,-1-3-6 16,0-3-8-16,-2-2-15 0,-4-1-23 0,-8 1-42 16,-3 0-84-16,-7 0-117 0</inkml:trace>
  <inkml:trace contextRef="#ctx0" brushRef="#br0" timeOffset="70201.25">13768 6896 665 0,'0'0'52'16,"0"0"-10"-16,0 0-6 15,0 0-9-15,0 0-6 0,0 0-8 0,0 0-4 0,0 0-3 16,0 0 0-16,-8-28-3 0,13 38 0 15,4 5-1-15,2 5 0 0,-2-1-2 0,-5-5-1 16,2 1 0-16,-3-5-2 0,-2-5 0 16,-1 6 0-1,0-7 1-15,0 1 1 16,0 1 2-16,0-6-1 0,-4-6 1 0,-2-11-1 16,-1-6 0-16,2-5 1 0,5-1 1 15,0 1-2-15,0 9 1 0,2 6-1 16,-1 9-1-16,-1 4 0 0,0 0-2 0,5 0-6 15,5 9-13-15,3 9-19 0,-2 9-31 16,1 9-48-16,-5 2-166 0,3 4-3 0</inkml:trace>
  <inkml:trace contextRef="#ctx0" brushRef="#br0" timeOffset="70966.67">14995 7316 675 0,'0'0'48'0,"0"0"-9"0,0 0-2 16,0 0-8-16,0 0-8 0,0 0-8 15,0 0-7-15,0 0-3 0,0 0-2 0,0 0 0 16,-21-28-2-16,21 28 2 0,0 0-1 16,0 0 0-1,0 1-1-15,-2 6 0 16,-9 1 0-16,-8-1 2 0,-4-2-1 0,-1-5 0 16,0 0 1-16,2-8-3 0,3-5 3 15,4-4 0-15,4-5-6 0,3-5 7 16,8-3-6-16,4-3 4 0,9-2 1 0,6 0 0 15,4 2 2-15,8 2-1 0,2 4 2 16,6 6 0-16,1 5 0 0,2 8 0 16,3 6 0-16,0 4 2 15,0 13-3-15,-5 6 0 0,-1 6-2 0,-4 7-1 0,-6 4 1 16,-7 2 1-16,-7 4 4 0,-9 4-4 16,-6 2 3-16,-10 4-5 0,-12 4-2 0,-11 3 1 15,-12 1-2-15,-7-3 3 0,-6-3-4 16,-4-7 1-16,-2-8-2 0,2-8 2 15,6-8 0-15,7-10 4 16,8-8-1-16,8-7 1 0,10-4 0 0,6-11-1 0,8-10 1 31,9-4-1-31,0-4 1 0,14-2-1 16,5 2 1-16,7 4-1 0,3 9 0 0,4 11 0 16,4 9 0-16,3 7 1 0,-1 15-1 15,6 7 2-15,0 4-2 0,0 2 1 16,-2 0-2-16,0 0 3 0,-1-3-2 0,2-2 0 15,-4-6 4-15,2-3-5 0,-3-4 2 16,2-7-9-16,-4-8-14 0,-2-2-22 16,-6-4-44-16,-3-8-83 0,-6-6-131 0</inkml:trace>
  <inkml:trace contextRef="#ctx0" brushRef="#br0" timeOffset="71217.83">15582 7271 693 0,'0'0'59'0,"0"0"-9"0,0 0-10 16,0 0-10-1,0 0-10-15,0 0-2 16,0 0-2-16,0 0-2 0,0 0-3 0,116-23-3 16,-62 17-3-16,7 0-1 0,5-1-8 15,0 0 5-15,-2 1-5 0,-5 0 2 16,-6 2 2-16,-9 2-1 0,-13 0 0 0,-15 2-2 15,-8 0-2-15,-8 0-1 0,0 0-1 16,0 0-4-16,0-1-7 0,-1-1-8 0,-17 0-14 16,-8 2-28-1,-13 0-56-15,-3 10-109 0,-8 0-65 0</inkml:trace>
  <inkml:trace contextRef="#ctx0" brushRef="#br0" timeOffset="71467.87">15666 7308 698 0,'0'0'49'0,"0"0"0"0,0 0-9 0,0 0-6 0,0 0-10 31,0 0-4-31,0 0-6 0,59 93-3 16,-54-61-3-16,-4 5-2 0,1 3-2 0,-2 4-2 16,0 2-2-16,0-2-1 0,1-2 1 15,1-4 1-15,-1-6-1 0,1-10 2 16,1-4-3-16,-2-8-1 0,1-5 1 15,-1-1-2-15,-1-4-1 0,0 0 0 0,0 0-9 16,3 0-11-16,0-5-21 0,4-8-36 16,0-5-80-16,-1 0-149 0,-2-7 8 0</inkml:trace>
  <inkml:trace contextRef="#ctx0" brushRef="#br0" timeOffset="71716.98">16013 7318 722 0,'0'0'62'0,"0"0"-8"0,0 0-13 16,0 0-14-16,0 0-11 0,0 0-5 16,0 0-1-1,0 0 0-15,0 0 1 16,0 0-1-16,11 74-3 0,-11-34-3 0,-3 5-1 16,1 5-1-16,-1 2 0 0,3 0-3 15,0-4 2-15,0-3-3 0,8-5 3 16,0-5-2-16,2-6-1 0,1-7 5 0,-4-7-6 15,4-2 5-15,-5-7-6 0,-2-5-4 16,5-1-4-16,1 0-8 0,-1 0-18 16,1-10-39-16,-3 2-102 15,-7-7-139-15,0-9-6 0</inkml:trace>
  <inkml:trace contextRef="#ctx0" brushRef="#br0" timeOffset="72416.66">17856 6008 488 0,'0'0'76'15,"0"0"-11"-15,0 0-11 0,0 0-10 16,0 0-9-16,0 0-8 0,0 0-5 0,0 0-3 15,0 0-3-15,-45-43-3 0,24 42-2 16,-6 1-1-16,0 6-2 0,-5 9 1 0,-4 8-1 16,-5 8-1-1,1 12-1-15,-1 9 1 0,1 11-2 0,4 9 2 0,4 10-3 16,4 6 1-16,5 11 1 0,3 8-1 16,4 12-1-16,4 11 0 0,8 10 1 0,3 8-1 15,1 4 1-15,10 2-2 0,7-7 0 16,5-6-1-16,8-7 1 0,8-13-3 15,5-10-2-15,8-13 6 16,2-14-2-16,4-14 0 0,-5-17 4 0,-6-14-5 0,-6-11 5 31,-9-11-2-31,-12-8-1 0,-6-5-1 16,-6-4-2-16,-4-1 2 0,0-10-4 0,-2-4 3 16,-1 4-5-16,-1-2-5 0,-5 3-7 15,-6 3-13-15,-6-1-22 0,6 4-51 16,-10 1-211-16,5 3-30 0</inkml:trace>
  <inkml:trace contextRef="#ctx0" brushRef="#br0" timeOffset="79117.98">18274 6402 570 0,'0'0'55'15,"0"0"-5"-15,0 0-6 0,0 0-4 16,24-80-9-16,-22 75-7 0,1 1-7 0,-3 4-6 16,0-2-3-16,0 2 1 0,1 3 0 15,2 14 2-15,0 9-1 0,-1 12-2 16,0 3-1-16,-1 4 0 0,2 4 1 0,0 2-3 15,2 1 1-15,1 1-3 0,-1-1-3 16,2 1 1 0,1-1-1-16,-2-2 2 15,-2-7-1-15,2-3 0 0,-2-14 0 0,-1-5 0 16,0-9 0-16,-3-7 1 0,1 1 2 16,-1-6 0-16,0 0 0 0,3-1-1 15,1-16-1-15,1-12-2 0,1-15 1 16,-1-8-3-16,-5-5 1 0,0-7-3 0,-5-6 0 15,-7-3 0-15,-5-6-3 0,-1 0 3 16,0 2-1-16,0 8 2 0,2 13 3 0,6 19-2 16,6 17 1-16,2 12 1 0,2 8-3 15,0 0 3-15,7 3-2 0,11 8 2 16,9 6 1-16,8-2 0 0,7 0 0 16,6-6 1-16,7-3-1 0,7-6 0 0,3-1 0 15,6-11 0 1,-3-4-1-16,-5 0 1 0,-5-1-1 0,-10 2 0 0,-8 2 0 0,-15 6-1 15,-11 2 1-15,-8 4-2 0,-6 1 1 16,0-2 0-16,0 2-3 0,-11 6-3 16,-10 5-7-16,-7 4-9 0,-3 2-17 15,2 1-23 1,-1 2-45-16,1 1-110 0,0 0-82 16</inkml:trace>
  <inkml:trace contextRef="#ctx0" brushRef="#br0" timeOffset="79383.35">18188 6690 682 0,'0'0'49'16,"0"0"-6"-16,0 0-4 0,0 0-10 15,0 0-4-15,0 0-5 0,0 0-5 16,99-5-3-16,-47 3-4 0,4-1-3 0,3 2-2 15,1-3-1-15,-2 1-2 0,-5 1 0 16,-5 0-1 0,-4 1-2-16,-6-1-1 15,-9 2-7-15,-7 0-5 0,-12 0-9 0,-4 0-6 16,-6 0-4-16,0 0-8 0,0 0-23 16,-8 5-39-16,-12 4-88 0,-10 1-89 15</inkml:trace>
  <inkml:trace contextRef="#ctx0" brushRef="#br0" timeOffset="79567.07">18212 7113 723 0,'0'0'66'0,"0"0"-16"16,86 4-13-16,-45-4-13 0,5 0-8 16,3-2-5-16,2 0-5 0,1-1-4 0,3-2 0 15,-2 2-1 1,2-3-2-16,2 0-2 0,0 0-5 0,0-1-9 0,0-1-15 0,-3 3-25 15,-3-1-60-15,-8 1-170 0,-5-5-26 16</inkml:trace>
  <inkml:trace contextRef="#ctx0" brushRef="#br0" timeOffset="79917.89">19335 6398 666 0,'0'0'66'0,"0"0"-15"0,0 0-8 16,0 0-9-16,0 0-9 0,0 0-8 0,0 0-5 16,0 0-6-16,0 0-2 0,0 0-1 15,-11-41 2-15,20 70 0 0,3 7 1 16,2 5 4-16,0 7-6 0,-1 4 4 0,0 5-5 15,-3 2-3-15,-3 3 1 0,2 0-2 16,-4-1 2 0,1-5-1-16,2-8 0 0,3-8 0 0,-1-10 0 0,3-8 0 0,5-9 2 31,2-7-2-31,3-6 1 0,5-6-2 16,3-10-1-16,3-6-1 0,1-2-4 15,0-2-4-15,-3-1-7 0,-5 4-9 0,-5 2-15 16,-4 3-23-16,-7 6-43 0,-4-4-96 15,-4 7-100-15</inkml:trace>
  <inkml:trace contextRef="#ctx0" brushRef="#br0" timeOffset="80200.39">19192 6652 719 0,'0'0'53'15,"0"0"-6"-15,0 0-10 0,0 0-9 16,0 0-7-16,0 0-5 0,0 0-3 16,0 0-3-1,116-36-1-15,-54 26-3 0,9-1 0 16,7-1-7-16,-2-1 3 0,-1 0-5 16,-4 2 2-16,-8 3 1 0,-9 1-2 15,-10 3 0-15,-14 1-2 0,-13 1-2 0,-9 2-2 16,-8 0-4-16,0 0-1 0,0 0-4 15,0 0-3-15,-10 0-7 0,-12 3-20 16,-11 2-42-16,-5 1-133 0,-7-3-85 0</inkml:trace>
  <inkml:trace contextRef="#ctx0" brushRef="#br0" timeOffset="80818">18048 7732 545 0,'0'0'41'0,"0"0"-4"15,0 0-2-15,-82-19 0 0,53 17-5 16,-4 0-2-16,-1 2-5 0,-2 0-1 16,0 0-3-1,0 0-2-15,4 0-3 16,7 2-1-16,7 1-4 0,6-2-2 0,7-1-2 16,1 2-1-16,4-2 1 0,16 0 2 15,18 0 0-15,20 0-1 0,24 0 0 0,22-3-2 16,22-5 1-16,17 1-2 0,17-3 1 15,16 2 0-15,13-2 0 0,9 1-2 16,8-1 1-16,1-3 0 0,-2 3 0 0,-9-4 1 16,-13 2-1-16,-20 0 0 0,-20 0-2 15,-25 0 0-15,-24 1 1 0,-23 0 2 16,-21 2 2-16,-20 3 2 0,-13 3 0 0,-12-4-3 16,-1-3-2-16,-8-2-2 0,-10-3-1 15,1 3 2-15,1 3-2 0,3 1 0 16,3 4 0-16,4 1-3 0,2 1-8 15,-2 2-9-15,-1 0-17 0,-6 11-32 0,-2 8-110 16,1 10-145-16,-7 3-9 16</inkml:trace>
  <inkml:trace contextRef="#ctx0" brushRef="#br0" timeOffset="81433.7">18563 8330 708 0,'0'0'41'0,"0"0"0"0,0 0-4 0,0 0-8 15,0 0-5-15,0 0-8 16,0 0-6-16,0 0-3 0,0 0-1 0,69-45-4 0,-66 45 1 15,0 0-3-15,0 3 0 0,-3 3 0 16,0 6 0-16,-9 4 0 0,-8 4 0 16,-5-5 0-16,-4-2 0 0,-3-6 0 15,0-2-2 1,2-4 2-16,1-1 0 0,1-6 2 16,6-6-2-16,5-4 1 0,5-6-1 15,8-7 1-15,1-1-1 0,16-3 1 0,9-1-1 16,6 5 1-16,11 3 0 0,4 5 0 15,6 7 0-15,2 6 1 0,2 6-1 16,-4 2 1-16,0 9 0 0,-5 9 0 16,-5 5 0-16,-6 6-1 0,-9 3 0 0,-8 4-1 15,-6 4 1-15,-12-1-1 16,-2 4 0-16,-16-1 0 0,-9 2-2 0,-10 1 5 0,-11 3-3 16,-8-1 2-16,-7-2-1 0,-6-1-3 15,0-4 2-15,0-5 0 0,8-6 0 16,9-11 1-16,11-8 0 0,15-5 0 0,8-5 0 15,11-12 0-15,6-9-1 0,10-10 0 16,14 1 0-16,10 1 0 16,6 6 0-1,6 7 1-15,2 6-2 0,3 9 1 0,-1 1 0 16,0 11 0-16,-1 5 0 0,-3 5-1 16,0 2 1-16,-4 3 0 0,1-2-1 15,-3 2-1-15,-1-1 1 0,1-3-5 16,-4-2-2-16,0-4-11 0,-2-3-13 0,-4-7-19 15,2-3-34-15,-5-3-75 0,1-9-141 16,-9-8 16-16</inkml:trace>
  <inkml:trace contextRef="#ctx0" brushRef="#br0" timeOffset="81651.19">19196 8404 703 0,'0'0'52'0,"0"0"-3"0,0 0-11 0,0 0-7 15,100-51-6-15,-49 38-6 0,9 2-5 16,6-1-3-16,0-1-3 0,-1 3-4 16,-7-1-3-1,-9 3 1-15,-8 1-4 0,-15 2 2 16,-11 2-3-16,-7 3-6 0,-8 0-6 16,0-2-11-16,0 2-18 0,-3 0-22 15,-16 0-37-15,-10 0-69 0,-13 4-119 0</inkml:trace>
  <inkml:trace contextRef="#ctx0" brushRef="#br0" timeOffset="81883.81">19279 8383 681 0,'0'0'60'16,"0"0"-5"-16,0 0-9 0,0 0-11 0,0 0-12 0,0 0-8 16,0 0-4-16,76-39-2 0,-63 52-2 15,-4 6-1-15,-3 5 0 0,-5 7-1 16,-1 3 2-16,0 5-4 0,-4 3 1 0,-3 0-1 15,1 1-2-15,0-1-1 0,0-1 0 16,2-1-1-16,3-5 0 16,1-3 2-1,0-11-2-15,0-3-1 0,0-7-2 0,0-7-4 16,5 2-5-16,1-4-10 0,6-2-17 16,6-2-32-16,-2-10-89 0,6-5-150 15,-10-4-4-15</inkml:trace>
  <inkml:trace contextRef="#ctx0" brushRef="#br0" timeOffset="82133.45">19629 8441 773 0,'0'0'53'0,"0"0"-8"16,0 0-11-16,0 0-11 0,0 0-7 16,0 0-6-16,0 0-3 0,0 0-2 0,0 0-1 15,38-21 0-15,-38 37 1 16,0 12-2-16,0 7 3 0,0 2-4 0,-2 3 1 0,-4 1-1 15,2 2-2-15,1-3 1 0,0 0-2 16,1-4 0-16,1-2 0 0,1-5-2 16,0-10-2-1,0-2-1-15,0-8-3 0,1-4-3 16,5 0-11-16,0-1-14 0,5-4-33 16,3-2-75-16,-4-13-165 0,6-5-12 15</inkml:trace>
  <inkml:trace contextRef="#ctx0" brushRef="#br0" timeOffset="82583.55">20098 8193 750 0,'0'0'52'0,"0"0"-11"0,0 0-7 0,60-94-8 16,-50 79-7-16,-4 7-5 0,-3 6-5 15,-3 2-5-15,0 0-1 0,3 0-2 16,1 16 1-16,3 10 1 0,-4 15-1 15,-3 8 2-15,-2 5-3 0,-9 6 2 0,1 0-3 16,-2 1-1-16,-1-2 3 16,3-4-4-1,-1-4 4-15,3-2-1 0,1-7-3 0,3-4 3 16,2-12-2-16,1-3 1 0,1-10 0 16,0-6 0-16,0-1 1 0,0-6 1 15,0 0 0-15,1 0 0 0,12-6 0 0,8-11-3 16,4-9 2-16,3-4 0 0,-3-5 0 15,2-3 0-15,-2-2-2 0,-1 3 2 16,1 2-3-16,-5 7 3 0,2 9-2 0,-4 9 1 16,0 10-2-16,1 7-1 0,-3 11 6 15,1 8-5-15,-2 2 5 0,2 6-1 16,-2-1-2-16,0 2 1 0,-2-2 0 16,3 1-1-16,-1-4 0 0,-1-1-1 0,1-3 0 15,-3-6 1-15,-3-6 0 16,-4-7-1-16,-2-4 1 0,-3-3 0 0,0 0-2 0,3 0-2 15,3-5-9-15,0-2-9 0,-1-1-16 16,-4-1-26-16,-1-2-50 0,-1 1-97 16,-10-5-103-1</inkml:trace>
  <inkml:trace contextRef="#ctx0" brushRef="#br0" timeOffset="82833.7">19866 8353 695 0,'0'0'54'0,"0"0"-5"0,0 0-9 0,0 0-10 16,0 0-7-16,0 0-7 0,0 0-5 15,0 0 1-15,0 0-1 0,108-29-2 16,-67 26-2-16,-1-1-3 0,5-1-2 15,-2 0-2-15,0-1-1 0,0 0-4 0,-1 1-10 16,-3 4-19-16,0-2-59 0,-5 2-219 31,-5-7-25-31</inkml:trace>
  <inkml:trace contextRef="#ctx0" brushRef="#br0" timeOffset="85116.79">21660 7483 286 0,'0'0'57'16,"0"0"-4"-16,0 0-9 15,0 0-3-15,0 0 1 0,0 0-4 0,0 0-1 0,0 0-1 16,0 0-4-16,0-27-5 0,-1 25-2 31,0 1-4-31,1-1-1 0,-2 1-2 0,1 1 0 16,-7 0-2-16,-2 0 0 0,-7 0-1 16,-2 6-3-16,7-2 0 0,5 1-4 15,1 1 0-15,2-3-1 0,1 0-1 0,2 0-2 16,1-3 1-16,-2 0-1 0,7 0 2 15,19 0 2-15,21 0-1 0,20-9 1 16,15-3-4-16,12-2 0 0,14-1-1 0,7 0 0 16,8 3 0-16,6 2 1 0,-1 5-2 15,-9 3 2-15,-7 2-2 0,-16 0-2 16,-14 7 2-16,-18 0-2 16,-17 0 1-16,-19-1 0 0,-13-3 1 0,-6-1 1 0,-7-2 3 15,0 0 0-15,-2 2 1 0,-10-1 1 16,-5-1-3-16,-6 0 0 0,5-6-2 0,2-5-3 15,3 2 2-15,4-1-2 0,5 2 0 16,1 3 0-16,1 1-2 0,2 4-2 16,-1-2-3-1,1 2-10-15,0-1-13 0,-2 1-23 16,-1 0-58-16,-1 3-206 0,2 7-23 16</inkml:trace>
  <inkml:trace contextRef="#ctx0" brushRef="#br0" timeOffset="86600.31">24049 6437 486 0,'0'0'59'15,"0"0"-9"-15,0 0-3 0,-27-94-5 16,27 70-5-16,0 0-8 0,3 1-6 16,11 1-2-16,5 0-3 0,10 1 1 0,9-1-3 15,9 4-1-15,11 1-3 0,6 3 0 16,5 7-1-16,2 4-1 0,0 3-3 0,-6 9-3 16,-6 11-1-16,-8 9-3 0,-7 5 1 15,-9 9-1-15,-9 6 2 0,-8 4-4 16,-10 3 4-16,-8 0 1 0,-8 2-2 15,-13-3 2-15,-6-3-4 0,-6 0 0 0,-4-3 1 16,-4-4 0-16,-1-4 2 0,-2-6-2 31,5-8 2-31,7-7-1 0,11-8 0 0,9-7 1 16,6-5 0-16,6-15 0 0,8-12-1 16,10-11 0-16,14-6-1 0,9-4 1 15,9 0-2-15,8-2 2 0,3 0-1 16,-2 0-3-16,2 0 4 0,-6 4-4 0,-8 3 2 15,-7 7 2-15,-11 7-1 0,-11 9 1 16,-9 10 0-16,-5 7 2 0,-4 3-1 0,0-2 1 16,-1 2 0-16,-12 3-1 0,-9 9 1 15,-4 7-2-15,0 5 0 0,0 5 0 16,3 4 0-16,0 5 4 0,4 5-4 16,4 2 2-16,4 2-4 0,7 3 0 0,4 2 0 15,3 1 0-15,11-1 3 0,5-2-4 16,7-6 3-16,7-5-2 0,7-8-1 0,4-9 1 15,6-7-1-15,3-8-1 0,0-6-1 16,2-1-5-16,-6-11-9 0,0-4-8 16,-8-4-17-1,-5-4-35-15,-10-4-90 0,-9-4-144 16</inkml:trace>
  <inkml:trace contextRef="#ctx0" brushRef="#br0" timeOffset="89584.65">25783 6062 356 0,'0'0'83'0,"0"0"-7"16,0 0-9-16,0 0-8 0,0 0-10 15,-13-78-8-15,11 73-9 0,2 5-6 16,-1-2-7-16,1 2-5 0,0 0-1 0,0 0 0 15,0 0 0-15,4 15 2 0,7 10-3 0,3 14-2 16,-1 13 0-16,0 11-3 0,0 11 2 16,-1 8-5-16,-1 5 1 0,-2 2 1 15,1 1-3-15,0 3 0 0,-1 0 0 16,0-4-4-16,1-4 2 0,0-6 0 16,-1-11-1-16,-1-8 4 0,1-10-4 0,-3-9 4 15,-1-9-4-15,0-11 1 0,-2-10 0 0,-2-5-1 16,-1-6-2-16,0 0 2 0,0 0-3 15,0 1-4-15,2-1-10 0,-2 0-16 16,0 2-27-16,0-2-62 0,0 0-163 16,-11-5-37-1</inkml:trace>
  <inkml:trace contextRef="#ctx0" brushRef="#br0" timeOffset="89900.43">25776 6533 573 0,'0'0'54'15,"0"0"-4"-15,0 0-6 0,3-97-6 0,12 74-5 16,6 3-6-16,6 5-3 0,7 1-2 16,5 7-4-16,7 2-1 0,6 4-4 15,2 1-2-15,3 4-4 0,0 8-1 16,-4 3-4-16,-3 5 0 0,-6 3-1 0,-5 5-1 15,-7 3 0-15,-6 4-1 0,-9 3 3 16,-11 3-3-16,-6 1 2 0,-20 3-2 0,-12-3-2 31,-14-1 0-31,-11-2-4 0,-8-3-2 16,-7-6-4-16,0-7-5 0,-1-5-5 16,1-6-7-16,7-7-16 0,9-5-35 15,9 0-118-15,17-5-105 0</inkml:trace>
  <inkml:trace contextRef="#ctx0" brushRef="#br0" timeOffset="90467.86">24379 7542 313 0,'0'0'54'15,"0"0"2"-15,0 0-2 0,0 0-3 0,0 0-7 16,0 0-6-16,0 0-4 0,0 0-2 16,0 0-4-16,-87-32-3 0,74 32-5 15,3 4-4-15,6-3-3 0,-1 2 1 16,5-3-5-16,-1 0 4 0,1 0 2 0,14 0 1 15,18 0-1-15,20 0-3 0,18-6-4 16,19-4-2-16,16 0-4 0,13 1 1 0,16 1-2 31,11 1-1-31,13 1 2 0,12-2-2 16,8 2 0-16,1 1 0 0,-3 0 1 16,-9 0-2-16,-15 0 3 0,-17 2-2 15,-20 0 1-15,-21 2 0 0,-23 0 0 0,-26-1 1 16,-22 2 1-16,-13 0 1 0,-10 0 1 15,0 0-2-15,0-3-1 0,-14 0-1 0,-7-3-2 16,-6 0-2-16,5 1-3 0,-1 3-8 16,4 2-20-16,-1 3-28 0,-7 11-97 15,2 8-151-15,-4 2-6 0</inkml:trace>
  <inkml:trace contextRef="#ctx0" brushRef="#br0" timeOffset="91100.09">24691 8138 705 0,'0'0'50'15,"0"0"-9"-15,0 0-6 0,0 0-5 16,0 0-7-16,0 0-6 0,0 0-4 0,0 0-5 16,81-55-2-16,-66 55-2 0,2 1-2 15,-5 5-2-15,-4 3 0 0,-2 0 0 0,-6 4-2 16,0 5 1-16,-3 0 0 0,-10 6 0 16,-7-4 0-16,-4-1 1 0,-4-6-1 15,-1-3 1-15,3-3 0 0,1-7 0 16,2 0 0-1,5-10 1-15,3-6 0 0,6-8 0 0,6-4-1 0,3-5-1 0,9-2 2 16,11-1-1-16,5 2 2 0,10 4-3 0,6 4 1 16,6 6 0-16,5 7 0 0,4 8 0 31,2 5 0-31,0 5 0 0,-4 10 0 16,-5 7-1-16,-9 7-1 0,-8 8 3 15,-7 5-3-15,-11 7 2 0,-10 4 0 0,-5 2 0 16,-16 2-1-16,-12 1 3 0,-10 0 2 15,-12 1-5-15,-10 0 5 0,-8-2-5 0,-4-5 0 16,0-4 1-16,5-9-2 0,6-10 3 16,10-10 0-16,11-9-1 0,11-10 2 15,10-5-2-15,11-15 1 0,9-8 0 16,6-8-1-16,15 0 0 0,10-2 1 0,5 5-1 16,7 7-4-16,1 7 5 0,4 9-2 15,0 10 2-15,3 0 2 0,-2 14-4 0,2 2 0 16,-4 4 2-16,0 2-2 0,-1-2 1 15,-3 2-1-15,1-4-2 0,1-1-2 16,1-4-9-16,3-2-17 0,-2-5-21 16,-1-4-42-1,-3-2-74-15,-4-12-136 0</inkml:trace>
  <inkml:trace contextRef="#ctx0" brushRef="#br0" timeOffset="91317.07">25623 8110 735 0,'0'0'51'0,"0"0"-8"0,0 0-10 15,0 0-7-15,0 0-7 0,0 0-5 0,0 0-3 16,0 0-1-16,114-39-2 0,-63 32-3 16,5 1 0-16,-1 0-4 0,-2 2-2 15,-5-1 0-15,-3 2-5 0,-11 0-3 16,-9 2-11-16,-10-1-20 15,-10 2-26-15,-5 0-41 0,0 0-117 0,-11 2-83 0</inkml:trace>
  <inkml:trace contextRef="#ctx0" brushRef="#br0" timeOffset="91550.23">25592 8119 762 0,'0'0'49'0,"0"0"-11"0,0 0-10 15,0 0-10-15,0 0-7 0,0 0-1 0,0 0-2 16,0 0 0-16,78 73-1 0,-74-38-1 16,-2 3-1-16,-1 1-1 0,-1 1-1 15,0-1-2-15,0-2-2 0,0-3 1 16,0-2 4-16,0-4-4 0,2-10 4 16,1-3-5-16,1-6 0 0,-2-6-3 0,5 3-7 15,-3-3-8-15,8-1-19 0,-2-1-27 0,3-1-67 16,1-7-166-16,-5-7-19 0</inkml:trace>
  <inkml:trace contextRef="#ctx0" brushRef="#br0" timeOffset="91767.87">25957 8140 727 0,'0'0'55'15,"0"0"-10"-15,0 0-9 0,0 0-10 16,0 0-12-16,0 0-3 0,0 0-3 15,0 0 1-15,0 0 1 0,0 0-2 16,60 67-3-16,-58-31 0 0,-2 4-5 16,0 2 1-16,0 0 0 0,0-2 0 0,0-1 4 15,0-4-5-15,0-3 1 0,0-5-2 0,3-8-5 16,1-3-3-16,2-5-8 0,-2-2-15 16,3-4-32-16,-4 0-66 0,0-5-182 15,6-9-9-15</inkml:trace>
  <inkml:trace contextRef="#ctx0" brushRef="#br0" timeOffset="92200.24">26419 8028 769 0,'0'0'56'0,"0"0"-19"15,0 0-7-15,0 0-8 0,0 0-9 0,0 0-4 16,0 0-3-16,0 0-4 0,0 0-1 15,0 0 0-15,28-24-3 0,-21 54 4 0,-3 10-2 16,-1 5 1-16,-1 5 1 0,-2 2-2 16,0-1-2-16,0-2 3 0,-3-2-2 15,1-6 2-15,2-6 4 0,0-12-5 16,0-4 4-16,0-8-4 0,0-7 0 16,0 3 1-16,3-7-4 0,5-5 5 0,3-7-7 15,5-8 5-15,4-4 1 0,3-3-1 0,2-4 0 16,3 2 1-16,2 2-1 0,0 4 0 15,-1 5-1-15,0 8 1 0,-3 6-1 16,-3 4 1-16,-3 11 1 0,-2 6-1 31,-1 6-1-31,-4 1 1 0,-3 3 0 0,-1-1 2 16,-2 0-3-16,-2-2 2 0,-3-7 0 16,0-2 1-16,-1-4 2 0,-1-7-4 0,2 2 5 15,-2-6-5-15,0 0 2 0,0 0-2 16,1 2 1-16,-1-2-3 0,2 0-8 15,-1 0-6-15,2 0-20 0,-3 0-16 16,0 0-50-16,1 0-123 0,-1-8-89 16</inkml:trace>
  <inkml:trace contextRef="#ctx0" brushRef="#br0" timeOffset="92384.71">26161 8258 718 0,'0'0'50'16,"0"0"-5"-16,0 0-7 0,0 0-11 0,0 0-11 31,0 0-7-31,0 0-5 0,0 0-3 16,112-68 2-16,-47 53-4 0,10 3-3 16,4-1-8-16,6-1-23 0,2 0-45 15,-2-1-134-15,-1 0-106 0</inkml:trace>
  <inkml:trace contextRef="#ctx0" brushRef="#br0" timeOffset="92933.5">26920 5693 459 0,'0'0'63'0,"0"0"-10"0,0 0-12 15,0 0-9-15,0 0-3 0,0 0-2 0,0 0 3 16,0 0 0-16,0 0-2 0,104 77-5 16,-49-38 2-16,9 9-7 0,9 12-1 15,8 14-6-15,6 14-6 0,3 18 1 16,1 14 0-16,-2 17-1 15,-5 11-2-15,-10 14 0 0,-12 11-1 0,-14 10 0 0,-17 5-1 16,-16 5 2-16,-15-3-1 0,-7-8 0 0,-18-9-1 16,-9-14 1-16,-11-16 3 0,-9-15-1 31,-4-17 7-31,-1-19-2 0,3-16-1 16,4-15 0-16,10-19-2 0,7-13 0 15,12-12-2-15,7-11-1 0,3-6-1 0,6-9-3 16,1-2-1-16,1-6-7 0,5 7-13 15,0-1-23-15,0 2-74 0,3 6-199 0,2 1-25 16</inkml:trace>
  <inkml:trace contextRef="#ctx0" brushRef="#br0" timeOffset="93884.76">7847 11530 452 0,'0'0'58'0,"0"0"-6"0,0 0-3 0,0 0-7 16,0 0-7-16,-88-25-5 0,82 25-6 15,2 0-4-15,4 0-5 0,-3-1 2 0,3 1-2 16,4 9 2-16,11 3 1 0,11 2-2 16,12-3-3-16,9-4-1 0,11-4-4 15,7-3-2-15,8 0-1 0,3-5-2 16,4-3 1-16,-2-2-1 15,-6 1-1-15,-10 2-1 0,-11 1 0 0,-16 1-1 0,-18 3-1 16,-7 2 1-16,-10 0 0 0,0 0-1 0,0 0 0 31,0 0-1-31,-10 10-10 0,-12 4-10 16,-8 2-21-16,-5 4-34 0,-5-2-87 16,2 3-134-16,-1-1 4 0</inkml:trace>
  <inkml:trace contextRef="#ctx0" brushRef="#br0" timeOffset="94100.23">7788 12093 754 0,'0'0'51'0,"0"0"-5"0,0 0-11 0,0 0-11 0,0 0-8 15,0 0-6-15,0 0-2 0,106-56-3 0,-57 42-3 16,4 2 1-16,5 1-4 0,2 2 0 15,4 2-2-15,0 1-8 0,3 1-11 16,-4 2-26-16,-5 2-55 0,1 1-103 16,-6 0-112-1</inkml:trace>
  <inkml:trace contextRef="#ctx0" brushRef="#br0" timeOffset="94667.13">10051 12175 487 0,'0'0'49'0,"0"0"13"16,0 0 5-16,0 0-11 0,0 0-7 31,0 0-7-31,0 0-9 0,0 0-3 16,0 0-4-16,7 20-5 0,-7-19-4 15,-1-1-3-15,-2 0-5 0,0 0-3 0,-1-13-4 16,4-9 0-16,-3-10-1 0,3-4 0 15,3-8-1-15,7-6 0 0,0-9-2 0,2-13-1 16,-1-8 2-16,1-11-2 0,-3-9 2 16,-1-7 3-16,2 0-4 0,1-1-1 15,0 8 1-15,1 12 0 0,1 18 0 16,-2 18 1-16,-1 22-1 0,-5 14 0 16,5 15 0-16,1 6 2 0,8 13 0 0,4 12-1 15,2 7 1-15,-1 5 0 0,1 5 1 0,-2 3 4 16,3 5-3-16,0 4 2 0,0 6-2 15,2 7-3-15,-4 5 2 0,-2 3-2 16,-2 4 2-16,-3 0 2 0,-2-2-2 16,-3-8 2-1,-1-6-3-15,-2-8 0 0,-2-10 1 16,0-9-1-16,-1-10 1 0,-2-11-1 16,-1-8 0-16,-1-7-1 0,-2-5 0 0,0 0 1 15,0 0-3-15,1 0-5 0,-1 0-14 16,3 0-24-16,-1-6-42 0,-1-6-119 15,1 0-110-15</inkml:trace>
  <inkml:trace contextRef="#ctx0" brushRef="#br0" timeOffset="94884.52">10079 11940 722 0,'0'0'42'15,"0"0"3"-15,0 0-3 0,0 0-11 0,0 0-10 16,0 0-6-16,0 0-6 0,0 0-4 0,0 0-1 31,0 0-5-31,75-10 0 0,-23 0-3 16,10 2-9-16,6 1-22 0,0 2-68 16,6 2-201-16,-9-1-27 0</inkml:trace>
  <inkml:trace contextRef="#ctx0" brushRef="#br0" timeOffset="95533.72">11594 12107 554 0,'0'0'57'15,"0"0"1"-15,0 0-3 0,0 0-15 0,0 0-8 16,0 0-8-16,0 0-5 0,0 0 0 16,0 0-3-16,0 0-2 0,-14 1-3 15,14-1-3-15,0-4-4 0,6-10-1 16,9-5-2-16,9-11-1 0,3 0 2 15,5-3-2-15,1-5-1 0,3-2 1 0,-3-4-2 16,-2-3 2-16,-4-3 0 0,-5 0 0 0,-6-2 2 16,-9 5-1-16,-5 4 1 0,-2 4-1 31,-9 8 3-31,-5 6-4 0,-4 8 2 16,-5 5 0-16,-3 6-2 0,-3 6 2 15,-6 0-1-15,-2 9 1 0,-4 8 0 0,-2 10-1 16,5 8 0-16,2 8 1 0,10 7-1 15,3 8 2-15,11 2-1 0,8 5 1 0,4 1 3 16,12 1-3-16,12-5-1 0,8-3 0 16,13-4-1-16,7-8 0 0,9-6 0 15,7-9 1-15,4-9-4 0,2-10 3 16,-2-8-1-16,-3-5 0 0,-4-10 0 16,-7-6-4-16,-7-3-7 0,-8-2-11 0,-8 0-22 15,-9 0-46-15,-10 4-143 0,-6 0-84 0</inkml:trace>
  <inkml:trace contextRef="#ctx0" brushRef="#br0" timeOffset="96384.84">12316 11036 341 0,'0'0'66'15,"0"0"-3"-15,-84 0-5 0,61 0-6 16,7 0-8-16,-1 4-4 0,-1-1-8 15,8 0 1-15,0 0-6 0,6-2-2 16,4-1-4-16,-2 0-4 0,2 0-3 16,-1 0-1-16,-1 0 0 0,2 0 3 0,3 2 0 15,17-2-3-15,16 0 0 0,17 0-3 0,14-3-3 16,9-5 0-16,8 0-2 0,5 0-1 16,2-2-2-16,0 4 0 0,-5 0-1 15,-4 4 1-15,-11 2-2 0,-13 0 0 16,-13 0 0-16,-18 2-3 0,-12 0 3 15,-8 1-1-15,-4 0 1 0,1 0 2 0,-4 3 0 16,0-3-1-16,-5 2 1 0,-3 0-1 0,-5-3 0 31,-3-2 1-31,5 0-2 0,-7 0-3 16,8 0-7-16,1-5-10 0,1 3-23 16,4-1-52-16,1 1-153 0,3 2-76 15</inkml:trace>
  <inkml:trace contextRef="#ctx0" brushRef="#br0" timeOffset="96933.57">13781 10426 535 0,'0'0'72'16,"0"0"-8"-16,0 0-8 0,-6-82-8 16,5 75-8-16,1 0-10 0,0 7-6 15,0-1-7-15,0 1-5 0,0-1-4 16,0 1-2-16,0 0 1 0,1 15-2 15,5 11 2-15,4 10-3 0,-3 8 1 0,0 5 1 16,2 2-2-16,-2 3 0 0,2 0-3 0,0-1-2 31,2 1-1-31,-1-6-1 0,3-3 3 16,2-6-2-16,1-8 3 0,4-7-2 16,0-8 1-16,4-9-2 0,0-7 0 15,5-4-2-15,0-16-3 0,1-6-4 0,0-6-8 16,-2-3-9-16,-5-3-18 0,-8-1-34 15,-6-1-67-15,-7-2-147 0,-2-1 5 0</inkml:trace>
  <inkml:trace contextRef="#ctx0" brushRef="#br0" timeOffset="97233.6">13704 9825 565 0,'0'0'70'0,"0"0"-14"15,0 0-8-15,0 0-8 0,0 0-6 16,-33-92-8-16,33 81-6 0,6-1-5 16,-2 6-6-1,9 3-3-15,1 3-4 0,2 0 0 16,2 10-1-16,-3 4-1 0,-3 4-1 16,-6 2 1-16,-3 3 0 0,-3-1 0 0,-3 1 0 15,-7 0 0-15,-6-2 4 0,0-3-5 16,-1-4 5-16,4-4-5 0,-2-8 1 15,2-2 0-15,1-6-5 0,-2-6 5 16,8-6-3-16,5-2 1 0,1-1 1 16,10 1-2-16,4 4-1 0,4 2-5 0,2 5-8 15,0 7-13-15,1 2-29 0,-1 9-47 0,-2 9-176 16,1 7-14-16</inkml:trace>
  <inkml:trace contextRef="#ctx0" brushRef="#br0" timeOffset="99283.39">14777 10426 284 0,'0'0'74'0,"0"0"4"0,0 0-5 16,0 0-10-16,0 0-8 0,-14-84-7 15,14 72-6-15,0-6-4 0,0 9-1 16,0 3-4-16,0 2-4 0,0 4-5 16,0-1-7-1,0 1-5-15,0-2-5 0,0 2-2 16,0 0 0-16,0 17 2 0,-5 11 0 16,-5 15 2-16,-6 10-4 0,-4 9 0 0,-8 11 3 15,-2 9-5-15,-3 9 1 0,-2 6-2 16,-2 5-3-16,2 1 2 0,2-4 3 15,2-5-3-15,2-7 1 0,3-13-1 16,7-12-3-16,2-14 2 0,8-18 1 16,2-14 0-16,7-10-1 0,0-6 4 0,-1 0 0 15,1 0-1-15,0-2-1 0,0-9-2 0,0-1-3 16,0-7 1-16,0 7-5 0,0 6-4 16,0-3-9-16,1 6-12 0,6-5-21 15,7 2-34-15,4 2-94 0,7 1-125 16,-2-1 13-16</inkml:trace>
  <inkml:trace contextRef="#ctx0" brushRef="#br0" timeOffset="99800.36">14858 11050 599 0,'0'0'61'0,"0"0"-9"16,0 0-5-16,7-85-6 0,-4 67-6 0,-3 1-7 16,4 8-4-16,-4 3-7 0,2 2-5 0,-2 4-4 15,0 0-5-15,0 12 1 0,0 12 1 16,-3 11 1-16,0 8-2 0,2 5 0 15,1 4 3-15,0 2-4 0,0 3 2 16,4-1-3-16,2 1-3 0,1-1 1 16,0-3-2-1,2-4 3-15,-2-6-2 0,-1-8 2 16,0-11 1-16,-1-12-2 0,-3-6 1 0,-2-6 2 16,0 0 0-16,1 0 1 0,4-12 0 15,1-11-2-15,1-7-1 0,1-8-1 16,1-5-1-16,3-1 1 0,2-1 0 15,4 4 0-15,5 4 1 0,1 10-2 16,2 7 0-16,-1 8 0 0,5 9 0 0,-1 3 0 16,0 9 3-16,-1 8-2 0,-2 3 0 0,-2 5 1 15,-2 1-3-15,-5 3 3 0,0 0 0 16,-3-1-1-16,0-1 0 0,-4-3 0 16,-1-3-3-16,-2-7 3 0,-3-5-3 15,-1-4 0-15,0-4-6 0,0 2-8 16,4-3-19-16,4 0-43 0,-2-7-152 0,2-8-94 15</inkml:trace>
  <inkml:trace contextRef="#ctx0" brushRef="#br0" timeOffset="100283.46">13332 10115 360 0,'0'0'71'16,"0"0"-9"-16,0 0-4 0,0 0-10 0,0 0-7 16,0 0-3-16,0 0-6 0,0 0-5 15,0 0-7-15,0 0-6 0,-23-64-3 16,16 67 1-16,-5 12 1 0,-2 13 2 15,1 13 4-15,-3 14-4 0,3 12 1 16,0 10-5-16,3 8-2 0,3 6 1 0,2 7-5 16,5 9 1-16,6 5-3 0,12 1-5 0,8-1 4 15,10-3 2-15,8-6-3 0,11-6 0 16,7-4-4-16,12-10-8 0,7-9-8 16,9-12-14-16,5-15-18 0,2-12-44 15,5-13-117-15,-4-14-84 0</inkml:trace>
  <inkml:trace contextRef="#ctx0" brushRef="#br0" timeOffset="100701.19">15289 10106 502 0,'0'0'61'0,"0"0"-7"16,0 0-4-16,0 0-5 0,0 0-10 0,0 0-8 16,0 0-2-16,0 0-5 0,-78-23-3 0,78 23 0 15,-2 0-3-15,2 0 0 0,0 5 0 16,2 7-1-16,10 5-2 0,11 5 0 15,8 6-4-15,9 5 1 0,7 11-4 16,11 9 0-16,3 8-2 0,2 7 1 31,1 7 2-31,-3 7-3 0,-8 7 2 0,-9 7-4 16,-16 7-2-16,-13 5 4 0,-13 1 0 0,-10 0 1 16,-18-2-1-16,-8-7-2 0,-10-7-2 15,-4-10 3-15,2-13-3 0,1-14 5 16,8-14-3-16,5-14 1 0,10-13 0 15,11-8-2-15,2-7 0 0,4-5-5 16,1-9-6-16,1-7-10 0,3-4-23 0,12 1-54 16,-2 1-207-16,10 4-26 0</inkml:trace>
  <inkml:trace contextRef="#ctx0" brushRef="#br0" timeOffset="102683.72">16838 9992 465 0,'0'0'63'15,"0"0"-8"-15,0 0-2 0,0 0-15 0,0 0-13 16,0 0-9-16,0 0-7 0,0 0 1 31,0 0-1-31,0 0 1 0,-49-28-2 16,27 35-1-16,-3 2-2 0,-1 2 0 16,-7-2-2-16,-3 0-1 0,-9 0 0 15,-3-1-2-15,-8-1 0 0,-8-1 2 0,-2 1 0 16,-1-4 1-16,4-2 1 0,3-1 2 0,12 0 3 15,7-1 2-15,16-2 1 0,11-1 2 16,8 4 0-16,6 0-2 0,0-5-2 16,4 0-2-16,13-3-2 0,11-1 3 15,5 3-1-15,5 4 1 0,-1 2-2 16,0 0-3-16,-4 3 2 0,-4 8-1 0,-5 4-2 16,-4 8 1-16,-6 10 0 0,-6 10-1 0,-2 12 1 15,-6 10 1-15,0 10-1 0,-7 9 1 16,-3 10 0-16,-4 8-2 0,0 10 2 15,3 11-1-15,-2 5 0 0,5 4-2 16,4-1 1-16,4-6-2 0,4-1-4 16,9-11 4-1,5-10 2-15,3-11-2 0,5-17 1 16,5-14-1-16,-1-15-1 0,8-14 1 0,1-16 1 16,5-11-1-16,3-7 1 0,3-14-1 15,1-7-1-15,0-4-1 0,1-3-6 16,-6-2 1-16,2 4-11 0,-9 1-7 15,-6 2-25-15,-5 5-60 0,-14 7-203 16,-4 6-28-16</inkml:trace>
  <inkml:trace contextRef="#ctx0" brushRef="#br0" timeOffset="103350.04">17312 10621 600 0,'0'0'64'0,"0"0"-9"16,0 0-5-16,0 0-6 0,0 0-9 16,0 0-9-16,0 0-9 0,0 0-4 0,0 0-7 15,0 0 1-15,-74-16 0 0,74 47-3 16,0 8 0-16,3 10 1 0,3 7-4 15,0 5 3-15,0 2-4 0,-2 3 2 16,-1-6-2 0,-2 0 1-16,-1-6 4 0,0-5-2 15,0-6 1-15,0-10-3 0,-1-12-2 16,-1-9 1-16,2-6 1 0,0-6 2 0,-1 0 2 16,1 0-2-16,-4-12 0 0,1-11-3 15,-2-16-5-15,1-10 3 0,1-11-3 16,-1-12 2-16,1-7 0 0,0-6-2 15,-1-4 1-15,1-2-1 0,0 1-3 16,1 5 4-16,1 12 0 0,1 14 1 0,0 19 2 16,0 20-2-16,0 12 0 0,0 8 1 0,7 0 0 15,9 10 2-15,6 4 0 0,2 4 1 16,8 2-1-16,6-4 2 0,7 0-2 16,8-5 2-16,8-7-1 0,5-4-1 15,7 0 1-15,-1-9 0 0,-4-3 0 0,-7 1 0 16,-12-1-1-16,-9 2 0 0,-14 2-1 15,-13 3 0-15,-7 4 0 0,-6 1 0 0,0-1-4 16,0 1-7-16,-1 0-10 0,-14 0-12 31,-7 8-20-31,-6 6-31 0,-1 1-73 16,1 5-135-16</inkml:trace>
  <inkml:trace contextRef="#ctx0" brushRef="#br0" timeOffset="103600.17">17214 10921 741 0,'0'0'42'0,"0"0"-7"16,0 0-8-16,0 0-6 0,0 0-5 0,0 0-4 15,78-50-1-15,-38 41-3 0,4 1-2 16,5 1-3-16,-1 2 0 0,1 2-2 15,-4 1-2-15,-2 2 0 0,-7 0-3 16,-4 5-4 0,-6 4-7-16,-7 2-13 0,-5-2-15 15,-7 5-22-15,-5 4-27 0,-2 2-76 16,-9 6-119-16</inkml:trace>
  <inkml:trace contextRef="#ctx0" brushRef="#br0" timeOffset="103816.66">17209 11411 745 0,'0'0'40'0,"0"0"-7"0,0 0 1 15,0 0-5-15,0 0-6 0,0 0-5 16,112-67-7-16,-71 63-3 0,3 1-3 16,5 0-3-16,6-2 1 0,2 2-3 15,6-2 1-15,3-3-2 0,4 0 1 0,-2-3-5 16,-1 3-7-16,-5-3-14 0,-4-3-30 15,-8 0-58-15,-9-2-142 0,-9-1-63 0</inkml:trace>
  <inkml:trace contextRef="#ctx0" brushRef="#br0" timeOffset="104168.01">18424 10519 693 0,'0'0'57'15,"0"0"-8"-15,0 0-7 0,0 0-7 0,10-82-10 16,-7 73-7-16,-2 5-6 0,1 0-3 16,2 4-3-16,6 2 0 0,5 12-1 0,1 8-1 15,0 10 1-15,-5 11 3 0,-3 7-5 16,-2 9 3-16,-1 8-4 0,-2 7-4 15,0 5 4-15,0 3-4 0,1 0 4 16,0-6 3 0,6-8-5-16,-1-9 2 0,4-10-3 15,2-13 0-15,-1-8 1 0,-3-13-2 16,4-8 4-16,4-7-2 0,1-6-2 0,11-10 0 16,-1-9-4-16,0-3-7 0,1-7-1 15,-4 0-13-15,-4-2-4 0,-1 2-17 16,-5 3-27-16,-2 2-39 0,-8 9-82 15,-6 0-93-15</inkml:trace>
  <inkml:trace contextRef="#ctx0" brushRef="#br0" timeOffset="104367.87">18301 10974 754 0,'0'0'55'0,"0"0"-5"0,0 0-10 15,0 0-12-15,0 0-13 0,0 0-5 0,0 0-4 16,0 0-3-16,80-53 1 0,-35 40-3 31,6 1 0-31,4 1-2 0,3 2-5 16,1-2-5-16,2 0-21 0,-1 2-48 16,-1-3-227-16,2 3-33 0</inkml:trace>
  <inkml:trace contextRef="#ctx0" brushRef="#br0" timeOffset="105016.82">19893 10815 562 0,'0'0'48'15,"0"0"-7"-15,0 0-3 0,0 0-1 0,0 0-4 16,0 0-6-16,-85 20-2 0,78-14-2 31,-1-2-6-31,0 2-3 0,5-3-3 16,3 4-3-16,3-3 1 0,16 2 0 16,15-3-1-16,17-3-1 0,17-9 1 0,20-7-3 15,16-6 0-15,15-2-2 0,10 0 0 16,3 0 1-16,-3 5 0 0,-9 2-1 0,-17 5-1 15,-18 5-2-15,-20 0-1 0,-24 6 1 16,-18-1-1-16,-14 2 1 0,-9 0 2 16,0 0-1-16,-8 2 1 0,-12 6-1 15,-7 1-2-15,-6-1 1 0,-2-3 0 0,1-2-2 16,10-1-5-16,11-1-8 0,7-1-18 16,3 4-33-16,0-1-63 0,3 1-174 0,0 1-15 15</inkml:trace>
  <inkml:trace contextRef="#ctx0" brushRef="#br0" timeOffset="105516.7">21632 10558 789 0,'0'0'33'16,"0"0"0"-16,0 0-8 0,102-82-2 15,-60 66-5-15,6 0-6 0,4 8-2 0,1 3-2 16,-1 5-4-16,-4 3-1 0,-3 10-2 16,-9 7 1-16,-6 6-3 0,-7 5 0 0,-11 6 4 15,-7 5-5-15,-5 5 5 0,-15 1-3 16,-8 4-3-16,-6 1 2 0,-4-3 0 16,-4-4 0-16,1-6 1 0,0-6 0 15,6-7 0-15,7-9 0 16,7-6 0-16,7-6 2 0,6-2 1 0,3-8-1 0,7-17 0 15,12-11-2-15,11-15 1 0,7-4 0 0,5-2 0 16,7-4-2-16,0 4 2 0,0 5 0 31,-2 4-4-31,-4 6 4 0,-8 6-4 16,-9 6 4-16,-10 10 2 0,-8 6-1 16,-4 7 3-16,-4 3-1 0,0 0-1 0,0 0 0 15,-1 0-3-15,-12 0 0 0,-4 11 1 16,-8 6-1-16,1 5 4 0,1 7-4 0,4 3 3 15,3 3-3-15,6 3-2 0,5 1 2 16,5 2-1-16,2 2 0 0,11-2 1 16,7-2 0-16,7-4-3 0,7-6 2 15,6-6-1-15,6-6 0 0,4-7-3 0,3-7-3 16,2-3-7-16,-2 0-10 0,1-8-17 16,-2-3-35-16,-3-6-77 0,-2-2-156 0,-8-3-1 15</inkml:trace>
  <inkml:trace contextRef="#ctx0" brushRef="#br0" timeOffset="105883.64">23075 10319 586 0,'0'0'57'15,"0"0"-3"-15,0 0-7 0,17-90-10 16,-16 73-4-16,1-1-7 0,-2 6-4 15,0 0-2-15,0 1-2 0,0 5-3 0,0 2-1 16,0 4-4-16,0-2-2 0,0 2-3 16,0 0-2-16,-3 0 1 0,-2 14 0 0,-1 13 0 15,0 13 2-15,1 10-3 0,1 7 3 16,-1 8-2-16,1 6 1 0,0 6 2 16,0 5-3-16,2 7 0 0,1 4-2 15,1 1-2-15,0-1 1 16,1-5 3-16,6-5-3 0,2-7 1 0,0-6-1 0,0-6-1 15,2-7 0-15,-2-8-1 0,-1-8 1 0,2-8-3 16,-4-11 3-16,-3-12-1 0,0-4-1 16,-3-6-1-16,0 0-3 0,0 0-5 31,1 0-9-31,-1 0-15 0,0-12-25 16,-1-9-52-16,-11-5-126 0,-5-6-82 0</inkml:trace>
  <inkml:trace contextRef="#ctx0" brushRef="#br0" timeOffset="106200.36">22927 10754 674 0,'0'0'58'0,"0"0"-10"0,0 0-9 0,0 0-8 15,4-83-8-15,12 66-7 0,6 6-3 16,5 4-1-16,7 6-1 0,5 1-1 15,4 1-1-15,5 11-2 0,1 3 0 16,-3 5-2-16,-1 1-1 16,-6 2-2-16,-6 3-1 15,-5 3-1-15,-9-1-1 0,-5 3 0 16,-9-1 0-16,-5 0 0 0,-12-1 2 0,-11-5-2 16,-9 0 1-16,-7-6-1 0,-7-6-1 15,-6-3-1-15,1-6 0 0,-2-3-3 16,2-3-1-16,5-9-3 0,5-3-5 15,7-1-7-15,6 0-11 0,9 2-22 0,9 6-45 16,2-1-126-16,6 5-82 0</inkml:trace>
  <inkml:trace contextRef="#ctx0" brushRef="#br0" timeOffset="106683.64">23523 9933 643 0,'0'0'48'0,"0"0"-1"0,0 0-9 16,0 0-11-16,0 0-10 0,0 0-6 0,0 0-3 15,0 0-6-15,103-36 2 0,-51 28-7 16,4 2 3-16,2-3-1 0,-3 0 0 0,-5 0-1 15,-8-2 0-15,-7-1 1 0,-9 0-1 16,-9 2 2-16,-9 5 1 0,-4 2 0 16,-4-4 3-16,0 3 2 0,0-2 2 15,-3-2 3-15,-1 6 1 16,-7 2-1-16,-1 0 1 0,1 7-3 0,-3 10 0 0,4 4-2 16,4 8 1-16,2 6 3 0,2 10-3 0,2 12 2 15,0 12-4-15,8 13-3 0,2 12 2 16,1 11 2-16,-1 5-1 0,1 6-1 15,0 3-2-15,-2 0-5 0,1 1 1 16,-2-5 4-16,1-4-2 16,-3-6 2-16,-2-8-1 15,-1-7-4-15,-3-10 3 0,0-9-3 16,-5-11 2-16,-9-10 0 0,-4-9 2 0,-7-9-1 16,-5-9 1-16,-6-7-1 0,-6-5-1 15,-9-8 0-15,-7-3-1 0,-4-1-2 16,-6-10-5-16,-2-2-6 0,-4 1-11 15,0 3-15-15,1 8-26 0,1 1-73 0,4 10-178 16,3 7-3-16</inkml:trace>
  <inkml:trace contextRef="#ctx0" brushRef="#br0" timeOffset="164034.46">2345 11562 235 0,'0'0'60'0,"0"0"3"0,13-108-1 16,-10 80-4-16,0 10-3 0,0 2-2 15,-2 5-6-15,-1 5-7 0,2 2-5 0,-2 4-5 16,0-2-5-16,0 2-5 0,0-1-3 15,1-1-6-15,-1 0-3 0,0 2-2 0,6 0 1 16,5 7 0-16,4 9 0 0,11 8-3 31,-3 10-1-31,2 4-2 0,-2 6 0 16,3 4 0-16,1-1 1 0,2 0-4 16,3-5 2-16,3-6 0 0,1-7 2 15,7-4 0-15,1-6 3 0,5-4-1 0,6-6 2 16,9-6-2-16,6-3 0 0,1-7-1 15,-1-12-1-15,-1-4-1 0,-7-7-1 0,-4-5 0 16,-6-6-1-16,-7-3 4 0,-9-4-3 16,-4-1 2-16,-8 3-2 0,-6 7 1 15,-4 8-1-15,-8 9 0 0,0 12 1 16,-5 5-4-16,-1 5-2 0,0-2-1 0,0 2-2 16,2 0-1-16,-1 0-7 0,2 12-10 0,0 5-18 15,-3 8-33-15,0 0-63 0,-9 0-140 16,-4 2 6-16</inkml:trace>
  <inkml:trace contextRef="#ctx0" brushRef="#br0" timeOffset="164383.31">3007 11371 578 0,'0'0'57'0,"0"0"-7"16,0 0-7-16,0 0-6 0,0 0-6 0,0 0-7 16,0 0-4-16,0 0-5 0,0 0-5 0,-18-35-3 15,12 35-2-15,-3 1-3 0,-4 10 2 16,-3 5 0-16,2 9 0 0,1 5-1 16,-3 9 0-16,6 10 1 0,-3 9-1 15,4 7 2 1,-1 5-4-16,0 3 2 0,3 1 2 0,2 1-3 0,1-1 2 0,4-1-4 15,0-3-2-15,3-4 4 0,1-6-4 0,2-9 4 16,1-8-4-16,-1-8 2 0,0-10 0 31,-2-8-1-31,-1-2 1 0,3-7-1 16,-6-3-5-16,5-1-5 0,0-1-13 16,-1 0-23-16,5 2-56 0,5 1-144 15,-5-3-56-15</inkml:trace>
  <inkml:trace contextRef="#ctx0" brushRef="#br0" timeOffset="164833.44">4257 11416 453 0,'0'0'61'0,"0"0"-8"16,0 0-3-16,0 0-6 0,0 0-7 15,-81-56-8-15,71 51-6 0,-3-1-5 16,-3 5-6-16,0 1-2 0,-7 5-2 0,-2 11 0 16,-5 11 1-16,0 12 1 0,-5 11-3 15,0 13 0-15,0 11-4 0,2 10 2 0,4 6 2 16,6 4-3-16,7 6 1 0,6 1-4 16,10 1-4-16,3-5 3 0,19-8-2 15,5-14 2-15,12-11 3 16,7-13-5-16,5-8 3 0,4-9-6 0,4-9-2 0,2-9-3 15,1-7-9-15,-4-7-11 0,1-2-22 0,-5-4-21 16,-12-7-57-16,-6-2-102 0,-7-4-29 31</inkml:trace>
  <inkml:trace contextRef="#ctx0" brushRef="#br0" timeOffset="165300.07">4377 12108 686 0,'0'0'40'0,"0"0"0"0,0 0-2 16,0 0-5-16,71-83-8 0,-51 70-8 0,3 3-5 16,0 2-5-16,-1 4-4 0,1 4-2 0,0 0-1 15,-5 9-1-15,0 6 3 0,-6 5-4 16,2 4 0-16,-6 5-1 0,-7 3-1 15,-1 3 1-15,-1 1 2 0,-10 0-1 16,-1 1 2-16,-3-3-1 16,1-6 0-16,-1-3 0 15,6-9 1-15,2-7 0 0,3-4 3 16,4-5 2-16,0 0-2 0,0 0 1 0,0-11 0 16,4-11-1-16,9-12 0 0,8-6 0 15,3-3-3-15,5-4 2 0,0 3-4 16,-2 4 4-16,-1 7-1 0,-4 6 1 15,-3 5 0-15,-6 9 1 0,-6 6-2 0,-4 4 1 16,-3 3-2-16,0-1 0 0,0 1 0 16,0 1 0-16,0 15-2 0,0 6 1 0,-3 7 2 15,-1 1-1-15,1 1 2 0,1-1-2 16,2-1 0-16,0 1-3 0,5-1 2 16,2-1-2-16,6-3-1 0,0 0-5 15,3-6-7-15,6-2-12 16,-2-2-15-16,-1-5-37 0,4-2-63 0,-6-3-145 0,1-3-2 15</inkml:trace>
  <inkml:trace contextRef="#ctx0" brushRef="#br0" timeOffset="165500.43">5113 12414 674 0,'0'0'53'16,"0"0"0"-16,0 0-10 0,0 0-14 0,0 0-8 15,0 0-9-15,0 0-2 0,82 42-4 16,-73-29-2-16,0 4-2 0,-3 1-1 16,-1 5 3-16,-5 1-5 0,0 4 1 15,-1-1-5-15,-9 2-5 0,-2 0-5 0,-2 1-8 16,1-2-15-16,1-3-27 0,2 1-40 16,6-9-83-16,4 0-99 0</inkml:trace>
  <inkml:trace contextRef="#ctx0" brushRef="#br0" timeOffset="165818.1">5628 11938 746 0,'0'0'43'15,"0"0"-5"-15,0 0-10 0,0 0-3 16,0 0-5-16,-13-78-7 0,13 71-4 15,0 2-2-15,0 5-6 0,3 0 1 0,7 5-2 16,1 12 1-16,2 10 5 0,-7 8-6 16,-6 8 5-16,0 5-4 0,0 7-3 0,-8 3 2 15,2 2-2-15,0 1 1 0,3-3-1 16,3-4 1-16,0-8-2 0,6-10 2 16,5-5-2-16,4-9 1 0,2-7 0 15,2-4 0-15,4-6 2 16,3-5 0-16,4-3-3 0,4-11-3 0,-1-3-3 0,2-4-6 15,-2-3-7-15,-1-3-9 0,-2-2-21 0,-1-2-31 16,-6-1-67-16,-4 2-138 0</inkml:trace>
  <inkml:trace contextRef="#ctx0" brushRef="#br0" timeOffset="166050.21">5256 12236 739 0,'0'0'59'0,"0"0"-14"0,0 0-12 15,0 0-9-15,0 0-7 16,0 0-3-16,0 0-4 0,104-84-4 0,-58 72-3 0,4 1-2 16,3 1-1-16,2 1-2 0,-1 1-5 0,1-1-8 15,-5 3-11-15,-2-2-17 0,-5 0-32 16,-5-1-54-16,-6-2-165 0,-3-3-4 15</inkml:trace>
  <inkml:trace contextRef="#ctx0" brushRef="#br0" timeOffset="166350.29">5985 11457 778 0,'0'0'53'0,"0"0"-12"0,0 0-8 15,0 0-9-15,0 0-7 0,0 0-4 0,0 0-3 16,0 0-1-16,85-17-4 0,-47 32 0 16,8 7-3-16,-1 8-1 0,4 10 0 0,-4 10 0 15,1 9-3-15,-5 6 3 0,-5 8 2 16,-7 6-2-16,-9 6 3 0,-5 8-5 16,-10 5-3-16,-5 6 3 0,-4-2 0 15,-12-3-2-15,-3-6 3 16,-7-8-5-16,-3-8 0 0,-5-10 2 0,-1-9-2 0,0-11 3 15,5-12 0-15,8-14 2 0,9-10 0 0,4-11-2 16,3-2-7-16,-2-13-11 0,4-8-17 31,4-4-32-31,3-2-112 0,9 0-134 16,0 2-7-16</inkml:trace>
  <inkml:trace contextRef="#ctx0" brushRef="#br0" timeOffset="167083.68">2873 9405 484 0,'0'0'54'16,"0"0"-3"-16,0 0-9 0,0 0-8 31,-16-77-6-31,16 66 0 0,0-5 0 16,0 8 1-16,3 3 2 0,-2 0-4 16,-1 5-4-16,0-1-6 0,0 1-6 0,0 0-3 15,0-1-2-15,0 1 0 0,0 2 1 16,0 15-1-16,0 12 1 0,-1 13-3 0,-2 8 1 15,0 8-2-15,3 7 0 0,0 5-2 16,3 5 4-16,4 1 1 0,5-1-2 16,2 0 1-16,4-3-5 0,2-3-1 15,0-6 1-15,-1-3 0 0,-2-8 0 16,-2-8 0-16,-2-8 1 0,-3-9-1 0,-4-8 0 16,-2-11 1-16,-1-3-2 0,-3-5 3 0,0 0 0 15,0 0 0-15,3 0-1 0,-2 0-3 16,5-8-7-16,0 1-6 0,-3-2-8 15,1 0-16-15,-2 4-24 0,-1 1-71 16,-1 4-168-16,0-2-3 0</inkml:trace>
  <inkml:trace contextRef="#ctx0" brushRef="#br0" timeOffset="167416.97">2539 10082 731 0,'0'0'35'0,"0"0"3"0,0 0-5 0,0 0-7 15,0 0-7-15,0 0-7 0,0 0-6 16,0 0-1-16,0 0 0 0,0 0 1 16,7-5 2-16,25 22-6 0,0 6-1 15,-2 6-1-15,-1 4-2 0,-4 3 3 16,-2 2-1-16,-3 1 0 0,0-3-1 0,-2-3 1 15,-3-4-1-15,0-7 1 0,2-3-2 0,-8-8 4 16,10-9-2-16,1-2 3 0,9-16-1 31,14-12-2-31,2-12 2 0,4-10-2 16,1-7 3-16,-4-2 0 0,-3 3-2 16,-5 4-3-16,-5 8-2 0,-5 9-7 0,-5 10-5 15,-8 10-9-15,-7 7-18 0,-4 5-18 16,-4 3-29-16,3 0-70 0,0 0-125 0</inkml:trace>
  <inkml:trace contextRef="#ctx0" brushRef="#br0" timeOffset="-6046.74">4547 14156 324 0,'0'0'58'0,"0"0"-6"16,0 0-11-16,0 0-11 0,0 0-6 15,0 0-3-15,0 0 2 0,0 0 5 16,0 0 2-16,-11-2-1 0,27-4-6 0,4-3-7 15,11-4-1-15,3-2-6 0,5-5-2 16,6-2-2-16,4-2-3 0,3-3 1 0,6-4-3 16,-1-1 1-16,-4-4-2 0,-4-2-3 15,-8-3 4-15,-14 2-3 0,-5 1 4 16,-15 3 2-16,-3 4-1 16,-4 4 1-16,-7 7-1 0,-7 4 1 0,-2 4-1 0,-6 4 0 15,-2 3 1-15,-7 5-1 0,-5 2 1 16,-2 10-1-16,-3 6 0 0,-3 7-1 0,-1 5 0 15,2 8-2-15,4 6 1 0,1 4 4 16,3 6-4-16,5 0 4 0,7 1-4 31,10-2-2-31,9-3 2 0,7-3-2 16,17-4 2-16,13-5-1 0,9-8 3 0,13-7-1 16,10-10 1-16,10-8-2 0,5-5 1 15,7-12 0-15,-1-11-1 0,-2-4 2 0,-1-7-3 16,-7 0 2-16,-8-5-2 0,-10 1 3 15,-9 1-1-15,-11-1 3 0,-11 4-1 16,-9 2-4-16,-7 11 7 0,-8 1-9 16,0 7 10-16,-3 2 1 0,-6-1-3 0,-10 7 0 15,-5 2-3-15,-8 3 2 0,-4 11-3 16,-8 6 3-16,0 2-5 0,-2 6 4 0,0 2-6 16,-1 0 1-16,5 2 1 0,6-2-5 15,6 1 3-15,9-4 0 0,5-5-1 16,10-3 1-16,3-1 0 15,8-4-1-15,10 0 3 0,5-9 1 0,8-2 0 0,-1-7 2 16,6-8-1-16,-1-5 0 0,-2-3 1 16,-1-2 0-16,-4-1 0 0,-4-2 3 0,-2 0-2 31,-5-1 3-31,-1 1 0 0,-1 1-3 16,-3 1 9-16,-3 8-1 0,-3 3 3 15,-3 5 0-15,0 6-4 0,-2 1-5 16,-1 3-3-16,0-1-2 0,0 1 0 0,0 1-1 15,0 16 0-15,-1 8 4 0,-8 12-4 16,5 5 5-16,-2 5-3 0,-1 5 0 0,1 8-1 16,6 3-2-16,0 4 2 0,0 0-3 15,3-2 4-15,10-6 1 0,0-4-2 16,4-6 3-16,1-5-4 16,5-5 1-16,0-6 1 0,-1-5-1 0,1-6 0 0,-2-4 0 15,-6-5 1-15,1-7 0 0,-6-1 2 16,1-5 1-16,4-5-1 0,-1-12 0 0,4-8-1 15,-1-9 1-15,-2-10-1 0,0-11-5 16,3-8 2-16,-1-12 0 0,4-4-1 31,0-1 4-31,-1 4-2 0,-1 8 0 16,-3 8 0-16,0 13 2 0,-3 10-2 0,-6 12 2 16,-2 5 1-16,-2 10-3 0,-2 4 3 15,-1 1-3-15,0 5 4 0,0-1-2 0,0 1-1 16,0-2-2-16,4 1-2 0,-4 1 5 15,0 0-4-15,3 9 4 0,0 9-2 16,1 8-2-16,1 4 2 0,-1 2-1 16,2 0 1-16,2 0 0 0,0-2-1 0,-1-1 0 15,2-3 0-15,2-4 1 0,-1-4 0 16,1-5-1-16,1-6 2 0,3-7-2 0,7 0 2 16,2-9 0-16,2-9 0 0,-1-5 1 15,1-7-1-15,-3-4 1 0,0-2-2 16,-4-2 1-16,0 0-1 15,-5 2 1-15,2 2 0 0,-4 6-5 0,-2 8 4 0,-3 4-4 16,-3 8 4-16,-2 5-1 0,1-1 0 16,-3 4-1-1,3 0 2-15,4 7 4 0,0 8-5 16,3 6 5-16,-1 3-6 0,1 0 1 16,-3 2 2-16,-1-2-2 0,4-1 1 15,0-1-1-15,0-4 1 0,3-1 1 16,0-5-1-16,6-2 0 0,3-2 0 0,1-4-4 15,6-4-7-15,0 0-7 0,1-4-15 16,2-7-19-16,1 1-34 0,2-5-87 0,1-1-121 16</inkml:trace>
  <inkml:trace contextRef="#ctx0" brushRef="#br0" timeOffset="-5529.67">6841 13493 683 0,'0'0'44'0,"0"0"-4"16,0 0-6-16,0 0-9 0,23-84-7 0,-10 76-6 16,3 5-2-16,7 3-3 0,2 0-3 0,2 7-1 15,-2 8-2-15,-2 5-2 0,-4 7 2 16,1 4-3-16,-6 8 2 0,-2 0-2 15,-3 2 1-15,-3 0-3 0,-1-5 1 16,-5-2-2-16,0-5 1 0,0-5-3 16,-1-7 3-16,-3-8 0 0,2-5 2 0,2-4 4 15,0 0 0-15,-3 0 1 0,-1-9-1 16,1-9 1-16,0-11-2 0,6-5 1 0,10-10 0 16,4-1 1-16,5-2 0 0,0 2 0 15,2 5-1-15,1 10 1 0,-1 7-1 16,-6 9 0-16,2 8 0 15,0 6-1-15,-1 5-1 0,6 10 0 0,-5 5-1 0,-4 6 1 16,0 4 1-16,-3 4-1 0,1-1 0 0,-2 0-1 31,1-2 1-31,1-6 0 0,1-3 1 16,-1-7-1-16,6-6 1 0,2-8 1 16,4-1-1-16,3-9 1 0,3-9-1 15,0-6 0-15,-2-7 1 0,-1-1-1 16,-3-1 0-16,-3 1-1 0,-7 3 0 0,-2 9 0 15,-5 7-2-15,-3 4-2 0,-3 6-4 16,0 0-7-16,-3 3-12 0,0 3-20 0,0 15-37 16,0 9-85-16,-3 12-127 0</inkml:trace>
  <inkml:trace contextRef="#ctx0" brushRef="#br0" timeOffset="-5379.7">7466 14109 743 0,'0'0'29'0,"0"0"-7"31,0 0-7-31,0 0-9 0,0 0-8 16,0 0-10-16,0 0-23 0,0 0-43 0,0 0-140 16,0 0-77-16</inkml:trace>
  <inkml:trace contextRef="#ctx0" brushRef="#br0" timeOffset="-5212.24">7651 14122 807 0,'0'0'43'15,"0"0"-6"-15,0 0-14 0,0 0-9 16,0 0-7-16,0 0-4 0,0 0-3 0,0 0-3 16,0 0-4-16,0 0-7 0,-9 4-17 15,9-4-39-15,0 0-160 0,0 0-88 16</inkml:trace>
  <inkml:trace contextRef="#ctx0" brushRef="#br0" timeOffset="-4312.2">9398 13641 681 0,'0'0'45'16,"0"0"-7"-16,0 0-8 0,-25-80-8 15,19 74-7-15,-4 4-6 0,-6 2-5 0,-3 15-1 16,-5 13-2-16,-2 10 1 0,0 7-1 15,0 7 1-15,5 4 3 0,1 2-5 16,6 1 4-16,2-1-4 0,8-4-2 16,4-4 1-16,1-4 0 0,12-5-1 0,3-5 1 15,4-4 2-15,4-8-1 0,2-7 2 16,1-6 0-16,2-8 0 0,0-3 1 0,-3-12-1 16,1-9 0-16,-2-7 0 0,-6-5 1 15,-3-7-3-15,-6-5 2 0,-7-5-2 16,-3-5-4-16,-3-6 3 15,-10-4-4-15,-9-2 4 0,-7 2 1 0,-7 4-2 0,-13 8 2 16,-6 10-1-16,-7 15 0 0,-2 9 1 16,2 11 1-1,7 6-2-15,6 2 1 0,11 5 0 16,14 0-2-16,8 6 2 0,13 1-1 16,3 0 1-16,19 3 0 0,11-2 0 15,14-4 0-15,12-4 1 0,9-3-2 16,10-2-1-16,-1-1-1 0,4-10-1 0,-4-2-1 15,-3-6-2-15,-4-3 0 0,-6-4 0 16,-10-3 3-16,-2-4 0 0,-11-2 4 0,-11-2 0 16,-7 4 2-16,-8 1 3 0,-9 3-6 15,-3 4 7-15,0 2-2 0,-3 7 6 16,-4 5 3-16,0 2 0 16,-2 5-2-16,2-2-1 0,2 5-1 0,-5 1-4 0,3 0-1 15,-2 9-2-15,2 7 5 0,5 12-4 16,2 7 5-16,5 10-6 0,5 13-2 0,6 13 2 15,0 17-2-15,1 12 4 0,-1 11 0 16,1 6-2-16,-2 6 2 0,2 1-3 31,-2 1-4-31,2-7 3 0,3-5 2 16,-2-12-3-16,0-9 3 0,0-12-2 0,-2-10-2 16,-3-14 2-16,-2-11-1 0,-5-17 0 0,1-9 0 15,-4-9-1-15,-1-7 0 0,1 1-4 16,0-5-11-16,-2-16-13 0,6-12-42 15,-3-13-114-15,-4-8-126 0,0-7-1 16</inkml:trace>
  <inkml:trace contextRef="#ctx0" brushRef="#br0" timeOffset="-4146.51">9739 13840 715 0,'0'0'29'0,"0"0"-8"0,0 0-2 15,0 0 1-15,40-82-3 0,-5 64-5 0,7 1-5 16,7 1-4-16,10 2-5 0,5 2-6 0,4-2-22 31,13 1-50-31,3-4-198 0,10 2-34 16</inkml:trace>
  <inkml:trace contextRef="#ctx0" brushRef="#br0" timeOffset="-2662.98">11425 13791 710 0,'0'0'38'0,"0"0"-4"15,0 0-5-15,0 0-6 0,0 0-2 16,0 0-6-16,0 0-4 0,0 0-1 16,0 0-4-16,26-86 1 0,-3 71 0 0,7 1-4 15,2 4-2-15,4 2 0 0,1 5-1 16,0 3 0-16,0 2 0 0,-4 11-2 0,-4 6 1 15,-5 5-1-15,-5 3 0 0,-7 4-1 16,-8 0 2-16,-4 3-2 0,0-2 2 16,-12 0 6-16,-6-2-5 0,-3-3 4 31,-3-2-4-31,1-6-2 0,5-5 2 0,2-5 0 16,9-4 2-16,3-4 0 0,1 2-1 0,3-4 0 15,4-13 0-15,14-9 0 0,8-9-1 16,7-1-6-16,6-4 3 0,6 1-3 15,0 1 5-15,2 3 2 0,-2 6-1 16,-2 8 0-16,-5 6 0 0,-3 7 0 16,-6 5-1-16,-5 7 2 0,-5 8 0 0,-6 5-2 15,-1 2 1-15,-6 3-1 0,-4 2 1 16,-2 0 5-16,-2 1-3 0,-7-3 3 0,-3 0-5 16,1-6-1-16,2-4-1 0,0-4 1 15,3-4 1-15,3-4 0 0,1 2 2 16,2-5-1-16,0 0 0 0,5-8 0 15,7-7-1-15,11-7 1 0,3-7-1 0,4-3-6 16,4-1 5-16,3-2-4 0,1 3 4 16,0 4 2-1,-1 6-2-15,-2 5 2 0,-3 8-1 16,-6 6-2-16,-3 3 2 0,-3 4-1 16,-3 8 1-16,-2 5 1 0,-3 3-1 15,-1 1-1-15,2 2 2 0,-3 1 4 16,-1 1-4-16,-2-3 5 0,-1 0-6 0,1-3-1 15,0-6 1-15,1-3-1 0,-4-4 1 0,8-4 1 16,5-2 0-16,4-3 0 0,7-9-1 16,-2-8-4-16,2-5 3 0,-2-4-4 15,1-2 5-15,-1-1 1 0,0 0-1 16,0 3 1-16,-4 5-1 0,-2 5-1 16,-8 7 1-16,-4 5 0 0,-3 6 0 0,-5 1-1 15,0-2-1-15,0 2-2 0,0 0 3 16,1 10 0-16,2 7 1 0,-3 6 2 0,0 1-1 15,0 1-2-15,0 2 1 0,-3 0 5 16,3-1-4-16,0 0 5 0,0-2-6 31,9-3 0-31,1-3 1 0,6-2-1 16,2-4 1-16,4-3-1 0,4-4 1 0,2-2 0 16,4-3-1-16,-2 0 0 0,2-8 1 15,-2-2 0-15,-2-6 0 0,-4 0 0 0,-5-7-1 16,-3-4-6-16,-6-7 4 0,-5-6-3 15,-5-8 4-15,-9-8 4 0,-11-5-4 16,-11-1 2-16,-6 1-2 0,-10 6 1 16,-9 8 0-16,-5 8 2 0,-1 10-2 0,1 7 1 15,9 5-1-15,10 4-1 0,15 8 2 0,11 1 0 16,10 3 1-16,6 1 0 0,-1-2-1 16,1 1 1-16,15-5-2 0,14 0 1 15,15-5-2-15,12 2-6 0,9-2 5 16,6-1-5-16,6 0 4 0,1 0 2 15,3-3-2-15,-4-2 1 0,-2-3-3 0,-7-4 1 16,-8-6-2-16,-9-5 1 0,-12-7 1 16,-9-1 4-16,-11-3-1 0,-9 2 3 0,-5 5-2 31,-5 4 3-31,-3 6-1 0,-8 4 2 16,-3 7 1-16,5 5 0 0,-3 4 2 15,4 4 0-15,4 2-2 0,1 1-1 16,3 2-3-16,-1 0-1 0,1 2 0 0,0 15 0 15,1 10 0-15,5 16 0 0,1 8 1 16,3 10-2-16,-4 9 3 0,-2 7 4 0,-4 8-1 16,0 9 0-16,0 7-2 0,-7 5-5 15,1 3 3-15,-2-3 0 0,3-6 0 16,1-10 3-16,1-14-3 0,2-14-2 16,-1-13 1-16,2-18-1 0,0-14 1 0,0-9 1 15,0-8 2-15,0 0 3 0,6-6-4 0,3-13 0 16,2-11-2-16,-4-12-1 0,-2-7 0 15,-5-7-4-15,0-4 2 0,-3-4-3 16,-6 1 4-16,1 2 1 0,-1 8 0 31,0 11 1-31,3 13 0 0,2 13 1 16,1 9-1-16,3 7-2 0,0-1 1 0,0-1 0 16,15-1 0-16,8 2 2 0,8 1-1 15,7 0 1-15,3 0-1 0,5 0 0 0,-1 0 1 16,1-3 0-16,-3-2-1 0,-2 1 1 15,-4 1-1-15,-6 0 0 0,-12 1 0 16,-2 2 0-16,-7 0 1 0,-1 0 0 16,2 8 0-16,-5 5-1 0,0 8 3 0,-6 7-2 15,0 4 2-15,0 5 1 0,-3 3-1 0,-3 1-2 16,0 2 1-16,-2-1-2 0,2 2 2 16,0-1 4-16,2-4-5 0,-1-1 3 15,1-6-4-15,4-3-3 0,0-10 2 16,0-6 0-16,0-3 1 0,0-4 0 15,0-1 0-15,0 1-2 0,0-6-1 0,0 0-8 16,0 0-14-16,0-12-30 0,0-11-84 0,0-14-171 31,0-6-17-31</inkml:trace>
  <inkml:trace contextRef="#ctx0" brushRef="#br0" timeOffset="-2512.18">14232 13057 723 0,'0'0'7'0,"0"0"-2"0,0 0-1 16,0 0-4-16,0 0-2 0,0 0-5 15,0 0-15-15,0 0-72 0,0 0-179 16,0 0-11-16</inkml:trace>
  <inkml:trace contextRef="#ctx0" brushRef="#br0" timeOffset="-1680.01">14699 13689 792 0,'0'0'8'0,"35"-98"-1"0,-21 53 5 15,-1 4 3-15,-6 7 3 0,-4 11-3 16,-3 4-2-16,0 8-6 0,-8 5-3 15,-4 0-4-15,-1 6 0 0,-9 8 0 16,-1 10-3-16,-1 11 2 0,0 7-2 16,1 8 2-16,2 6 0 0,3 3 0 0,8 0-1 15,4 1 1-15,5-6 2 0,1-1-3 16,10-6 2-16,6-7-5 0,4-5 1 0,6-10 0 16,5-6 1-16,2-8 1 0,3-5 1 15,1-1-1-15,3-13 1 0,-1-6 1 16,-2-5-5-16,1-7 5 0,-5-3-4 15,-4-4 4-15,-5-3 2 0,-6 2-2 0,-4-3 1 16,-8 2-1-16,-6 3 0 0,0 5 0 16,-14 4 1-1,-7 7-2-15,-5 7 2 0,-7 8-2 16,-6 5 0-16,-1 2 0 0,-4 3 0 16,3 8 1-16,1 3 1 0,6-1-1 15,6 1-1-15,11-5 0 0,5-3 1 16,9-3 1-16,3-3 2 0,0 2 3 0,15-2 1 15,8 0 0-15,12 0 0 0,8-11-1 0,3-1 0 16,8-3-1-16,2 1 1 0,2 4-2 16,1 2 1-16,0 5-2 0,-2 3-1 15,-3 1-1-15,-5 12-1 0,-6 6 0 16,-4 7-1-16,-6 6 1 0,-6 3-2 16,-6 4 2-16,-4 2-1 0,-5 3 1 0,-6 0 5 15,-6-1-5-15,-2-1 3 0,-11-2-2 16,-4-4-2-16,1-5 1 0,0-6 0 0,3-8 0 15,9-6-2-15,0-7 3 0,4-4 1 16,-2 0 3-16,2 0 0 0,0-2-3 31,2-13-1-31,10-10-1 0,6-12 1 16,8-4-2-16,6-4-3 0,5-7 2 0,4-2-3 16,4-1 4-16,4 3 2 0,-1 7-1 15,-1 8 1-15,-2 11 3 0,-2 10 0 0,-5 10 1 16,-2 6-1-16,-4 6-1 0,-2 12-1 15,-4 6 0-15,-1 5-2 0,-2 5 1 16,-4-1-1-16,-2 3 0 0,-2-3 0 16,-2 3 0-16,-2-6 6 0,0-1-2 0,0-3 0 15,1-6-2-15,3-4-3 0,1-5 2 0,6-5-1 16,4-6 0-16,6 0 0 0,3-12-2 16,1-5-4-16,0-6 3 0,0-1-6 15,-5-5 5-15,-4 0 0 0,-5 1-2 16,-7 3 1-16,-4 8-8 0,-7 7-7 15,-1 7-13-15,-3 3-29 0,0 0-74 0,-13 1-161 16,-6 7-13-16</inkml:trace>
  <inkml:trace contextRef="#ctx0" brushRef="#br0" timeOffset="-763.16">17629 13532 666 0,'0'0'40'0,"0"0"-5"0,0 0-11 16,0 0-6-16,0 0-3 0,-81 32-3 0,65-5 1 15,1 5-2-15,1 4-2 0,1 6 0 16,3 0-3-16,1 2-1 0,5-1 3 0,2-2-4 16,2-4 2-16,6-3-2 0,10-5-3 15,3-6 2-15,7-8 0 0,4-8 1 16,6-7 2-16,6-3-1 0,3-13-1 15,3-9-1-15,-3-5-6 0,1-8 3 0,-7-6-5 16,-4-6 6-16,-9-8 1 0,-9-5-3 0,-10-7 2 31,-7-5-4-31,-13-1 4 0,-10 4-2 16,-13 3-4-16,-7 10 4 0,-14 9-5 16,-6 14 4-16,-10 9 2 0,-6 14 0 15,-1 8 1-15,-1 5-1 0,7 5 0 16,7 6 1-16,11 1-2 0,13 0 1 0,14-3-1 15,15-3 2-15,14 2-1 0,13-1 0 16,20 0 8-16,21-2-8 0,17-5 0 0,14-3-1 16,12-9-5-16,8-5 5 0,4-1 0 15,2-3 0-15,-5-4 1 0,-3-3-4 16,-6-6 3-16,-7-6 0 0,-7-6-1 16,-11-6 0-16,-14-1 0 0,-15-2 0 0,-11 5 2 15,-13 5 1-15,-14 4 1 0,-5 6-1 0,-8 5 0 16,-12 4 2-16,-6 4-5 0,-8 4 4 15,-2 6-2-15,-4 3 4 0,4 5 0 16,4 4 1-16,4 0-2 0,8 12 0 31,3 7 4-31,5 9-7 0,5 10 5 16,1 9-4-16,6 14-2 0,0 13 5 0,0 13-4 16,7 11 4-16,-4 13 2 0,3 9-1 15,-2 9-1-15,1 7 0 0,1 7-1 0,2 0 0 16,5-2 0-16,3-4-2 0,3-7-4 15,4-9 5-15,-2-12 0 0,1-19-2 16,0-14 3-16,-2-15-5 0,-4-15 0 16,0-14 0-16,-7-13-1 0,-3-8-1 0,0-11-6 15,0-6-10-15,3-15-21 0,3-13-40 0,-1-13-121 16,1-11-119-16</inkml:trace>
  <inkml:trace contextRef="#ctx0" brushRef="#br0" timeOffset="-579.95">18103 13415 734 0,'0'0'12'0,"0"0"8"16,0 0 6-16,0 0-1 0,115-7-4 16,-41-1-6-16,15 1-7 0,10-3-7 15,10 3-3-15,7-3-8 0,12 0-19 16,7 0-42-16,5-4-123 0,6 0-114 0</inkml:trace>
  <inkml:trace contextRef="#ctx0" brushRef="#br0" timeOffset="-213.39">20435 13150 737 0,'0'0'35'16,"0"0"-11"-16,0 0-5 0,-83-60-6 0,57 48-2 15,-5 5-4-15,-1 2-2 0,-4 5 0 0,-3 5-3 16,-3 10 1-16,-1 6-3 0,-3 8 1 15,-1 6 3-15,0 6-4 0,3 4 3 16,4 4-4-16,7 1-3 0,9 2 0 31,7-2-3-31,13-3-2 0,4-8-1 16,11-6 1-16,11-8 1 0,8-10 5 0,5-9 1 16,4-6 2-16,3-11 0 0,1-10 1 0,1-6 2 15,-1-8-2-15,-2-4 2 0,0-4-1 16,-1 1 2-16,-4 2 0 0,-3 7 2 15,-3 4 2-15,-4 9 0 0,-7 8-1 16,-4 7-2-16,-1 5-2 0,-1 10 0 16,4 6 1-16,-4 7 0 0,1 4-1 0,-2 2 0 15,2 1-1-15,1 2-1 0,1 0 1 16,5 0-2-16,0-3 0 0,3-3-1 0,3-3 0 16,3-5-4-16,1-6-8 0,1-8-24 15,-1-4-47-15,-2-4-173 0,2-11-64 16</inkml:trace>
  <inkml:trace contextRef="#ctx0" brushRef="#br0" timeOffset="2937.71">22800 13236 562 0,'0'0'44'0,"0"0"-10"0,0 0-1 15,-107-85-3-15,66 73-7 0,-8 5-6 16,-4 5-4-16,-8 2-5 0,-3 10 0 0,-2 9-2 15,1 5-1-15,2 9 5 0,7 5-9 16,10 6 4-16,7 2-6 0,10 1-1 0,10 2 2 16,8-4-2-16,8-3 1 0,4-2 0 15,13-8 1-15,8-8 0 0,7-8 0 16,9-11 0-16,5-5 0 0,5-9 0 16,1-11 0-16,0-7 0 0,-2-4 1 0,-4-8 0 15,-7 0 0-15,-7 0 3 0,-5-1-2 16,-8 4 2-16,-3 4 0 0,-5 11 4 0,-6 7 2 15,0 9 4-15,-2 5-4 0,0-1-3 16,0 1-4-16,-4 9-2 0,-8 14 2 31,-1 13 1-31,0 11 0 0,0 12-3 16,4 11 3-16,2 6-4 0,0 4 5 0,6 7 3 16,1 3-3-16,0 2 2 0,1 2-4 15,7-1-4-15,1-4 3 0,4-5-3 0,3-11 1 16,2-9 3-16,2-13-4 0,1-11 5 15,4-15-3-15,-2-9 0 0,5-16-1 16,2-8-1-16,2-19 2 0,3-15-3 16,0-15 3-16,2-13 0 0,-3-15-2 0,3-12 2 15,-1-8-4-15,0-6-1 0,3-4 2 16,-1 0-4-16,-4 4 5 0,1 12 3 0,-2 16-2 16,-2 15 4-16,-2 14-3 0,-2 13-1 15,-1 9 0-15,-4 8-6 0,-6 8 6 16,-7 6-6-16,-4 7 6 0,-5 3 0 15,0-1-1-15,3 1 0 0,1 4 1 0,2 11 5 16,0 10-4-16,-4 5 5 0,-2 5-6 16,0 6 1-1,0 2-1-15,0 2-1 0,1 0 1 16,2 1-2-16,2-3 2 0,3-5-1 16,2-5 1-16,3-7-1 0,0-8 1 15,6-7-1-15,0-8 2 0,4-3 0 16,4-8-1-16,2-11 3 0,1-11-3 0,2-6 1 15,0-8-1-15,1-6 1 0,1-3-2 16,0 0 1-16,1 3 0 0,-3 3 2 0,0 7-3 16,-6 8-3-16,-3 7 3 0,-9 10-5 15,-4 6 6-15,-5 7 0 0,-5 2 0 16,4 0-1-16,3 2 2 0,5 11 5 16,1 5-5-16,-4 2 5 0,0 3-7 0,0-1 1 15,0 4 0-15,4 0-1 0,-1 1 2 16,2 1 0-16,5-4-1 0,2 0 0 0,5-1 0 15,6-5-3-15,4-3 3 0,7-5 0 16,7-7 0-16,6-3 0 0,6-10 0 31,5-7-1-31,1-5 0 0,2-4 2 16,0-4-2-16,-3-4 4 0,-5-1-3 0,-3-1 1 16,-5-2-1-16,-5 0-6 0,-7 2 5 15,-3 2-4-15,-7 2 5 0,-10 5 2 0,-5 3-1 16,-7 6 1-16,-8 1 0 0,-2 0 0 15,-9 4-1-15,-10-4-1 0,-6 4-1 16,-7 9 1-16,-6 4-1 0,-3 2 0 16,-4 12 1-16,-2 5-1 0,0 5 0 0,0 7-1 15,0 2 1-15,7 5 5 0,4 1-5 16,5 4 5-16,7-1-5 0,9 0-1 0,5-3 0 16,9-3-2-16,1-4 3 0,14-6-1 15,5-5 2-15,6-7-2 0,2-6 2 16,3-8-1-16,2 0 1 0,0-8 1 15,-2-7-1-15,1-5 3 0,-4-6-3 0,1-6 2 16,-4-4-2-16,-2-3-5 0,0-3 5 0,-4 2-5 31,0 3 3-31,-2 5 3 0,-3 8-1 16,-3 8 0-16,-6 8-1 0,-1 5 1 16,0 3-1-16,3 3 0 0,0 9 1 15,3 8-1-15,-3 4 2 0,-1 5 5 16,-1 1-4-16,2 2 4 0,0 2-6 0,2-1-1 15,1-3 1-15,0 0-2 0,2-1 2 16,-1-4 0-16,2-6 0 0,4-4 0 0,-6-6 1 16,7-4 1-16,4-5-1 0,3-1 0 15,8-12-1-15,1-5 1 0,-1-6 0 16,1-5 1-16,0-4-2 0,-1-6 2 16,1-3-3-16,1 0-4 0,-2-1 3 0,-1 4-3 15,0 5 4-15,-5 8 1 0,-4 10 0 0,-7 5-1 16,2 8 0-16,0 3 0 0,-3 9 0 15,6 8 0-15,-2 6 2 0,-4 4-2 16,2 5 4-16,-3 1 3 0,-1 4-5 31,1-2 5-31,-2 0-7 0,-1-3 0 16,-2-2 0-16,-3-4-1 0,0-8 3 0,-4-7-2 16,1-6 0-16,-2-5 1 0,0 0 0 15,0 0 2-15,0 0 1 0,3 0 0 0,1-7-1 16,4-11-1-16,6-9-1 0,3-7 1 15,3-4-1-15,6-3-6 0,5 0 5 16,2 2-5-16,3 4 5 0,0 4 1 16,-1 9 0-16,-3 7 0 0,-3 5 0 0,-4 9-2 15,0 1 2-15,-2 9 0 0,-1 6-1 16,-3 4 1-16,0 3 1 0,-2 2 5 0,-1 2-4 16,1 0 5-16,-1 0-6 0,1 0-1 15,0-4 1-15,1-2-1 0,0-2 0 16,2-1 1-16,0-7 1 0,2 0-1 15,4-7 0-15,1-3 0 0,5-5 0 0,2-10 0 16,3-6 0-16,-2-6 0 0,-1-7-2 0,-2-9-5 31,-2-8 5-31,-1-10-4 0,-3-10 3 16,-2-10 3-16,-4-6-2 0,-3-6 3 16,-4-4-3-16,-4-1-2 0,-5 3 2 15,-4 6-2-15,0 7 2 0,-13 11 3 16,-5 15-3-16,-6 14 2 0,-2 15-2 0,-3 13 1 15,2 9 2-15,2 5-2 0,2 12-1 0,4 11 0 16,2 9-1-16,5 7 0 0,4 9 3 16,4 5-2-16,4 6 1 0,0 3 3 15,5 4-4-15,2 2 3 0,5 3-2 16,2 5-3-16,2 3 4 0,5 0-3 16,3 0 2-16,5-3-2 0,4-5 4 0,5-6 3 15,3-7-3-15,0-11 3 0,-2-11-5 16,1-10 0-16,-3-12 0 0,1-8 1 0,-1-6-1 15,1-11 0-15,0-8 0 0,-1-9 2 16,2-5-2-16,-3-9-5 0,-1-5 4 31,0-8-4-31,-5-1 3 0,-1-2 3 16,-2 3-2-16,-5 8 2 0,-4 9 0 0,-6 14 0 16,-4 10 0-16,-5 10-2 0,-3 4-1 0,0-2 0 15,0 4 1-15,0 14 1 0,0 9 0 16,-2 10-2-16,-2 2 2 0,-2 3-1 15,2-1 1-15,1 1-1 0,3-2 2 16,0-2-2-16,0-2 2 0,3-2 4 16,4-5-5-16,0-3 4 0,3-4-4 0,5-5 0 15,1-6 0-15,5-4 1 0,4-5 0 16,4 0-1-16,4-11 0 0,2-4 1 0,3-5-2 16,-1-4-4-16,3-2 3 0,0-3-4 15,-1 1 3-15,-2 0 3 0,-1 2-1 16,-4 3 2-16,-7 5 0 0,-6 4-1 15,-6 6 0-15,-3 3-1 0,-7 2-1 0,1 1 1 16,-1 2-1-16,1 8 1 0,2 9 1 16,1 6-1-1,-4 4 3-15,0 2-3 0,-2 3 3 16,1 1 3-16,-1 2-5 0,2 0 5 16,0-3-3-16,2-2-4 0,1-4 2 15,0-3-1-15,3-7 1 0,-3-4 0 16,4-2 0-16,-3-6 3 0,5-4-3 0,7 0 1 15,0-12 0-15,7-5 0 0,-2-5-1 0,3-4 1 16,2-5-2-16,3-4-4 0,3-4 4 16,3-4-4-16,5 1 4 0,2-1 2 15,1 6-1-15,-3 6 1 0,-3 8-1 16,-6 8 1-16,-5 11-3 0,-4 4 1 16,-5 8 1-16,-4 10-2 0,-5 4 2 0,-3 6-1 15,-4 4 0-15,-3-1 1 0,-1 3 1 16,0-2 4-16,0 0-3 0,-2-2 3 0,-1-3-5 15,0-9-2-15,1 1 2 0,1-9-1 16,-1-4 2-16,2 0-2 0,0-6 4 31,0 0-2-31,0 0 0 0,0 0 0 16,0 0 0-16,9-12-1 0,6-9 0 0,5-8 1 16,4-4-1-16,5-2-5 0,3-1 5 15,1 1-6-15,4 1 4 0,-3 5 2 0,1 6-1 16,-2 7 1-16,-4 7-1 0,-1 6 1 15,-4 3 2-15,-2 10-3 0,-3 5 2 16,-1 7-2-16,-2 1 2 0,-4 2-2 16,-2 4 1-16,-1 1 6 0,-4-1-6 0,1 0 5 15,-1-2-4-15,-2-1-2 0,1-3 1 0,-3-6 0 16,2-1 1-16,1-1-1 0,-1-2-1 16,2 3 0-16,-2-5 1 0,0-2 0 15,1 0 1-15,2-3 0 0,7-1-1 16,1-5 1-16,8-2-2 0,4-8 2 15,3-7-1-15,4-3 0 0,3-3 0 0,5-4 0 16,5-3-1-16,0-2-4 0,2 0 4 16,-3 2-3-1,-2 1 5-15,-5 5-1 0,-6 4-1 16,-5 5 1-16,-8 4-1 0,-8 5 1 16,-5 4-1-16,-6 2 0 0,0 0 1 15,0 0-1-15,2 0 1 0,-2 0-1 16,0 2 1-16,0 3-2 0,0 3-6 0,-5 2-10 15,-2-3-17-15,-1 1-25 0,0-2-61 16,-1 0-168-16,5-3-14 0</inkml:trace>
  <inkml:trace contextRef="#ctx0" brushRef="#br0" timeOffset="3320.38">27929 12553 683 0,'0'0'43'0,"0"0"-9"16,0 0-13-16,0 0 2 0,0 0-8 16,104-49 3-16,-40 42-2 0,14-1-1 0,13 4-5 15,13 1-1-15,10 1-2 0,6 2-2 0,3 0 0 16,-3 0-4-16,-7 2-1 0,-7 1 1 16,-11 1-2-16,-13-1 1 0,-12 1 1 15,-17-2-2-15,-19 1 0 0,-17-3 1 16,-9 2-4-16,-8-2 0 0,0 1-4 15,-14 1-7-15,-9 4-9 0,-11 5-25 0,-6 1-51 16,-3 4-129-16,-2-1-79 0</inkml:trace>
  <inkml:trace contextRef="#ctx0" brushRef="#br0" timeOffset="4169.96">29596 13303 455 0,'0'0'57'0,"0"0"-8"0,0 0-10 15,0 0-7-15,0 0-4 0,0 0-4 0,0 0-2 16,0 0-1-16,0 0-3 0,45-52-1 16,-41 49 0-16,-4 3-1 0,0-1-3 15,0 1 0-15,5-2-3 0,-1-1-2 16,1 2-1-16,-1-1-2 0,-4 2-1 0,4 0 1 16,3 0-2-16,4 0 0 0,2 2 0 15,-5 1-1-15,2 6 0 0,-2 3-1 16,-1 2 1-16,3 5 0 15,-3-1-1-15,-1 0-1 0,1-1 0 0,-1 1 1 0,0 1-1 16,-2-6 1-16,0 2 0 0,1-1-1 31,-2-3 1-31,1 4-1 0,0-6-1 0,-2-4 2 16,1 2-1-16,0-2 0 0,4-1 1 16,-1 3-1-16,6-7 1 0,9 0 0 15,5-3 0-15,9-10-2 0,1 0-3 0,3-5-9 16,0-4-21-16,4-1-41 0,5-2-115 15,2-1-120-15</inkml:trace>
  <inkml:trace contextRef="#ctx0" brushRef="#br0" timeOffset="5871.22">3762 15897 483 0,'0'0'34'0,"0"0"5"0,-4-103-1 16,11 74 4-16,2 1-3 0,1 4-11 15,2 5-4-15,2 5-10 0,2 5-6 0,3 9-2 16,2 1-2-16,3 16 0 0,3 7 0 16,-1 7-1-16,0 5-2 0,0 5-1 15,-7 1 1-15,-5 4-3 0,-5-2 4 16,-3 0-4-16,-2-1-1 0,-2-6 2 0,-2-2-2 15,0-3 2-15,0-13 0 0,0-7 1 16,0-6 2-16,0-6 1 0,0 0 0 16,0-5 0-1,0-15-2-15,7-10 0 0,3-14 3 16,7-3-3-16,4-3 3 0,3-3 0 16,8-2-8-16,3 5 6 0,4 4-5 15,7 10 4-15,-4 10 0 0,3 16 0 0,-6 7-1 16,-6 6 1-16,-4 14-1 0,-3 8 1 15,-6 4 1-15,-7 4-1 0,-1 1 3 16,-4 1-5-16,-2-2 6 0,-1-1-6 0,-4-3 1 16,2-8 0-16,-3-9-1 0,0 1 1 15,0-8 1-15,0 2 1 0,0-1 2 16,0-6 1-16,0 0-1 0,3-10 0 0,3-6-4 16,1-10 3-16,0-3 1 0,5-4-2 15,2-2-2-15,4 0 1 0,2 3-6 0,1 3 5 16,0 8 0-16,-4 9-1 0,-1 7 2 15,4 7-1-15,-1 15 0 0,4 8 1 16,-3 7 5 0,-1 5-6-16,-3 2 5 15,1 0-5-15,1 1-3 0,-1-1 4 0,6-1-1 16,-1-4 0-16,4-2 0 0,0-7 0 16,3-6-1-16,1-6 1 0,1-8 1 15,-1-5-1-15,8-7 1 0,-2-10 0 0,4-8-2 16,5-5 1-16,-3-2 2 0,3-7-1 15,-6-1 2-15,0-4-2 0,-2 0-5 16,-5-1 4-16,-3 4-4 0,-4 1 5 0,-2 5 1 16,-3 5-1-16,-5 4 2 0,-5 9 0 15,-6 7 3-15,-1 5 1 0,-3-1-1 0,0 1-1 16,-3 0-2-16,-3-3-2 0,-8 8 0 16,-6 2 0-16,-5 11-2 0,-4 9 0 15,2 3-2 1,-1 5 3-16,4 4-2 0,5 1 2 0,0 0 5 0,10-2-6 0,4 1 6 15,5-2-6-15,7-4-2 0,6-2 2 16,7-3-2-16,7-3 0 0,4-7-1 16,2-4-4-1,5-3-9-15,2-6-16 0,2 0-35 16,2-7-45-16,-1-8-100 0,5-2-73 16</inkml:trace>
  <inkml:trace contextRef="#ctx0" brushRef="#br0" timeOffset="7420.35">6258 15702 666 0,'0'0'44'0,"0"0"-3"16,0 0-3-16,0 0-9 0,0 0-9 0,0 0-6 16,-59-77-4-16,49 76-5 0,-6 1-2 15,0 1-4-15,-4 13 1 0,1 7-1 0,0 8 0 16,3 4 0-16,2 6 1 0,2 1-2 15,5 3 1-15,4-1 4 0,3 2-4 16,2-1 4 0,9-2-5-16,5-3-1 15,6-3 1-15,4-6-1 0,1-8 1 0,9-7 1 16,2-9 1-16,1-5 0 0,6-7 0 16,0-11 0-16,1-8 0 0,-1-6 3 15,-2-6-3-15,-1-4 3 0,-3-7-2 0,-7-5-4 16,-3-6 4-16,-6-7-3 0,-6-4 2 15,-8-2 3-15,-3 2-2 0,-5 7 2 16,-1 11-1-16,-1 12 2 0,-5 15 0 0,3 11-1 16,3 10 0-16,-6 5-3 0,-8 5 0 15,2 10 0-15,-8 11 1 0,8 9-2 16,1 6 2-16,5 8-3 0,3 1 2 0,3 4-2 16,0 1 2-16,5 1-2 0,2-2 2 15,4 1 4 1,-2-1-6-16,3-3 4 0,-1-2-4 0,-2-5-1 0,5-6 1 0,-2-7 0 15,1-8 1-15,-2-8-1 0,1-8 3 16,1-7-1-16,-1-10 2 0,6-9 1 0,-3-7-1 31,1-8 1-31,0-2-3 0,1-3 2 16,-1-1 0-16,4 2-5 0,-2 3 6 16,2 8-7-16,0 6 4 0,-7 7 1 15,4 6-3-15,-2 7 1 0,2 1 0 0,2 6 0 16,1 8 1-16,-1 2 3 0,-3 6-4 15,7 2 5-15,-1 0-5 0,-2 2 0 16,5 0 0-16,2-2-1 0,2 0 0 0,3-3-1 16,4-2-1-16,8-4 0 0,5-4-1 15,4-4-4-15,5-7 3 0,4 0-1 16,2-9 3-16,-1-5 2 0,-2-5 0 0,-2-4 3 16,-6-4 0-16,-7-4 3 0,-6-1-1 15,-6 0-4-15,-7 2 5 0,-4 1-3 16,-8 5 6-16,-7 7 3 0,-5 1-2 0,-3 0 1 15,-3 4-2-15,-10-5-2 0,-3 7-1 16,-5 2-4-16,-7 4 1 16,-2 2-1-16,-5 2-1 0,3 3 1 0,-1 8 0 0,1 2-3 31,0 4 2-31,5 5-2 0,1 2 0 16,4 3 5-16,5 1-6 0,4 2 3 0,7-3-6 15,5 2-3-15,1-5-2 0,7-1 0 16,7-3 0-16,4-5-1 0,3-4 4 15,1-7 1-15,2-1 5 0,-3-3 0 16,2-3 4-16,0-6 1 0,-4-5-1 0,3-2 1 16,-2-4 0-16,-1-4 1 0,-2-2-1 15,0-2-4-15,-4 0 5 0,-1 0-6 16,-1 4 5-16,-3 7 0 0,-4 7-2 0,-1 7 0 16,0 3 0-16,8 0-1 0,-2 10 0 15,6 7 0-15,-4 8 1 16,-1 2 4-16,-1 3-4 0,4 3 3 0,-3 1-3 0,0-1-1 15,3-3-1-15,-3 1 1 0,2-5 0 16,-5-2-1-16,2-9 2 0,0-4-1 16,-4-4 2-1,8-7 1-15,6 0 0 0,1-6 1 16,9-9-1-16,0-6 0 0,0-4-1 16,4-3 1-16,-2-4 0 0,-1-5 1 15,-1 0 0-15,3-3-5 0,-2-1 4 0,-1 5-5 16,4 5 6-16,-2 10 1 0,-2 8 0 15,-2 8-2-15,-1 5 2 0,0 10-3 16,-7 8 0-16,3 6-1 0,-6 4 1 0,-2 4 4 16,-1 1-5-16,-3 3 4 0,0-1-5 15,-2-4 0-15,-4 1 1 0,1-11-2 16,-3 0 2-16,-1-7-2 0,-1-8 2 0,0 2-1 16,0-8 1-16,0 0 3 0,0 0 0 15,0 0 0-15,5 0 0 0,2-3-1 16,3-11 0-16,5-7-2 0,2-5 0 0,3-4 2 15,3-4-2-15,3 1-4 0,3-2 6 16,3 5-8-16,1 4 7 16,-1 9 0-1,-3 7 3-15,-4 7-2 0,-2 3 2 0,-3 7-1 16,0 8 0-16,-4 5 5 0,0 3-6 16,-3 2 4-16,0 3-6 0,2 1-1 0,-2 0 0 15,1-1 0-15,-1 1 1 0,0-3-2 16,-1 1 2-16,-2-7-1 0,3 0-2 15,0-5 3-15,-4-6-1 0,5-4 1 16,6-5 2-16,4-2 0 0,7-11-2 0,0-6 2 16,-1-6-1-16,2-4 1 0,0-6 0 15,-2-3 0-15,-1-3 0 0,1-2-6 16,-4 3 5-16,-3 3-4 0,-5 7 5 0,-2 10 2 16,-6 5 0-16,-3 7 2 0,-4 5 0 15,0 0-3-15,-3 3-1 16,0-1-2-16,1 1-2 0,2 10 2 0,0 8 1 0,3 11 5 15,-2-3-5-15,3 5 5 0,-2 0-6 16,-1 3-2-16,3 1 1 0,-1 0 0 16,0-2 2-1,5 0-3-15,1-4 1 0,5-5-2 16,2-7 1-16,6-6 0 0,5-10-1 16,5-1-4-16,5-17-5 0,5-5-7 15,1-8-8-15,1-5-9 0,0-5-19 0,-3-4-21 16,-2-1-33-16,-3-5-62 0,-3-2-93 15</inkml:trace>
  <inkml:trace contextRef="#ctx0" brushRef="#br0" timeOffset="7586.99">10132 15238 799 0,'0'0'37'0,"0"0"-11"16,0 0-2-16,0 0-8 0,0 0-8 0,0 0-6 15,0 0-2-15,0 0 0 0,0 0-13 16,-3-15-31 0,8 22-113-16,-1 3-160 15,-1-3-15-15</inkml:trace>
  <inkml:trace contextRef="#ctx0" brushRef="#br0" timeOffset="8636.66">11009 15570 700 0,'0'0'40'16,"0"0"-5"-16,0 0-6 0,0 0-8 15,0 0-5-15,-80-40-5 0,51 53-3 0,2 9 0 16,-2 8-3-16,-2 5-1 0,1 7-3 16,4 5 1-16,3 5 3 0,1 3-4 15,3 1 4-15,8 0-7 16,3 1-2-16,8-2 1 0,2-3-2 0,11-3 3 0,10-9-1 16,9-5 2-16,6-9-1 0,8-8 3 15,6-10-3-15,6-8 1 0,1-9 1 16,3-11-4-16,-4-9 3 0,1-4-1 0,-7-5 2 15,-7-2 0-15,-6-4 2 0,-8-1 0 16,-8 1 1-16,-8 0-2 16,-4 3-2-1,-5 6 5-15,-5 12-5 0,-1 1 5 0,0 9 1 16,0 7-2-16,0 2 0 0,0 4-3 16,0 0-2-16,-13 1 1 0,-7 11-1 15,-6 8 1-15,0 3 4 0,1 4-6 0,0 2 4 16,2 1-6-16,3-1-4 0,6-1-7 15,1-4 1-15,4-8-1 0,6-5 1 16,3-2 10-16,0-6-2 0,6 1 5 0,10-3 2 16,1-1 2-16,8-8 0 0,1-7 2 15,-2-2-1-15,2-3 0 0,-4 1 1 0,3 1-3 16,-4 1 3-16,-2 2-2 0,-3 6 3 16,-3 1 0-16,-3 5-4 0,-6 2 1 15,5 1 0-15,-1 0-1 16,1 8 2-16,2 2 0 0,-7 2-1 0,3 3 0 0,-1 2-2 15,0-2-1-15,-2 0 0 0,-1 0 3 16,1-5-3-16,1 3 2 0,-1-4 0 16,2-3-2-16,-2 0 2 0,5-3 2 0,5 0 1 31,4-3 1-31,6-1 0 0,4-10-3 16,2-5 1-16,0-4 0 0,2-4 1 15,0-5 1-15,0-6-7 0,-2-8 4 0,-1-7-6 16,-3-9 5-16,-1-9 1 0,-2-6-1 15,-4-7 3-15,-5-4-4 0,-2 2 3 16,-8 4-1-16,-3 5-2 0,-1 11 4 0,-1 9 1 16,-9 11 4-16,0 9 3 0,-3 10-3 15,1 9-4-15,-1 7-1 16,-4 7-1-16,4 1-2 0,-9 13 0 0,5 7-1 0,1 9-1 16,3 6 2-16,3 9 3 0,4 7-4 15,5 9 3-15,1 5-4 0,3 8-3 0,4 6 4 16,4 4-3-16,1 2 3 0,5 0 2 15,4-6-3-15,5-7 4 0,5-10-5 16,7-9-2-16,4-9 3 16,4-10-3-1,6-11 0-15,6-9-5 0,3-9-7 0,-1-5-8 16,1-9-8-16,-5-9-9 0,-5-4-20 16,-5-3-50-16,-5 0-133 0,-3 0-51 15</inkml:trace>
  <inkml:trace contextRef="#ctx0" brushRef="#br0" timeOffset="9153.28">13924 15379 693 0,'0'0'42'0,"0"0"-8"0,0 0-3 16,0 0-5-16,0 0-3 0,0 0-5 0,0 0-5 16,0 0-4-16,0 0-4 0,-33-53-1 15,27 70 0-15,-2 13 1 0,-1 16 0 0,1 10 2 16,2 11-4-16,-1 7 4 0,2 7 0 15,-1 5-4-15,1 4 2 0,1 4-4 16,2 1-4-16,2-1 3 0,0-1-5 31,6-6 4-31,9-5 1 0,1-5-2 0,7-4 5 16,3-6-7-16,3-4 0 0,1-2-5 16,-1-8-8-16,-3-4-5 0,-1-6-16 15,-5-12-13-15,-7-10-44 0,-3-10-60 0,-7-11-143 16</inkml:trace>
  <inkml:trace contextRef="#ctx0" brushRef="#br0" timeOffset="10604.55">13745 15510 629 0,'0'0'24'0,"0"0"6"0,0 0 3 0,75-82-2 15,-49 67-6-15,1 4-5 0,4 3-7 16,2 7-4-16,-2 1-4 0,1 8-1 0,-3 7-2 31,-5 6-4-31,-1 5 1 0,-6 6-4 16,-5 4 4-16,-5 2-3 0,-6 3 4 16,-1-1-2-16,-11-3 1 0,-8-2-2 15,-8-1 2-15,-5-2 3 0,-7-4-4 0,-5-1 6 16,-1-4-5-16,2-1-1 0,1-4 1 15,6-3 1-15,15-6-1 0,7-4 1 16,10-2 0-16,4-3 0 0,3 0 3 0,17 0-1 16,16 0 2-16,16-9-1 0,10-5-1 15,5-3-4-15,2-4 3 0,1-1-6 16,0-3 6-16,-3-2 0 0,-2-3-1 0,-3-4 1 16,-2-3-1-16,-6-2 1 0,-4-4-1 15,-6 1 1-15,-6 0-1 0,-9 1 1 16,-6 1 0-16,-10 3 1 0,-5 3-1 0,-4 11 2 15,-4 2 0-15,0 10 0 0,-3 4-1 16,-10-1-1-16,-6 8 1 0,-8 0-3 16,-5 12 2-16,-4 5-1 0,-3 7 0 0,-2 3 0 31,1 5-1-31,2 2-1 0,3 4 0 16,5 0-1-16,4 0 1 0,6 1-2 0,8-2 2 15,8-4-2-15,4-3 2 0,7-6-1 16,10-2 0-16,5-7-1 0,7-5 0 15,3-3 0-15,4-7 0 0,0 0 4 16,2-11-2-16,-1-6 2 0,-2-2 0 0,0-7 0 16,-5-5 0-16,-4-4 2 0,-1-4-2 15,-5 0 3-15,-4 3-1 0,-3 6 0 16,-6 10 1-16,-1 10 0 0,-3 7-1 0,-3 3-1 16,0-2-3-16,1 2 1 0,1 8 0 15,1 7 1-15,0 8 1 0,1 3-1 16,-3 1 1-16,3 2-2 0,-1 0 1 0,2-4-2 15,1 0 3-15,-2-8-2 0,-1-4 0 16,7 1 1-16,-6-7-1 0,5 3 1 16,0-6 2-1,2-4-1-15,7 0 0 0,0-3 2 16,7-8-2-16,-2-5 1 0,-1-4-1 16,1-4 1-16,3-5-1 0,1-1 2 15,2-2-1-15,3 0 0 0,0 4 1 0,0 6 0 16,-2 5 2-16,2 8 1 0,-3 5 0 15,-3 4-1-15,-3 0-2 0,0 4-1 16,-3 4-1-16,-2 4-1 0,-1 4 2 0,-1 3-2 16,1 2 0-16,2 1 0 0,-3 1-2 15,1 0 1-15,-1-2 1 0,0 1 0 16,0-1 0-16,0-1-1 0,-1-2 1 0,0-2-3 16,1 0 4-16,3-3-1 0,3-2 1 15,3-4-1-15,3-2 1 0,6-5-2 16,4 0 2-16,3-2 0 0,3-8-1 0,2-5 3 15,0-5-3-15,2-6 0 0,-2-6 0 16,-1-7 0-16,-6-6 0 0,-1-10 3 31,-5-6-3-31,-4-7 2 0,-3-7-1 0,-6-4-3 16,-5-4 2-16,-7 0-1 0,-5 2 2 16,-3 8 2-16,-6 13 0 0,-7 13 4 15,-1 12 0-15,-5 12 3 0,7 9-2 0,-3 8-1 16,0 6-3-16,-1 4-1 0,0 12-3 15,2 7 1-15,5 9 0 0,5 7-1 16,1 8 2-16,3 6-3 0,0 5 0 0,4 4 4 16,3 3-2-16,2 4 3 0,0 0-3 15,-2 3-4-15,0-1 3 0,1 2-3 16,0-5 3-16,-1-4-3 0,1-11 1 0,-1-9 0 16,1-9-1-16,-3-15 0 0,-2-10 1 15,-2-5 1-15,-1-5 2 0,0 0 0 16,2-12-1-16,-2-11-3 0,0-14-1 0,-2-8 1 15,-9-8-4-15,-4-6 4 0,-5-5-1 16,-2 0 3-16,-4 3 1 0,-1 7 2 16,1 5-1-1,1 11-4-15,8 11 5 0,2 10-7 16,8 8 4-16,6 6 0 0,1 3 0 16,0 0 6-16,13 6-4 0,13 5 6 15,11 3-5-15,11-2 0 0,8-3-2 0,8-3 1 16,4-1 0-16,3-5-1 0,1 0 0 15,-5 0 0-15,-5-4 0 0,-10 1 1 16,-10 0-1-16,-13 0 1 0,-15 2 0 0,-5 1 0 16,-9 0 1-16,1 0 2 0,2 0 1 15,-1 9 0-15,-2 9 2 0,-3 5-3 16,-7 9 0-16,0 4-2 0,1 5 3 0,3 5-2 16,-1 4 0-16,4 2-1 0,3 2 0 15,0-1-3-15,3-1 2 0,4-4-2 16,-1-5-1-16,1-7 6 0,0-7-5 0,-2-9 5 15,-1-9-4-15,-3-6 0 0,-1-5 0 16,0 0 1-16,0 0-2 0,2 0-5 31,-2 0-5-31,3-13-20 0,1-10-25 0,3-13-89 16,-1-7-168-16,-3-13-12 0</inkml:trace>
  <inkml:trace contextRef="#ctx0" brushRef="#br0" timeOffset="10754.65">16658 14708 813 0,'0'0'20'16,"0"0"-7"-16,0 0-3 0,0 0-5 15,0 0-3-15,0 0-3 0,0 0-5 0,0 0-4 16,0 0-24-16,0 0-65 0,35 34-197 16,-28-6-21-16</inkml:trace>
  <inkml:trace contextRef="#ctx0" brushRef="#br0" timeOffset="11453.43">17312 15299 818 0,'0'0'5'16,"0"0"7"-16,30-106-1 0,-24 83 6 15,-6 3-2-15,0 3-6 0,-1 7-3 16,-9 2-4-16,-8 8-3 0,-2 5-1 0,-11 15 1 16,-2 8 1-16,0 9 3 0,-1 8-2 15,6 7 2-15,2 4-4 0,6 5-3 16,6 1 2-16,8 2-3 0,6-4 3 0,5-3-3 16,10-6 2-16,6-8-1 0,7-8-1 15,3-8 8-15,6-10-4 0,3-8 6 16,3-9-4-16,4-6-5 0,0-13 5 0,1-8-4 15,1-6 3-15,-2-8 2 0,-3-8-2 16,-4-5 2-16,-3-7 0 0,-5-3 2 31,-3-6-2-31,-4-1-3 0,-7-5 1 0,-6-3-2 16,-5 2 4-16,-5 4 3 0,-2 8 2 16,-3 8 2-16,-6 14 0 0,-4 11 2 15,6 10-5-15,-5 10-1 0,-2 8-3 0,1 4-2 16,-7 7 0-16,3 14-1 0,2 10 2 15,3 10-2-15,5 7 1 0,4 7-2 16,3 8 2-16,0 2 3 0,7 6-2 0,0 2 1 16,4 4-2-16,1-1-3 0,3 0 1 15,4-5 0-15,4-7 0 0,3-8-2 16,5-9 2-16,4-10 4 0,5-12-6 0,3-5 2 16,5-14 0-16,4-6-4 0,0-6 3 15,1-14 2-15,-1-7-2 0,-2-12 5 16,-4-8-1-16,-3-8 2 0,-4-7-1 0,-3-2 2 15,-4 0-2-15,-7 5 3 0,-2 6-2 16,-6 9 4-16,-7 9 1 0,-2 12-6 16,-5 9 5-16,-2 10-3 0,-1 4-3 0,-1 0 4 31,-14 11-6-31,-8 10 0 0,-4 11-2 16,1 9 1-16,4 6 2 0,3 6-1 15,4 5 1-15,5 3-2 0,6-1-1 0,4-4 0 16,6-3 2-16,13-6-2 0,7-6 2 15,10-9 1-15,13-6-10 0,13-8-5 16,10-8-23-16,11-9-44 0,8-1-111 0,3-12-128 16</inkml:trace>
  <inkml:trace contextRef="#ctx0" brushRef="#br0" timeOffset="12670.21">19992 15402 582 0,'0'0'37'0,"0"0"-3"0,0 0 1 16,0 0-4-16,0 0-6 0,0 0-8 15,0 0-4-15,0 0-5 0,0 0-1 0,59-35-3 16,-45 58-3-16,-4 9 1 0,-1 7-2 15,-3 5 1-15,-2 2-2 0,-1 1 2 16,-2-1-3-16,1-6 2 0,1-2-2 31,0-4 1-31,1-7-2 0,-1-7 3 0,3-5 3 16,-3-6-3-16,5-3 3 0,4-3-4 16,4-3-1-16,4-6 3 0,3-8-5 15,2-4 5-15,-1-6 1 0,0-2-2 0,0-4 2 16,-2-4-2-16,-2-2 3 0,2 0-1 15,-2 1 1-15,-2 5-2 0,-1 6 0 16,-7 9-1-16,-2 8-1 0,0 6 2 0,0 1-2 16,4 8 1-16,4 11 0 0,-3 2 0 15,1 6 0-15,-2 2 2 0,1 1-3 16,-3 1 1-16,0-4-1 0,2-1 2 0,-1-3-2 16,1-3 1-16,1-5 0 0,2-2 1 15,-4-5-1-15,3-4 1 0,5-2 0 16,0-2-1-16,9-3 2 0,-1-8-1 0,-2-2 1 15,-1-7 0-15,0-6-1 0,-3-4-1 16,-1-7 2-16,-5-4-3 0,-1-4 3 16,-7-5-2-1,-2-2 1-15,-5 2-2 0,0 4 3 16,-8 7-3-16,-2 8 2 0,-4 9-1 16,4 8 0-16,-6 8 0 0,-2 6-1 15,-3 2 1-15,-5 8 0 0,3 5 0 0,7 2 0 16,4-3 0-16,5 1-2 0,7 0 2 15,0 2 0-15,11 1 1 0,10-3 2 16,6-4-2-16,10-4-1 0,7-4 0 0,4-3-1 16,4 0 1-16,3 0 0 0,0-6 0 15,-4-1 0-15,1-1 0 0,-6 1-1 16,-4-1 1-16,-6 1 1 0,-6 0 0 0,-8 4 3 16,-12 0-2-16,-4 3 1 0,-2 0 2 15,2 0 1-15,0 5 1 0,1 8 1 16,-3 7-2-16,-1 6-3 0,-3 5 1 0,0 0-2 15,0 3 1-15,-3 2-2 0,0 2 1 16,1-3-2-16,0-2 1 0,2-1-2 31,0-5 3-31,0-7-3 0,0 0 1 0,0-8 0 16,0-1 0-16,0-1-1 0,2-5 2 16,-1-1-1-16,-1-4 0 0,0 0 7 15,0 0-7-15,1 0-3 0,-1 0-6 0,2-9-21 16,1-9-26-16,-3-7-67 0,0-6-184 15,-3-10-3-15</inkml:trace>
  <inkml:trace contextRef="#ctx0" brushRef="#br0" timeOffset="12837.04">21215 14834 682 0,'0'0'32'0,"0"0"-11"0,0 0-1 16,0 0-6-16,0 0-5 0,0 0-5 0,0 0-4 15,0 0-2-15,0 0-4 0,0 0-2 16,16-14-21-16,-9 33-51 0,-4-1-173 0,-2 4-47 31</inkml:trace>
  <inkml:trace contextRef="#ctx0" brushRef="#br0" timeOffset="13120.96">21750 14839 718 0,'0'0'36'15,"0"0"-6"-15,51-88-2 0,-35 67-2 16,-5 7-5-16,-4 6-6 0,-4 5-7 0,2 3-4 16,2 8-1-16,4 13-1 0,1 14 2 15,-1 11-4-15,-3 8 2 0,-4 9-4 16,-1 3 4-16,-2 6 2 0,2 1-3 0,0 3 3 15,0-1-4-15,3 3-4 0,-1-1 4 16,0-4-4-16,1-3 2 0,-2-10 0 31,1-8-1-31,0-8-7 0,-2-9-4 0,-2-14-8 16,1-9-15-16,-1-5-9 0,2-6-23 16,0 2-76-16,2-3-141 0</inkml:trace>
  <inkml:trace contextRef="#ctx0" brushRef="#br0" timeOffset="13553.45">22181 14859 738 0,'0'0'46'0,"0"0"-10"16,0 0-8-16,0 0-10 0,0 0-8 0,0 0-4 16,0 0-3-16,0 0 0 0,0 0 2 15,0 0-1-15,29 106 0 0,-29-55-2 16,0 4 0-16,0 3 1 0,0 1-3 0,0 0 4 15,1 3-5-15,4 1 0 0,2-2 1 16,0 1-3-16,3-3 2 0,2-6-4 16,1-6 4-1,0-7-2-15,3-12 1 0,0-6 1 16,-3-10 1-16,3-9 1 0,4-3 0 16,3-11 1-16,7-8-1 0,1-10 0 15,-3-6 0-15,1-6 2 0,-2-3-3 0,2-2 1 16,-2 4-1-16,-1 5 3 0,-2 7-3 15,0 9 1-15,-10 8-2 0,2 10-2 16,-1 3 2-16,0 16 0 0,3 8 1 0,-1 8-1 16,-2 9 2-16,-3 5-1 0,2 0 1 15,-3 3-2-15,2-2 1 0,-1-5-1 16,-1 0 1-16,1-7 3 0,-3-5-4 0,1-5 4 16,-6-8-5-16,0-6-1 0,-2-7 0 15,-2-4 0-15,0 0-1 0,0 0-7 16,1 0-16-16,-1 0-27 0,0-16-63 0,0-8-186 15,-7-10-11-15</inkml:trace>
  <inkml:trace contextRef="#ctx0" brushRef="#br0" timeOffset="13736.68">21578 15214 732 0,'0'0'30'16,"0"0"-2"-16,0 0 0 0,0 0-5 0,0 0-3 16,98 0-8-16,-25-2-9 0,15-1-3 15,12 2-13-15,9 0-30 0,7 1-112 16,10 0-154-16,4-7-17 0</inkml:trace>
  <inkml:trace contextRef="#ctx0" brushRef="#br0" timeOffset="16403.73">24093 15223 602 0,'0'0'43'0,"0"0"-12"0,0 0-7 16,0 0-1-1,0 0-4-15,0 0-2 0,0 0-5 16,0 0-1-16,46 79-1 0,-33-40-4 16,-2 7-2-16,-2 3-1 0,-3 1-3 0,0 1 0 15,0-2-1-15,2-2 1 0,-1-6-2 16,2-6 2-16,4-7-1 0,-1-6 0 15,1-5 1-15,4-10 0 0,5-4 0 16,2-3 1-16,5-9 0 0,4-6-1 0,4-6 0 16,-1-7 0-16,0-5 2 0,2-5-2 15,-4-4 1-15,4-4-2 0,-5-1 3 16,0 0-2-16,-4 5 1 0,-1 5-1 0,-6 10 1 16,-5 9-1-16,-7 8 0 0,0 10 0 15,-1 2 0-15,1 11 0 0,4 9-1 16,-5 5 2-1,-2 3-2-15,-2 5 2 0,-2 2-2 0,-2 1 1 0,2-2-1 0,0-2 1 16,-1-4 0-16,3-5 0 0,-2-6-1 16,1-6 1-1,1-5 1-15,4-5 1 0,5-1 0 16,3-2 0-16,6-9-1 0,2-7-1 16,1-5 1-16,1-5 0 0,2-4 2 15,1-5-3-15,2-3 2 0,3-1-2 0,1-1 1 16,2 7-1-16,1 4 0 0,-3 9 0 15,0 7 0-15,-3 8 0 0,-1 5 0 16,-4 9 2-16,-2 11 0 0,-2 6 0 0,-3 6 0 16,-1 4 0-16,-3 0-2 0,-1 2 1 15,-4-1-1-15,-1-2 1 0,-4-3-2 16,-2-11 0-16,-4-3 0 0,1-6 0 0,-2-6 0 16,0 0 1-16,0-6 0 0,0 0 3 15,0 0 1-15,0 0-1 0,3 0 0 16,1-10-2-16,6-10-1 0,5-9 1 0,8-3 0 15,3-4-1-15,4 3 1 0,2 2 0 16,1 7 0-16,-1 7 0 0,1 7 3 0,-3 3-1 31,1 7 1-31,-4 0-2 0,1 7 0 16,-2 5 0-16,1 4 0 0,-2 3 1 16,1 2-1-16,0 1-1 0,-2 0-1 15,-1-2 2-15,-2-2-1 0,-2-3 2 0,-2-3-1 16,-3-5-1-16,-2 0 0 0,-2-4 0 15,0-2 0-15,5-1 3 0,1-1-1 0,5-9-2 16,-3-6 0-16,2-7-2 0,-1-6 2 16,1-5 0-16,0-9 0 0,-2-4 0 15,0-6 0-15,-1-5-3 0,-3-3-2 0,-4-4 4 16,0 0-5-16,-6 1 5 0,-2 6 1 16,-2 10-3-16,-3 10 1 0,-10 10 0 15,-3 13-2-15,-9 9 2 0,-6 6-2 0,-6 11 2 31,-3 7-1-31,2 6 0 0,2 1 1 0,6 2 0 0,7-1 0 0,8-2 1 16,9-1 0-16,6-2-2 0,8-3 2 16,13 1 1-16,6-4 4 0,10-2-2 0,6-1 2 31,6-2-5-31,2-2 0 0,4 2 0 16,1 0 1-16,-2 0 1 0,-3 2-2 0,-4 1 0 15,-5 4 0-15,-4 0-3 0,-6 3 3 16,-5 2 0-16,-4 1-1 0,-3 1 2 15,-5 1-2-15,-1 0 2 0,-3 1-2 16,-4-2 1-16,-1 1-1 0,-2-3 1 0,-3-5-1 16,1 1 1-16,-2-5-1 0,1-1 0 15,1 6 0-15,-1-6 0 0,4 3-1 0,0-1 3 16,6-5-1-16,6 2 3 0,3-7-1 16,3-4-1-16,8 0 0 0,5-9-1 15,3-6 2-15,3-6-3 0,1-7 2 0,0-5 0 16,1-6 0-16,-2-6 1 0,-3-2 0 15,-4-3-2-15,-2 2 1 0,-4 2 1 16,-5 5-6-16,-5 5 8 0,-4 6-9 0,-8 10 6 31,-3 8 1-31,0 7-4 0,-4 5 2 16,0-1 0-16,0-1-1 0,-8 0 1 16,-5 2-1-16,-6 4 1 0,1 11 4 15,1 5-5-15,4 5 5 0,0 3-5 0,5 1-1 16,3 2 2-16,4 4-2 0,1 0 2 15,4 1-1-15,6 1-1 0,6 0 0 0,0-1 2 16,6-1-2-16,1-3 5 0,4-5-4 16,2-6 1-16,3-4 0 0,1-6-1 15,2-5 1-15,3-6 0 0,1 0 0 16,2-11 1-16,0-4-1 0,1-8-1 0,1-4 2 16,-3-7-1-16,-1-5 1 0,-1-5 1 15,-6-3-1-15,-3-4-1 0,-5 0 1 0,-6 0-1 16,-6 3-2-1,-4 4 3-15,-6 8-4 0,-2 5 3 0,0 12 1 0,-6 5-2 16,0 5 1-16,2 6 1 0,-6 0-3 0,-3 3 2 31,-2 1-1-31,0 4 0 0,4 4 0 16,4 3 1-16,3-3-1 0,1 7 1 16,1-6 1-16,2 3-1 0,2 3 0 0,5-1-1 15,6 5 6-15,4-1-3 0,3-2 4 16,3 1-4-16,4-2-1 0,3-1 0 15,4-1 0-15,3-2 3 0,4 2-2 16,2-3 0-16,2 3 0 0,-3-2-1 0,0 2 1 16,-2 0 0-16,-5 1-1 0,-5 0 1 15,-4 2-2-15,-7-1 0 0,-5-4-1 0,-6 2 0 16,-4-3 2-16,-4 1 1 0,0 6-2 16,-6-3 1-16,-5 5-1 0,-2-4-2 15,3-6 2-15,-2 1 0 0,5-5 0 16,-2-2 0-16,-1 1-1 0,6-4-1 0,1 2 3 15,3-3 0-15,-2 0 1 0,2 0 0 16,0-1-1-16,0-11-2 0,12-10 0 0,5-5 1 31,6-3 0-31,8-2 1 0,2-2 0 16,5-5-2-16,5-4 2 0,2-5-3 16,2-5-3-16,3-10 4 0,0-5-5 15,0-8 3-15,-1-6 1 0,-4-1-1 0,-4 1 4 16,-7 6-1-16,-7 8-4 0,-9 6 5 15,-8 7-4-15,-9 6 3 0,-1 7 2 0,-11 2-2 16,-5 7 2-16,-6 3-2 0,-2 4 2 16,-1 6-2-16,5 8-2 0,-1 6 1 15,4 6 1-15,1 7 0 0,-1 10 0 16,2 7 0-16,5 7-2 0,3 7 3 0,1 4-2 16,5 5 1-16,1 8 6 0,0 2-6 15,0 7 4-15,1 3-4 0,2 4-3 0,1 2 3 16,-1 2-3-1,1-1 4-15,2-3 2 0,0-1-3 0,2-3 2 0,0-2-3 16,1-2-2-16,-2-3 3 0,3-3-2 0,-1-6 2 31,2-8-2-31,5-10 3 0,3-10-1 16,7-11 1-16,6-9 0 0,6-4 0 16,3-15 1-16,3-8 0 0,0-8-1 0,-1-9-1 15,-3-6 1-15,-3-5-2 0,-2-4 2 16,-6-1-2-16,-5-1-2 0,-7 3 4 15,-6 5-5-15,-6 6 4 0,-5 6 0 16,-3 9-1-16,-10 7-1 0,-3 6 1 0,-3 9-1 16,-3 7 2-16,1 0 0 0,0 7 0 15,3 7-3-15,3 3 2 0,4 1 0 0,5-4 1 16,3 3 0 0,3-1 0-16,6 1 0 0,7 4 2 0,4-5 2 0,5 0-3 15,4-2 4-15,4-4-6 0,2 0 1 16,1 2 1-16,-1-2 0 0,-2 0 2 0,-1 3-4 15,-4-1 1-15,-6 1-1 0,-2 3 0 16,-5 0 0-16,-5 4 3 0,0 0-4 0,-4-5 3 31,-3 5-2-31,0-1-1 0,0 4 2 16,-2 4 0-16,-3-2-1 0,2-7 1 16,2 0 0-16,-1-5 0 0,2-1-1 0,0 6 1 15,2-3-1-15,6 2 1 0,4-5 0 16,5-6 0-16,3-4 0 0,9-2 1 15,3-7 1-15,6-6 0 0,3-7 0 0,2-7 0 16,-3-5-1-16,3-5-3 0,-4-4 3 16,-1-3-1-16,-1 2 1 0,-5-1-1 15,-5 4-3-15,-3 4 4 0,-5 8-4 16,-9 7 4-16,-1 5 2 0,-4 7-2 0,-3 4 0 16,1 1-1-16,-3 3-3 0,0 0 3 15,0 0-2-15,0 7 3 0,-3 10 4 0,-4 6-6 16,1 2 4-1,2 4-5-15,1 2 2 0,3 2 0 0,0 2 0 0,0 0 0 16,4-2-1-16,7 0 1 0,3-1-2 16,3-1 1-1,3-4 0-15,5-6 0 0,4-5-2 16,1-7 0-16,3-8-7 0,1-1-10 16,0-12-14-16,-2-6-28 0,-3-10-51 0,-4-4-117 15,-7-7-69-15</inkml:trace>
  <inkml:trace contextRef="#ctx0" brushRef="#br0" timeOffset="16569.94">30332 14487 719 0,'0'0'41'0,"0"0"-5"0,0 0-7 0,0 0-8 15,0 0-8-15,0 0-6 0,0 0-5 16,0 0-2-16,0 0-2 0,0 0-3 0,67-41-9 15,-67 52-17-15,-6 4-37 0,-7 6-98 16,-6-5-135-16</inkml:trace>
  <inkml:trace contextRef="#ctx0" brushRef="#br0" timeOffset="16803.45">28062 14775 639 0,'0'0'40'0,"0"0"1"0,0 0 0 0,0 0-8 16,0 0-8-16,0 0-13 0,120-13-6 16,-47 6-3-16,16 3-6 0,18-2 3 15,14 1-1-15,14 2-2 0,14 0-2 0,9 3-20 16,5-1-55-1,3-2-160-15,-4-8-73 0</inkml:trace>
  <inkml:trace contextRef="#ctx0" brushRef="#br0" timeOffset="18070.09">30836 15120 686 0,'0'0'44'15,"0"0"-6"-15,0 0-2 0,0 0-7 16,0 0-7-16,0 0-8 0,0 0-4 0,0 0-5 15,0 0-4-15,47-65 1 0,-67 80-2 16,-9 8 0-16,-3 7 0 0,-2 5 2 0,0 4-2 31,3 5 4-31,2 5-4 0,3 2-2 16,4 2 2-16,6 2-8 0,6 0 7 16,6-4-1-16,4-4 2 0,11-4 1 15,8-8-1-15,10-6-3 0,10-11 4 0,6-6-2 16,7-7 1-16,7-5 2 0,2-11-3 15,2-9 0-15,0-9 0 0,-1-7 3 0,-2-8 1 16,-5-8 1-16,-5-7-2 0,-7-6-1 16,-8-6-2-16,-8-7-3 0,-5-6 4 15,-6-5-3-15,-4-5 4 0,-5-2 2 16,-3 5-3-16,-3 11 3 0,-1 10-2 0,0 15-4 16,-7 14 4-16,2 16-5 0,2 11 4 15,1 10-2-15,-4 4 1 0,-1 4 5 0,-6 13-4 16,0 9 5-1,2 7-5-15,3 6-1 0,4 8 0 0,0 6-1 0,1 8 2 16,1 6-2-16,1 1 3 0,1 2 1 16,0-1-2-16,0-4 2 0,0-1-4 0,4-4 0 31,5-2 0-31,1-4 0 0,4-5 0 16,4-5-2-16,4-9 2 0,2-6 0 0,3-9 1 15,4-8 1-15,4-8-2 0,1-4 1 16,3-7 1-16,3-10 0 0,-2-7 0 15,1-5 1-15,1-6-1 0,-5-1 1 16,1-4 4-16,-3-1 3 0,-5 0-3 0,-3 2 1 16,-6 5-6-16,-8 10-4 0,-9 4 4 15,-4 5-4-15,0 6 3 0,-13 1 1 0,-9 8-6 16,-5 2 6-16,-8 11-6 16,3 7 5-16,1 5 1 0,2 4-2 0,3 1 0 15,5 3 0-15,4 2 1 0,7 1-2 0,4 2 2 16,6-1-3-16,0-2 1 0,9-5-1 15,8-1 1-15,5-6 0 0,8-3 1 16,10-5-1-16,5-5 6 0,9-2 0 0,5-5-1 31,2-3 1-31,-1-2-6 0,1-8 3 16,-4-7 0-16,1-3 1 0,-2-4-1 16,-3-2 2-16,-5-1 0 0,-4 1 1 15,-10 2 6-15,-8 2 4 0,-8 4 0 0,-7 5 1 16,-6 5-7-16,-2 5-2 0,-3-3 0 15,0 2-2-15,-2-6-6 0,-10 0-2 0,-6 5 0 16,-8 2-2-16,-5 3 7 16,0 6 0-16,-3 11 0 0,1 3 1 0,3 5-2 15,2 3 0-15,4 2-1 0,6 1 0 16,4-1 1-16,5-1 0 0,6-2 0 0,3-3-1 16,0-1 2-16,9-6-1 0,4-5 1 15,6-6 0-15,5-5 1 0,4-1 0 0,3-7-1 16,3-8 0-16,-1-5 1 15,2-7 1-15,-2-5 4 0,-1-6 2 0,-3-7-3 16,-3-6 2-16,0-5-8 0,-2-6 2 0,0-5 1 31,-3-9-6-31,-2-4 4 0,-6-10-2 16,1-2 1-16,-3-1 3 0,-3 3-1 16,-2 10-3-16,0 11 5 0,-6 14-2 0,0 12 2 15,-2 17 2-15,-2 11-3 0,3 10-1 16,-6 5 0-16,-5 5-1 0,-5 10 1 15,-2 9 4-15,3 8-5 0,4 6 4 16,4 8-4-16,2 9-1 0,1 5 1 0,3 8-2 16,0 4 1-16,1 2-1 0,1 0 0 15,0 1 4-15,5-2-4 0,8-2 2 0,3-1-2 16,4-2-3-16,4-4 1 16,5-5-2-16,1-7 2 0,1-10-2 0,0-10 3 15,0-7-1-15,-4-14-2 0,-1-6-3 16,-3-5-6-16,-1-12-13 0,-3-8-18 0,-1-6-48 15,-4-6-110-15,-2-8-100 0</inkml:trace>
  <inkml:trace contextRef="#ctx0" brushRef="#br0" timeOffset="18236.87">32292 14651 834 0,'0'0'0'0,"0"0"12"0,0 0-12 0,110-5 14 16,-51 5 8-16,3 0-7 16,-4 0-6-16,-3 0-3 0,-6 2-10 0,-4 2-4 15,-6 1-20-15,-6-1-55 0,-2 1-217 0,-11-1-26 16</inkml:trace>
  <inkml:trace contextRef="#ctx0" brushRef="#br0" timeOffset="20086.76">6187 17247 632 0,'0'0'34'0,"-7"-79"0"0,20 47-1 15,7 9-7-15,1 5-5 0,5 9-3 0,0 7-6 16,1 2-2-16,-1 14-3 0,0 7-2 15,-4 8-2-15,0 10 7 0,-8 4 6 16,-5 8-6-16,-8 2 7 0,-1 4-13 16,-3-1-4-16,-8-3 1 0,2-5-3 0,-1-5 2 31,1-7 0-31,5-10 1 0,1-12-2 16,3-7 1-16,0-7-2 0,0 0 4 0,2 0 0 15,16-9-1-15,10-12-2 0,9-12-3 16,4-8 6-16,5-9-8 0,-1-4 9 15,1 1-3-15,-5-1-15 0,-8 4 7 16,-1 6-7-16,-8 4 6 0,-2 13 8 0,-9 9-2 16,0 13 2-16,-3 5 1 0,-1 9 0 15,2 12 9-15,-3 7 5 0,-1 5-5 0,-3 5 6 16,1 5-10-16,0-6-2 0,-2 5-2 16,3-5 0-16,3-2-3 0,-2-4 2 15,6-7 0-15,-1-4 0 0,-4-5 3 16,2-8-4-16,-4-2-1 0,6-5 3 0,2 0-1 15,5-8 2-15,4-8 1 0,0-5-2 16,0-8-2-16,-1-3 0 0,0-3 0 0,-1-3 3 31,-2 0 0-31,0-1-17 0,0 1 5 16,-3 4-6-16,-2 7 3 0,-1 12 14 16,-7 4-2-16,7 8 0 0,-3 3 2 15,3 9 14-15,6 8-6 0,-6 6 7 0,0-1-8 16,-4 6-7-16,-2 1-1 0,1 3-1 15,-2 1 2-15,0 2-1 0,0-5 1 0,0 2-2 16,2-5 2-16,1-4-2 0,3-3 2 16,2-5-1-16,2-3-1 0,3-9 0 15,2-3 0-15,4-1 2 0,3-12-1 0,2-3 1 16,0-7-3-16,-1-1 3 0,-1-5-2 16,-2-3 2-16,-5 0-1 0,-2-3 2 15,0 5-5-15,-3 6 4 0,1 4-1 0,-5 5-2 16,-5 9 2-16,2 6 1 0,-2 1-2 15,7 11 2-15,1 8 1 0,-5 3-2 16,0 4 2-16,-3 3 0 0,1 4-1 16,-4-1-2-1,4-3 4-15,-2-1-4 0,0-1 3 16,0-6 0-16,3 1-2 0,2-3 0 16,-1-5 2-16,3-1-2 0,-4-4 2 0,3-5 0 15,-1-2-2-15,1-3 0 0,6 0 1 16,-3 0 0-16,5-11 2 0,-7-4-2 15,-4-3-1-15,-5-5 0 0,-4-3-1 16,0-5 1-16,-7-3 1 0,-9-4-2 0,-3-3-1 16,-8 2 2-16,1 4-4 0,-4 2 4 15,-4 8-1-15,1 8 0 0,-3 4-8 0,-2 6 9 16,3 5-7-16,-1 2 7 0,9 0 12 16,7 0-10-16,8 2 7 0,5-1-8 15,7-1 0-15,0 1 2 0,13 2-1 16,10 0-1-16,13-3 1 0,12 0-2 0,16-10-8 15,8-2-6-15,6-4 1 0,9-3-8 16,-4 1 11-16,-3 1-4 0,-6-6 2 0,-11 0 2 31,-13-1 4-31,-10-3 5 0,-16-5 1 16,-10-1 5-16,-13-4 0 0,-4-1 3 16,-14-1-1-16,-2 1 3 0,-4 6 0 15,-3 0 2-15,0 9 3 0,4 6-2 0,5 7-2 16,1 2-4-16,6 4-3 0,0 4-1 15,-3 0-1-15,4 12-1 0,3 4-1 0,2 10-1 16,4 8 1-16,0 8-2 0,4 5 3 16,2 7-2-16,3 3 3 0,-2 2-3 15,-1 4 11-15,-2 2 7 0,-1 4-5 0,-2 1 4 16,2-1-12-16,-1-4-4 0,1-7 5 16,1-11-4-16,-1-8 0 0,-2-12 0 15,2-4-4-15,0-11 3 0,-3-5 1 0,1-1 0 16,-1-6 2-16,2 0-1 0,1-8-2 15,0-6 1-15,-2-9-2 0,-1-7-1 16,0-2-2-16,-9-6 0 0,-1 2-1 16,-3-4 1-16,2 4 1 0,1 2 0 0,4 4-3 31,6 3 0-31,0 4-3 0,14 3 2 16,5 8 2-16,10-1 3 0,7 6-2 0,9 0 2 15,10 2 0-15,4 2 1 0,3-1 3 16,-1 1-1-16,-2-2 0 0,-8 2-1 15,-12 0-8-15,-11 2 8 0,-13-2-10 16,-9 3 13-16,-6 0-1 0,2 0 3 0,-1 3 11 16,-1 9-11-16,0 6 11 0,-4 6-10 15,-5 6-1-15,-1 2-1 0,1 0-1 0,2 2-1 16,3 0 2-16,2 0-4 0,2-1 3 16,0-1 0-16,0-1-2 0,3-4 0 15,3-3 0-15,-2-7-3 0,1-2 3 0,-2-4-2 16,-2-7 5-16,1 3-4 0,-2-7 0 15,0 0 2-15,0 0-6 0,2 0-2 32,-2-2-11-32,0-12-23 0,0-9-58 0,0-13-195 15,-4-7-39-15</inkml:trace>
  <inkml:trace contextRef="#ctx0" brushRef="#br0" timeOffset="20237.82">8792 16794 711 0,'0'0'28'16,"0"0"-2"-16,0 0-1 0,0 0-4 16,0 0-11-16,0 0-6 0,0 0-6 15,0 0-1-15,0 0-8 0,0 0-23 16,43 91-76-16,-28-64-183 0,-7-7-22 0</inkml:trace>
  <inkml:trace contextRef="#ctx0" brushRef="#br0" timeOffset="21171.1">9289 17279 842 0,'0'0'13'15,"0"0"-1"-15,0-80 9 0,0 68-9 16,0 6-7-16,0 0-3 0,0 6-3 15,-7 0 0-15,-6 0-3 0,-6 14 3 16,-6 9 14-16,1 10-6 0,-1 8 9 0,4 4-9 16,5 5-7-16,0 2-4 0,10-2-10 15,5 0-5-15,1-4-16 0,10-5 1 0,7-3-3 16,6-11 7-16,2-4 9 0,11-9 8 16,0-9 10-16,3-5 3 0,3-7 1 15,3-11 1-15,-3-7 2 0,-2-2-1 16,-4-8 4-16,-4-3 3 0,-7-3 2 0,-6-1-1 15,-5-1 6-15,-7 1-6 0,-5-2 3 16,-2 1-11 0,-12 2-13-16,-5 4 9 0,-5 5-8 0,-4 9 11 0,0 9 2 0,-4 11-4 31,-6 3-3-31,0 15 5 0,-5 10 12 16,3 5-3-16,0 7 6 0,3-1-9 0,6 0-8 15,4 2-1-15,9-3-1 0,3-5 1 16,10-3 0-16,-1-7 1 0,4-6 2 15,10-6 2-15,8-5-4 0,8-3 3 0,4-3-1 16,8-9 0-16,3-7 2 0,0-2-5 16,0-2 4-16,2-1-1 0,-4-3 5 15,-3 4 1-15,0-3 1 0,-2 5-1 16,-4 3-1-16,0 4-12 0,-2 5 10 0,-4 7-1 16,-2 2 2-16,-3 11 8 0,-2 7-10 15,0 3 2-15,-2 7-5 0,-3 2 3 0,0 2-4 16,0 5 0-16,-1-3 0 0,-2 1 2 15,0-2-3-15,-3-1 4 0,-2-3-2 16,0-9-2-16,-4-6 1 0,2-7 1 16,-2-7-2-1,0 0 5-15,0 0-3 0,0 0 1 16,0 0 3-16,0 0-5 0,0 0 3 16,1-20-2-16,5-7-2 0,4-9 0 0,6-4 0 15,3-2-2-15,3-2 4 0,2 1-4 16,5 4 2-16,0 1 0 0,1 6-16 15,2 8 10-15,-2 9-5 0,-1 7 5 16,-4 8 25-16,0 3-9 0,-2 17 8 0,-3 6-6 16,-4 4-12-16,0 5 3 0,-6 3-3 15,0 0 1-15,-3 1 1 0,-4-5 0 0,3-1-3 16,-3-3 1-16,3-1-6 0,0-3 2 16,3-3 1-16,3-5-1 0,5-7-1 15,2-5 2-15,7-6 0 0,8-6 3 16,6-10 1-16,8-6 1 0,5-4 0 0,2-5-3 15,5-8 2-15,-1-1 0 0,2 3 5 16,-5-3 1 0,-3 5 4-16,-9 8-2 0,-4 7 1 15,-18 7-1-15,-8 8-1 0,-8 2-2 16,-6 3-3-16,0 0-1 0,3 0-2 16,-1 0 2-16,1 3-2 0,-2 6 1 0,-1-3-5 15,0 3-13-15,0 2-26 0,-3-6-82 16,2 0-199-16,-2-5-11 0</inkml:trace>
  <inkml:trace contextRef="#ctx0" brushRef="#br0" timeOffset="22003.74">11432 17690 850 0,'0'0'41'15,"0"0"-3"-15,0 0 1 0,0 0-14 16,0 0-6-16,0 0-8 0,0 0-11 0,0 0 0 16,0 0 0-16,15-2 0 0,-15 1 0 15,0 1 0-15,1-2-19 0,-1 2-28 0,6-5-173 16,6-8-110-16,3-19-29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7T02:55:11.0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4731 1306 477 0,'0'0'36'0,"0"0"-8"0,0 0-4 16,0 0 1-16,0 0-6 0,0 0-4 0,0 0-4 16,0 0-6-16,0 0-2 0,0 0-1 15,68 32-2-15,-52 18-1 0,1 5-1 16,1 3-1-16,2 1 0 16,2-4 1-16,5-7 1 0,3-6 1 0,5-14 3 15,4-11 3-15,2-14 5 0,8-8 2 0,3-22 0 16,2-14-3-16,2-13-1 0,6-12-1 0,-4-8 2 15,1-10 0-15,-4-2-7 0,-7-5-1 16,-5 1-2-16,-8 8 1 0,-9 9 4 31,-10 13 0-31,-2 13-3 0,-8 16 0 16,-3 15 0-16,-3 9-2 0,0 7 0 16,0-1-6-16,0 1-4 0,0-2-3 0,3 2-8 15,-3 0-9-15,0 11-23 0,0 8-30 0,-3 12-92 16,-6 5-95-16</inkml:trace>
  <inkml:trace contextRef="#ctx0" brushRef="#br0" timeOffset="415.33">5110 844 429 0,'0'0'66'16,"0"0"-8"-16,0 0-9 0,0 0-6 16,0 0-5-16,0 0-7 0,0 0-4 15,0 0-4-15,0 0-7 0,0 0 3 16,-59-66-8-16,59 66-3 0,-2-1-3 15,2 1-5-15,-1 0 0 0,1 17-1 0,0 12 1 16,0 19 3-16,0 16-1 0,3 18 5 0,0 12-1 16,0 8-1-16,-2 5-3 0,2 1-6 15,0-2 0-15,2-4 0 0,0-8 11 16,1-9 2-16,-2-12 0 16,3-12 0-16,2-13-10 0,-2-10-1 0,-1-9 2 15,1-11-1-15,-1-4 0 0,1-8 0 0,-4-3-3 16,0 0-2-16,-3-3-5 0,4 2-10 0,1-1-21 15,-1 1-40-15,-1-1-113 0,-3-1-105 16</inkml:trace>
  <inkml:trace contextRef="#ctx0" brushRef="#br0" timeOffset="816.55">6079 836 519 0,'0'0'60'0,"0"0"-10"0,0 0-9 0,0 0-13 31,0 0-8-31,0 0-11 0,-84-53-2 0,52 73-3 16,2 13 1-16,-4 16 0 0,0 16 0 16,1 12 3-16,1 12-2 0,3 3-1 15,7 5-2-15,2-3-7 0,7-1 1 16,3-7-2-16,10-6 2 0,0-11 0 15,13-8 10-15,6-11 1 0,7-9 1 0,4-9 2 16,8-9-13-16,6-8 1 0,6-8-5 0,3-7-7 16,2 0-16-16,3-9-22 0,-7-4-30 15,-2-6-118-15,-13-2-79 0</inkml:trace>
  <inkml:trace contextRef="#ctx0" brushRef="#br0" timeOffset="1265.53">5975 1372 594 0,'0'0'52'16,"0"0"-2"-16,56-94-8 0,-30 65-10 16,6 3-7-16,0 6-9 0,-2 8-8 0,2 9-4 15,-3 3-2-15,-3 13-2 0,-6 7 0 0,-1 8-5 16,-7 6 1-16,-8 0 0 0,-1 4 0 15,-3 2 0-15,-4-2 1 0,-7 1-1 16,-4-1 0-16,-3-2 3 16,1-4-2-16,-4-3 1 0,1-6 1 0,-1-5 0 15,6-7 3-15,6-7 1 0,-2-4 0 0,5 0 0 16,-1-15-1-16,1-9 1 0,6-8 0 0,6-8 0 16,11-3 0-16,9-4-1 0,6-2 2 15,4 0-1-15,2 2 1 0,-4 3 0 16,-3 5 0-16,-5 7-7 15,-9 4-2-15,-8 12 2 0,-2 5-1 0,-3 8 7 16,-4 3-1-16,0 0-1 0,0 0-1 0,0 14 5 31,0 10 2-31,-1 10-2 0,-5 5-1 0,2 2-7 16,3 1-1-16,-1 0 1 0,2-2-1 16,3 0 1-16,8-1-2 0,3 1-1 15,3-3-1-15,0-4-7 0,2-4-9 16,4-5-16-16,-4-5-18 0,4-3-37 15,0-5-71-15,0-3-108 0</inkml:trace>
  <inkml:trace contextRef="#ctx0" brushRef="#br0" timeOffset="1530.16">6721 1648 706 0,'0'0'45'15,"0"0"-9"-15,0 0-13 0,0 0-6 16,0 0-6-16,0 0-4 0,0 0-2 31,90-41-2-31,-70 46-3 0,6 9 0 16,-3 4-1-16,0 8-2 0,-3 4 0 16,-5 3 0-16,-2 5-2 0,-10 1 2 0,-3 4 9 15,-6 0-5-15,-7-1-3 0,-2-2-7 0,0-4-16 16,0-4-8-16,1-7-8 0,2-1-13 15,6-8-15-15,3-7-27 0,2-4-76 16,1-7-78-16</inkml:trace>
  <inkml:trace contextRef="#ctx0" brushRef="#br0" timeOffset="1833.16">7353 1119 682 0,'0'0'42'0,"0"0"-7"16,20-95-9-16,-16 76-4 0,-2 6-4 0,-2 8-10 31,1 0-4-31,-1 5-6 0,0 1-1 0,0 19 0 16,0 14 3-16,0 17 7 0,0 10-3 16,0 6 0-16,0 2-3 0,0 3-7 15,0-1 1-15,2-3 0 0,2-4 1 16,3-6-3-16,4-10 3 0,3-9 0 15,2-11 1-15,6-11 3 0,2-8-1 0,5-9 2 16,6-6-2-16,1-12-1 0,3-8-3 0,0-6-5 16,-4-3-7-16,-5-3-14 0,-3 0-17 15,-6 3-41-15,-7 3-68 0,-5 10-122 16</inkml:trace>
  <inkml:trace contextRef="#ctx0" brushRef="#br0" timeOffset="2033.2">6968 1435 679 0,'0'0'41'0,"0"0"-15"16,0 0-3-16,0 0-5 0,125-92-3 0,-69 69-3 15,9 2-5-15,2 2-3 0,2 0-4 0,-7 6-5 16,3 2-3-16,-7 0-20 0,-3 2-30 15,-4 0-74-15,-7-1-118 0,-6 0-45 16</inkml:trace>
  <inkml:trace contextRef="#ctx0" brushRef="#br0" timeOffset="2349.82">7710 654 672 0,'0'0'47'15,"0"0"-9"-15,0 0-12 0,0 0-4 0,91-79-5 16,-56 70-4-16,8 6-5 0,1 3-2 0,2 3-3 31,0 12-2-31,2 8 0 0,-2 7-1 0,-1 11-2 16,-3 12 0-16,-3 14 0 0,-3 14 0 16,-8 14 5-16,-7 11 0 0,-9 6-2 15,-9 4-3-15,-3-4-5 0,-12-5 0 16,-4-10 2-16,-4-12 1 0,-3-11 14 15,-2-13 2-15,1-13 1 0,-1-11 0 0,5-10-11 16,8-11 1-16,5-7 2 0,4-6 0 0,3-3-4 16,0 0-1-16,0 0-1 0,0 0-5 15,0 0-7-15,0-5-14 0,0 0-26 16,9-2-54-16,3-1-142 16,2 1-59-16</inkml:trace>
  <inkml:trace contextRef="#ctx0" brushRef="#br0" timeOffset="2582.06">9052 1380 729 0,'0'0'16'0,"0"0"7"15,0 0 3-15,0 0-3 0,0 0-7 0,100-66-6 16,-70 58-2-16,5 3-3 0,1 0-1 15,4 2-1-15,0 1-2 0,-3 1-1 16,-2-1 0-16,-2 1 0 16,-4-1-1-16,-9 2 0 0,-8 0-1 0,-5 0-4 15,-7 0-3-15,0-1-15 0,0 1-15 0,1 0-43 16,-1 0-68-16,-4 7-148 0</inkml:trace>
  <inkml:trace contextRef="#ctx0" brushRef="#br0" timeOffset="2815.26">8909 1706 732 0,'0'0'44'0,"0"0"0"16,0 0-15-16,0 0-12 0,0 0-7 15,0 0-4-15,84-18-3 0,-34 8-1 16,1 2-1-16,4 1-1 0,-3 3 0 15,-6 1-1-15,-4 1-1 0,-3 1 0 0,-13 1-4 16,-5 0-3-16,-7 0-9 0,-8 0-7 0,1 0-8 16,-7 0-12-16,0 0-28 0,0 0-61 15,0 0-158-15</inkml:trace>
  <inkml:trace contextRef="#ctx0" brushRef="#br0" timeOffset="4315.33">10580 1917 486 0,'0'0'43'16,"0"0"-14"-16,0 0-8 0,0 0 13 15,0 0-20-15,0 0 11 0,0 0 1 0,0 0-5 16,0 0-1-16,0 0-5 0,-21-59-4 16,21 45-3-16,0-4-1 0,0-8-4 15,3-1 1-15,4-7-1 0,10-8-2 0,4-9 2 16,6-9-1-16,5-12 2 0,7-8 1 0,1-12-3 16,5-13-3-16,1-5 1 0,1-2-3 15,-4 7 3-15,-1 13 2 0,-9 19-1 16,-5 20 2-16,-11 20-2 0,-7 16-1 15,-5 10-1-15,-5 7 1 0,3 0 0 16,1 14 1-16,6 12 2 0,0 12-1 0,-1 11 0 31,1 10 2-31,0 8 1 0,0 8 1 0,3 6 5 16,-3 1-3-16,1 0-3 0,-3-5-2 16,-1-4-5-16,-1-4 0 0,-3-7-2 15,0-6 2-15,0-7 1 0,-2-10 0 16,-1-13 1-16,2-5 1 0,-2-9-1 15,0-7 0-15,2 1 0 0,-2-6 0 0,0 0-1 16,0 0-1-16,0 0-5 0,2 0-7 0,-2 0-22 16,1 0-24-16,4 0-87 0,-2-12-156 15</inkml:trace>
  <inkml:trace contextRef="#ctx0" brushRef="#br0" timeOffset="4515.42">10628 1459 627 0,'0'0'52'0,"0"0"-1"0,0 0-9 16,0 0-11-16,0 0-9 0,0 0-10 16,0 0-3-16,0 0-6 0,78-39-1 0,-42 31-2 15,5 0-2-15,8-1-11 0,5-2-20 0,7 2-62 16,1 0-140-16,0 3-84 0</inkml:trace>
  <inkml:trace contextRef="#ctx0" brushRef="#br0" timeOffset="6281.88">11746 1534 423 0,'0'0'63'0,"0"0"-14"0,0 0-10 16,0 0-9-16,0 0-5 0,0 0-6 16,0 0-2-16,0 0-7 0,0 0-1 0,0-10 0 15,0 8-3-15,0-3 4 0,6 0-3 0,5-3-1 16,4-2-1-16,4-1-2 0,-1-2 1 15,1 0 0-15,0-2-1 0,4-5 0 16,-1-4-1-16,1-5-1 0,2-5 1 16,-5-5 1-16,-4-4 1 0,-2-1-4 15,-7-3-1-15,-2 4 0 0,-5 1 2 0,0 9 5 16,-3 6 2-16,-6 5 2 0,-5 7-2 0,-5 6 0 16,-3 6-3-16,-7 3-2 0,-1 9 1 15,-3 11-2-15,-2 9-1 0,-1 9 0 16,3 9 0-16,2 8 0 0,5 4 0 15,6 3-1-15,6-1-2 0,8-1-2 16,6-2 1-16,13-3 0 0,9-4 2 0,9-7 2 31,11-4 1-31,9-10 1 0,5-7 0 0,5-8 0 16,3-7 0-16,-1-7-2 0,-2-1 0 16,-3-7 0-16,-8-4 1 0,-8-1-1 15,-10 0-1-15,-12 4-1 0,-9 2-1 16,-7 5-5-16,-4 1-8 0,0-5-14 15,-4 0-13-15,-8 2-32 0,-8 2-41 0,1 1-171 16</inkml:trace>
  <inkml:trace contextRef="#ctx0" brushRef="#br0" timeOffset="7365.48">12442 749 419 0,'0'0'50'0,"0"0"-3"0,0 0-8 0,0 0-6 15,-90-3-7-15,75 8-4 0,4-2-4 16,2 0-1-16,0 2-4 0,5-4-1 0,0 2 0 16,4-3 0-16,0 3 3 0,8 4 0 15,10 0 4-15,15-2-1 0,9-5-1 16,7 0-3-16,8-7-2 0,3 0-3 15,1-1-2 1,-2 2-1-16,-7 2-3 0,-7 1-2 0,-8 1 1 0,-13 0-1 0,-8 2-1 31,-10 0 1-31,-6 0 1 0,0 0-1 0,0 0 1 16,1 0 0-16,1 0 0 0,-1 0 2 16,-1 0 0-16,3 0 0 0,-3 0-2 15,0 0 1-15,3 0-2 0,-3 0 1 16,0 0 0-16,0 0-2 0,0 0 1 15,0 0-1-15,0 0 0 0,0 0-1 0,0 0 1 16,0 0-2-16,0 0 1 0,0 0 0 0,0 0-1 16,0 0 2-16,0 0-2 0,0 0 1 15,1 0-1-15,-1 0-1 0,2 0-2 16,-2 0-4-16,1 0-6 0,-1 0-7 16,0 0-8-16,2 0-16 0,-2 0-48 0,0 2-115 15,0-2-96-15</inkml:trace>
  <inkml:trace contextRef="#ctx0" brushRef="#br0" timeOffset="9465.34">13014 399 449 0,'0'0'68'15,"0"0"-16"-15,0 0-7 0,0 0-13 16,0 0-5-16,0 0-5 0,0 0-1 0,0 0-6 16,0 0-3-16,0 0-4 0,48-59-5 15,-45 59 3-15,-2-2-3 0,4 2 1 16,2 5 2-16,0 8-3 0,0 9 1 16,-1 2 2-16,-3 3-6 15,3 4 1-15,-3-1-2 0,-2 3-4 0,5 1 4 0,0-4 1 0,3-1-1 16,0-5 0-16,0-2 2 0,3-7 0 15,-2-5 3-15,4-5 2 0,5-3-2 16,4-2-2-16,10-5 1 0,-2-6-2 31,-2-2 0-31,-3-3-3 0,-3 2-4 16,-1-1-12-16,-6 3-17 0,-2-1-39 0,-4 2-67 16,-2-3-152-16</inkml:trace>
  <inkml:trace contextRef="#ctx0" brushRef="#br0" timeOffset="9765.34">12968 215 611 0,'0'0'40'0,"0"0"-2"15,0 0-5-15,0 0 26 0,0 0-3 16,39-80-7-16,-29 75-7 0,-1 1-36 15,-5 2-5-15,-4 2-1 16,5 0-4-16,-1 0 0 0,1 0 1 0,1 0-4 0,-6 0 2 16,0 2 2-1,0 2 1-15,-6 2 2 0,0 2 2 16,-5-7 0-16,1 1 0 0,0-2 0 16,1 0-3-16,5-2 1 0,0 1-5 15,4-2-6-15,0 0-13 0,8 0-15 16,8 3-32-16,5 0-58 0,6 3-125 0,-4 3-3 15</inkml:trace>
  <inkml:trace contextRef="#ctx0" brushRef="#br0" timeOffset="10215.44">14141 247 643 0,'0'0'51'0,"0"0"-6"15,0 0-8-15,-38-77-4 0,31 66-8 16,-3 2 26-16,4 3-6 0,-1 0-5 16,-2 1-5-16,-5 5-34 0,-9 0-1 0,-4 12-2 15,-10 8 0-15,-1 6-34 0,4 5-1 16,0 5 0-16,5 5-2 0,5 6 32 0,5 6 1 16,5 8 1-16,5 5 1 0,6 6-1 15,3 4 2-15,15 1 0 0,8-1 2 16,8-8 2-16,7-7 0 0,7-12 3 15,3-12-3-15,2-12 2 16,2-10-2-16,-3-12 1 0,0-3-1 0,-5-11-1 0,1-4 0 16,-11-2 0-1,-5 2-1-15,-8 0-3 0,-10 5-10 16,-2 3-15-16,-6 4-43 0,-3 3-63 16,0-2-175-16</inkml:trace>
  <inkml:trace contextRef="#ctx0" brushRef="#br0" timeOffset="10965.5">14618 385 551 0,'0'0'31'0,"0"0"-10"16,0 0-6-16,0 0-1 0,0 0 0 0,0 0 3 16,0 0 2-16,0 0-3 0,0 0-1 15,0 0-2-15,10 106-3 0,-10-67-4 16,3-2 1-16,-2 4-4 0,1 0 0 15,1-1 1-15,0-3-4 16,0-6 3-16,1-11 0 0,0-2 2 0,-1-9 2 0,-3-4 1 16,4 1 5-1,-4-6 1-15,0 0-1 0,0 0-3 16,3-2-3-16,3-12-5 0,-1-8 1 16,0-11-2-16,-1-4-1 0,-4-4-1 15,0-3-3-15,-5-3 1 0,-7 0-3 16,-2 0 2-16,-4 4-1 0,1 6 1 0,-3 5 2 15,1 9 1-15,6 8 1 0,4 7-1 16,5 5 0-16,4 3-3 0,-1-1 0 0,1 1 2 16,0 0-1-16,0 0 4 0,1 0 1 15,18 0 1-15,8-2 2 0,14-1 0 16,6-2 3-16,8-1 1 0,7 0-1 16,5-1-1-16,0-1 0 15,-2 0-3-15,-9 1-2 0,-8 2 1 0,-14 1-4 0,-10 2 1 16,-10 2 0-16,-7 0-2 0,-1 0 1 0,-6 0 0 15,0 0-1-15,0 0 0 0,0 0-1 16,0 0-2-16,-9 2-4 0,-8 4-12 16,-5 3-18-16,-2 0-33 0,-4 0-47 31,1 2-168-31,-5-4 0 0</inkml:trace>
  <inkml:trace contextRef="#ctx0" brushRef="#br0" timeOffset="11215.38">14476 538 700 0,'0'0'34'16,"0"0"-7"-16,0 0-8 0,0 0-6 15,0 0-4-15,0 0-1 0,80-36-1 16,-49 33-2-1,4 2-1-15,6-1-3 0,-1 2 0 0,5 0-1 0,-3 0 0 16,1 3 1-16,-4 0-3 0,-2 2 1 0,-7-1-5 16,-3 1-2-1,-8-2-7-15,-9-2-12 0,-4 1-25 16,-6-2-28-16,0 0-75 0,-1 1-134 16</inkml:trace>
  <inkml:trace contextRef="#ctx0" brushRef="#br0" timeOffset="11449.88">14530 768 594 0,'0'0'57'16,"0"0"-4"-16,0 0-12 0,0 0-9 16,0 0-9-16,0 0-6 0,0 0-4 15,79 6-5-15,-50-6-3 0,5 0-2 0,-1 0-2 16,6 0 0-16,1-3-1 0,4 0-1 0,2 0 0 15,0 0-2-15,0-2-8 0,-5 1-8 16,-6 0-19-16,-12 1-18 0,-3 2-38 31,-8 0-61-31,-6 1-135 0</inkml:trace>
  <inkml:trace contextRef="#ctx0" brushRef="#br0" timeOffset="11965.34">15649 288 686 0,'0'0'53'16,"0"0"-9"-16,0 0-13 0,0 0-9 0,0 0-12 16,0 0-4-16,0 0-4 0,0 0-1 15,0 0-2-15,0 0 0 0,-4-12 0 16,1 32-1-16,3 7 1 0,0 5 0 16,0 3-2-16,7 1 1 0,2 4-1 15,2-3-1-15,2 0 2 0,3-4 0 0,0-4 2 16,4-4 0-16,0-6 1 0,2-3 0 0,1-7 0 15,3-5 0-15,0-4-1 0,0 0 0 16,-1-9-2-16,0-3-5 0,-4-2-9 31,-2-1-15-31,-3-2-30 0,-4-1-40 16,-2-2-189-16,-9-1-10 0</inkml:trace>
  <inkml:trace contextRef="#ctx0" brushRef="#br0" timeOffset="12166.22">15389 428 682 0,'0'0'51'0,"0"0"-16"0,0 0-9 0,0 0-8 16,0 0-3-16,0 0-3 0,0 0-1 15,108-59-3-15,-65 51-6 0,2 3-3 16,3 2 0-16,-2 2-3 0,0 1 0 15,-2 0-6-15,-2 0-16 0,-2 0-35 16,-3 1-45-16,-6-1-190 0,-8 0-8 0</inkml:trace>
  <inkml:trace contextRef="#ctx0" brushRef="#br0" timeOffset="12481.87">16376 292 709 0,'0'0'51'16,"0"0"-8"-16,0 0-15 0,0 0-10 16,0 0-8-16,0 0-7 0,0 0-3 15,0 0 0-15,0 0-2 0,12-16 0 0,-22 39 0 16,-6 10-3-16,4 4 1 0,-5 5 0 0,2 5-1 15,-2 3 1-15,0 5 1 0,-2 1-2 16,1 3 2-16,3 2 1 0,0-1 0 31,4 0 1-31,1-4-1 0,1-4-1 16,0-5-1-16,2-6-3 0,3-6-5 0,1-8-11 16,3-7-18-16,-2-10-22 0,2-4-54 15,0-6-108-15,0 3-53 0</inkml:trace>
  <inkml:trace contextRef="#ctx0" brushRef="#br0" timeOffset="12915.34">16579 694 724 0,'0'0'43'0,"0"0"-9"0,0 0-10 15,0 0-8-15,0 0-6 0,0 0-7 16,0 0 1-16,0 0-7 0,0 0 1 15,0 0 2-15,23-8-3 0,-22 43 1 16,1 7 3-16,-2 8-2 0,0 8 1 0,-2 4-1 16,-2 2-2-1,1-2 3-15,0-4 0 0,0-8-2 16,2-8 1-16,1-14-2 0,0-7 1 16,0-9 2-16,0-7 2 0,0 1 2 15,3-6 0-15,10-10-1 0,7-8 1 16,6-9-1-16,-1-3-9 0,1-4 6 15,3 1-2-15,1 4 0 0,-1 5 6 0,3 6-5 16,-3 7 0-16,-2 8-1 0,-1 3 2 0,-3 11-1 16,-2 8 1-16,-3 9 1 0,-2 2 2 15,0 4-1-15,-3-1-3 0,-1-3 0 16,-4 1-1-16,0-7 1 0,-4-6 1 16,0-7-1-16,-2-7 0 0,-2-4 1 15,0 0 0-15,0 0 0 0,0 2 0 0,1-1-3 16,-1 1-6-16,0-2-14 0,-1 0-22 0,-12-9-58 15,-5-8-152-15,-3-8-54 0</inkml:trace>
  <inkml:trace contextRef="#ctx0" brushRef="#br0" timeOffset="13098.56">16335 841 770 0,'0'0'22'0,"0"0"-8"0,0 0-7 15,0 0-5-15,109-53-3 0,-68 46-2 0,2 4-11 16,1 1-33-16,5 0-185 0,-1 2-93 0</inkml:trace>
  <inkml:trace contextRef="#ctx0" brushRef="#br0" timeOffset="13898.97">17747 766 392 0,'0'0'64'0,"0"0"-11"16,0 0-12-16,0 0-9 0,0 0-6 0,0 0-9 16,0 0-4-16,0 0-3 0,0 0-3 15,0 0 1-15,-34-21-1 0,28 20 1 16,-5 1 3-16,6 0 2 0,-1 0 2 15,-3 0 1-15,5 0-1 0,0 1-1 0,-1 0 0 16,5-1-1-16,-2 0-1 0,2 0-1 16,-2 2-1-1,1-2-2-15,-1 0-2 0,1 1-2 16,-1-1-1-16,1 0 0 0,1 2-2 16,0-2 1-16,1 2 0 0,18-2-1 15,11 0 2-15,17 0 0 0,12 0 1 16,9 0 1-16,10 0-1 0,4 0 1 0,1 0-2 15,4 0-1-15,-8 0 0 0,-8 1-1 16,-13 4-1-16,-12-2 1 0,-17-2-1 0,-12 1 0 16,-9-1 2-16,-8-1 0 0,0 0 3 15,0 0 0-15,1 0 2 0,1 2-1 16,-1-2 0-16,1 0-2 0,-1 0-2 16,-1 0-1-16,2 0-2 0,-2 0-2 0,0 0-5 15,0 0-10-15,-5 1-14 0,-2 4-35 16,-2 4-49-16,3-1-201 0,-2 4-11 0</inkml:trace>
  <inkml:trace contextRef="#ctx0" brushRef="#br0" timeOffset="14615.41">19376 542 757 0,'0'0'29'16,"0"0"-1"-16,85-58-9 0,-50 47-4 16,2 5-4-16,1 6-6 0,-1 2-2 0,-1 9-3 15,-4 5-1-15,-4 5-1 0,-8 5-2 16,-4 6 2-16,-7 1-3 0,-6 5 0 0,-3 3 2 16,-11 0-2-16,-6 0 0 0,-5-1 1 15,-4-4 2-15,-1-5 1 0,-1-7 2 16,4-8-1-16,8-6 3 0,4-4 1 15,4-6 0-15,3-8 2 0,1-11-1 0,1-10-2 16,4-6-2-16,14-7 2 0,8-3-1 16,7-2 0-16,7-3 1 0,2 1-1 0,2 3 1 31,2 1-1-31,-4 8 1 0,-2 5-1 16,-5 9-1-16,-10 7 0 0,-4 8 0 15,-7 3 0-15,-6 3-3 0,0 2 2 16,-5 0-3-16,0 0 2 0,1 0 0 0,-1 5 0 15,1 10 0-15,-1 6-1 0,0 2-1 16,0 7 2-16,0 1-2 0,0-2 1 0,0-2 0 16,2-1 1-16,4-3-2 0,4-3 1 15,4-4 0-15,1-1-2 0,5-3-1 16,3-4-5-16,1-4-6 0,4-4-4 16,1 0-7-16,3-7-1 0,-1-7 2 0,-1-5 1 15,0-6 8-15,-2-4 5 0,-2-4 7 16,-2-4 4-16,-2 1 6 0,-5-2 2 0,-1 2 4 15,-4 4 4-15,-3 5 8 0,-5 8 4 16,0 9 5-16,-4-3 2 0,0 8-5 31,0-2-4-31,0 1-5 0,0 6-3 16,0-6-6-16,0 2-2 0,0-2-4 0,0 1-3 16,0 5-2-16,0-1 1 0,0 1-2 15,0 0 0-15,3 8-1 0,1 11-1 0,4 10 1 16,-3 4-1-16,0 7 0 0,2 2 1 15,-3 6 0-15,-1 4-1 0,1 5 1 16,-1 2 0-16,0 3 0 0,2 0 1 16,-2 1 0-16,1-3-1 0,0-1 2 0,0-6-2 15,1-4 3-15,-1-8-3 0,2-8-7 16,1-5-2-16,-3-10-9 0,1-1-8 0,-1-8-15 16,-1-5-23-16,0 2-79 0,-3-6-159 15</inkml:trace>
  <inkml:trace contextRef="#ctx0" brushRef="#br0" timeOffset="14898.84">20336 552 711 0,'0'0'43'0,"0"0"-5"0,0 0-9 16,0 0-7-16,104-69-4 0,-65 64-4 0,6 5 0 15,5 0-4-15,-1 6-4 0,-2 6-2 16,-7 2-4-16,-5 2-1 0,-9 3 0 0,-4 1-1 16,-8 0-1-16,-7 5 0 0,-7 0-1 15,-1 3 0-15,-15-1-2 0,-7-2 1 16,-12-4-1-16,-5-4-1 0,-7-5 1 16,-3-6-2-16,-2-6 1 0,2-2 1 0,3-10-2 15,6-4 1-15,6-3-5 0,5-1-5 16,7 4-10-16,9 4-18 0,7 4-31 0,5 5-94 15,2 3-125-15</inkml:trace>
  <inkml:trace contextRef="#ctx0" brushRef="#br0" timeOffset="15249.44">21213 276 726 0,'0'0'52'0,"0"0"-12"0,0 0-8 15,0 0-9-15,67-81-7 0,-64 80-5 16,-3 1-4-16,0-2-4 0,4 2-2 0,1 7 0 16,0 8-1-16,-2 9-2 0,-3 7 1 15,-10 5-3-15,-7 8 1 0,-5 6 0 16,-5 9-1-16,-4 9 1 0,-1 10 0 15,1 7 1-15,-4 10 1 0,2 7 2 0,1 4-3 16,1-2 2-16,5-11 1 0,3-11-2 16,6-13 1-16,3-14-3 0,3-10-1 0,5-10-1 31,3-12 1-31,3-5-4 0,0-7-3 16,0-7-10-16,2 2-15 0,2-4-45 15,7-2-100-15,6-3-131 0</inkml:trace>
  <inkml:trace contextRef="#ctx0" brushRef="#br0" timeOffset="15681.84">21452 659 763 0,'0'0'41'15,"0"0"-11"-15,0 0-4 0,0 0-11 16,0 0-5-16,0 0-4 0,0 0-5 0,0 0 0 15,0 0-2-15,0 0 1 0,72 0-1 16,-72 40 1-16,0 10-2 0,-3 11 2 16,-1 7 2-16,-3 6-2 0,1 1-2 31,2-2 4-31,1-4-2 0,1-9 0 0,2-9 0 16,0-12-3-16,2-13 0 0,2-7 2 15,1-8 1-15,-4-8 0 0,10-1 2 0,3-5 0 16,9-14 1-16,6-10-2 0,-1-8 2 15,1-10-2-15,0-2-1 0,-1-4-1 16,0 1-1-16,-1 6 0 0,0 7 2 16,-1 13 0-16,-7 9-3 0,-3 12 3 0,1 4-1 15,-3 18 0-15,4 8 2 0,-5 9-1 0,0 7-1 16,-4 0 3-16,0-1 1 0,-3-1-2 16,0-4 3-16,0-5-6 0,-3-2 1 15,0-12-1-15,0-2 2 0,-1-5 0 16,-1-6-2-16,1 0 1 0,-2-5 0 15,0 0-2-15,0 0-7 0,0 0-15 0,0 0-24 16,0-10-71-16,-5-10-177 0,-5-4-23 0</inkml:trace>
  <inkml:trace contextRef="#ctx0" brushRef="#br0" timeOffset="15882.2">21102 819 730 0,'0'0'55'0,"0"0"-18"0,0 0-13 15,0 0-10-15,0 0-4 0,0 0-4 16,110-50 0-16,-58 44-5 0,5 2 0 16,3 2-1-16,4 1-4 0,-2 1-8 0,0 0-13 15,1 0-40-15,-6 0-75 0,-2-5-177 0,-7-4-4 16</inkml:trace>
  <inkml:trace contextRef="#ctx0" brushRef="#br0" timeOffset="16348.94">22101 183 620 0,'0'0'58'15,"0"0"-14"-15,0 0-12 0,0 0-12 16,0 0 0-16,0 0 0 0,0 0 29 15,0 0 1-15,0 0-3 0,76-24-6 0,-46 38-66 32,3 5-3-32,3 7-3 0,6 3-2 0,2 8 31 15,0 5-1-15,-2 6-1 0,0 9-1 16,-5 8 1-16,-8 12-1 0,-8 16 3 16,-11 13 1-16,-8 13 1 0,-6 5 2 15,-14-1-2-15,-11-8-1 0,-6-11 1 16,-5-13-5-16,-2-15 3 0,1-14 0 0,5-12 0 15,3-15 3-15,13-14 2 0,7-8 4 0,9-9 1 16,4-4 1-16,-2 0-3 0,2 0-3 16,0-9-1-16,2-3-5 0,2-2 0 15,1 0-12-15,0 5-20 0,-5 0-75 16,0-5-203-16,-3 7-21 0</inkml:trace>
  <inkml:trace contextRef="#ctx0" brushRef="#br0" timeOffset="21766.39">8792 3700 543 0,'0'0'61'16,"0"0"-17"-16,0 0-10 0,0 0-2 16,0 0 1-1,0 0 0-15,0 0-1 0,0 0-7 16,0 0-6-16,69 5-7 0,-28-5-4 16,-1 1-4-16,3-1-4 0,-2 2-1 15,0 0-1-15,-4 1-4 0,-2-2-7 0,-8 2-12 16,-5 0-16-16,-8-2-28 0,-5 6-43 15,-6-4-162-15,-3 4-18 0</inkml:trace>
  <inkml:trace contextRef="#ctx0" brushRef="#br0" timeOffset="21948.6">8732 4120 653 0,'0'0'68'0,"0"0"0"0,0 0-16 16,0 0-18-16,0 0-14 0,0 0-5 0,99-40-6 15,-51 29-3-15,5 2-3 16,5 3-4-16,-3 3-2 0,-6 1-14 0,0 2-26 31,-4 0-65-31,-2 0-202 0,-2 2-22 0</inkml:trace>
  <inkml:trace contextRef="#ctx0" brushRef="#br0" timeOffset="22566.32">10336 3623 757 0,'0'0'40'0,"0"0"-6"0,0 0-11 16,0 0-10-16,0 0-7 0,0 0-1 16,0 0-1-16,0 0 2 0,0 0 0 15,0 0 1-15,-16 123-4 0,6-71 1 0,3 4 1 16,-3 4-4-16,1 4 3 0,-1 4-4 15,-3 4-2-15,4 1 2 0,-5-5-1 16,7-4 1-16,-2-10 0 0,3-11 1 0,2-16-1 16,2-11 1-16,2-11 1 0,0-5 3 15,0 0 0-15,0 0 0 0,0-5-1 16,0-20-2-16,0-11-2 0,0-16-1 0,0-6 2 16,0-4-2-16,2-5 2 0,-1-4-1 15,2-2-3-15,0-3 1 0,0-1-1 16,1 1 2-16,2 6 2 0,5 9-1 0,1 16-1 15,5 13-3-15,1 16 2 16,6 14-1-16,2 8 1 0,5 20 3 0,-1 10-2 16,5 8 1-16,0 6-1 0,-5 4 0 0,3 1 5 31,-2 2-4-31,-4 2 4 0,-1 0-3 16,0 4-2-16,-7-1 1 0,1-2 0 15,-7 0 0-15,0-8-1 0,-6-6 2 0,-1-8-2 16,-1-13 1-16,-4-10 0 0,1-10 2 15,-2-5-2-15,0 0 3 0,0 0-2 16,0 2-1-16,1-1-5 0,-1-1-10 0,0 0-22 16,0 0-42-16,0 0-130 0,-3 0-116 15</inkml:trace>
  <inkml:trace contextRef="#ctx0" brushRef="#br0" timeOffset="22765.18">10160 4230 777 0,'0'0'40'0,"0"0"-3"16,0 0-11-16,0 0-11 0,0 0-7 16,0 0-3-16,101-30-3 0,-55 21-1 15,8-2-2-15,7 4-8 0,6 2-19 0,4 0-61 16,5 2-144-16,0-2-96 0</inkml:trace>
  <inkml:trace contextRef="#ctx0" brushRef="#br0" timeOffset="23333.08">11373 4338 599 0,'0'0'39'0,"0"0"6"0,0 0-4 16,0 0-8-16,0 0-9 0,0 0-4 0,0 0-5 16,0 0-4-16,0 0 0 0,0 0 0 15,0 11-1-15,3-10 1 0,8-1-6 16,4 0-1-16,5-4-2 0,3-8-3 0,-2-7 3 16,2-2-2-16,0-6 1 15,-3-4-1-15,2-2 1 0,-4 0-2 0,-3-1 3 16,-4 2-2-16,-3 3 2 0,-5 8-1 0,-3 3 2 15,-2 3-1-15,-11 4 1 0,-3 0 0 16,-5 5 1-16,-5 6 1 0,-5 0-1 16,-2 6-1-1,-3 9 0-15,-2 5-2 0,-1 6 0 16,-1 6 1-16,4 7-3 0,2 7 1 16,7 6-2-16,9 3 1 0,7 0 0 15,11 2 2-15,6-3 2 0,18-5-3 0,13-5 5 16,13-7-6-16,11-9 2 0,7-8 0 15,7-8 0-15,2-7-1 0,-1-5 1 16,-5-5-2-16,-7-5 1 0,-8-3-1 0,-12-1-2 16,-10 1-3-16,-11 4-6 15,-10 3-9-15,-10 3-12 0,-3 3-27 0,0-2-63 16,0 2-176-16,0-3-15 0</inkml:trace>
  <inkml:trace contextRef="#ctx0" brushRef="#br0" timeOffset="24131.99">11908 3587 487 0,'0'0'69'0,"0"0"-12"0,0 0-10 16,0 0-7-16,0 0-6 0,-88-6-8 16,82 6-7-16,0 0-1 0,6 0-1 15,-1 0 2-15,2 0 3 0,17 3-1 0,12-2-4 16,16 1-4-16,15-2-3 0,13-3-2 15,12-7-2-15,8 2-2 0,6-2 0 16,-1 3-2-16,-5-1-2 0,-15 5 1 0,-11 2-1 16,-15 1-1-16,-21 0 2 0,-14 0-2 15,-10 0 0-15,-8 0 2 0,0 0 1 16,0 0 0-16,0 0 1 0,-5-5-3 0,-8-3 0 16,-6-1-1-16,7 3-2 15,-2-1-5-15,2 2-12 0,6 2-23 0,-4 1-68 16,5 2-199-16,-1 0-19 0</inkml:trace>
  <inkml:trace contextRef="#ctx0" brushRef="#br0" timeOffset="24448.66">13211 3017 744 0,'0'0'46'16,"0"0"-9"-16,24-77-11 0,-16 62-6 0,-4 6-7 16,-2 4-5-16,-1 2-4 15,2 3-3-15,0 11-2 0,1 11 1 0,-1 10-1 16,-2 8 2-16,-1 2-1 0,0 2 1 0,0 1 4 16,3-3-4-16,3-1 5 0,4-3-6 15,5-3-1-15,1-5 2 0,4-5-2 16,1-7 2-16,3-6 1 0,0-6-1 0,2-5-1 15,0-1 0-15,-1-7-3 16,-2-8-4-16,0-5-8 0,-3-3-10 0,-5-3-21 31,-1 0-36-31,-8-4-84 0,-3-2-142 0</inkml:trace>
  <inkml:trace contextRef="#ctx0" brushRef="#br0" timeOffset="24732.06">12941 2423 595 0,'0'0'50'0,"0"0"-11"0,0 0-9 16,39-95-8-16,-19 81-5 0,3 5-4 0,1 8-4 16,1 1-2-16,-2 10-4 15,-1 8-2-15,-6 7-1 0,-2 1-1 0,-8 4 0 16,-6 1 2-16,0-1-2 0,-9-1 2 0,-6-4 10 15,-3 0-7-15,2-5 6 0,-1-5-6 16,1-6-2-16,4-6 0 0,1-3-1 16,4-3-4-1,-1-9-9-15,7-5 5 0,1-1-10 16,1-6 0-16,10 5-12 0,-2 7-23 16,3 3-21-16,3 6-46 0,2 3-89 15,6 6-54-15</inkml:trace>
  <inkml:trace contextRef="#ctx0" brushRef="#br0" timeOffset="25115.64">13950 2973 633 0,'0'0'60'31,"0"0"-9"-31,0 0-11 0,0 0-7 0,0 0-9 16,0 0-7-16,0 0-4 0,0 0-6 16,0 0-3-16,0 0-1 0,-38-50-1 15,22 82 2-15,3 9 0 0,-4 8 1 0,1 7 4 16,-4 5-5-16,-3 5 3 15,-1 7-5-15,-2 3-4 0,0 3 2 0,2 0-3 16,1-2 4-16,1-7-2 0,2-7 2 0,3-12 3 16,2-10-2-16,8-15 0 0,-2-7-3 15,6-8 0-15,2-6 1 0,-1-1 0 16,2-4-5-16,0 0-5 0,0 0-13 0,0-4-28 16,0-12-53-16,6-3-167 15,4-5-52-15</inkml:trace>
  <inkml:trace contextRef="#ctx0" brushRef="#br0" timeOffset="25531.98">14042 3407 810 0,'0'0'50'0,"0"0"-12"15,0 0-12-15,0 0-11 0,0 0-5 0,0 0-5 16,0 0-2-16,0 0-3 0,0 0 0 15,41-12-2-15,-38 42 2 0,-3 9-1 16,1 6 1-16,-1 5 0 0,2 3 0 0,0 1-2 16,1-3 3-16,2-2-3 15,-1-7 1-15,2-4 8 0,1-7-9 0,-1-10 5 16,0-6-4-16,-2-6-4 0,-1-6 5 0,0 2 1 16,3-5 1-16,5-6 2 0,7-8-3 15,3-9-4-15,-1-4 4 0,-2-3-4 16,2-2 3-16,-1-2 2 0,0 4-2 0,-1 4 0 15,-3 6-2-15,-3 7 1 16,-1 8-1-16,1 5 1 0,-1 9 0 0,7 10-1 31,-4 3 2-31,-1 6-1 0,-1 4 1 0,1-2 0 16,-2 2-1-16,-1-4 6 0,-1-2-5 16,-3-8 4-16,-2-1-4 0,1-8 0 15,-4-4 2-15,-1 1-2 0,0-6 0 0,0 0 0 16,0 0 0-16,3 1 0 15,-3 1-7-15,0 0-10 0,0-2-22 0,0 0-55 16,0 0-145-16,-13-2-94 0</inkml:trace>
  <inkml:trace contextRef="#ctx0" brushRef="#br0" timeOffset="25732.34">13821 3703 816 0,'0'0'40'0,"0"0"-13"0,0 0-10 16,0 0-8-1,0 0-3-15,96-60-3 0,-50 51-4 16,3 1-6-16,4 3-23 0,0 2-55 16,-1 2-222-16,0 0-32 0</inkml:trace>
  <inkml:trace contextRef="#ctx0" brushRef="#br0" timeOffset="26181.95">14939 2808 694 0,'0'0'45'0,"0"0"-5"16,0 0-7-16,0 0-10 0,0 0-6 0,0 0-6 16,0 0-6-16,0 0-2 0,0 0-2 15,-48-31-1-15,24 73 2 0,-2 9-3 16,3 13 2-16,1 6-2 0,6 6 3 0,2 1 2 16,5 5-1-16,3 2 1 15,6 2-4-15,0 2-3 0,10-4 3 0,12-7-3 16,7-9 2-16,8-12 0 0,8-11-7 0,4-12 0 15,6-11-12-15,0-5-13 0,0-9-28 16,-6-8-46-16,-1 0-88 0,-10-11-99 16</inkml:trace>
  <inkml:trace contextRef="#ctx0" brushRef="#br0" timeOffset="26632.07">15328 3128 775 0,'0'0'47'0,"0"0"-14"16,0 0-7-16,0 0-9 15,0 0-6-15,0 0-6 0,0 0-3 0,0 0-2 16,0 0 0-16,0-11-1 0,0 38 2 0,0 9 5 16,0 3-4-16,0 5 3 0,0 0-4 15,0 2-3-15,3-1 3 0,1-1-3 16,1-4 3-16,-1-4-3 0,0-7 2 0,-1-8 0 15,1-10 1-15,-2-5-1 0,-2-6 2 16,0 0 0-16,0 0-1 0,3-1 1 31,0-16-1-31,-2-9-1 0,-1-13-2 0,0-6 1 16,-4-3-4-16,-8-5 3 0,-1-3-3 16,-4-2-3-16,4 2 4 0,0 6-4 15,1 8 6-15,5 12 2 0,4 14 0 0,2 10 0 16,1 6-1-16,0-3-1 0,0-1 0 15,11 3 1-15,11 1 1 0,7 0 1 16,11 0 0-16,6 3 1 0,4-3 1 0,5 0 0 16,1-7 1-16,2-4-1 0,-6 0-1 15,-4-1-1-15,-12 1-1 0,-10 4 0 16,-7 1-1-16,-11 1 1 0,-3 4-1 0,-1-1-6 16,-4 2-11-16,0 0-19 0,-10 0-29 15,-10 3-45-15,-9 7-111 0,-6 0-78 16</inkml:trace>
  <inkml:trace contextRef="#ctx0" brushRef="#br0" timeOffset="26831.95">15218 3283 726 0,'0'0'56'0,"0"0"-13"16,0 0-13-16,0 0-12 0,85 0-5 15,-54-5-5-15,-1 2-4 0,3 2-2 16,-4 1-2-16,0 0-2 0,-3 0-5 0,-2 1-7 16,-6 4-14-16,-1 1-17 0,-2 3-25 15,-5-1-43-15,0 5-100 0,-10 2-75 16</inkml:trace>
  <inkml:trace contextRef="#ctx0" brushRef="#br0" timeOffset="26999.17">15250 3644 688 0,'0'0'80'0,"0"0"-20"0,0 0-23 31,0 0-16-31,105 9-7 0,-66-9-7 0,1 0-4 16,-1 0 0-16,1-1-3 0,-2 1-3 16,-2 0-10-16,-1-2-13 0,-5 1-35 15,-3-2-71-15,-2-6-175 0,-2 0-15 0</inkml:trace>
  <inkml:trace contextRef="#ctx0" brushRef="#br0" timeOffset="27265.27">16019 3082 825 0,'0'0'40'0,"0"0"-12"15,0 0-8-15,0 0-8 0,0 0-6 16,0 0-4-16,0 0-2 0,0 0 0 0,0 0-1 15,0 0 3-15,16 93 3 0,-15-49-4 16,-1 6 3-16,2 4-5 0,-1 0-1 16,2 2 2-1,3-1-5-15,0-4 1 0,7-8-4 16,0-7-4-16,6-11 1 0,1-9 1 16,6-8 0-16,2-8-2 0,2-4-1 15,-1-13-2-15,0-5-9 0,-3-5-21 0,-5-4-38 16,-3-3-82-16,-5-4-132 0</inkml:trace>
  <inkml:trace contextRef="#ctx0" brushRef="#br0" timeOffset="27432.09">15937 3357 705 0,'0'0'75'0,"0"0"-16"0,0 0-20 16,0 0-16-16,0 0-10 0,0 0-6 0,114-16-4 15,-75 8-2-15,3 2-4 0,-3-1-7 16,3 0-19-16,3 1-35 0,-3-3-81 31,-1 0-166-31,-9-7-13 0</inkml:trace>
  <inkml:trace contextRef="#ctx0" brushRef="#br0" timeOffset="27748.89">16346 2617 782 0,'0'0'54'16,"0"0"-16"-16,0 0-14 0,0 0-8 15,0 0-3-15,0 0-3 0,0 0-1 16,95-20-1-16,-54 40-3 0,4 5-1 0,1 10-2 16,3 7-1-16,-1 9-2 0,1 8 1 15,-4 8-1-15,-3 7 1 0,-10 6-2 16,-10 4 1-16,-10 4 4 0,-12 3-4 0,-6 3 3 15,-15 2-2-15,-11-5-3 0,-6-4 2 16,-5-11 3-16,0-11-3 0,1-12 4 16,3-12-4-1,7-12 1-15,11-12 1 0,9-8 1 16,7-6 0-16,5-3-4 0,-1 0-3 16,1 0-8-16,0-3-11 0,0-5-24 15,0-3-66-15,4-2-203 0,1 4-21 0</inkml:trace>
  <inkml:trace contextRef="#ctx0" brushRef="#br0" timeOffset="28531.96">17353 4731 775 0,'0'0'39'0,"0"0"-10"16,0 0-11-16,0 0-5 0,0 0-7 15,0 0-2-15,0 0-2 0,0 0 0 0,0 0-1 16,0 0 2-16,-21-15 0 0,21 15 1 15,3-2 0-15,13-3-3 0,9-6 1 16,7-6-1-16,2-4 0 0,2-7-2 0,-1-5 0 16,-2-5 2-16,-1-6-3 0,-6-3 4 15,-7-3 0-15,-5-3-2 0,-6 1 3 16,-7 4-1-16,-1 6 3 0,-4 10 0 0,-9 12 0 16,-2 7-1-16,-6 12-1 0,-5 2 0 15,-8 19-2-15,-3 10 3 0,-7 13-1 16,-5 9 2-16,1 7-2 0,1 5-1 0,6 2 3 15,8 4-6-15,10-2 3 0,11 1-1 16,12-4-2 0,12-4 4-16,15-7-4 15,11-8 1-15,14-11 0 0,8-9 1 0,13-13 0 16,6-8 2-16,4-5-3 0,-2-11 1 16,-4-7-2-16,-8-3-1 0,-11-5-1 15,-9 2-3-15,-10-1 0 0,-11 4-5 0,-11 7-5 16,-10 5-7-16,-1 6-14 0,-6 3-27 15,0-1-74-15,0 1-177 0,0-3-9 16</inkml:trace>
  <inkml:trace contextRef="#ctx0" brushRef="#br0" timeOffset="30131.85">18593 3403 538 0,'0'0'62'0,"0"0"-8"0,0 0-7 0,0 0-6 16,-81-72-9-16,75 66-4 0,-1 2-5 16,4 1-3-16,-1 0-3 0,1 1-6 15,3 2-3-15,-1-1-5 0,-2 1-2 0,0 9 0 16,-2 9 2-16,1 14 2 0,4 7 1 15,0 10-2-15,0 3-1 0,2 4-2 16,3-2 1-16,3-2-2 0,2-4 2 0,-2-3-2 16,4-9 2-16,2-6 2 0,0-5-4 15,4-7 6-15,1-8-6 0,4-6 1 16,3-4 1-16,2-5-5 0,2-9 3 0,-1-2-8 16,0-6-1-16,-2 0-9 0,-3-6-11 15,-3-4-26 1,-2-1-45-16,-7-8-126 0,-4-1-90 0</inkml:trace>
  <inkml:trace contextRef="#ctx0" brushRef="#br0" timeOffset="30431.88">18272 2858 665 0,'0'0'58'15,"0"0"-15"-15,38-79-10 0,-15 58-7 16,3 2-6-16,0 4-7 0,0 6-5 0,-3 3-3 16,-3 6-4-16,1 0-1 0,-5 8-1 15,-2 6-1-15,-4 4 0 0,-2 3-1 16,-7 3 0-16,-1 2 1 0,0 2 2 0,-7-3-1 16,-2-3 2-16,2-7-1 0,-3-3 0 15,2-6 1-15,4-3 1 0,-5-3-1 16,1 0 1-16,0-6-3 0,1-8-4 0,4-2-4 15,3 3-9-15,0-3-12 0,0 6-20 16,2 7-20-16,6 3-31 16,4 8-75-16,4 12-96 0</inkml:trace>
  <inkml:trace contextRef="#ctx0" brushRef="#br0" timeOffset="30765.67">19263 3050 753 0,'0'0'51'0,"0"0"-14"0,0 0-11 15,0 0-12-15,0 0-7 16,0 0-4-16,0 0 0 0,0 0 0 0,0 0 3 0,0 0 5 15,-48 133-5-15,25-67 3 0,-6 10-5 16,-3 9-4-16,-4 8 1 0,-2 4-3 16,1-1 2-1,-1-2 2-15,5-6-2 0,3-6 2 16,6-8-2-16,6-5-2 0,2-10 1 16,6-8 0-16,2-9 0 0,4-13-1 15,1-14-1-15,3-8-5 0,0-7-4 0,0 1-7 16,0 3-14-16,6-4-29 0,4-11-51 15,0-12-183-15,5-6-23 0</inkml:trace>
  <inkml:trace contextRef="#ctx0" brushRef="#br0" timeOffset="31182.01">19432 3611 825 0,'0'0'43'0,"0"0"-8"0,0 0-11 0,0 0-8 15,0 0-5-15,0 0-4 0,0 0-5 16,0 0-1-16,0 0-2 16,0 0 0-1,6 12 2-15,-9 21-2 0,0 9 1 0,-2 0-2 16,3 2 0-16,-1 2 5 0,0-2-5 16,0-4 5-16,3-2-4 0,0-4-2 15,0-11 2-15,0-4-2 0,0-8 3 0,3-7 0 16,-2 2 1-16,-1-6 1 0,5 0-2 15,5-10 2-15,6-8-1 0,1-11 1 0,3-4 1 16,-4-2-5-16,3 1 3 0,-3 4-4 16,0 5 2-16,-4 10 0 0,2 7 0 15,-1 6 0-15,4 2-1 0,2 10 0 16,1 10 1-16,-1 4 6 0,-1 7-7 0,0 2 5 16,-3 1-2-16,0 0-1 0,-3-2 1 15,1-1-1-15,-1-7 0 16,-5-7-1-16,0-4 0 0,-1-5 0 0,-3-5 1 0,0 0-6 15,-3-3-4-15,3 0-13 0,2-4-24 16,0-9-70-16,-2-4-199 0,-5-5-22 16</inkml:trace>
  <inkml:trace contextRef="#ctx0" brushRef="#br0" timeOffset="31607.88">17977 3263 655 0,'0'0'54'0,"0"0"-9"0,0 0-17 15,0 0-1-15,0 0-7 0,0 0-6 0,-33-79-6 16,23 78-1-16,-2 1-6 0,-5 11-1 15,-2 11 8-15,-3 11-6 0,1 13 6 0,2 10-4 16,2 13-3-16,3 8 3 0,9 5-3 16,5 5 3-16,4-3-1 0,14 1-3 15,10-1 2-15,10-4-3 0,11-1-2 16,10-6 2-16,12-7-9 0,10-12-5 0,13-13-17 16,9-12-23-16,7-17-46 0,5-12-120 15,1-12-84-15</inkml:trace>
  <inkml:trace contextRef="#ctx0" brushRef="#br0" timeOffset="31965.31">19728 3156 655 0,'0'0'54'0,"0"0"-6"15,0 0-9-15,0 0-9 0,0 0-7 16,0 0-7-16,-18-78-4 0,18 78-6 0,0-1-3 16,0 1-3-16,0 0-2 0,0 1 1 15,4 13 1-15,10 10 1 16,10 9-1-16,9 5 3 0,9 6 5 0,6 6-4 0,5 8 6 16,2 8-8-16,-2 8-2 0,-3 6 2 15,-7 5-5-15,-11 3 3 0,-13 0 2 16,-13-1-4-16,-8-3 3 0,-16-7-1 0,-10-6-2 15,-10-7 2-15,-4-10-1 0,-1-11 1 16,-2-8-1-16,3-13 0 16,4-5-5-16,5-9-3 15,4-6-12-15,3-2-12 0,6-8-29 16,7-3-52-16,1-4-156 0,5 3-42 16</inkml:trace>
  <inkml:trace contextRef="#ctx0" brushRef="#br0" timeOffset="32281.97">18880 3949 649 0,'0'0'69'16,"0"0"-20"-16,0 0-10 0,0 0-10 16,0 0-9-1,0 0-4-15,0 0-3 0,0 0-4 16,0 0-1-16,0 0-2 0,31-7-1 16,-5 5-1-16,2 1-2 0,4-2 0 0,5-2 0 15,11-1-3-15,6-3-3 0,8 0-5 16,5 0-7-16,3 1-21 0,1 0-32 15,-2 3-73-15,-2 0-171 0,-11-3 2 16</inkml:trace>
  <inkml:trace contextRef="#ctx0" brushRef="#br0" timeOffset="33132.28">20467 3541 666 0,'0'0'60'16,"0"0"-11"-16,0 0-12 0,10-79-10 15,4 61-6-15,1 1-4 0,7 2-3 16,0 3-5-16,5 4 0 0,2 7-3 0,0 1-2 16,0 12-2-16,-2 8-3 0,-2 6 1 15,-6 5-1-15,-3 9 1 0,-6 2-3 16,-4 5 2-16,-6 0-1 0,0 0 2 0,-8-1-2 15,-2-7 3-15,-3-2 2 0,-1-8-3 16,0-5 4-16,3-9-5 16,5-7 2-16,3-4 1 15,3-4 3-15,-1 0-1 0,1-3 1 16,1-14-2-16,11-10-6 0,8-11 4 16,5-7-4-16,5-4 2 0,3-4 3 15,1-2-2-15,-1 4 1 0,-1 4-1 0,-3 9 0 16,-5 9 1-16,-9 9 0 0,-3 7-1 15,-5 6 1-15,-5 4 0 0,1 0-3 0,-3 3 2 16,0 2-2-16,0 13 2 0,-4 13 1 16,-6 8-1-16,3 6-1 0,-1 2 1 15,1 3-2-15,4-1 3 0,3-3-2 16,0-4 1-16,10-4-3 0,7-6-1 0,6-5-3 16,4-4-14-16,6-7-15 0,5-3-50 15,4-8-93-15,3-2-136 0</inkml:trace>
  <inkml:trace contextRef="#ctx0" brushRef="#br0" timeOffset="33398.67">21533 3209 780 0,'0'0'52'0,"0"0"-13"0,0 0-8 15,0 0-6-15,0 0-7 0,0 0-5 16,0 0-6-16,0 0-4 0,0 0-3 15,0 0 0-15,-9-18 1 0,9 46 5 16,3 15-4-16,3 8 2 0,0 10-3 0,1 9-4 16,-1 7 3-16,0 5-1 0,1 3 2 15,3 2 1-15,0-4-2 0,2-4 0 16,1-3-2-16,0-8-2 0,1-6 1 0,-1-7-1 16,0-9-4-16,0-10-5 0,-1-9-2 15,-1-5-8-15,-2-10-4 0,-5-4-10 16,2-4-23-16,-3-1-55 0,0-2-189 0,1-1-6 15</inkml:trace>
  <inkml:trace contextRef="#ctx0" brushRef="#br0" timeOffset="33682.07">21412 3711 811 0,'0'0'43'16,"0"0"-9"-16,53-87-7 0,-24 63-7 0,6 3-3 16,2 6-5-16,8 6-3 0,2 4-2 15,-1 5-3-15,-4 6-2 0,-3 8-1 16,-3 7-1-16,-8 5-1 0,-3 5 1 0,-3 2-2 16,-5 3 1-16,-7 2-1 0,-4 0 1 15,-6-1 3-15,-4-3-4 0,-12-2 5 16,-7-4-7-16,-6-6 0 0,-7-5-2 0,-6-6-6 15,-2-8-1-15,0-3-3 0,0-5-3 16,4-8-8-16,4-3-21 0,4 0-50 16,7-2-140-1,2-4-80-15</inkml:trace>
  <inkml:trace contextRef="#ctx0" brushRef="#br0" timeOffset="40816.39">3529 6868 278 0,'0'0'63'0,"0"0"-5"0,0 0-5 15,0 0-5-15,0 0-7 0,0 0-7 0,-30-97-8 16,23 76-4 0,4-2-2-16,0 0-5 0,-3 2 2 15,-1 0-3-15,-4 1-2 0,-4 3 0 16,-1 2-5-16,-4 3-3 0,-9 6-2 16,-6 6-2-16,-8 6 1 0,-5 14 1 15,-4 10-2-15,-6 10 0 0,2 7 0 0,5 7 0 16,8 4-1-16,11 1 1 0,13-2-2 15,11-6 2-15,8-8 1 0,11-8 1 0,11-10 0 16,12-8 2-16,4-8 0 0,7-9 2 16,7-6 1-16,0-16-3 0,2-9 1 15,1-13-3-15,-2-8 0 0,-1-7 1 16,-7-5-1-16,-6-4-1 0,-4-4 1 16,-9-3-4-16,-9-7-2 0,-8-6 4 0,-9-10-4 15,-6-3 3-15,-8 1 5 0,-5 3-5 0,-3 12-1 16,-1 13 3-16,7 17-5 0,-1 16 7 15,5 16 1-15,8 11-1 0,2 9 0 16,-1 3-1-16,0 9 0 0,-2 11 2 16,-1 10 8-1,6 10-6-15,0 10 6 0,0 9-4 16,0 12-2-16,3 10 2 0,0 9-4 16,-2 4 3-16,3 3 0 0,1 1-2 0,-1 3 1 15,6 0-4-15,3 1-4 0,2-5 4 16,5-7-4-16,3-15 2 0,6-11 4 15,7-12-2-15,5-12 3 0,4-12-2 16,5-9-5-16,2-12-8 0,3-7-20 0,5-3-37 16,-4-12-97-16,3-6-145 0</inkml:trace>
  <inkml:trace contextRef="#ctx0" brushRef="#br0" timeOffset="41366.67">2728 7847 510 0,'0'0'20'16,"0"0"8"-1,0 0 5-15,0 0 1 0,0 0 2 16,0 0-4-16,0 0-8 0,0 0-2 16,0 0-2-16,100-30-8 0,-29 23 1 0,19-3-5 15,14 1-4-15,20 0-2 0,12-2-2 16,14 1 1-16,8-1 0 0,4-1 0 15,2 0-1-15,-4 0 1 0,-7-2-1 16,-14 2 1-16,-16 2 0 0,-12-1 0 0,-20 3 1 16,-17 3-1-16,-16 1-1 0,-23 3 0 15,-15-1-1-15,-11 2 0 0,-9 0 0 0,-2 0-3 16,-15 9-4-16,-8 6-20 0,-8 10-28 16,-7-1-78-16,-4 5-160 0,-2 0 13 15</inkml:trace>
  <inkml:trace contextRef="#ctx0" brushRef="#br0" timeOffset="42149.99">3172 8684 583 0,'0'0'42'16,"0"0"1"-16,0 0-2 0,-82-51-4 15,60 40-7-15,-4 2-8 0,0 2-6 16,-3 4-5-16,-3 3-5 0,-2 0-2 0,-4 12-3 16,-4 8-1-16,2 6 0 0,-1 6-1 15,2 4 0 1,3 5 1-16,7 3 2 0,9 3-3 0,4 0 2 0,10-2-6 0,6-8 4 15,10-3-2-15,9-10 1 0,7-5 2 16,4-8 0-16,5-6 2 0,3-5 1 16,1-9 1-1,4-11 0-15,2-7-1 0,-4-7 0 16,-1-6 0-16,-4-6-1 0,-7-5 1 16,-3-4-3-16,-7-4 3 0,-6-4-5 0,-6-5-2 15,-7-5 3-15,0-6-3 0,-9-1 4 16,-5-1 1-16,2 5-2 0,-2 12 3 15,1 14 1-15,4 14 2 0,2 15 2 16,4 9 0-16,2 9-3 0,1 3-4 0,0-2-1 16,0 2-1-16,0 3 2 0,0 16 0 15,8 11 1-15,1 14-2 0,1 6 2 0,0 8-1 16,2 4 2-16,-3 5-3 0,2 2 3 16,-2 3 2-16,-2 1-3 0,5-2 3 15,-1-3-4-15,4-3-2 0,2-8 2 16,-1-9-2-16,7-10 2 0,0-9-1 0,6-11 1 15,1-10 2-15,5-8-1 0,3-15 2 16,1-13-1 0,4-9 1-16,-2-6-3 0,-5-4 3 15,-1-5-3-15,-5-1 1 0,-7-6-1 16,-6-7-4-16,-8-3 2 0,-6-7-3 16,-3-2 4-16,-3 3 4 0,-6 8-2 15,-2 10 2-15,2 15-3 0,3 16 2 16,2 11 0-16,1 11 0 0,3 4 0 0,-7 0-1 15,1 1 1-15,-4 14-1 0,0 8 0 0,0 10 0 16,4 9 1-16,0 6-2 0,5 6 2 16,1 6-2-16,0 4 1 0,0 3 4 15,1 2-3-15,5 1 2 0,3 2-1 16,5-4-4-16,4-2 1 0,3-6-2 0,5-7 1 16,3-7 0-16,3-12 1 0,3-8-1 0,1-11 1 31,0-8-2-31,6-7-2 0,-6-10-8 0,3-8-16 0,-7-6-35 0,-2-6-72 15,-7-9-168-15,-8 1-9 0</inkml:trace>
  <inkml:trace contextRef="#ctx0" brushRef="#br0" timeOffset="42349.85">3430 8471 658 0,'0'0'36'0,"0"0"2"16,0 0-1-16,0 0-3 0,0 0-7 0,0 0-7 16,85-15-5-16,-23 8-7 0,9-1-4 0,10 0-3 15,6 1-3-15,1-1-6 0,0-1-29 16,2-1-72-16,-2-7-190 0,5-1-27 16</inkml:trace>
  <inkml:trace contextRef="#ctx0" brushRef="#br0" timeOffset="42832.12">4108 6038 620 0,'0'0'15'15,"0"0"8"1,0 0 6-16,0 0 2 0,0 0-3 0,0 0-4 0,0 0-1 15,0 0-6-15,91 88-2 0,-66-38-8 16,1 9-1-16,4 5-3 0,3 0 0 16,5-2-3-1,2-4 2-15,2-7 3 0,2-8-5 16,5-8 7-16,1-12-7 0,3-10 2 0,0-9-1 16,8-6 1-16,-2-15-1 0,0-9-5 15,-4-7 5-15,-1-7-4 0,-8-5 3 16,-8-5 1-16,-11-3-2 0,-4-1 3 15,-10 3-2-15,-4 5 1 0,-2 10-1 16,-4 12-1-16,-3 10 0 0,0 9-3 0,0 5-3 16,0-1-7-16,0 1-7 0,-6 0-12 0,-5 9-14 15,-5 6-29-15,-3 5-55 0,-1 1-147 16</inkml:trace>
  <inkml:trace contextRef="#ctx0" brushRef="#br0" timeOffset="43132.17">4699 5957 653 0,'0'0'45'16,"0"0"-10"-16,0 0 4 0,-20-80-11 16,17 70-2-16,0 5-5 0,2 0-8 15,1 5-6-15,-2-1-3 0,1 4-3 0,-3 13 3 16,1 15 5-16,3 15-3 0,3 6 2 0,7 14-4 15,3 10-3-15,1 9 2 0,-1 8-2 16,3 2 3-16,-4 2 0 0,-5 0-2 16,-1-3 1-16,-1-4-2 0,-3-6-3 15,-2-10 2-15,0-11-2 0,0-11 1 16,0-11-1-16,-2-15-2 0,1-11-8 0,1-7-9 16,0-5-13-16,0 1-21 0,0 1-78 0,0 0-171 15,3-5-4 1</inkml:trace>
  <inkml:trace contextRef="#ctx0" brushRef="#br0" timeOffset="43666.33">5593 5888 565 0,'0'0'48'0,"0"0"-1"16,0 0-4-16,-66-79-6 0,47 65-9 0,-3 5-4 15,-1 6-8-15,1 3-2 0,-5 12-3 16,-5 11-1-16,-3 12 5 0,-2 12-6 16,-1 14 2-16,2 14-3 0,1 15-5 15,8 13 2-15,5 11 3 0,10 11-3 16,8 5-1-16,4 4-1 0,16-4-6 0,9-4 6 16,8-12 1-16,10-12-1 0,5-14 1 0,5-15-4 15,7-16-1 1,0-9 1-16,1-14 0 0,0-9-3 0,-5-12-2 0,-8-10-8 15,-6-3-12-15,-6-6-24 0,-14-6-58 16,-6 2-192-16,-15-10-19 0</inkml:trace>
  <inkml:trace contextRef="#ctx0" brushRef="#br0" timeOffset="44098.81">5470 6657 693 0,'0'0'43'0,"0"0"1"16,71-82-11-16,-36 63-4 0,4 6-9 0,1 10-7 15,4 3-4 1,-4 13-4-16,-4 9 2 0,-3 10-5 0,-8 8 2 0,-6 5-4 16,-7 5-1-16,-11 5 0 0,-1 1-2 15,-3 4 3-15,-10-6-2 0,-3-3 1 16,0-5 0-16,-4-10 1 0,4-7-1 0,0-7 0 15,3-9 2-15,7-5 2 0,5-5-1 0,-2-4-1 16,3-16 1 0,0-13-4-16,4-15 3 15,12-8-2-15,4-9 3 0,5-5-2 16,0 1 2-16,-1 2-3 0,-1 6 3 16,-3 6-1-16,-5 10-4 0,-5 7 5 15,-1 13-6-15,-6 9 3 0,-2 8 2 0,-1 5 0 16,0 0-2-16,-4 10 2 0,-6 9 4 0,0 10-5 15,1 8 4-15,2 2-2 0,4 5-3 16,3 0 2-16,7 2-1 0,5-1 0 16,2-1-2-16,5-1 1 0,4-7-1 15,0-4 1-15,3-5-5 0,0-7-8 16,2-3-21-16,-1-5-34 0,-7-6-92 0,1-2-149 16,-4-4 7-16</inkml:trace>
  <inkml:trace contextRef="#ctx0" brushRef="#br0" timeOffset="44332.32">6180 7151 796 0,'0'0'39'0,"0"0"-5"16,0 0-6-16,78-56-10 0,-46 46-3 15,4 3-5-15,2 6-2 0,-4 1-3 16,1 5-3-16,-3 9 0 0,-5 4-1 15,-2 5 0-15,-6 4-1 0,-6 4 2 16,-7 3 2-16,-6 6-4 0,-3 1 1 0,-13 0-10 16,0 1-9-16,-6 0-8 0,1-2-14 0,0-5-16 15,-2-6-32 1,3-6-58-16,1-14-148 0,5-4 8 0</inkml:trace>
  <inkml:trace contextRef="#ctx0" brushRef="#br0" timeOffset="44631.86">6786 6431 714 0,'0'0'59'16,"0"0"-17"-16,0 0-6 0,0 0-7 16,0 0-9-16,0 0-9 0,0 0-5 15,0 0-4-15,0 0 0 0,7-4 1 0,-4 34 0 16,1 14 4-16,-1 8-5 0,0 5 3 0,-1 5-4 15,1 5-2-15,0-2 3 0,1 1-4 16,4-8 2-16,3-7-2 0,0-10 1 16,5-9 0-16,4-9 2 0,2-10-2 15,4-6 1-15,3-7-2 0,6-8-6 16,-2-9-3-16,2-7-6 0,-2-5-7 0,-1-4-9 16,-5-4-15-16,-2-1-32 0,-8-3-58 0,-2 4-149 15,-11-2 7 1</inkml:trace>
  <inkml:trace contextRef="#ctx0" brushRef="#br0" timeOffset="44798.56">6572 6700 636 0,'0'0'70'0,"0"0"-9"0,0 0-16 15,0 0-15-15,0 0-8 0,0 0-7 16,116-72-5-16,-66 56-2 0,5 1-5 15,3-1-1-15,3 3-9 0,-2 1 4 16,-4 2-12-16,-4 6-20 0,-9 1-59 0,-9 3-192 16,-10 0-32-16</inkml:trace>
  <inkml:trace contextRef="#ctx0" brushRef="#br0" timeOffset="45081.96">6900 5954 727 0,'0'0'52'0,"0"0"-6"0,0 0-16 0,0 0-4 16,0 0-12-16,0 0-1 16,0 0-2-16,103-63-4 0,-61 81 3 0,4 8-6 31,8 9 5-31,2 11-5 0,9 11-4 16,0 14 2-16,2 11-5 0,-2 12 6 15,-7 10 0-15,-9 8-3 0,-16 11 3 0,-10 6-3 16,-14 4-4-16,-9 1 6 0,-14-3-1 0,-8-9-3 15,-9-6 1-15,-1-11-6 16,-2-16-2-16,-1-14 5 0,5-16-5 0,2-14-2 16,5-13-7-16,9-11-17 0,-2-11-19 15,7-6-74-15,-4-4-170 0,3-4-13 16</inkml:trace>
  <inkml:trace contextRef="#ctx0" brushRef="#br0" timeOffset="45449.91">9020 7735 637 0,'0'0'71'16,"0"0"-8"-16,0 0-9 0,0 0-17 0,0 0-11 15,0 0-9-15,0 0-6 16,0 0-2-16,0 0-1 0,0 0-1 0,109-36-1 16,-63 36-2-16,6 0-3 0,3 0 2 15,0 0-2-15,0 1 1 0,-6 1-2 16,-7-1 0-16,-6-1-2 0,-10 2 1 0,-13-2 1 15,0 0-2-15,-7 0 2 0,0 0-7 0,0 0-9 16,-6 0-16-16,-2 0-21 16,-11-3-39-1,-10-3-81-15,-9-2-128 0</inkml:trace>
  <inkml:trace contextRef="#ctx0" brushRef="#br0" timeOffset="45665.53">8834 8051 802 0,'0'0'46'15,"0"0"-3"-15,0 0-12 0,0 0-8 16,118-11-8-16,-51 7-2 0,7 0-5 0,5 1-3 16,5 0-1-16,-6 1-4 0,0 2 0 0,-7 0 0 15,-9 0-2-15,-10 0 0 16,-11 1-3-16,-14 2-5 0,-9 1-9 0,-10 1-9 15,-5-3-14-15,0 4-22 0,-6 0-79 16,-11 0-160-16,-10-5-12 0</inkml:trace>
  <inkml:trace contextRef="#ctx0" brushRef="#br0" timeOffset="54670.81">11263 7823 471 0,'0'0'57'0,"0"0"-5"0,0 0-1 16,0 0-6-16,0 0-7 0,0 0-4 0,0 0-10 15,0 0-7-15,0 0-7 0,-22-60-6 0,22 60 2 16,5 0 2-16,16 0 3 0,16 4 3 15,20 0-3-15,16 0-2 0,12-4-2 16,16 0-3-16,8-5 0 0,2-2-3 16,0-1-1-16,-4 0 1 0,-8 4 1 15,-10 1-2-15,-12 1 1 0,-12 0-1 0,-14 1-3 16,-18-1 5-16,-16 2 4 0,-10 0 5 0,-7 0 2 16,0 0 0-16,0-4-8 0,-4-1-3 15,-9-4-1-15,-3 0-1 0,2 5 2 16,-1-2-4-16,4 4 0 0,7 1-4 15,-5 1-11-15,1 0-11 0,0 1-24 16,-2 10-43-16,1 2-87 0,6 4-127 0</inkml:trace>
  <inkml:trace contextRef="#ctx0" brushRef="#br0" timeOffset="55165.46">13062 7222 492 0,'0'0'71'0,"0"0"-15"16,0 0-3-16,0 0-8 0,0 0-7 0,0 0-7 15,0 0-3-15,0 0-7 0,0 0-5 0,0 0-5 16,-23-63-5-16,22 63-3 0,-2 0 1 15,-2 10-1-15,1 13 3 0,-1 10 3 16,1 8-5-16,4 8 2 0,0 7-5 16,0 3-2-16,0 1 1 0,4 2-2 15,5-7 2-15,5-6-1 0,3-5 2 0,3-9 0 16,2-9-1-16,1-6 0 0,1-6 1 0,2-10-3 16,0-4 3-16,3-3 0 0,1-12-2 15,-1-6 0-15,-1-4-4 0,0-2-5 16,-5-3-7-16,-3-2-15 0,-3 0-27 15,-4-5-44-15,-6 2-121 0,-4-4-73 16</inkml:trace>
  <inkml:trace contextRef="#ctx0" brushRef="#br0" timeOffset="55465.5">12861 6663 609 0,'0'0'46'16,"0"0"-6"-16,0 0-2 0,0 0-7 15,0 0-9-15,0 0-6 0,0 0-7 16,0 0-2-16,0 0-4 0,0 0 1 16,84-56-4-16,-71 71 0 0,-9 5-2 15,-4 0 0-15,-1 0-1 0,-15-2 2 0,0-3 0 16,-6-3 1-1,6-4-1-15,-1-5 1 0,4-3 0 0,0 0 0 0,4-11 1 0,5-4-1 16,4-3 0-16,0-5-2 0,9 4-1 31,6 2-4-31,6 4-12 0,2 6-18 16,1 5-40-16,2 2-69 0,-2 12-141 16</inkml:trace>
  <inkml:trace contextRef="#ctx0" brushRef="#br0" timeOffset="56332.34">13847 7142 371 0,'0'0'59'0,"0"0"0"0,0 0-6 16,0 0-6-1,0 0-9-15,0 0-1 0,0 0-7 0,0 0-1 0,0 0-6 0,-56-63-6 16,56 63-5-16,-2 0-3 0,-2 0 0 31,-6 5-1-31,4 10 1 0,-1 6 0 16,4 8 0-16,1 4 0 0,2 7 2 16,0 6-3-16,0 5 2 0,2 5-6 0,2 7-2 15,2 1 0-15,0-1-1 0,4-2 2 0,-3-6-2 16,-1-10 2-16,1-8-2 0,-1-9 3 15,1-9 0-15,-4-9-2 0,-3-5 1 16,0-5 0-16,0 0 0 0,0 0 2 16,3 0-1-16,-2 1 0 0,1-1-1 15,-1-11-3-15,2-7 0 0,-1-8-3 0,-2-4-1 16,0-8-1 0,0-6-3-16,-3-6-5 0,-2-5-5 0,1-4-6 0,-2-3-1 0,-1 0-1 15,0-1-1-15,0 4 11 0,-1 5 2 16,-3 6 9-16,4 11 6 0,1 12-1 15,-2 7 3-15,2 11-1 0,3 4 1 16,-5 1 2-16,5 2 1 0,-1 0 0 0,0 5 3 16,4-1 1-1,0 5 2-15,1 5 3 0,15-5-2 16,9 0 0-16,8-6-3 0,8-3-1 16,9 0-3-16,9-9 0 0,6 0-3 15,6-2-1-15,3 1-1 0,-3 1-3 16,-6 2 3-16,-1 1-2 0,-12 5 0 15,-10 1 0-15,-13 0-1 0,-14 0-1 0,-7 0 0 16,-8 0 1-16,0 0-2 0,0 0 0 0,0 9-7 16,-9 3-8-16,-5 3-20 0,-3 0-27 15,-3-1-68-15,-1 3-158 0,-6-3 11 16</inkml:trace>
  <inkml:trace contextRef="#ctx0" brushRef="#br0" timeOffset="56565.45">13630 7474 728 0,'0'0'40'0,"0"0"-5"0,0 0-8 0,83-58-8 15,-42 46-4-15,7 4-5 0,4 2-4 0,3 4-3 16,-1 2-2-16,2 0-2 0,-1 0 1 15,-4 4-2-15,-5 2-1 0,-3 0-1 16,-5 0-1-16,-8 2-5 0,-11-4-8 16,-1 2-14-16,-10-1-18 0,-5-2-30 15,-3 3-69-15,-3 2-134 0</inkml:trace>
  <inkml:trace contextRef="#ctx0" brushRef="#br0" timeOffset="56783.34">13723 7967 715 0,'0'0'54'0,"0"0"-10"16,113-22-14-16,-67 16-11 0,0 1-7 16,3 0-8-16,-1 3-2 0,3 0-1 15,1 0 0-15,-3 2-1 0,0 0-1 16,-4 0-2-16,-3-1-1 0,-12 1-2 15,-8 0-6-15,-9 0-10 0,-7 0-18 0,-6 0-37 16,0 0-59-16,0 0-154 0,-11 0 6 0</inkml:trace>
  <inkml:trace contextRef="#ctx0" brushRef="#br0" timeOffset="57215.31">12835 8397 353 0,'0'0'44'0,"0"0"6"15,0 0 1-15,0 0-1 0,0 0-6 16,0 0-7-16,0 0-8 0,0 0-7 16,0 0-3-16,-61 0 5 0,63 0 2 15,17 0 1-15,19 0 0 0,23-3-9 0,16 0-4 16,18-3-3-16,17 0-4 16,9-1-2-16,15 2-2 0,9-3-1 0,2 2 0 0,3 0-2 15,-3 1 1-15,-7-1-1 0,-13 0 0 16,-13 0 0-16,-17-1 0 0,-18-1-1 15,-17 0 1-15,-18 2 1 0,-16 1 1 16,-15 3 0-16,-7 2 0 0,-6 0-1 0,0-5-2 31,0 0-1-31,-6-1-4 0,-7 1-3 0,-4 5-11 16,-8 0-18-16,2 7-38 0,-2 7-84 16,-4-1-135-16</inkml:trace>
  <inkml:trace contextRef="#ctx0" brushRef="#br0" timeOffset="57731.86">13478 8893 737 0,'0'0'46'0,"0"0"-4"0,11-91-9 0,-6 71-7 16,-2 10-7-16,0 1-6 15,-1 4-4-15,-1 1-4 0,2-1-2 0,-3 5-3 0,0 3 1 16,0 19 0-16,0 12 1 0,-4 16-2 31,-4 6 1-31,0 4-1 0,-3 1 0 16,0 1 5-16,2 0-4 0,2-2 4 16,0 0-4-16,4-6-3 0,2-1 2 0,1-6-3 15,0-4 3-15,0-8-1 0,1-12 1 0,1-11 0 16,-1-6 1-16,-1-6 1 0,7 0 1 15,8-9 0-15,6-9 1 0,8-10-2 16,3-5-2-16,0-3 2 0,1-6-2 16,3 2 1-16,-1-2-1 0,1 3-4 15,1 4 3-15,-5 5-4 0,-1 9 4 0,-11 7-1 16,0 8 1-16,-4 6 0 16,2 1-1-16,0 13 7 0,-2 6-4 0,-1 4 3 0,-2 4-2 15,-3 2-2-15,3-2 0 0,-3 3 0 16,0-2 0-16,2-3 0 0,-2-2 0 15,1-5 0-15,-5-3 0 0,3-5 0 16,-3-4 1-16,-3-4 0 0,5 0-1 0,-1-1 1 31,5-2-1-31,4 0-1 0,-6-2-1 0,6-4-8 16,-7 3-6-16,-1 0-16 0,1-1-25 16,-2-1-62-16,5-4-187 0,-6-3-17 15</inkml:trace>
  <inkml:trace contextRef="#ctx0" brushRef="#br0" timeOffset="57965.48">13078 9082 689 0,'0'0'49'0,"0"0"-11"16,0 0-6-16,0 0-6 15,0 0-5-15,0 0-2 0,0 0-2 0,0 0-3 0,92-39-3 16,-41 29-5-16,10-1-3 0,9 2-2 31,3 2-2-31,5 2-3 0,2 0-9 16,-3 4-23-16,-3 1-58 0,-6-3-211 16,-2 0-26-16</inkml:trace>
  <inkml:trace contextRef="#ctx0" brushRef="#br0" timeOffset="63081.96">15666 7570 161 0,'0'0'39'0,"0"0"13"0,0 0 5 15,-1-85 6-15,4 71-5 0,1-1-6 16,-1 6-5-16,-2 4-7 0,4-4-10 16,-2 6-6-16,-2 0-4 0,6 3-3 15,-1 8-1-15,4 14 1 0,2 11-1 16,2 9-6-16,-3 5-1 0,0 3-5 0,1-1 0 0,1-1-1 15,2-3 1-15,6-2 3 0,2-4-4 16,9-4 4-16,5-4-5 0,4-8 0 31,7-7 1-31,7-7 1 0,7-9 0 16,8-4-1-16,6-16-1 0,4-8-5 16,2-5 3-16,-4-6-3 0,-7-2 3 0,-8-3 0 15,-8 0 0-15,-13 0-1 0,-10 3 1 0,-10 4 1 16,-11 12 0-16,-5 5 1 0,-6 8-1 15,0 4-1-15,-4 2 1 0,1 3-1 16,0 2 0-16,-3 1 1 0,0 0-3 16,-4 0-2-16,0 4-2 0,7 7-11 15,0 7-24-15,3 3-54 0,0 7-144 16,3-7-48-16</inkml:trace>
  <inkml:trace contextRef="#ctx0" brushRef="#br0" timeOffset="63482.18">16232 7268 447 0,'0'0'62'0,"0"0"-3"16,0 0-10-16,0 0-1 0,0 0-15 0,0 0 1 0,0 0-7 16,0 0-6-16,0 0-6 0,0 0-5 15,0-51-1-15,0 51 2 0,0 0 5 16,0 16-3-16,4 7 1 0,4 11-4 16,4 7-2-16,3 9 0 0,2 11-2 15,-1 11-1-15,1 10-4 0,-3 4 3 16,0 5 0-16,-4 0-2 0,1 0 4 0,-3-3-6 15,-4-5-1-15,1-5 2 0,-3-11-3 0,1-11 4 16,-1-11-3-16,-1-10 1 0,1-11 0 16,-2-13-1-16,1-2 0 0,2-4-2 31,-2 0-2-31,1-1-7 0,4-4-14 16,5 0-25-16,8-6-66 0,5-6-185 0,-3-6-14 15</inkml:trace>
  <inkml:trace contextRef="#ctx0" brushRef="#br0" timeOffset="63782.23">17513 7167 590 0,'0'0'44'0,"0"0"-8"15,0 0-8-15,0 0-4 0,0 0-6 16,0 0-3-16,-91-8-1 0,65 35-1 16,-2 14 5-1,-1 11-6-15,1 15 1 0,-3 12-3 0,4 13-4 16,2 6 3-16,5 4 0 0,6 3-4 16,6-2 1-16,8-4-5 0,3-5-2 15,17-6 2-15,11-11-3 0,9-10 4 16,12-11-2-16,10-12 1 0,6-9 2 15,8-7-7-15,5-9-6 0,-1-7-25 16,-6-6-39-16,-9-5-92 0,-13-2-143 0</inkml:trace>
  <inkml:trace contextRef="#ctx0" brushRef="#br0" timeOffset="64215.2">17584 7833 670 0,'0'0'43'0,"0"0"-4"0,104-97-1 31,-59 69-8-31,-2 6-10 0,0 6-7 16,-5 8-5-16,-3 8-5 0,-6 3-2 16,-5 13 0-16,-5 8-2 0,-6 4 1 0,-7 6-1 15,-6 4 0-15,-6 3 5 0,-8 1-5 0,-5 1 5 16,-4-2-4-16,-2-2-2 0,-1-2 1 15,0-6 0-15,3-3 1 0,1-9 0 16,7-6 1-16,4-7 0 0,8-3 1 16,3-3 1-16,0-2-1 0,5-13 0 15,10-9-2-15,7-8 2 0,10 0-2 0,4 0 1 16,0 2-1-16,-1 3-1 0,-5 4 4 0,-4 5-5 16,-9 4 5-16,-6 8-5 0,-7 3 3 15,-4 3 3-15,0 0-5 0,3 0 5 16,-1 2-4-16,1 8 2 0,-2 8-1 15,-1 2-1-15,0 9 1 0,0-3-2 16,0 1 1-16,0 2 0 0,0-2-1 0,9 2-1 31,2 0 0-31,5 0-8 0,4-4-8 16,5-3-25-16,4-3-45 0,1-3-128 0,5-6-96 16</inkml:trace>
  <inkml:trace contextRef="#ctx0" brushRef="#br0" timeOffset="64415.56">18415 8215 759 0,'0'0'43'0,"0"0"-6"0,0 0-11 16,0 0-7-16,0 0-5 0,87 3-6 16,-60 9-4-16,-2 6-1 0,1 4-3 0,-1 3 1 15,-5 5-2-15,-5 2 0 0,-4 3-2 16,-7 0-1-16,-4 3-10 0,0-3-16 0,-8 0-21 15,-1-2-41-15,2-5-87 0,2-9-125 16</inkml:trace>
  <inkml:trace contextRef="#ctx0" brushRef="#br0" timeOffset="64682.33">19124 7711 737 0,'0'0'55'16,"0"0"-18"-16,0 0-8 0,0 0-9 16,0 0-6-16,0 0-8 0,0 0-1 0,0 0-1 15,0 0 1-15,17 29 1 0,-8 9-3 16,0 6 0-16,-3 2-1 0,-1 3-2 0,1 1 3 16,0-3-3-16,1-1-1 0,2-2 1 15,2-6 0-15,1-6-1 0,2-5 0 16,4-8 0-16,2-8-2 0,3-9-1 15,3-2-4-15,3-13-6 0,1-9-11 0,2-7-14 16,-1-2-24-16,2-3-34 0,-4-4-83 16,-3 1-110-1</inkml:trace>
  <inkml:trace contextRef="#ctx0" brushRef="#br0" timeOffset="64866.62">18877 7986 654 0,'0'0'72'0,"0"0"-14"0,0 0-9 16,0 0-14-16,0 0-12 0,0 0-7 15,0 0-6-15,101-26-3 0,-43 15-4 16,4 1-2-16,3 0-3 0,-1 1-3 16,-1 2-9-16,-5-1-13 0,-6-1-33 0,-5 1-67 15,-9-3-177-15,-3-3-16 0</inkml:trace>
  <inkml:trace contextRef="#ctx0" brushRef="#br0" timeOffset="65182.28">19498 7128 726 0,'0'0'55'0,"0"0"-10"0,0 0-12 15,0 0-9-15,0 0-7 0,0 0-5 0,0 0-2 16,0 0-2-16,106 24-3 0,-58 8-2 15,5 9 3-15,3 11-4 0,2 10 3 16,-1 7-4-16,-1 12-2 0,-5 9 3 16,-8 5 0-16,-11 9 0 0,-12 3 1 0,-15 5-2 15,-10 5-2-15,-18-1 2 0,-13-6 0 16,-9-6-1-16,-7-10 1 0,-6-10-2 0,0-11 0 16,2-11 2-16,5-11-2 0,5-11 2 15,11-13 0-15,14-10 1 0,9-8-1 16,8-6 0-16,4-3-4 0,-3 0-3 15,1-6-8-15,1-5-15 0,1-5-34 0,1 3-77 16,8-2-176-16,7 3-16 0</inkml:trace>
  <inkml:trace contextRef="#ctx0" brushRef="#br0" timeOffset="137732.21">2990 11289 591 0,'0'0'69'0,"0"0"-15"16,0 0-11-16,-16-95-15 0,12 77-2 0,4-3-4 16,-3 1-4-16,0 0-3 0,2 1-1 15,-5 3-3-15,-3 4-2 0,-5 4-1 16,-4-3-4-16,-3 6-4 0,-7 5 0 0,-2 0-2 15,-5 12 2-15,-7 5 0 0,0 6 1 16,-3 4-1-16,2 7 2 0,4 3 3 31,9 6-6-31,7 1 4 0,5 3-6 0,12-3 0 16,6 0 1-16,2-5-1 0,8-4 2 16,10-4 0-16,-1-5 2 0,7-8-2 15,3-6 1-15,3-9 0 0,-2-3 0 16,2-6 3-16,-3-11 0 0,-3-5 0 0,0-8 0 15,-4-3-1-15,-1-4 1 0,-2-6-2 16,-4-5-1-16,-3-6-3 0,-3-8 2 0,-3-11-2 16,0-7 2-16,-3-5 1 0,-3-2 0 15,0 5 3-15,0 12-2 0,0 14 5 16,1 15-2-16,2 15 2 0,-3 13-1 16,1 8-2-16,-1 5-1 0,0 0 0 0,2 0 0 15,2 9 0-15,2 11 2 0,4 12-3 16,0 10 3-16,-1 13-2 0,0 9 1 0,-2 7-3 31,3 8 3-31,-1 1-6 0,1 1 5 0,4-4 1 0,-1-4-2 0,3-5 3 16,0-7-5-1,1-5-2-15,1-9 1 0,-1-5-3 16,0-9-2-16,1-6-7 0,-4-7-7 16,4-5-17-16,0-5-22 0,-6-3-70 15,7-4-174-15,-5-3-6 0</inkml:trace>
  <inkml:trace contextRef="#ctx0" brushRef="#br0" timeOffset="138266.28">3226 10710 621 0,'0'0'64'0,"0"0"-10"0,0 0-8 16,17-89-10-16,-4 71-13 0,6-1-2 15,3 3-8-15,2 1 0 0,5 2 0 16,0 4-4-16,4 4-3 0,-1 4 0 16,0 1-3-16,-3 0-2 0,-3 11-2 0,-3 2 0 15,-3 6 4-15,-4 5-5 0,-4 5 4 16,-8 3-5-16,-4 2 0 0,-9 4 0 0,-8 1 0 31,-3-2 2-31,-3 1 1 0,0-3-1 0,1-3 1 0,3-5 0 0,6-9 0 16,7-7 1-1,2-6 1-15,4-2 1 16,9 0 0-16,8 0 0 0,15-1-1 0,4-2-1 16,10-4-1-16,5 0 0 0,4-2-2 15,0 0-5-15,-2 2-9 0,-5 1-15 0,1 2-33 16,-4 0-58-16,-2-1-171 0,-1 1-18 15</inkml:trace>
  <inkml:trace contextRef="#ctx0" brushRef="#br0" timeOffset="138615.22">4318 10815 802 0,'0'0'37'0,"0"0"-2"15,0 0-6-15,0 0-8 0,0 0-10 0,0 0-3 16,36-78-3-16,-19 78-1 0,2 7-2 31,4 8-1-31,-3 5-1 0,-1 2 2 0,-3 4-5 16,0 3 2-16,0 0-1 0,1 0 0 16,5-4 0-16,-2-3 0 0,6-7 0 15,3-8 0-15,-2-7 1 0,4-5 0 0,-1-15 1 16,-1-9 0-16,0-8 1 0,-4-6-1 15,-2-5 3-15,-3-2-2 0,-1 2 1 16,-3 5-1-16,-6 5-5 0,0 8 4 0,-4 10-5 16,-3 8 4-16,-2 7 2 0,-1 5-4 15,0-1-3-15,0 1-2 0,0 0-1 16,0 0-11-16,0 14-11 0,0 5-33 16,0 9-82-16,0 0-155 0,-3 0-8 0</inkml:trace>
  <inkml:trace contextRef="#ctx0" brushRef="#br0" timeOffset="138865.44">4553 10518 870 0,'0'0'34'0,"0"0"-9"0,0 0-7 0,0 0-8 16,0 0-3-16,0 0 0 0,0 0 0 15,0 0 3-15,0 0-5 0,41 92 0 16,-28-42-3-16,-6 8-4 0,0 7 3 16,-2 5-3-16,-2 4 1 0,-2-1-3 0,2-1 0 15,1-7 1-15,0-6-5 0,2-6 1 16,0-8-8-16,0-6-6 0,4-8-10 0,-4-9-22 16,4-7-42-16,-3-8-178 0,6-4-44 15</inkml:trace>
  <inkml:trace contextRef="#ctx0" brushRef="#br0" timeOffset="139332.19">5467 10604 607 0,'0'0'59'16,"0"0"1"-1,0 0-15-15,0 0-3 16,0 0-11-16,-39-78-11 0,26 78-6 0,-4 2-4 16,1 18 4-16,-10 12-6 0,-3 9 3 15,3 10-5-15,-3 10-5 0,6 9 1 0,1 6-3 16,2 6 2-16,7 0-3 0,3 0 3 15,7-7 1-15,3-3-4 0,10-5 4 16,6-8-4-16,10-6-3 0,6-6 0 16,4-6-6-16,10-8-5 0,2-5-13 0,4-9-21 15,-4-8-41-15,1-5-75 0,-7-6-132 16</inkml:trace>
  <inkml:trace contextRef="#ctx0" brushRef="#br0" timeOffset="139749.96">5570 10968 764 0,'0'0'42'31,"0"0"-1"-31,0 0-5 0,95-96-10 16,-61 80-10-16,0 5-8 0,-2 7-3 15,-3 4-3-15,-3 4-2 0,-3 12 0 0,-4 5-2 16,-5 9-1-16,-3 4-1 0,-7 5 0 15,-4 2-2-15,0 0 2 0,-3 0-2 16,-3-3 1-16,-4-3 4 0,-1-5-4 0,-1-2 8 16,3-10-5-16,-1-3 2 0,3-8 2 15,4-4 1-15,3 2 0 0,0-5 1 16,3-11-1-16,7-10-4 0,9-8 2 16,4-5-3-16,1-4 3 0,3-2 1 0,-3 1-1 15,1-1 1-15,-4 5 2 0,-6 5-2 16,-1 9 3-16,-8 8 0 0,-3 9 0 0,-3 4-2 15,0-2-1 1,0 2-2-16,0 2 1 0,0 15-2 0,-3 7 2 0,-4 11-1 16,-3 1 0-1,4 2-1-15,0-2 0 16,3 1-1-16,3-2 0 0,0-2 0 0,9-2-9 16,5-3-5-16,1-2-17 0,4-3-30 15,0-5-62-15,2-6-178 0,5-1-10 0</inkml:trace>
  <inkml:trace contextRef="#ctx0" brushRef="#br0" timeOffset="139949.81">6322 11346 796 0,'0'0'40'0,"0"0"0"16,0 0-3-1,0 0-12-15,0 0-8 0,0 0-4 0,0 0-4 0,102-7-3 16,-77 22-3-16,-2 6-3 0,-4 5-1 15,-6 8-2-15,-4 3-1 0,-9 8-4 0,0 0-5 16,-3 2-8-16,-10 0-9 0,0-5-18 31,-3 1-27-31,1-6-65 0,1-4-165 0,2-8 6 16</inkml:trace>
  <inkml:trace contextRef="#ctx0" brushRef="#br0" timeOffset="140282.14">6724 10880 793 0,'0'0'38'0,"0"0"-3"0,0 0-7 0,33-98-5 16,-23 75-6-16,-1 4-4 0,-2 6-3 15,2 1-2-15,-5 4-3 0,-1 4-2 16,0 1 0-16,-2 3-3 0,2 5 1 0,2 15 0 15,-4 14-1 1,-1 11 0-16,0 12 1 0,-4 6-2 0,-4 6 3 0,4 0-4 16,0-2 2-1,4-3 1-15,0-5-3 16,8-7 4-16,6-7-3 0,4-8-1 0,5-8 0 16,2-9 1-16,4-9-1 0,3-7 1 15,4-4-1-15,0-13 0 0,0-6-3 0,-1-6-4 16,-3-4-9-16,-2-1-10 0,-4-3-20 15,-3-2-36-15,-7 1-62 0,-7-1-155 16,-2 3-2-16</inkml:trace>
  <inkml:trace contextRef="#ctx0" brushRef="#br0" timeOffset="140466.37">6571 11065 774 0,'0'0'46'0,"0"0"-8"0,0 0-10 15,0 0-6-15,0 0-6 0,0 0-5 16,120-44-3-16,-67 34-6 0,5-1-2 31,-2 4-5-31,2 0-8 0,-6 1-18 0,0 0-38 16,-5-1-90-16,-4-6-153 0,-4-2-9 16</inkml:trace>
  <inkml:trace contextRef="#ctx0" brushRef="#br0" timeOffset="140715.64">7318 10404 813 0,'0'0'41'0,"0"0"-8"0,0 0-6 16,0 0-4-16,0 0-8 0,100-44 0 0,-61 49-3 16,7 12-3-16,2 6-2 0,4 8-3 15,0 5-3-15,-3 8 1 0,-4 9 2 16,-7 8-4-16,-11 10 3 0,-8 10-5 0,-12 9-3 15,-7 8 1 1,-19 2-1-16,-11 0-3 0,-5-3-2 0,-8-6-6 0,-2-7-2 16,0-8 1-16,2-8-9 0,1-9-7 15,2-8-24 1,2-9-41-16,3-9-123 0,3-6-86 16</inkml:trace>
  <inkml:trace contextRef="#ctx0" brushRef="#br0" timeOffset="141141.51">2500 12596 722 0,'0'0'31'16,"0"0"-4"-16,0 0-8 0,0 0 0 16,101-75-7-16,-33 63 2 0,16 1-2 15,26 2 0-15,20 0-5 0,23 1-2 16,22 1-3-16,19-1-1 0,23 1-1 0,20-1 0 15,21-1-1-15,18 1 1 0,14 1 0 16,10-2 0-16,5-2 1 0,-3-1 2 0,-6-2 4 16,-12-1 4-1,-18 1 0-15,-23-2 0 0,-25 1-2 0,-24 0-3 0,-32-1 0 16,-27 3-2-16,-27-1-1 0,-29 3 0 16,-25 4-2-16,-22 1-1 0,-15 2-1 0,-17 3-4 15,-9-1-7-15,-18 1-8 0,-15 1-18 16,-9 1-33-16,-9 9-113 0,-7 3-133 0,-14 2 7 15</inkml:trace>
  <inkml:trace contextRef="#ctx0" brushRef="#br0" timeOffset="141732.15">3593 13383 579 0,'0'0'85'0,"0"0"-23"0,0 0-18 16,-55-101-11-1,32 75-14-15,-4 0-1 0,-5 1-7 0,-6 3 3 0,-1 2 1 16,-4 5-3-16,-2 4-4 0,-6 7-2 0,2 4-4 15,-3 4-2-15,3 12-1 0,4 6 1 16,-1 8 4-16,8 7-4 0,5 4 3 31,4 6-4-31,9 5-2 0,7 1 2 0,4 0-3 16,9-1 2-16,3-7-1 0,10-4 2 16,10-8 0-16,3-8 3 0,7-10-2 15,4-9 2-15,0-6-1 0,2-12 0 16,-1-12 1-16,-5-10-1 0,2-8 2 0,-8-8-2 15,-1-7 1-15,-7-5-1 0,-3-4-5 16,-6-8 4-16,-5-5-4 0,-4-5 3 0,-1-4 4 16,0-1-2-16,-4 7 3 15,-1 10-2-15,-2 14 3 0,4 13 1 0,0 17 1 16,0 13 1-16,3 11-1 0,0 4-3 16,0-2-4-16,0 2-1 0,0 2 0 0,0 16 1 15,0 12 0-15,9 15 1 0,4 10-3 16,0 11 1-16,0 8-2 0,4 6 3 0,-2 5 3 15,2 2-3-15,4-1 4 16,0-2-4-16,4-5-3 0,1-5 1 0,1-9-2 16,5-7 0-1,0-9-2-15,1-11-1 0,0-8-5 16,-1-10-3-16,4-8-10 0,-1-8-16 16,0-4-32-16,1-8-66 0,-6-11-156 15,3-1-6-15</inkml:trace>
  <inkml:trace contextRef="#ctx0" brushRef="#br0" timeOffset="142215.44">3934 13277 779 0,'0'0'40'0,"0"0"2"0,-1-77-10 16,8 52-7-16,6 3-6 0,6 1-4 15,4 2-5-15,3 2-2 0,4 5-2 0,1 5-2 16,-5 3-3-16,6 4 2 0,-3 8-4 31,0 9 0-31,-2 6 0 0,-1 6-2 0,-3 5 6 16,-4 6-4-16,-6 2 2 0,-3 6-3 16,-7-1-3-16,-3 1 1 0,-6 1 0 15,-7-2 2-15,-7-5 0 0,1-2 1 0,0-8 1 16,1-8 0-16,6-8 0 0,2-8 4 15,9-3 0-15,-2-5 1 0,0-15-1 16,3-10-3-16,0-13 0 0,4-6-2 0,13-4 3 16,6-1 0-16,6 1-1 15,2-1 0-15,-1 4-5 0,3 2 1 0,-5 7-3 16,-5 7 6-16,-3 6 1 0,-8 9 2 16,-2 8-1-16,-7 3-2 0,-3 3 1 0,0-2 1 15,0 2-2-15,0 0 5 0,0 14-3 16,0 9 1-16,0 7 5 0,0 4-7 0,0 4 4 15,0 0-4-15,0 3-3 16,0 0 2-16,4-2-2 0,8-1 1 0,2-2-1 16,8-5-1-1,4-2-3-15,6-8-1 16,7-4-7-16,3-8-11 0,4-8-24 0,6-1-57 16,0-15-206-16,7-3-24 0</inkml:trace>
  <inkml:trace contextRef="#ctx0" brushRef="#br0" timeOffset="143298.96">21160 5352 578 0,'0'0'0'15,"0"0"0"-15,0 0 0 0,0 0 1 0,0 0-1 16,0 0 2-16,0 0 2 0,0 0 6 15,0 0 7-15,-15-58 9 0,15 58 4 0,2 0 0 16,4 6-2-16,0 10-5 0,-1 9-4 16,-3 7-7-16,-2 11 1 15,0 8-5-15,-3 13 3 0,1 9-2 0,1 11 5 16,1 11 2-16,0 13-3 0,3 12 0 16,4 15-3-16,3 14-3 0,-3 12-2 0,2 13-1 15,0 14 0-15,-5 12-3 0,2 13 3 0,-3 9 2 16,1 6-2-16,1 2-2 0,0 1 1 15,4-2-1-15,0 0 1 16,1 0 2-16,1 2-1 0,-1 3-2 0,-1 4 2 16,-2 4-4-1,-2 6 3-15,-3 8 2 16,-2 3-3-16,0 4 2 0,0 1-2 0,-4-3 1 16,-4-4-3-16,0-13-2 0,1-12 2 0,1-17-2 15,5-16 1-15,1-16 0 0,6-19-1 16,5-19 2-16,6-16-1 15,4-15 1-15,4-14-8 0,2-13-4 0,0-14-4 16,4-11-14-16,-1-14-16 0,-1-11-40 0,0-10-92 16,-10-11-137-16</inkml:trace>
  <inkml:trace contextRef="#ctx0" brushRef="#br0" timeOffset="144232.19">22955 5500 559 0,'0'0'45'0,"0"0"-3"0,0 0-8 16,0 0-9-16,-80-68-4 0,51 63-6 0,-4 1-3 15,-7 4-4-15,-4 2-1 0,-6 11-2 16,-7 7-1-16,-5 6-1 0,-5 9 1 0,2 7-4 31,2 7 2-31,8 1-3 0,8 1 3 16,14-3-4-16,11-4 3 0,14-6 5 16,8-8-6-16,11-4 7 0,17-11-4 15,9-7 2-15,12-8 1 0,8-8-6 16,6-13 3-16,4-8-6 0,0-9 3 0,-4-8 3 15,-3-5-3-15,-7-8 3 0,-7-7-3 0,-4-4 2 16,-9-2-2-16,-5-4 4 0,-8-3-4 16,-7-5-2-16,-7-3 2 15,-6-5-1-15,-3 3 0 0,-7 7 5 0,-2 15-1 16,2 17 3-16,1 20 0 0,4 15-1 16,-1 11-3-16,-1 6 0 0,-3 13 0 0,-5 14 0 15,6 12 3-15,4 10-4 0,3 13 1 0,2 6-2 16,2 5 2-16,5 5 3 0,2 4-1 15,2 3 0-15,-2 3-2 16,1 1-3-16,1-4 2 0,0-9-3 0,2-8 4 16,1-12 3-1,-1-11-4-15,0-11 4 0,0-8-5 16,-1-9-3-16,-1-8-1 0,2-7-9 16,6-4-12-16,-1-7-35 0,8-9-83 0,-5-6-167 15,1-3-8-15</inkml:trace>
  <inkml:trace contextRef="#ctx0" brushRef="#br0" timeOffset="144649.94">23315 5088 673 0,'0'0'53'0,"0"0"-12"16,0 0-10-16,0 0-9 0,0 0-4 15,0 0-4-15,0 0-3 0,0 0-2 0,0 0-3 16,66 36-2-16,-44-13-2 0,1 3 5 15,-1 0-7-15,5-1 4 0,2-3-4 0,4-4 1 16,6-4-1-16,5-7 1 0,8-7-3 16,3 0 2-16,6-15 0 0,2-5-6 15,3-7 8-15,-5-7-8 0,-4-2 4 16,-7-3 4-16,-7-4-4 0,-9 2 2 16,-11 0-1-16,-6 7-2 0,-6 7-2 0,-7 14-2 15,-1 7-7-15,-3 6-13 0,0-2-13 0,0 2-19 16,-4 6-29-16,-8 8-72 0,-7 7-127 15</inkml:trace>
  <inkml:trace contextRef="#ctx0" brushRef="#br0" timeOffset="144931.97">23686 4764 793 0,'0'0'41'0,"0"0"-10"16,0 0-8-16,0 0-7 0,0 0-7 16,0 0-3-16,0 0-3 0,0 0-1 0,0 0 2 15,0 0 0-15,-10 61-2 0,10-9 2 0,0 9-5 16,0 5 3-16,0 4 1 0,0 5-4 16,0 0 4-16,2 1-3 0,0 0-2 15,3-2 2-15,1-4-2 0,0-8 2 16,2-8-3-16,1-10 1 0,-2-9-3 15,3-8-1-15,-1-9-7 0,-2-6-6 0,2-3-11 16,-1-4-21-16,2-5-49 0,5 0-144 0,1-6-68 31</inkml:trace>
  <inkml:trace contextRef="#ctx0" brushRef="#br0" timeOffset="145247.57">24556 4795 735 0,'0'0'54'0,"0"0"-12"0,0 0-13 15,0 0-8-15,0 0-8 0,0 0-5 0,0 0-3 16,0 0-2-16,0 0-3 0,-77 0 2 15,51 44-4-15,1 9 3 0,5 10 0 16,1 5-1-16,5 3 3 0,5 3-2 16,3 2 0-1,6 1-2-15,2 2-3 16,8-1 0-16,8-4-4 0,6-5-1 0,1-12-10 16,3-8-7-16,3-11-12 0,-1-10-23 0,0-8-40 15,1-8-98-15,-2-10-92 0</inkml:trace>
  <inkml:trace contextRef="#ctx0" brushRef="#br0" timeOffset="145648.34">24615 5221 746 0,'0'0'46'0,"0"0"-5"16,0 0-15-16,0 0-4 0,46-77-2 15,-20 67-7-15,6 3-3 0,-1 6-3 16,4 1-4-16,-3 6-2 0,-3 8-1 15,-5 5-1-15,-6 5 4 0,-5 7-4 0,-7 2 2 16,-6 4-4-16,-2 1-2 0,-11 1-2 0,-3-1-2 31,-4 0 2-31,0-4-2 0,0-6 6 16,-1-5 0-16,7-8 1 0,4-7 4 16,3-8-1-16,2-5 1 0,2-13 1 15,3-10-1-15,3-6-1 0,16-7 2 16,4-5-4-16,6-1 4 0,3-1-1 0,1 0-4 15,3 6 4-15,-4 4-4 0,-6 6 4 0,-3 10 2 16,-7 6-1-16,-9 9 0 0,-2 3-1 16,-5 4-2-16,0-1 0 0,0 1 0 15,0 12 1-15,-2 8-1 0,-5 10 0 16,0 4 5-16,-2 2-5 0,2 2 3 16,3 2-3-16,1 1-3 0,3-2 2 0,0 0-4 15,3 1-4-15,5-2-16 0,5 0-29 0,3-3-86 16,3-3-177-16,-3-9-10 0</inkml:trace>
  <inkml:trace contextRef="#ctx0" brushRef="#br0" timeOffset="145832.19">25377 5520 836 0,'0'0'32'16,"0"0"-3"-16,0 0-8 0,91-16-8 15,-67 17-6-15,2 10-3 0,-1 5-2 16,-2 6-2-16,-3 2-1 0,-5 4-2 0,-5 2-1 16,-7 2-3-16,-3-1-5 0,-12 3-11 15,-5-1-13-15,-3-2-21 0,-2-4-44 0,0-4-112 16,1-7-94-16</inkml:trace>
  <inkml:trace contextRef="#ctx0" brushRef="#br0" timeOffset="146098.73">25740 5025 817 0,'0'0'27'16,"0"0"-2"-16,0 0-3 0,0 0-7 15,0 0-5-15,0 0-4 0,0 0-4 0,0 0 1 16,0 0-2-16,54 81 0 0,-46-41 5 15,-2 3-5-15,-3 4 2 0,1 1-3 0,0-1-2 16,5-3 0-16,-2-3-5 0,3-5-2 16,3-3-6-16,2-5-5 0,0-9-5 15,5-5-8-15,1-9-17 0,2-5-21 16,1-11-32-16,-1-10-49 0,-3-8-72 16</inkml:trace>
  <inkml:trace contextRef="#ctx0" brushRef="#br0" timeOffset="146266.54">25651 5134 635 0,'0'0'46'0,"0"0"-1"15,0 0 3 1,0 0-3-16,0 0-9 0,0 0-7 16,0 0-11-16,86 12-10 0,-37-12-4 0,4-4-4 15,2-2-4-15,-1-1-6 0,-5-2-10 16,-1-4-26-16,-5-3-44 0,-8-5-103 15,-5-8-127-15</inkml:trace>
  <inkml:trace contextRef="#ctx0" brushRef="#br0" timeOffset="146466.66">26117 4661 757 0,'0'0'40'0,"0"0"-6"0,0 0-4 16,0 0-6-16,0 0-4 0,0 0-3 15,0 0 0-15,0 0-3 0,0 0 0 16,77 49-5-16,-41-16 0 0,3 10-4 15,5 12 0-15,2 10-4 0,-3 12 1 0,-3 11 2 16,-8 11-5-16,-11 9 1 0,-12 7-4 0,-9 6-10 16,-21 1 1-16,-14-4-8 0,-17-10-13 31,-8-9-19-31,-9-11-33 0,-2-14-62 16,-1-10-105-16,0-19-49 0</inkml:trace>
  <inkml:trace contextRef="#ctx0" brushRef="#br0" timeOffset="146931.9">22155 6858 574 0,'0'0'50'0,"0"0"-5"0,0 0-8 0,0 0-2 16,0 0-6-16,0 0-2 0,0 0-4 0,0 0-4 15,0 0 0-15,0 0-6 0,25-55 1 16,-1 51-2-16,18-3-2 0,19 1-2 15,23 2-4-15,25-2-1 0,26-3-1 0,29-2 0 16,25 0 0-16,25 0 0 0,22-1-3 16,15 5 2-16,14 1-1 0,6 0-1 15,-3 1 2-15,-5 1-2 0,-17 0-1 0,-20 2 3 16,-27-1 0-16,-28 0 1 0,-26 0 2 16,-31-2-2-16,-30 2 1 0,-25-1 3 15,-24-1 0-15,-18 2 0 0,-17-4-1 0,-6-2-5 16,-17-2-1-16,-10-3-2 15,-5 5-3-15,-5 6-5 0,1 3-11 0,-7 0-26 16,-2 10-65-16,-7 4-206 0,-2 6-18 0</inkml:trace>
  <inkml:trace contextRef="#ctx0" brushRef="#br0" timeOffset="147448.94">23339 7618 703 0,'0'0'36'0,"0"0"9"16,-44-83-2-16,32 63-8 16,3 7-6-16,-2 3-11 0,-2 6-7 0,-8 4-4 15,-9 4-4-15,-6 14-1 0,-9 11 1 0,-7 9-2 16,-6 8 1-16,0 4-1 0,2 3 0 15,7 3 3-15,5-3-5 0,11-3 3 16,10-4-3 0,10-7-1-16,11-7 1 0,5-8 0 15,19-7 1-15,11-9 1 16,9-8 0-16,13-5 0 0,4-15-1 0,5-7 1 16,1-6-1-16,-4-10-3 0,-5-5 6 0,-7-10-6 15,-8-7 3-15,-9-8 1 0,-9-6-5 16,-10-3 6-16,-7-3-4 0,-6 0 0 15,-2 0 2-15,-6 3-3 0,-6 6 4 0,0 9 0 16,-1 11 0-16,0 14 2 0,4 16 1 16,0 9 0-16,5 9-1 0,-1 8 1 15,-2 7-3-15,1 15 1 0,0 13 0 0,7 12-1 16,1 10 2-16,6 6 3 0,8 9-5 16,4 5 3-16,5 7-3 0,0 2-1 15,0 0 2-15,-3 1-2 0,3-8 0 0,-1-6 3 16,-2-9-4-16,3-8 4 15,2-11-1-15,-2-7-5 0,-1-10 1 0,1-10-4 16,2-7-5-16,0-9-4 0,1-2-8 0,1-5-24 31,2-9-40-31,-3-4-120 0,0-2-114 16</inkml:trace>
  <inkml:trace contextRef="#ctx0" brushRef="#br0" timeOffset="147898.51">23864 7547 849 0,'0'0'34'0,"0"0"-6"0,0 0-4 0,78-75-6 16,-42 63-5-16,3 5-2 0,2 2-5 16,1 5-2-16,-5 3-3 0,0 9-2 15,-7 8 1-15,-3 6-1 0,-4 7 1 0,-6 5-2 16,-9 3 1-16,-5 3-3 0,-3 0 1 15,-11 0-2-15,-6-2 0 0,-6-4 4 16,-1-4-3 0,-4-4 5-16,1-7-3 0,1-8 2 15,7-4 0-15,0-10 1 16,5-1 1-16,4-7-1 0,3-11-1 0,7-8-2 16,10-7 4-16,11-8-5 0,10-5 4 0,6-4 0 15,8-3-1-15,1 0 1 0,3 4-2 16,2 3 2-16,-5 9 0 0,-3 6 2 15,-5 7-2-15,-7 7 1 0,-12 8 0 0,-7 3-1 16,-4 6 0-16,-2 2 2 16,0 11 0-16,0 10-1 0,-4 9 2 0,-2 9-4 15,0 6 1-15,-2 6-1 0,0 0 2 0,2 2-2 16,0-4 0-16,7-2 2 0,6-4-2 16,9-3 2-16,5-4-3 0,8-6-5 15,7-5-8-15,10-5-12 0,10-5-23 0,9-8-77 16,8-9-193-16,3-6-22 15</inkml:trace>
  <inkml:trace contextRef="#ctx0" brushRef="#br0" timeOffset="148315.37">26698 6609 703 0,'0'0'57'0,"0"0"-13"16,0 0-9 0,0 0-9-16,0 0-3 0,0 0-3 15,0 0-3-15,0 0-4 16,90-37-2-16,-45 37-2 0,8 0-4 0,7 0-2 16,2 0-2-16,2 0-1 0,-4 0 0 0,-3 0 0 15,-9 0 0-15,-5 0 1 0,-14 0-1 16,-13 0-1-16,-8 0-1 0,-8 0-3 15,0 0 2-15,0 0-6 0,0 0-6 0,0 0-8 16,-17 2-15-16,-8 4-23 16,-6 3-37-16,-7 0-101 0,0 2-109 0</inkml:trace>
  <inkml:trace contextRef="#ctx0" brushRef="#br0" timeOffset="148531.87">26680 6861 787 0,'0'0'56'16,"0"0"-8"-16,0 0-12 0,0 0-11 0,0 0-7 31,0 0-2-31,0 0-3 0,84-8-4 16,-30 7-3-16,13 1-4 0,5-2-3 16,6 2 2-16,-1 0-1 0,1-1 0 0,-3 1-1 15,-3-2-1-15,-6 2-6 16,-10 0-3-16,-11 0-5 0,-15 0-7 0,-13 0-3 15,-9 0-15-15,-8 0-37 0,-8 0-93 0,-12-8-151 16,-7 0 5-16</inkml:trace>
  <inkml:trace contextRef="#ctx0" brushRef="#br0" timeOffset="150366.24">28733 5414 562 0,'0'0'74'0,"0"0"-15"0,0 0-11 0,0 0-12 16,0 0-8-16,0 0-7 0,0 0-8 0,0 0-4 15,0 0-3-15,-26-41-3 0,10 58-1 16,3 11 1-16,3 14-2 0,4 9 2 15,2 10-3-15,1 9 3 0,3 7-2 16,0 4 2-16,3 4 1 0,4 1-2 16,2-1 2-16,4-7-3 0,4-9-1 0,5-9 1 15,2-15-2-15,3-11 1 16,3-15 0-16,6-9-1 0,1-10-2 0,4-12-8 0,5-12-13 16,-4-4-23-16,-3-9-48 0,-5-2-140 15,-11-5-75-15</inkml:trace>
  <inkml:trace contextRef="#ctx0" brushRef="#br0" timeOffset="150666.29">28413 4824 606 0,'0'0'38'15,"0"0"-1"-15,89-85-5 0,-60 65-4 0,-3 5-7 16,-8 4-6-16,-1 5-5 0,-6 3-5 16,-1 3-3-16,2 0 0 0,-2 9-1 15,-2 0 0-15,-3 6-1 0,-5 0 0 16,0 2 0-16,0 0 0 0,-5-3 0 0,1-7 0 16,1-3 2-16,0-2-1 0,3-2 1 15,-1 0-2-15,1-11 0 16,0-5-1-16,4-4-2 0,9 2-4 0,0 6-9 0,2 6-21 15,3 6-33-15,-1 3-70 0,4 14-147 16</inkml:trace>
  <inkml:trace contextRef="#ctx0" brushRef="#br0" timeOffset="151016.57">29118 5560 594 0,'0'0'63'0,"7"-91"-3"15,3 54-9-15,2 5-9 16,1 7-11-16,-5 8-8 0,3 5-6 0,-4 4-4 0,-5 5-6 16,6 3-1-1,-2 1-2-15,4 16 0 0,-2 11 1 0,-2 13 0 0,-1 14-2 16,-2 13 3-16,-3 12-4 0,0 11 3 0,0 13 2 15,-5 10-2-15,-1 8-1 0,-1 7-2 16,0 2 0-16,4-6-1 16,0-9 1-16,3-11-2 15,0-11-1-15,0-14 2 0,5-11-2 16,1-16 1-16,0-14-2 0,-1-14 1 16,-2-12-1-16,-2-6-1 0,4-6-3 15,-1 1-4-15,7-2-10 0,4-2-15 16,-2-10-33-16,3-6-88 0,-5-7-159 0,-4 0-8 15</inkml:trace>
  <inkml:trace contextRef="#ctx0" brushRef="#br0" timeOffset="151281.93">29125 6058 763 0,'0'0'41'0,"0"0"-11"0,0 0-6 0,65-77-5 15,-33 60-2 1,8 2-4-16,9 2-1 0,8 6-3 0,3 2-3 0,3 5-2 16,-1 0-2-1,-3 11-2-15,-7 4 1 0,-6 6-3 16,-11 4 1-16,-10 3-1 0,-15 4 0 16,-10 3 0-16,-9 0 1 0,-17 0-3 0,-10-1 1 15,-9-7-7-15,-1-4-1 0,-2-5-7 16,5-9-6-16,3-3-11 0,6-3-24 15,4-3-55-15,12 0-183 0,-2 0-8 16</inkml:trace>
  <inkml:trace contextRef="#ctx0" brushRef="#br0" timeOffset="151616.63">28429 6753 686 0,'0'0'40'0,"0"0"-9"0,0 0-3 16,0 0-4-16,0 0-3 0,0 0 0 15,0 0-2-15,0 0-3 0,103 78-1 16,-26-63-3-16,12-7-4 0,17-4-3 0,11-4-3 15,9-5 0-15,8-5-1 0,2-4 1 16,2 0-2-16,-5 2-1 0,-9 1-1 0,-17 3 1 16,-19 0-1-16,-21 3 0 0,-25 2-3 15,-20 2 0-15,-13 1-4 0,-9 0-5 16,-17 3-8-16,-10 9-13 0,-15 8-20 16,-10 4-53-16,-6 6-180 0,-4-1-18 0</inkml:trace>
  <inkml:trace contextRef="#ctx0" brushRef="#br0" timeOffset="152066.63">28658 7656 771 0,'0'0'45'16,"40"-85"-8"-16,-18 50-6 0,-3 6-10 15,-2 8-7-15,-5 7-7 0,-5 7-2 16,3 7-3-16,-1 2 1 0,1 16 0 0,6 11 0 16,-5 13 1-16,-2 11-1 0,1 8 2 15,-4 7 1-15,-2 2-3 0,1 3 1 16,-2 0-3-16,0-1-3 0,2 1 2 0,-1-1-1 16,2-5 2-16,2-7-4 0,0-8 3 15,4-10-1-15,0-12 0 0,-3-11 3 16,3-10-2-16,3-9 2 0,3-8-1 15,7-13 0-15,-2-8 0 0,-3-7 0 0,2-8-1 16,-2-3 1-16,-1-2-2 0,3 2 0 16,-2 6 0-1,0 11 0-15,0 7 0 0,-6 11 0 16,3 10 0-16,0 5 0 0,2 14 2 16,4 10-1-16,-2 8 2 0,-1 3-2 15,-2 3 1-15,-3-1-2 0,1-1 1 16,-5-4-2-16,1-6 2 0,1-6 0 0,-6-8 0 15,-1-7 0-15,-3-4 0 0,-3-4 0 16,7 0 0-16,3-3-1 0,3-8-4 0,5-4-10 16,-8-6-14-16,-6-4-29 0,-2-2-70 15,-2-1-183-15,-6 0-18 0</inkml:trace>
  <inkml:trace contextRef="#ctx0" brushRef="#br0" timeOffset="152316.26">28429 7888 803 0,'0'0'38'0,"0"0"-7"0,0 0-7 0,0 0-6 15,0 0-3-15,0 0 0 0,0 0-9 16,115-24 2-16,-49 20-7 0,10-3 3 15,9 3-3-15,4 1-2 0,2 0-3 16,1 0-1-16,-3 0-10 0,-5 3-20 16,-9 0-48-16,-8 0-174 0,-12 0-74 0</inkml:trace>
  <inkml:trace contextRef="#ctx0" brushRef="#br0" timeOffset="153232.1">30678 6164 475 0,'0'0'64'0,"0"0"-8"15,0 0-6-15,0 0-6 0,0 0-6 16,0 0-8-16,0 0-4 0,-9-78-4 0,9 78-4 15,0-1-2-15,0 1-1 0,0-1-4 16,0 1-2-16,0 0-1 0,2 13-1 0,2 13 0 16,2 12-1-16,-2 8-1 0,5 2-2 15,0 4-3-15,2-2 2 0,8-1-4 16,4-6 3-16,6-4 3 0,7-9-4 16,6-9 4-16,9-10-4 0,8-11-1 0,6-5 1 15,6-16-5-15,5-11 7 0,1-9-3 16,1-8 2-16,-5-6 1 0,-8-2-3 0,-9-1 1 15,-11 4 0-15,-12 7 3 0,-8 7-3 16,-11 13 1-16,-8 12-1 0,-5 2-1 16,-1 8 0-1,0-5 0-15,-2 1-1 0,-9 8-2 16,-4 1-5-16,0 1-8 0,-5 10-10 16,3 2-25-16,2 7-38 0,-2 0-111 15,-1 4-108-15</inkml:trace>
  <inkml:trace contextRef="#ctx0" brushRef="#br0" timeOffset="153566.44">30950 5880 745 0,'0'0'47'0,"0"0"-9"0,0 0-3 16,0 0-9-16,24-82-6 0,-16 76-7 0,5-1-3 15,1 3-4-15,1 4-1 0,3 4-1 0,0 9-1 16,-4 9 2-16,-2 8 5 0,-1 11-4 31,-5 10 2-31,-1 13-3 0,-5 12-1 16,0 10-2-16,-2 12 0 0,-5 5 0 16,-1 3 1-16,-1-1-2 0,3-3 1 15,1-5-2-15,5-8-2 0,0-10 1 0,5-11 0 16,4-11 1-16,5-12-2 0,-1-10 3 0,3-9 3 15,-5-9-5-15,5-8 4 0,0-6-5 16,1-3-5-16,4 0-6 0,-1-6-14 16,-1-2-15-16,-3-1-58 0,-6 2-219 15,-3-7-19-15</inkml:trace>
  <inkml:trace contextRef="#ctx0" brushRef="#br0" timeOffset="159748.76">9045 12057 414 0,'0'0'42'0,"0"0"8"0,0 0 2 16,0 0-4-16,0 0-11 0,0 0-3 15,0 0-6-15,-87-55-3 0,70 55-4 16,4 0-3-16,-6 0-2 0,10 3 0 0,5-1-3 16,-5 3-1-16,9 0 0 15,0 1 1-15,3 3-1 0,16-2 1 0,17-2-2 0,15-5-2 16,12 0-2-16,12-5-3 0,8-5-1 15,2 1-1-15,-1 1-1 0,-6 1 0 16,-9 2-1-16,-10 4 0 0,-13 1-1 16,-19 0-1-16,-11 0-3 0,-7 0 2 0,-9 0 0 31,0 0 0-31,0 9-1 0,-10 3-6 0,-5 3-6 16,-8 1-11-16,-4-5-15 0,-7 2-39 15,1-1-65-15,-3-3-145 0,0 2 11 16</inkml:trace>
  <inkml:trace contextRef="#ctx0" brushRef="#br0" timeOffset="160015.57">8744 12494 664 0,'0'0'35'15,"0"0"13"-15,0 0-1 0,0 0-8 16,0 0-6-16,0 0-10 0,0 0-7 0,94 20-5 15,-45-15-5-15,5 2-3 16,4 0 0-16,1 1-2 0,0 1 3 0,-4-1-3 0,-4-2 1 31,-5-1-5-31,-7 2-1 0,-6-3 0 16,-5-1-1-16,-10 0-1 0,-1 0-4 16,-8-1-3-16,-4-2-6 0,1 2-2 15,-6-2-8-15,0 0-15 0,0 0-67 0,1 0-176 16,-1 0-20-16</inkml:trace>
  <inkml:trace contextRef="#ctx0" brushRef="#br0" timeOffset="160648.93">10787 11103 582 0,'0'0'52'0,"0"0"-6"16,0 0-2-16,0 0-8 0,-84-68-4 16,67 63-10-16,0 5-8 0,-7 3-2 15,0 14-4-15,-5 13 2 0,2 13 0 0,-2 13 1 16,0 14 3-16,0 15-3 0,3 16 1 0,4 14-4 15,6 12-2-15,3 10-2 0,5 7 0 16,8 5-1-16,2-2-1 0,13-3-2 16,9-10 2-16,10-13-4 0,5-12 0 15,8-13 3-15,3-15-1 0,3-15 2 16,1-13-2-16,-5-15-2 0,0-11 1 0,0-11 0 16,-8-10-2-16,-4-6 1 15,-5-3-9-15,-3-11-10 0,-6-2-17 0,-1-3-32 0,-6-3-73 16,-1-4-165-16,-4-6 2 0</inkml:trace>
  <inkml:trace contextRef="#ctx0" brushRef="#br0" timeOffset="160966.62">11129 11466 581 0,'0'0'73'16,"0"0"-6"-16,0 0-12 15,0 0-13-15,0 0-17 0,0 0-10 0,0 0-8 0,0 0-1 16,0 0 1-16,0 0 0 0,-31 53 1 16,18-3-6-16,1 8 3 0,3 3-3 15,1-3 1-15,4-1 4 0,4-5-6 16,0-4 3-16,4-7-5 0,5-5-1 0,5-6 1 15,-2-8 0-15,7-7 1 16,-2-7 0-16,3-8-1 0,5-3-2 0,2-10-2 0,1-9-6 16,-2-2-8-16,0-4-10 0,-1-2-19 31,-7-3-35-31,-5 1-66 0,-5-3-141 16,-4 0 16-16</inkml:trace>
  <inkml:trace contextRef="#ctx0" brushRef="#br0" timeOffset="161248.54">10987 10839 634 0,'0'0'53'15,"0"0"-6"-15,0 0-5 0,0 0-5 0,0 0-10 16,0 0-8-16,0 0-9 0,0 0-5 15,0 0-5-15,-32-65-1 0,32 66 0 16,0 13 0-16,6 6 0 0,-2 4-1 16,-2-6 0-1,-2 0-1-15,0-7-1 0,0-5 0 16,0 0 0-16,0-6-1 0,0 0 0 0,0 0-3 16,0 0-7-16,1 0-11 0,5-7-13 15,4-4-24-15,3-2-58 0,-3 5-154 16,6 2 0-16</inkml:trace>
  <inkml:trace contextRef="#ctx0" brushRef="#br0" timeOffset="161615.51">11684 11463 717 0,'0'0'46'0,"4"-90"-3"0,2 54-6 0,-2 4-5 31,-1 13-7-31,0 5-11 0,-1 9 1 16,-2 5-12-16,0-1 3 0,0 1 3 16,0 16-5-16,0 12 6 0,0 15-5 15,-6 9-1-15,-3 11 0 0,-1 8-3 0,1 7 3 16,2 3-6-16,3 3 4 0,2-1 2 15,1 1-3-15,1-4 3 0,0-1-4 0,4-6-2 16,2-6 2-16,1-11-2 0,2-9 1 16,1-12-1-16,-1-9 1 0,-5-9-2 15,2-10-2-15,1-1-4 0,-3-4-1 16,1-1-6-16,3-1-8 0,1 0-21 0,4-9-38 16,2-8-89-16,-3-1-139 0,-4-8 9 15</inkml:trace>
  <inkml:trace contextRef="#ctx0" brushRef="#br0" timeOffset="161865.28">11630 11770 752 0,'0'0'52'0,"0"0"-7"16,31-94-7-16,-11 62-10 0,6 3-5 15,3 1-4-15,6 4-6 0,1 6-2 16,3 8-2-16,-2 3-5 0,0 7-2 15,-3 8-1-15,-2 10-4 0,-3 7 3 16,-4 5-1-16,-5 5 0 0,-7 4-1 0,-6 2-1 16,-7 0-3-16,-3 0 0 0,-13-1 3 15,-8-4-6-15,-8-4 3 0,-6-3-9 0,-5-7-3 16,1-3-3-16,-1-7-7 0,2-6-6 16,2-3-15-16,9-3-34 0,1 0-84 15,10 0-121-15</inkml:trace>
  <inkml:trace contextRef="#ctx0" brushRef="#br0" timeOffset="162199.97">10933 12576 614 0,'0'0'23'16,"0"0"9"-16,0 0 1 0,-80 6 2 15,72-2-7-15,2 4-6 0,2-1-2 16,4 3-1-16,4 3-1 0,19 1-3 0,14-1 0 16,13-3-3-16,18-6 0 0,12-4-3 15,15 0-2-15,12-4-3 0,10-4-1 0,9-1 1 16,3-2-1-16,1 4 0 0,-3-1-3 15,-8 4 0-15,-11 2 0 0,-14 2-1 16,-14 0-1-16,-16 0-1 0,-17 3-8 31,-19 0-6-31,-14 0-3 0,-11 4-10 0,-7 3-11 16,-14 3-33-16,-12 6-93 0,-10-4-132 0</inkml:trace>
  <inkml:trace contextRef="#ctx0" brushRef="#br0" timeOffset="162648.84">11710 13151 829 0,'0'0'30'0,"0"0"-4"16,0 0-2-16,0 0-5 15,0 0-6-15,0 0-4 0,0 0-2 0,0 0-5 16,0 0-2-16,10-50 1 0,-10 77-2 0,0 13 4 15,0 4 2-15,0 6-4 0,-3 6 2 16,3 3-5-16,0 4-5 0,0 2 2 0,0-3-3 31,0-4 2-31,6-7 0 0,0-10 2 16,-2-14 0-16,2-8 2 0,-2-10 1 16,5-9 2-16,2 0 2 0,4-17-2 15,4-10 1-15,1-8-2 0,-3-6 1 0,2-4-1 16,-3-1 2-16,3 3-2 0,-1 5 2 15,0 6-1-15,2 10 0 0,-7 7 0 0,4 9-1 16,-2 6 0-16,2 3 1 0,2 13 1 16,-3 8 0-16,3 8 1 0,-6 6 0 15,-1 2-1-15,0-1-2 0,0-1 1 16,-3-3-3-16,1-4 2 0,-3-6-1 0,-1-10 0 16,-3-5-2-16,0-6-3 0,2-4-2 15,1-1-11-15,4-12-16 0,5-3-26 0,-8-10-57 16,-1-3-121-16,-6-9-68 0</inkml:trace>
  <inkml:trace contextRef="#ctx0" brushRef="#br0" timeOffset="162815.59">11447 13332 794 0,'0'0'15'15,"0"0"5"-15,0 0 2 0,0 0 3 16,0 0-4-16,127-20-10 0,-55 9-5 0,8 1-8 16,4 1-10-16,3-1-22 0,-2 2-50 15,3-3-141-15,-4-6-97 0</inkml:trace>
  <inkml:trace contextRef="#ctx0" brushRef="#br0" timeOffset="163199.71">12499 11199 704 0,'0'0'38'0,"0"0"0"16,2-88-2-16,10 68-7 0,5 5-4 15,6 6-4-15,9 6-5 0,7 3-2 0,9 14-3 16,11 10-4-16,13 9-1 0,6 14-1 16,9 11 2-16,3 15-3 0,-1 13 2 15,-5 15-6-15,-7 14-2 0,-12 14 2 16,-12 12 1-16,-15 13 0 0,-16 8 0 0,-19 5-4 16,-8-2-1-16,-21-2 1 0,-9-12-1 15,-8-9 5-15,-5-16 4 0,-2-14-2 0,-1-15 2 16,-1-20-3-16,10-14-2 0,5-21 1 15,9-13 2-15,12-14-2 0,7-8-3 16,6-5-4-16,3-2-13 0,2-4-17 16,7-8-48-1,5-5-137-15,5-6-105 0</inkml:trace>
  <inkml:trace contextRef="#ctx0" brushRef="#br0" timeOffset="163597.97">14410 11128 373 0,'0'0'63'0,"-5"-82"12"0,-3 47 0 16,-1 4-10-16,-3 5-16 0,-3 7-10 0,-3 3-9 15,-2 9-5-15,-2 4-4 0,-4 3-2 16,0 8-2-16,-1 8-1 0,-4 9-2 0,2 8-1 16,-1 9-1-16,3 10-2 0,-1 12 1 31,2 12 1-31,4 12-4 0,1 14 2 16,2 11-4-16,10 15-1 0,2 9-1 15,7 11-1-15,0 12-2 0,9 8-1 0,8 5 1 16,6 1 0-16,8-5-1 0,9-10 3 15,9-13-2-15,8-14 1 0,6-16-1 0,5-14-4 16,1-17 2-16,-2-14-3 0,-5-17 1 16,-7-15-1-16,-7-19 0 0,-9-12-3 15,-6-9-5-15,-4-19-10 0,-7-10-20 16,-6-10-47-16,-6-6-138 0,-9-8-94 0</inkml:trace>
  <inkml:trace contextRef="#ctx0" brushRef="#br0" timeOffset="163915.2">14705 11786 683 0,'0'0'54'0,"0"0"-6"16,0 0-4-16,0 0-10 0,0 0-8 15,0 0-7-15,0 0-8 0,0 0-4 16,0 0-3-16,-9-43 0 0,6 58 1 0,0 10 1 16,0 12 3-16,2 4-5 0,-1 3 2 0,2 0-6 15,0 0-2-15,0-5 2 0,6-2-1 16,2-5 3-16,4-8-3 0,0-8 0 16,0-5 1-16,2-11-2 0,8-1 1 15,0-16 0-15,8-7-3 0,0-8-2 16,1-5-4-16,-4-2-10 0,-2-5-11 0,-5-2-16 15,-9-5-39-15,-5-4-67 0,-6-5-146 0,-1-4 4 16</inkml:trace>
  <inkml:trace contextRef="#ctx0" brushRef="#br0" timeOffset="164081.99">14455 10745 746 0,'0'0'40'0,"0"0"-6"16,0 0-9-16,30-85-9 0,-14 68-8 16,-6 5-7-16,6 5-4 0,-9 2-6 15,2 5-16-15,1 0-26 0,-2 0-44 16,3 12-163-16,-2 7-41 0</inkml:trace>
  <inkml:trace contextRef="#ctx0" brushRef="#br0" timeOffset="164415.65">15130 11169 786 0,'0'0'49'15,"0"0"-11"-15,36-93-6 0,-26 75-9 16,-6 7-9-16,-1 7-2 0,-3 4-4 15,2 0-2-15,1 7 0 0,1 15-1 16,-1 11-2-16,-3 12 1 0,0 12 3 0,0 8-4 16,-4 11 4-16,-1 11-4 0,2 8-5 0,2 5 4 15,1 3-1-15,0 2 1 0,1 0 0 16,5-5-2-16,2-6-3 0,3-8 4 16,2-9-3-16,1-15 2 0,1-12-2 15,1-12 1-15,-2-11-3 0,-1-10-1 16,-3-7-3-16,-2-3 0 0,-4-6-4 0,6-1-6 15,0 0-15-15,2-8-27 0,4-4-55 0,-5-4-150 16,-6-7-53-16</inkml:trace>
  <inkml:trace contextRef="#ctx0" brushRef="#br0" timeOffset="164666.6">15056 11770 747 0,'0'0'49'16,"0"0"-6"-16,38-79-4 0,-8 50-10 16,8 0-6-16,6 3-5 0,4 5-2 15,3 9-5-15,-2 6-1 0,-3 6-5 0,-5 9-3 16,-4 8-1-16,-5 4-1 0,-7 5-1 16,-6 2-1-16,-11 4-1 0,-6 2 0 0,-4-1 0 15,-14 0-2-15,-8-1-1 0,-7-1 1 16,-5-4-6-16,-7-3-1 0,1-5-6 15,-2-4-7-15,-2-7-7 0,6-3-17 16,5-3-28-16,5-2-88 0,9 0-131 0</inkml:trace>
  <inkml:trace contextRef="#ctx0" brushRef="#br0" timeOffset="165016.47">14475 12588 634 0,'0'0'53'0,"0"0"-9"0,0 0-9 0,0 0-5 16,0 0-10-16,0 0 0 0,0 0-1 15,0 0-4-15,0 0 0 0,101 45-3 0,-32-37-1 32,11-3-2-32,14-5-1 0,10 0-1 15,5-6-2-15,2-4-1 0,0 1-2 16,-5-1 0-16,-8 0-3 0,-11 3 1 16,-13-1-1-16,-15 5-2 0,-20 0-4 0,-11 3-8 15,-14 0-8-15,-13 0-13 0,-1 8-23 0,-21 2-63 16,-14 7-172-16,-14 1-16 0</inkml:trace>
  <inkml:trace contextRef="#ctx0" brushRef="#br0" timeOffset="165448.87">14801 12991 856 0,'0'0'32'0,"0"0"-2"0,38-94-7 15,-28 76-7-15,-4 8-5 0,-3 5-4 16,-3 5-3-16,4 0-2 0,2 8-2 0,1 13 0 31,2 12 0-31,-4 12-1 0,-3 7 3 16,-2 8-3-16,0 0 4 0,0 6 3 0,0-1-5 16,0 2 2-16,0 1-5 0,0-2 0 15,6-4 0-15,0-8-1 0,1-6 1 16,3-12-2-16,3-10 2 0,-3-11 0 15,5-8 3-15,4-7-1 0,4-10 1 0,9-12 0 16,1-10-2-16,-1-4 3 0,-2-5-2 16,0 0 2-16,-2 5-2 0,-2 2 1 0,-3 9-3 15,-3 6 2-15,-4 8 0 0,-3 7-1 16,0 4 2-16,-3 3-2 0,2 12 1 16,1 5 0-16,-3 7 2 0,-1 2-2 15,1 5 2-15,-2-2-3 0,3 0 2 0,0-4-2 16,1-3-1-16,-5-10 1 0,3-1 1 15,-3-7 0-15,-4-4 0 0,7 0-3 0,2-3-1 32,2-8-10-32,4-7-11 0,-2-7-20 15,-2-6-47-15,-4-5-171 0,-1 1-63 16</inkml:trace>
  <inkml:trace contextRef="#ctx0" brushRef="#br0" timeOffset="165698.63">14718 13209 762 0,'0'0'44'0,"0"0"-2"15,0 0-8-15,0 0-9 0,0 0-8 16,0 0-7-16,0 0-2 0,0 0-2 15,0 0-1-15,63-19-1 0,-19 19-4 16,6 0 0-16,5 0-5 0,4 0-7 0,1 0-23 31,0 0-55-31,0-4-219 0,-1-5-34 16</inkml:trace>
  <inkml:trace contextRef="#ctx0" brushRef="#br0" timeOffset="166166.28">15775 10859 706 0,'0'0'45'16,"0"0"-11"-16,0 0-1 0,0 0-5 0,0 0-6 15,0 0-4-15,0 0-3 0,0 0-3 16,97-40-3-16,-41 78-1 0,11 14-3 0,12 13 1 15,12 14-4-15,6 12 2 0,6 14 1 16,-1 17 0-16,-6 17-3 0,-11 19 0 16,-14 17 0-16,-18 13-1 0,-19 9 2 15,-20 5-4-15,-14-3-2 0,-17-9 3 0,-23-13 0 16,-14-16 2-16,-17-17 1 0,-7-15 0 16,-6-19-3-16,2-19 4 0,6-20-1 0,11-21 3 15,12-18 1-15,12-17 1 0,12-10-1 16,12-5-3-16,8-6-3 0,7-9-4 15,2-4-2-15,7-5-11 0,10 0-17 16,9 1-40-16,9 0-163 0,4-1-101 0</inkml:trace>
  <inkml:trace contextRef="#ctx0" brushRef="#br0" timeOffset="166598.76">17546 11783 523 0,'0'0'65'15,"0"0"2"-15,29-104 2 0,-25 82-11 0,-2 10-15 16,-1 8-16-16,-1 4-11 0,3 0-5 15,3 10-4-15,5 13 2 0,3 12-1 0,0 6 0 16,2 6 0 0,-1 2-3-16,3-1-1 15,2-1-3-15,4-4-2 0,6-5 2 16,6-8 0-16,6-9 0 0,7-8 0 16,8-13 0-16,9-4 0 0,5-16-1 0,3-8 0 15,1-10 0-15,-4-9-3 0,-6-8 3 16,-7-4-2-16,-8-5 2 0,-11 0 2 0,-7 5-1 15,-10 6 1-15,-9 11 1 0,-6 13-1 16,-7 8 0-16,0 10-1 0,-1 2-2 16,-4 1-1-16,-5 6-1 0,-4 2-1 15,-1 2-4-15,-3 10-8 0,-1 6-11 0,0 4-28 16,0 4-41-16,0 0-114 0,-2-1-102 16</inkml:trace>
  <inkml:trace contextRef="#ctx0" brushRef="#br0" timeOffset="166882.18">17848 11108 742 0,'0'0'54'16,"0"0"-9"-16,0 0-7 0,0 0-8 15,0 0-8-15,0 0-6 0,0 0-5 16,0 0-1-16,0 0 0 0,82-3-2 15,-67 45 0-15,-2 11 1 0,-4 13-4 0,-2 12 2 16,-4 14-4-16,1 14-4 0,-1 11 2 16,-1 12 4-16,-2 8-5 0,1 7 0 0,-1 2 0 15,0-4 0-15,0-5 0 0,0-13 0 16,0-12-5-16,0-13-4 0,2-14-1 16,2-16-7-16,1-15 0 0,4-13-10 15,0-11-11-15,0-10-45 0,7-11-204 0,1-10-44 16</inkml:trace>
  <inkml:trace contextRef="#ctx0" brushRef="#br0" timeOffset="181381.92">8936 15003 434 0,'0'0'42'0,"0"0"6"16,0 0 0-16,0 0 2 0,-83 1-4 0,72 3-6 16,-3 3-8-16,5-2-7 0,5-2-5 15,1 4-2-15,3 4-3 0,14 4 1 16,8 2-4-16,13-2 0 0,20-1-2 0,10-4-2 15,17-1-2-15,8-3-1 0,5 0-1 0,2-1-1 16,2 0-2-16,-7-3 0 16,-8 3-1-16,-6-2 0 0,-13 0 0 0,-11 0 0 15,-11-1 1-15,-14 1-1 0,-14-3-2 16,-7 1-1-16,-8-1-3 0,0 0 0 16,0 0-5-16,-7 3-9 0,-8 4-17 0,-11-2-35 15,-11 3-50 1,-5-3-102-16,-4-4-62 0</inkml:trace>
  <inkml:trace contextRef="#ctx0" brushRef="#br0" timeOffset="181698.61">8942 15429 666 0,'0'0'31'0,"0"0"8"15,0 0 1-15,0 0-1 0,0 0-9 16,0 0-4-16,0 0-4 0,87 16-6 16,-41-13-3-16,5 1-3 0,10-1-3 0,5 0-2 15,11-1-2-15,5-2 0 0,4 0-1 0,5 0 0 16,3 0 1-16,-2 0-2 16,-2 0 1-16,-5 0 0 0,-10 0-1 0,-7 0 1 15,-14 0-3-15,-11 0 1 0,-14 1 0 16,-14 1 0-16,-11 0 1 0,-4-2-2 15,0 0 1-15,0 0 0 0,0 3-1 0,-6-1-1 16,-10 3-2 0,-7 0-12-16,4-2-19 0,-1-2-39 15,-3-1-126-15,3-3-124 16</inkml:trace>
  <inkml:trace contextRef="#ctx0" brushRef="#br0" timeOffset="182515.67">12859 15622 344 0,'0'0'63'0,"0"0"2"0,0 0-6 15,0 0-11-15,0 0-9 0,0 0-11 0,0 0-4 16,0 0-4-16,0 0-1 16,0 0 1-16,-34-30 2 0,34 30 0 0,0 0 1 15,5 9-3-15,10 2-1 0,11 1-2 16,13-6-1-16,16-2-3 0,16-4 0 16,19 0-2-16,19-1 0 0,16-7-2 0,15-1-2 15,11 0-1 1,8 0-3-16,2 0 1 0,-4 0-3 0,-7 1 2 0,-14 2-1 15,-10-2-1-15,-18 2 1 0,-15 2 1 0,-16 1-2 16,-18 1 1-16,-16 2 0 0,-17 0-1 31,-11 0 1-31,-10 0 2 0,-5 0 1 16,0 0-1-16,0 0-2 0,-13 0-1 0,-7-1-1 16,-6-3-1-16,0 2 0 0,7-1-3 15,-1 0-7-15,8 1-16 0,0 2-24 16,0 0-70-16,7 0-193 0,-6 0-18 0</inkml:trace>
  <inkml:trace contextRef="#ctx0" brushRef="#br0" timeOffset="183148.57">16281 14712 727 0,'0'0'23'16,"23"-78"6"0,-7 40 5-16,-3 0-4 0,1 3 1 15,-2 3-12-15,1 7-1 16,-4 6-4-16,-3 9-6 0,-4 5-1 0,-2 5-3 16,3 0 0-16,6 9 2 0,1 14-1 15,2 14 1-15,-2 13 3 0,-5 12-5 16,0 11 2-16,-2 10-2 0,-3 8-4 0,1 6 2 15,1 2 1-15,-1 3-2 0,2-2 3 16,0 1-3-16,5-2-2 0,-2-3 0 16,2-8-1-16,0-8 2 0,1-10 2 0,0-12-3 15,-2-11 3-15,-1-11-4 0,-2-14 1 16,0-10-1-16,-2-6 3 0,-2-6-3 16,0 0 0-16,0-1-9 0,0-13-4 0,0-14-9 15,-3-11-13 1,-4-9-5-16,-2-11-21 0,-3-7-13 0,-1-12-11 0,-1-8-9 15,-2-7 7-15,3-4 12 0,-3-2 28 0,2 6 30 16,-4 7 27-16,-1 13 28 0,-4 16 17 31,-1 13 11-31,-1 14 2 0,8 12-3 16,1 5-5-16,7 7-9 0,5 3-9 0,1 1-10 16,3 2-5-16,-2 0-1 0,2 0 0 15,9 2 0-15,10 7-7 0,7 4-4 16,6 0-5-16,5 2 0 0,5 2-1 0,2 4-1 15,2 0-1-15,3 5-2 0,-5 0-2 16,-5 1 2-16,-7 2-3 0,-9 0 1 16,-9-2-2-16,-7 2-2 0,-7-3 7 0,-10 1-4 15,-12-2 4-15,-8-4-4 16,-12-5-1-16,-3-2-2 0,-7-6 0 0,-1-5 0 16,2-3-3-16,2 0 1 0,6-8-7 0,5 1-5 15,7-1-6-15,8-1-8 0,9 1-12 16,7 4-26-16,4-4-48 0,3 1-72 15,10-6-96-15</inkml:trace>
  <inkml:trace contextRef="#ctx0" brushRef="#br0" timeOffset="183548.81">16980 14224 726 0,'0'0'38'16,"0"0"-2"-16,0 0-2 0,77-59-4 16,-48 50-6-16,2 1-9 0,3 4-4 0,1 4-3 15,1 0-5-15,1 7 1 0,-4 10-4 16,-3 6 0-16,-7 7-1 0,-7 8 0 16,-9 6 0-16,-7 5 0 0,-10 1 0 0,-13 2-1 15,-6-1 4-15,-7-2-6 16,-4-2 5-16,-2-5-6 0,1-2 2 0,3-7 2 15,5-6 0-15,11-4 2 0,7-7-2 0,12-5 2 16,4-2 0-16,22-4 1 0,12 0 1 31,16-5 0-31,11 0 0 0,10-7-1 16,12 0 1-16,7-4-1 0,9 2 0 0,-2 1-1 16,-2 1 0-16,-7 1 0 0,-11 0-1 0,-13 2-1 15,-13 0 0-15,-18 1 1 16,-15 2-1-16,-11 1 0 0,-8 0-5 0,0 0-2 15,0 0-10-15,-11 4-13 0,-11 10-22 16,-11 6-28-16,-12 3-48 0,-7 6-75 16,-7 1-79-16</inkml:trace>
  <inkml:trace contextRef="#ctx0" brushRef="#br0" timeOffset="183932.91">15824 15794 520 0,'0'0'66'0,"0"0"0"0,0 0-4 0,0 0-13 16,0 0-16-16,0 0-9 0,0 0-9 15,0 0-1-15,0 0-1 0,0 0-1 16,-51-15 0-16,51 15 3 0,0 0-3 0,13 7 1 15,9 4-3-15,18 3-4 0,14-6 1 0,18-1-1 16,21-6-2-16,21-1-1 16,22 0-1-16,20 0-3 0,14-6 2 0,13 0-1 15,8 0-1-15,1 0 1 0,-4 0 0 16,-6 0-3-16,-12-1 3 0,-15 3 0 16,-18-2-1-16,-17 0 4 0,-23 1-3 0,-22-1 1 15,-20 2-1-15,-22 1 2 16,-16 1-1-16,-11 2 0 0,-6-4 0 0,-9-6-1 15,-9 0-2-15,-13-2-3 0,-6 2-5 0,-8 3-9 16,0 3-18-16,-1 4-28 0,2 0-93 16,7 0-158-16,-3 0-5 0</inkml:trace>
  <inkml:trace contextRef="#ctx0" brushRef="#br0" timeOffset="184548.63">16504 16465 577 0,'0'0'83'16,"0"0"-17"-16,0 0-10 0,0 0-17 0,0 0-11 16,0 0-7-16,0 0-7 0,0 0-4 15,0 0 0-15,-3-6-1 0,6 21-2 16,7 9 7-16,1 12-12 0,-1 4 7 0,-1 4-5 15,-3 4-3-15,1 4 2 16,-1 3-4-16,-3 2 1 0,1 4-1 0,-1-3 2 16,0-2-1-16,4-5 2 0,0-5-3 0,-2-8 2 15,-1-3-3-15,0-15 2 0,-1 0 13 16,-1-11-4-16,-2-3 7 0,1-2-14 16,2-5-13-16,6-16 4 0,4-10-5 0,5-11 9 15,0-8 4-15,7-4-2 16,-2-4 2-16,1-4-3 0,1 2 4 0,2 4-2 15,1 11-1-15,-1 9 3 0,1 14-3 0,-4 9 0 16,2 9 2-16,-4 5-1 0,3 10 1 31,-2 10 3-31,-2 6 0 0,-2 7 0 16,0 1-2-16,-3 2-2 0,-2 0 0 0,-2-2 1 16,1-2-1-16,-4-3 3 0,-1-7-3 0,-2-8 0 15,1-3-2-15,-2-7 0 16,-3-6 2-16,1 3 3 0,-3-6-6 0,0 0-6 15,0 0-18-15,2 0-25 0,-2-3-51 16,0-12-98-16,-10-8-124 0</inkml:trace>
  <inkml:trace contextRef="#ctx0" brushRef="#br0" timeOffset="184783.04">16151 16551 658 0,'0'0'46'0,"0"0"3"0,0 0-3 15,0 0-11 1,0 0-4-16,0 0-9 0,0 0-7 16,0 0-1-16,111-24-1 0,-69 21-4 15,4-3-4-15,5-2-8 0,1-1 2 16,4 2-7-16,4 0 3 0,-1 3-10 0,0 4-20 15,-4 0-63-15,-1 0-185 0,-7 0-50 16</inkml:trace>
  <inkml:trace contextRef="#ctx0" brushRef="#br0" timeOffset="186448.77">17405 16166 334 0,'0'0'77'0,"0"0"-6"0,0 0-9 16,0 0-11-16,0 0-6 0,0 0-4 0,0 0-2 16,40-81-7-16,-23 69-2 0,2 1-3 15,-1 3-5-15,3-2-1 0,4 4-3 16,1 3-3-16,1 3-3 0,4 0-2 0,1 3-3 15,-2 9-2-15,2 3-2 0,-6 5-1 16,-3 4-1-16,-6 5-2 0,-5 5 1 16,-5-2 0-16,-7 4-3 0,0 2 1 0,-13 0 1 15,-7-3-4-15,-8 0 4 0,-5-1-1 16,-2-5 3-16,-1 2 4 0,1-5-7 16,5-3 6-16,5-5-7 0,10-6 3 0,6-5 0 15,6-4 2-15,3-3-1 0,3 0-1 16,17 0 1-16,18 0-1 0,14 0 0 15,8 0 3-15,7-3-4 0,4-2 1 0,2-2-2 16,1 0-9 0,-1-4-11-16,-1-4-27 15,-3-2-51-15,-2-3-164 0,-3-2-59 16</inkml:trace>
  <inkml:trace contextRef="#ctx0" brushRef="#br0" timeOffset="186898.89">19347 14988 575 0,'0'0'64'0,"0"0"-4"16,0 0-7-16,0 0-15 0,0 0-15 16,0 0-6-16,0 0-2 0,0 0 2 15,0 0-1 1,14 35-3-16,2 5-7 0,3 2 1 16,0-2 1-16,2 3-7 0,2-2 4 15,3-3-7-15,2-1 0 0,2-5 2 0,5-5 0 16,5-6 0-16,4-6-1 0,6-6 1 15,5-7-2-15,3-2 1 0,0-16 0 16,1-6 0-16,-4-10 0 0,0-7-1 16,-4-10-3-16,-6-9 4 0,-5-4-3 0,-8-4 3 15,-9 6 3-15,-6 7-1 0,-8 9 1 16,-4 17-1-16,-4 11 0 0,-1 10-2 0,0 6-2 16,0-1 0-16,-1 1-3 0,-11 6-2 15,-5 11-7-15,-4 7-10 0,4 4-21 16,7 4-27-16,-1 0-77 0,3 0-150 15</inkml:trace>
  <inkml:trace contextRef="#ctx0" brushRef="#br0" timeOffset="187198.94">19832 14707 751 0,'0'0'46'0,"0"0"-10"0,0 0-2 16,0 0-3-16,0 0-5 0,0 0-10 0,0 0-6 16,0 0-3-16,0 0-1 0,0 0 0 15,37-27 2-15,-19 55 0 0,1 16-2 16,1 14 2-16,1 14-5 0,-4 9 2 16,0 12 1-16,-2 9-4 0,-1 5 2 0,-4 9-3 15,-2 4-4 1,-4-1 2-16,0 0 2 0,-2-3-2 0,-2-7 2 0,-2-6-2 0,-5-11-4 15,0-8 1-15,0-14-4 0,1-14-1 16,1-10-4-16,3-17-7 0,2-7-4 16,0-8-30-1,4-11-111-15,6-3-166 16,0-18-19-16</inkml:trace>
  <inkml:trace contextRef="#ctx0" brushRef="#br0" timeOffset="190749.76">21973 14742 265 0,'0'0'42'0,"0"0"3"0,0 0-5 16,0 0-7-16,0 0-3 0,0 0-9 16,0 0-2-16,0 0 1 0,0 0-3 15,-15-6 3-15,14 6-1 0,-1 0 4 16,1-2 0-16,1 2 0 0,-2 0-3 0,2 0 0 15,-1 0-4-15,1 0-2 0,-2 0-5 16,2 0-2-16,-1-1-1 0,1 1 0 0,-2 0 0 16,2 0-1-16,0 0 1 0,0 0 2 15,0 0 1-15,12 0 3 0,8 0 2 16,8 0-3-16,6 0 0 0,7 0-2 16,11 0-1-16,9-3 0 0,8 0 0 0,7-2 0 15,7 2-1-15,4 0-2 0,4-1 0 16,-1 0 0-16,-2 1 0 15,-5 0 2-15,-5 1-2 0,-13-2-2 0,-10 1 0 0,-21 2-3 16,-9-1 3-16,-12 2 2 0,-9 0 2 16,2 0 3-1,-6 0-3-15,0 0-1 16,0 0-4-16,-13 5-2 0,-6 2-1 0,-3 1 1 16,1 0-2-16,1-1-2 0,8-2-5 15,-2 1-12-15,1 0-14 0,4-1-26 0,-7 2-48 16,1-1-107-16,3 3-96 0</inkml:trace>
  <inkml:trace contextRef="#ctx0" brushRef="#br0" timeOffset="191233.02">22211 15083 363 0,'0'0'43'0,"0"0"13"16,0 0 4-16,0 0-11 0,0 0-5 0,0 0-9 15,-77-1 0-15,66 1-2 0,7 1-5 16,-2-1-5-16,2 2-6 0,4-2-5 0,-2 0-3 16,2 0 2-16,0 1 2 0,0 6 1 15,9 0 3-15,14 4-3 0,12-1-1 16,14-1-3-16,9-4-3 0,12-3-3 16,7-1 1-16,9-1 1 0,2 0-1 0,1 0 3 15,1 0-3-15,-7 0-2 0,-7 0 1 16,-9 0-2-16,-11 0 0 15,-14 2 2-15,-13-1-1 0,-13-1-2 0,-9 2 3 0,-7-2-1 16,0 0 4-16,0 0 0 0,0 0-3 16,0 0-1-1,-3 1-3-15,-13 0 0 16,-3 1 0-16,-1-1-2 0,2 1 0 0,6 0-3 16,6-2-5-16,2 1-10 0,-2-1-18 15,0 2-41-15,2-1-131 0,-3-1-116 0</inkml:trace>
  <inkml:trace contextRef="#ctx0" brushRef="#br0" timeOffset="192765.48">25166 14725 353 0,'0'0'52'0,"0"0"6"0,0 0-2 0,0 0-10 15,0 0-8-15,0 0-6 0,0 0-6 16,0 0 3-16,0 0 1 0,0 0 0 16,21 0 0-16,20 0-4 0,15-2-6 0,14-5-2 15,15 1 0-15,12-2-2 0,10 4-1 16,0-1-5-16,-2 2-3 0,-8 2-3 15,-14 1-1-15,-13 0 0 0,-14 0-1 0,-15 1 1 16,-13 1-2-16,-14-1 0 0,-8 1 0 31,-6-2 1-31,0 0 2 0,0 0 0 16,2 0 0-16,-2 0-1 0,0 1-1 0,-2-1-2 16,-5 0-1-16,-6 0-3 0,-6 0-3 15,7 0-6-15,-5-4-14 0,4-2-31 0,3 0-67 16,0-6-189-16,7-5-10 0</inkml:trace>
  <inkml:trace contextRef="#ctx0" brushRef="#br0" timeOffset="193229.63">26862 13446 667 0,'0'0'11'15,"0"0"10"-15,0 0 13 0,0 0 4 0,0 0 0 16,0 0-12-16,0 0-12 0,0 0-3 31,0 0-3-31,10-48 1 0,-6 83 0 0,1 18-1 16,2 14-6-16,2 11 2 0,-1 5 1 16,-1 8-3-16,-2 5 2 0,-4 4-3 15,-1 3-4-15,0-1 4 0,-3-5-4 16,0-9 4-16,0-17 2 0,2-13-4 0,1-23 5 15,0-9-4-15,0-14 0 0,0-7 4 16,0 1-1-16,0-8 0 0,12-16-6 16,5-11 4-16,8-14-4 0,1-10 4 0,3-4 3 15,1-8-4-15,2-2 1 0,1 5-2 16,0 5 4-16,2 13-2 0,-2 14 2 16,-3 10-1-16,-3 13 0 0,-1 7 0 0,-5 6 0 15,-2 15 2-15,-3 8-2 0,-2 6 3 16,-3 6-4-16,-1 4 2 0,-2 1-2 15,1-1 1-15,0-1-2 0,0-4 2 0,0-3-2 16,0-7 0-16,-1-6 5 0,-3-8-7 16,1-6 7-1,-5-6-6-15,1-1-1 16,-1 0 2-16,1 0-3 0,1 2-5 0,-3-5-10 16,0 0-19-16,0 0-36 0,-5-3-73 15,-7-8-168-15,-5-4-8 0</inkml:trace>
  <inkml:trace contextRef="#ctx0" brushRef="#br0" timeOffset="193482.9">26437 13923 609 0,'0'0'45'16,"0"0"7"-16,0 0-6 0,0 0-16 15,0 0 2-15,0 0-12 0,0 0 2 0,0 0-4 16,0 0-5-16,84-78-2 0,-45 69-6 31,11-1-2-31,7 3-2 0,6-1-5 0,7 1 2 16,5-1-3-16,2 1-10 0,0 1-14 16,-1 2-28-16,-8 3-64 0,-6 1-183 15,-11 0-5-15</inkml:trace>
  <inkml:trace contextRef="#ctx0" brushRef="#br0" timeOffset="194865.22">27528 13297 177 0,'0'0'13'0,"0"0"13"0,0 0 12 15,0 0 5 1,0 0 1-16,0 0-6 0,0 0-7 16,0 0-1-16,0 0 3 0,0-20 3 15,0 9-2-15,0 5-2 0,0-6 0 16,0 6-4-16,0 0-7 0,0 0 5 0,0 6-10 15,0-1 2-15,0 1-5 0,0-2-4 16,0 0-1-16,0 1-2 0,0-5-1 0,2 0-1 16,2-3 0-16,7-4 0 0,4 3-1 15,7-1 0-15,0 4 2 0,2 0-1 16,2 6 4-16,0 1-2 0,-1 0 0 16,-3 0-1-16,-1 6-1 0,-2 2-2 0,-3 4 0 15,-2 3 1-15,-2 4 4 0,-3 3-4 16,-3 2 4-16,-4 5-6 0,-2 1-1 0,0 4 1 15,-8 1-1-15,-4 1 2 0,-4 4-1 16,-1-1 0-16,-3-1-1 0,-3 1 1 16,-1-4-2-1,0-1 2-15,2-7-1 16,5-4 0-16,2-9-1 0,9-5-1 0,4-6 1 16,2-3 1-16,0 3 1 0,2 5 3 15,12-1 2-15,9 1 1 0,7-5-3 0,9-2 1 16,7-1-1-16,2 0 0 0,1 0-1 15,0-1-2-15,-4-2 0 0,-6 0-1 16,-5-1 0-16,-11 1 1 0,-9 2-1 16,-4 0-1-16,-5 1 1 0,-1-2-2 0,2 2 1 15,-6 0-1-15,0 0-2 0,0 0-2 16,0 0-7-16,-10 0-7 0,-5 3-16 0,-5 5-27 16,0 2-63-16,2 3-169 0,0-1 3 15</inkml:trace>
  <inkml:trace contextRef="#ctx0" brushRef="#br0" timeOffset="196332.27">28474 13836 334 0,'0'0'74'0,"0"0"-4"0,0 0-7 15,0 0-10-15,0 0-14 0,0 0-3 16,0 0-8-16,0 0-3 0,0 0-3 0,0 0-2 16,4-49-2-16,-2 48 1 0,-2 1-2 15,3-5-1-15,4-1-2 0,5 0-2 16,7-4-2-16,2 5 0 0,5 2-1 16,3 1-1-16,3 2-1 0,0 5-3 0,1 7 1 15,-1 6-1-15,-2 5 0 0,-1 6 0 16,-2 6 1-16,-2 6-4 0,-3 4 3 0,-5 5-3 31,-4 3-2-31,-5 3 3 0,-4 2-4 0,-4 0 2 0,0-2-1 0,-10-4 0 31,-5-8 1-31,-5-5 1 0,-5-8-1 16,-2-6 0-16,-5-7 4 0,-1-6-7 0,0-5 4 16,1-7-1-16,1 0-5 0,5-14 6 15,6-6 0-15,4-4-3 0,7-8 3 0,8-4-2 16,2-4 1-16,14 1 1 0,7 3-1 15,4 5-1-15,3 8-1 0,1 10-1 16,2 6 1-16,1 7-5 0,-1 3-4 16,0 9-7-16,0 5-12 0,-4 0-15 0,-3 1-28 15,-3 0-48-15,-8-4-172 0,-2 1-4 16</inkml:trace>
  <inkml:trace contextRef="#ctx0" brushRef="#br0" timeOffset="196782.29">29051 13296 570 0,'0'0'31'0,"0"0"6"0,20-87 6 16,-11 62-6-16,1 4-4 0,2 1-6 0,1 7-5 16,6 2-2-16,4 7-4 0,4 4-2 15,6 0 0-15,4 8-5 0,2 9-1 16,-3 5 2-16,-3 5-7 0,-5 3 4 16,-5 4-6-16,-6 4-2 0,-5 1 1 0,-8 4-1 15,-4 0 1-15,-3 3-2 0,-10 0 2 16,-9-1-1-16,-4-2 2 0,-2-2-3 0,-1-6 2 31,1-5-1-31,6-4 0 0,8-10 0 0,7-5 0 0,7 0 0 0,3-2 1 16,15 2 1-1,13-1 1-15,9-7 0 16,14-3-2-16,6-1 0 0,8-7 0 0,3 1 0 16,0-3-1-16,-3 3 0 0,-9-1-1 15,-9 4 3-15,-10-1-3 0,-14 4-1 0,-10-1-4 16,-10 2-9-16,-6 0-5 0,0 0-9 15,0 0-15-15,-9 11-27 0,-10 5-62 16,-7 6-154-16</inkml:trace>
  <inkml:trace contextRef="#ctx0" brushRef="#br0" timeOffset="197165.37">28383 15164 641 0,'0'0'33'0,"0"0"7"15,0 0 6-15,0 0-8 0,0 0-5 16,0 0-6-16,106-5-10 0,-46 2-3 0,10-1-3 16,11 0-1-16,8 0-1 0,7 1-3 15,2 0-2-15,-1 2-2 0,-3-1-2 16,-9 2 0-16,-7 0 0 0,-11 0-1 16,-11 5-1-16,-8-1 0 0,-9 0 0 0,-11 0 2 15,-7-1-5-15,-9 0 1 0,-6-3-6 16,-1 1-4-16,-5-1-19 0,0 0-30 0,0 0-53 31,-15 0-136-31,-6-4-57 0</inkml:trace>
  <inkml:trace contextRef="#ctx0" brushRef="#br0" timeOffset="197566.62">28357 15768 757 0,'0'0'33'0,"0"0"3"16,0 0-4-16,0 0-11 0,0 0-9 0,0 0-3 16,0 0-2-16,0 0 2 0,0 0-5 15,88 41 0-15,-47-12 4 0,2 7-8 16,3 7 7-16,-1 7-6 0,-1 6-3 15,-4 5 2-15,-5 1-3 0,-8 3 1 0,-5-1-3 16,-12-2 2-16,-10-2 2 0,-6-6-9 31,-15-3 4-31,-13-6-4 0,-5-9 1 0,-7-7 5 16,-2-6 1-16,-2-13 1 0,2-4 1 16,0-6 1-16,6-6 0 0,5-9 2 15,11-7 2-15,6-6-2 0,11-7-6 16,9-4 5-16,9-1-6 0,15 4 5 0,8 4 1 15,8 4-1-15,6 8 0 0,2 3 0 16,3 7 0-16,-2 2-2 0,2 4-2 0,-4 1-4 16,-2 3-14-16,-4-1-19 0,-4-2-41 15,-3 1-92-15,-11-4-133 0</inkml:trace>
  <inkml:trace contextRef="#ctx0" brushRef="#br0" timeOffset="198049.91">29232 15968 801 0,'0'0'35'0,"0"0"1"0,0 0-6 15,104-38-8-15,-76 37-10 0,2 1-2 0,-1 4-5 16,-2 8-4-16,-1 5-1 0,-1 6 0 15,-5 0-1-15,-4 6-1 0,-4 4 2 16,-5 2-3-16,-7 4 1 0,-2-2 0 16,-12 1-1-16,-5-2 0 0,-5-3 1 0,-7-2-2 15,-2-5 2-15,-2-3-1 0,-2-4 2 16,4-4-2-16,4-4 3 0,8-4 0 0,8-3 0 16,9-3 3-1,4-1-3-15,0-3 1 0,7-12-1 0,13-6 2 0,11-10 0 16,6 3 0-16,8-1-1 0,2 1 1 15,-1 3-1-15,-1 0 2 0,-6 3 2 0,-3 2 0 16,-9 3 0-16,-6 5 1 0,-6 1 1 31,-7 5 3-31,-6 3 0 0,3 1-3 0,-5 2-3 16,0-1-3-16,0 1-3 0,0 6 1 16,-9 9 1-16,-4 10-1 0,2 4 3 15,-1 4-3-15,2 2 0 0,4 0-1 16,6 1 1-16,0-1-3 0,7 2 0 0,8-4 5 15,4-3-8-15,5-4 3 0,2-6-9 0,5-7-9 16,-1-6-13-16,0-7-28 0,1-5-51 16,-4-13-134-16,-1-6-74 0</inkml:trace>
  <inkml:trace contextRef="#ctx0" brushRef="#br0" timeOffset="198449.64">29776 15715 619 0,'0'0'44'0,"0"0"4"0,0 0 0 16,0 0-8-16,0 0-12 0,0 0-4 0,0 0-6 15,85-56-3-15,-66 56-2 0,1 0-2 16,6 1-2-16,-3 4 0 0,0 2-4 15,-1 2-2-15,-2 2-2 0,-2 1 0 16,-3 0-1-16,-3 2 1 0,-2 1-2 16,-3-4 1-16,-2 4 0 0,-4 2 0 0,-1 1 6 15,-1 6-7-15,-9-3 6 0,0-2-6 0,2-7 0 16,-1 1 2-16,3-7-2 0,3-1 0 16,1 4 0-1,2 1 0-15,9-2 1 0,8 3 1 0,9-7 0 0,9-4-1 16,6 0-1-16,6 0 1 0,2-5-1 15,3 0 0-15,-1-1-1 0,-5 0-3 0,-4 1-1 16,-7 1-5-16,-5-1-11 0,-11 2-14 0,-8 0-35 31,-5-3-64-31,-6-4-179 0,0-1 1 16</inkml:trace>
  <inkml:trace contextRef="#ctx0" brushRef="#br0" timeOffset="199382.11">30334 14127 528 0,'0'0'37'0,"0"0"-1"0,0 0 0 15,0 0 3 1,0 0-2-16,0 0-5 0,0 0-7 0,10-77-8 0,-8 74-2 16,-1 3-2-1,6 7 2-15,-1 13 1 16,4 12 0-16,-1 6-6 0,2 9-2 0,1 2-4 16,4 2 1-16,3-2-3 0,7-4 0 0,4-5-2 15,8-6 4-15,5-4 4 0,3-10-4 16,6-4 4-16,0-7-9 0,1-9 0 15,0 0 1-15,-1-14-5 0,-3-5 4 16,-3-9-5-16,-7-4 4 0,-5-4 3 16,-10-5-3-16,-5-3 3 0,-9 0-2 0,-5 3 1 15,-5 6 0-15,0 11-1 0,0 7 1 0,-3 8-1 16,0 4-3-16,1 2-3 0,2 3-8 16,0-1-7-1,-6 1-9-15,-2 1-15 0,-2 10-17 0,-3 2-43 0,1 4-87 16,6-5-90-16</inkml:trace>
  <inkml:trace contextRef="#ctx0" brushRef="#br0" timeOffset="199682.16">30528 13916 671 0,'0'0'38'0,"0"0"-7"0,0 0 3 0,0 0-10 16,0 0 1-16,0 0 2 0,0 0-11 16,0 0 3-16,0 0-6 0,0 0-2 15,76 44-1-15,-66-2-3 0,-2 10-2 16,-1 9-4-16,-3 9 0 0,-1 6-1 16,0 6 1-16,-2 2 2 0,-1 5-1 0,2-1 1 15,1-3-3-15,0-4-2 0,0-4 2 0,0-11-2 16,0-6 2-16,2-12-2 0,-1-10-1 15,-1-6-5 1,0-12-5-16,0-5-6 0,0-4-16 0,-1-7-21 0,-1 2-48 16,-1-6-136-1,3 0-73-15</inkml:trace>
  <inkml:trace contextRef="#ctx0" brushRef="#br0" timeOffset="199998.84">31352 13872 635 0,'0'0'36'15,"0"0"4"-15,0 0-2 0,0 0-4 0,0 0-9 0,0 0-10 16,0 0-6-16,0 0-2 0,0 0 7 15,0 0-3-15,-30 51 4 0,15 4-9 0,1 12-8 16,0 9 2-16,2 4-5 0,1 7 7 0,6 0 0 31,2-3-1-31,3-3 1 0,0-3-4 16,8-9 1-16,7-6 0 0,4-11-4 16,2-9-2-16,-2-8-13 0,-3-13-13 15,-1-9-27-15,-4-6-45 0,-1-7-101 16,4-9-91-16</inkml:trace>
  <inkml:trace contextRef="#ctx0" brushRef="#br0" timeOffset="200431.91">31426 14268 715 0,'0'0'37'0,"0"0"1"0,78-38-6 0,-49 29-7 16,0 3-8-16,-4 5-5 0,-1 1-3 15,-4 1-3 1,-1 10-3-16,-5 4-3 0,-2 5 1 0,-5 4-2 0,-4 3 1 16,-3 5 0-1,-3 0 2-15,-10 0-2 16,-3 0 1-16,-3-2 4 0,0 1-6 0,-1-4 6 16,2-3-5-16,2-1-1 0,3-8 1 0,3-3-1 15,4-4-1-15,3-5 1 0,0 0 1 16,3-3 0-16,0 0 1 0,12-11-1 15,8-5 0-15,8-7-4 0,3-3 3 16,-1 2-4-16,-1-1 6 0,-2 1 0 16,-2 3 0-16,-3 0 2 0,-2 1-1 0,-8 8 4 15,-2-1 2-15,-3 6 0 0,-4 4 0 0,0 0-2 16,-3 3-4-16,0-2-1 0,0 2-2 16,0 0 0-16,0 5 1 15,0 15 0-15,0 7-1 0,-5 10 1 0,3-1 0 16,2-1 4-16,0-1-3 0,0 0 2 15,7-2-6-15,5-2-1 0,2-2-5 0,2-3-6 16,3-5-9-16,1-5-18 0,3-4-36 0,0-8-94 31,0-3-137-31</inkml:trace>
  <inkml:trace contextRef="#ctx0" brushRef="#br0" timeOffset="200999.75">32134 14815 650 0,'0'0'50'0,"0"0"-2"16,0 0-4-16,0 0-11 0,0 0-11 15,0 0-7-15,0 0-4 0,0 0-2 0,0 0 0 16,0 0-2-16,35 14-2 0,-19 17-3 0,-6 7 0 31,-1 3-4-31,-8 3 1 0,-1-3-1 16,-4 0 0-16,-8-3 4 0,-2-3-7 16,-5-1-1-16,-1-6-11 0,-2-3-15 15,-1-4-18-15,-2-6-43 0,8-6-73 16,-2-7-142-16</inkml:trace>
  <inkml:trace contextRef="#ctx0" brushRef="#br0" timeOffset="201298.99">32346 14197 693 0,'0'0'0'0,"0"0"12"16,0 0-12-16,0 0 19 0,0 0 6 15,0 0 1-15,0 0-1 16,0 0-4-16,0 0-4 0,0 0-1 0,86 26-6 16,-77 7-1-1,-4 6-5-15,-2 6 0 16,-3 3-3-16,0 1 0 0,0 1 3 0,0-1-4 16,0-1 5-16,2-2-5 0,4-4-1 0,2-6 1 15,5-2-5-15,2-7 4 0,2-3-1 16,2-5-1-16,3-7 4 0,2-4-3 15,4-8-7-15,1 0-6 0,-2-13-18 16,4-4-14-16,-4-5-20 0,-2-4-42 16,-5-3-85-16,-7-3-87 0</inkml:trace>
  <inkml:trace contextRef="#ctx0" brushRef="#br0" timeOffset="201499">32251 14505 654 0,'0'0'58'0,"0"0"-7"0,0 0-6 31,0 0-13-31,0 0-9 0,0 0-10 16,109 50-7-16,-69-50-6 0,1 0-2 16,-1 0-3-16,-4-3 3 0,-1-3-10 15,-2 0-20-15,-2-3-37 0,-4-3-76 16,-2-3-160-16,-11-5 2 0</inkml:trace>
  <inkml:trace contextRef="#ctx0" brushRef="#br0" timeOffset="201865.22">32387 13575 683 0,'0'0'0'0,"0"0"18"15,0 0-18-15,0 0 26 0,0 0 6 0,0 0-5 16,0 0 3-16,0 0-2 0,83-55-4 15,-54 55-4-15,6 9-1 16,6 9-2-16,6 8-6 0,9 10-1 0,8 7-8 31,4 10-1-31,4 10 2 0,-1 6-3 16,-3 15 0-16,-3 10-2 0,-10 13-1 0,-15 14 3 16,-17 6 0-16,-20 8 0 0,-11 3 1 0,-26-1-1 15,-10-5 1-15,-6-14-1 0,-3-15 2 16,2-16-2-16,6-19 1 0,5-12 0 15,8-13 1-15,6-12 1 0,9-12-3 16,8-10 2-16,6-4-1 0,3-5 1 16,-1 0 1-16,1 0-2 0,0 0 0 0,0 0-2 15,0 0-4-15,0 0 2 0,0-2-3 0,0-4-9 16,0 0-12-16,0 2-32 0,1-1-76 16,-1 5-182-16,0-5-16 15</inkml:trace>
  <inkml:trace contextRef="#ctx0" brushRef="#br0" timeOffset="202949.66">22213 14323 675 0,'0'0'40'16,"0"0"-4"-16,-6-107-2 0,7 77-2 15,5 6-7-15,1 7-4 16,2 6-5-16,3 10-2 0,5 1-2 0,10 15 0 16,5 14-3-16,7 14 1 0,10 10-5 15,7 7 0 1,9 6 2-16,8 2-5 0,6 2 2 16,3 1-1-16,3 2-3 0,-1 0 2 0,-3 2-3 15,-3-6 2-15,-7-5-3 0,-6-10 3 16,-9-8-3-16,-4-10 4 15,-7-8-2-15,-6-9 2 0,-7-5 1 0,-9-8 0 16,-10-3 2-16,-7-1 2 0,-6-2 2 16,0 0-1-16,0 0-1 0,0 0-1 0,0 0-2 15,-11 0-1-15,-7 0 0 0,-9 7-3 0,-7 13 0 16,-3 9 0-16,-6 7 0 0,-3 10 0 16,-5 7 0-16,-6 6 0 15,-1 4 0-15,-4 4 0 0,2 1 0 0,-1 1 0 16,7 0 0-16,4-4 0 0,7-6 0 15,9-6 0-15,8-7 0 0,6-8 0 0,8-14-5 16,5-10-16-16,7-2-13 0,0-4-21 0,13-1-78 31,3-4-190-31,3-6-25 0</inkml:trace>
  <inkml:trace contextRef="#ctx0" brushRef="#br0" timeOffset="-209598.13">22409 10342 228 0,'0'0'60'31,"0"0"-4"-31,0 0-1 0,0 0-3 0,0 0-2 16,0 0-4-16,0 0-5 0,0 0-8 0,0 0-6 16,0 0-8-16,-1-60-5 0,1 60-2 15,0 0-1-15,0 1 4 0,-2 16 1 16,0 11 0-16,0 11 0 0,2 4-5 15,4 7 1-15,7 8 2 0,0 8-6 16,6 12 3-16,0 11-3 0,0 11-7 16,-1 8 2-16,0 6-1 0,-2 2-2 0,-1-4 3 0,-3-3-3 15,2-9-3-15,-5-12 3 0,-1-12-1 16,-2-14 1-16,-2-10 3 0,-1-10-4 16,-1-7 2-16,0-12-3 0,0-9 0 15,0-8 0-15,0-6-1 0,0 0-4 16,0 0-9-16,-4 0-12 0,-4-1-16 15,1-4-31-15,-4-10-72 0,5-4-139 0</inkml:trace>
  <inkml:trace contextRef="#ctx0" brushRef="#br0" timeOffset="-209231.06">22283 11006 507 0,'0'0'45'15,"0"0"3"-15,0 0 1 0,-5-89-5 16,16 61-6-16,4 1-8 0,6 1-2 16,7 0-7-16,5 3-3 0,5 3-4 0,3 1-4 0,2 6-2 15,-1 3-3-15,1 7-2 0,-3 3 1 16,0 0-3-16,-4 10 0 0,0 3-1 15,-3 4-1-15,-3 4 1 0,-3 3-1 16,-4 5 2-16,-6 2-2 0,-8 1 1 16,-6 1-2-1,-3 0 2-15,-12 1 0 0,-8-1 0 0,-6-3 1 16,-6-2-2-16,-4-3-1 0,-3-3-1 16,-3-5-3-16,1-4-2 0,1-4-1 15,2-3-12-15,4-4-13 0,3-2-13 16,5 0-26-16,9 0-51 0,5 0-152 15</inkml:trace>
  <inkml:trace contextRef="#ctx0" brushRef="#br0" timeOffset="-208681.36">23843 11033 422 0,'0'0'58'0,"0"0"4"0,0 0-5 0,0 0-9 0,0 0-9 15,0 0-11-15,0 0-5 0,0 0-4 16,0 0-4-16,0 0 1 0,-11-8 3 15,26 6 1-15,14-1 0 0,15 0-2 16,10-3-7-16,11 1-1 0,6-1-2 0,3 2 0 31,-1-1-2-31,-5 4-3 0,-7-1-2 0,-8 2-1 16,-12 0 1-16,-8 0-1 16,-11 0 0-16,-12 2 0 0,-4-1 0 0,-6-1 1 15,0 0 0-15,0 0 0 0,2 0 0 16,-1 0 0-16,-1 0-1 0,0 0-1 15,0 0-1-15,-4 0-1 0,-8-1-2 0,1-3-7 16,-4 3-8-16,-5 1-14 0,1 0-20 16,-6 3-27-16,4 8-38 0,-1-1-75 0,2 7-88 15</inkml:trace>
  <inkml:trace contextRef="#ctx0" brushRef="#br0" timeOffset="-208313.38">23917 11398 525 0,'0'0'63'16,"0"0"2"-16,0 0-8 0,0 0-15 16,0 0-12-16,0 0-8 0,0 0-5 0,0 0-3 15,0 0-3-15,-11-2-3 0,11 1-2 16,-1 1-1-16,1 0-1 0,0 0 1 0,0 0 2 15,3 0 3-15,17 0-2 0,10 0 1 16,15-2-3-16,7-1-1 0,9-1 1 16,4-1 1-16,4 2-1 0,2 1-1 15,-6 2-1-15,-7 0-1 0,-10 0 0 0,-7 0-1 16,-16 0 0-16,-9 0 0 0,-4 0 0 16,-5 0 1-16,-3 0 0 0,2 0 0 0,-6 0 0 15,0 0-1-15,0 0 0 0,0 0-1 16,1 0 0-16,-1 0-1 0,0 0-1 15,0 0-3-15,0 0-6 0,0 0-9 16,-7 0-16-16,-1 0-37 0,0 0-81 0,-5 0-167 31,7 0-8-31</inkml:trace>
  <inkml:trace contextRef="#ctx0" brushRef="#br0" timeOffset="-206097.93">23825 12008 242 0,'0'0'15'0,"0"0"3"16,0 0 7 0,0 0 1-16,0 0-2 0,0 0-2 15,0 0 2-15,0 0 3 0,-4-85 2 16,8 76 5-16,-3 5 0 0,2 1-1 0,-3 3-1 16,0-2-3-16,0 2-3 0,0 0 1 15,2-2-4-15,-2 2 1 0,0-1-5 16,0 1-3-16,0 0-2 0,-3 0-2 15,-4 0 0-15,1 0 2 0,2 0-3 0,4 0-2 16,-2 0 0-16,2 0-3 0,-1 0-1 16,-1 1-1-16,1-1-1 0,-1 0 0 0,1 2-1 15,-1-2-2-15,2 0 0 0,-1 0 0 16,1 2-1-16,-2-2 1 0,2 0 0 16,-1 0-1-16,1 0 0 0,-1 0-1 15,1 1-1 1,0-1 0-16,0 0-3 0,0 0-12 0,0 2-20 0,0-1-36 0,4 0-75 15,2 1-149-15</inkml:trace>
  <inkml:trace contextRef="#ctx0" brushRef="#br0" timeOffset="-205613.65">23815 11932 404 0,'0'0'55'15,"0"0"10"-15,0 0-12 0,-91-27-7 16,75 22-5-16,-1 2-4 16,6 0-2-16,6 2-4 15,-1 1-6-15,6 0-9 0,-3 0-6 16,3 0-2-16,0 0 2 0,0 0 5 0,17 5 2 16,14 5 0-16,19-1-4 0,14-3-4 15,16-4-1-15,12-2-2 0,13-2-2 16,10-9 0-16,4 1-1 0,-1-4-2 15,-8 1 1-15,-12 2-5 0,-16 0 5 0,-16 4-2 16,-17 4 0-16,-19 0 0 0,-14 3 0 16,-9 0-1-16,-7 0 3 0,0 0 2 15,-13 4-4-15,-8 7 4 0,-10 1-4 0,-1-1 2 16,4-4-1-16,5-2-3 0,11-4-3 16,-1 1-6-16,9-1-15 0,-2 1-35 15,1-1-75-15,5-1-180 16,0 0-11-16</inkml:trace>
  <inkml:trace contextRef="#ctx0" brushRef="#br0" timeOffset="-205081.08">26917 10229 610 0,'0'0'44'15,"0"0"-1"-15,0 0-2 0,0 0-7 16,0 0-5-16,0 0-7 0,0 0-6 15,0 0-3-15,0 0-5 0,0 0-3 0,-3-51-1 16,1 54 2-16,-1 17-1 0,1 14 1 16,-3 12-1-16,1 3-3 0,1 3 0 0,2 3 0 15,1 0 2-15,0-2-2 0,10-2 2 16,1-4-4-16,9-4-1 0,2-7 1 16,9-7-1-16,2-6 1 0,6-8 0 15,1-7 0-15,4-8 0 16,2-5-2-16,-1-12-1 0,0-4-3 0,-5-5-6 0,-3-4-9 15,-6-2-21-15,-3-3-39 0,-7-3-84 0,-9 2-140 16</inkml:trace>
  <inkml:trace contextRef="#ctx0" brushRef="#br0" timeOffset="-204781.53">26629 9642 597 0,'0'0'41'0,"0"0"6"16,0 0 1-16,87-67-9 0,-57 52-6 15,-1 2-9-15,0 4-9 0,-9 3-8 0,-1 5-3 16,-9 1-4-16,-1 0 0 0,-2 3 3 16,-4 6-5-16,-3 5 2 0,-10-1 0 0,-8 4 0 15,-5-7 0-15,-3-2 2 0,3-6-2 16,3-2 0-16,3-5 0 0,6-3-2 15,8-7 1-15,3-4 0 0,6-3-1 16,9-2 0-16,5 6-2 16,2 7-1-16,0 8-3 15,1 3-5-15,0 11-9 0,-2 9-13 16,0 7-20-16,-3 7-17 0,-1 2-29 0,-2 5-40 16,-3 1-109-16</inkml:trace>
  <inkml:trace contextRef="#ctx0" brushRef="#br0" timeOffset="-204264.56">27936 9960 579 0,'0'0'50'0,"0"0"-1"15,-30-104-6-15,20 76-1 0,4 10-7 0,0 8-6 16,2 0-8-16,3 7-6 0,-2-1-5 31,-2 4-4-31,2 6-3 0,-1 15 1 16,-1 12 4-16,-1 10-4 0,1 7 3 16,1 6-5-16,1 6-3 0,0 5 2 0,0 6-4 15,2 3 3-15,-1 3-2 0,2-3 2 16,0-5 3-16,0-9-2 0,2-9 3 0,3-11-5 15,0-17 0-15,1-6 1 0,-2-9 0 16,-1-7 2-16,4-1 0 0,0-5 1 16,5-13 0-16,5-8-2 0,-1-9 1 15,1-5-2-15,1-3-3 16,-1-2 4-16,2 3-5 0,-2 5 3 0,3 6 2 0,1 6-2 16,-7 10 1-16,5 6 0 0,1 7-1 0,1 3 1 15,6 9 0-15,-4 5-1 0,-2 3 2 16,-3 3 1-16,-2-1-1 0,0 1 2 15,-1 1 5-15,-1-2-6 0,-2-4 5 16,-3-5-6-16,-4-5-1 16,-1 0 2-16,-1-5-2 15,-1 0 0-15,1 1-1 0,-3-4-2 16,0 0 0-16,0 0-4 0,0 0-11 0,0 0-13 16,-2-6-28-16,-7-6-46 0,-5-6-116 15,-1 1-88-15</inkml:trace>
  <inkml:trace contextRef="#ctx0" brushRef="#br0" timeOffset="-204014.4">27391 10232 572 0,'0'0'53'0,"0"0"3"16,0 0-5-16,0 0-10 0,0 0-7 0,0 0-9 0,0 0-5 15,0 0-1-15,0 0-3 0,84-73-4 0,-31 65-1 16,14 3-5-16,7-3-2 0,8 1-2 31,2-3-2-31,-3 3-1 0,0-1-1 16,-3 2-2-16,-6 0-6 0,-2 3-12 16,-8 3-18-16,-10 0-36 0,-10 8-64 0,-11-1-161 15,-7 4-2-15</inkml:trace>
  <inkml:trace contextRef="#ctx0" brushRef="#br0" timeOffset="-203481.23">29170 9500 316 0,'0'0'92'0,"0"0"-8"16,0 0-7-16,0 0-17 0,-3-83-7 15,3 77-9-15,0 1-10 0,0 5-8 0,0-3-5 16,1 0-5-16,10 0-1 0,7 3 0 16,8 2 1-16,10 12-1 0,4 6-3 0,4 10-2 15,3 6-5-15,2 8-1 0,-3 6-5 16,0 3 2-16,-5 5-2 0,-6 3 2 16,-9 2 2-16,-11 2-3 0,-13 2 2 15,-5 0-4-15,-17-3 0 16,-9-5 1-16,-6-6 0 0,-3-6 1 0,0-7-1 0,0-10 1 15,0-8-1-15,5-10 0 0,3-11 0 0,4-1 0 16,6-15 2-16,6-10-2 0,10-5 1 31,4-6 0-31,12-3 0 0,11 0-2 16,6 4 1-16,2 5-2 0,3 9-1 16,-1 4-1-16,-1 10-4 0,-2 3-6 0,-1 4-9 15,-1 7-12-15,-4 6-15 0,-1 7-22 16,-8 4-30-16,-4 5-49 0,-5 2-117 0</inkml:trace>
  <inkml:trace contextRef="#ctx0" brushRef="#br0" timeOffset="-203130.38">28966 10695 685 0,'0'0'26'0,"0"0"-1"16,0 0 5-1,0 0 1-15,0 0-6 0,0 0-6 16,0 0-7-16,0 0-5 0,0 0-1 0,-31-9 2 16,52 8-1-16,15-1 0 0,19-1-2 15,12-2-2-15,13-1-1 0,11 2 1 16,12-3 0-16,8 3 0 0,6 1 1 15,1 3-1-15,-5 0 0 0,-7 0 0 0,-13 4-4 16,-12 4 1-16,-14 0-1 0,-12-2 0 16,-16 0 0-16,-13-2 0 0,-12-1-1 0,-8-1 1 15,-6-2-2-15,0 0-3 0,0 5-6 16,-17 1-16-16,-7 4-24 0,-12 4-45 16,-3-2-135-16,-1 3-79 0</inkml:trace>
  <inkml:trace contextRef="#ctx0" brushRef="#br0" timeOffset="-202713.57">29028 11260 688 0,'0'0'43'0,"0"0"-11"0,0 0 4 16,0 0-9-16,0 0-2 0,0 0-4 15,0 0-6-15,0 0-4 0,0 0-1 16,0 0-1-16,81-68-1 0,-39 87 2 0,0 9-6 16,0 5 2-16,0 6-4 0,-5 7-3 0,-2 5 1 15,-6 4-2-15,-6 6 1 0,-7 2-1 16,-7 3 1-16,-7-2-1 0,-2-1 0 15,-12-3 5-15,-7-6-3 0,-9-7 3 16,-4-4-2-16,-5-10-2 0,-2-7 0 16,0-9 1-1,1-8 0-15,6-7 1 0,5-2-2 16,7-11 2-16,7-8-2 0,10-3 1 0,3-6-1 16,13-1-1-16,10-1 1 0,7 1-8 15,6 4 1-15,2 3-8 0,1 4-5 16,1 6-15-16,0 6-28 0,-3 0-44 15,1 6-97-15,-6-3-95 0</inkml:trace>
  <inkml:trace contextRef="#ctx0" brushRef="#br0" timeOffset="-202214.61">29685 11457 675 0,'0'0'51'0,"0"0"-5"0,0 0-1 0,94-84-11 16,-63 69-8-16,4 5-6 0,1 4-5 31,3 3-3-31,-1 3-6 0,-5 5-3 16,-3 9-3-16,-5 4 1 0,-6 9-3 16,-5 3 3-16,-6 6-1 0,-7 7 0 0,-1 2-1 15,-7 2 1-15,-9 0-1 0,-2-1 2 16,-5-2-3-16,-3-3 3 0,0-3 2 0,-1-5-4 15,0-4 5-15,5-8-3 0,4-6-1 16,8-7 0-16,7-5 1 0,3-3-2 16,0 0 1-16,0-12 2 0,6-9-7 15,10-13 6-15,9-3-4 0,7-8 3 16,2-2 3-16,5 2-2 0,-3-2 0 0,-1 3 0 16,-5 1 2-16,-4 7 0 0,-5 5 3 0,-5 12 1 15,-9 6 2-15,-3 9 1 0,-4 4-1 16,0-1-2-16,0 1-2 0,2-2-4 15,-2 2 0-15,0 0 0 0,0 17-2 16,-2 8 2-16,-2 13-2 0,0 6 1 16,2 3 0-16,2 2 0 0,0 0-2 0,3-2 3 15,7 0 2 1,7-2-3-16,5-4 2 0,5-4-4 16,10-6-1-16,3-5 0 0,8-7-3 15,4-9-3-15,3-7-4 0,1-3-7 16,2-11-8-16,-3-7-15 0,-6-7-33 15,-3-4-81-15,-9-4-157 0,-5-3-3 16</inkml:trace>
  <inkml:trace contextRef="#ctx0" brushRef="#br0" timeOffset="-197981.52">5797 17020 99 0,'0'0'1'0,"0"0"7"0,0 0 4 16,0 0 10-16,0 0 11 0,6-79 7 16,-5 76 14-16,2-3 7 0,-2 1 8 0,-1 5 5 15,0-1-1-15,0 1-11 0,0 0-12 16,2-3-13-16,-2 3-9 0,0-1-7 16,0-1-8-16,0 2-3 0,0-1-4 15,1 1 2-15,2 10 6 0,0 15 2 0,3 7 0 16,3 11-2-16,1 12-5 0,0 7 8 15,-1 8 4-15,-1 11-3 0,1 3 0 0,-2 6-13 16,-1 1-4-16,2 2 4 0,-2 1 2 31,0 1 0-31,0 3-2 0,0-7 3 16,1-7-4-16,-1-7-3 0,-2-13-2 0,3-10 0 16,-1-4-1-16,-1-12 1 0,0-9 0 15,-2-11-1-15,-3-12-2 0,0-6-8 16,0 0-12-16,7 0-37 0,-2 0-59 15,2-4-178-15,3-13-17 0</inkml:trace>
  <inkml:trace contextRef="#ctx0" brushRef="#br0" timeOffset="-197646.81">5733 17538 643 0,'0'0'46'0,"0"0"7"0,19-87-11 0,-4 60-8 16,2 4-13-1,3 3-4-15,8 2-2 16,2 6 1-16,2 5-4 0,5 4-1 0,-2 3-3 16,3 6-2-16,-2 3-3 0,-1 9 0 15,-5 2 2-15,2 4-4 0,-6 3 2 16,-5 2-4-16,-6 3 1 0,-1 0-2 15,-8 0 3-15,-6-2-1 0,0 0 1 0,-14-2 0 16,-4-4 1-16,-6-2-4 0,-5-3 0 16,-3-2-5-16,2-5-2 0,-2-6-6 0,0-2-9 15,12-4-15-15,1 0-18 0,0-6-34 16,9-6-80-16,-3-8-118 0</inkml:trace>
  <inkml:trace contextRef="#ctx0" brushRef="#br0" timeOffset="-197113.68">6361 16874 346 0,'0'0'73'16,"0"0"-10"-16,0 0-12 0,0 0-16 0,0 0-8 15,0 0-4-15,0 0-1 0,0 0 3 16,0 0 0-16,-16-92 3 0,32 72-2 15,0 3-1-15,4 1-4 0,-1 0-4 16,4 4-5-16,0 4-5 0,0 1-2 0,-1 7-3 31,1 0 0-31,2 11 2 0,-2 4-3 16,-1 6 1-16,-2 8 0 0,-2 3-3 0,-3 4 4 16,-5 4-4-16,-1 1 2 0,-8-1-2 15,-1-3 2-15,-3 0-2 0,-11-4 2 16,-1-3 0-16,-6-2 0 0,-4-4-1 15,1-4 2-15,3-5-2 0,4-7 1 0,8-4-1 16,6-1 1-16,3-3 0 0,-1 0 1 16,1 0-1-16,0 0 1 0,4 0-1 0,18-1 1 15,10-4-2-15,13-1 1 0,4 0-1 16,0 2-1-16,3-1 1 0,-4 2-2 16,-2 3-1-16,-4-5-4 0,-2 5-7 15,-8 0-19-15,-10 0-41 0,-2 0-95 0,-8 0-135 16</inkml:trace>
  <inkml:trace contextRef="#ctx0" brushRef="#br0" timeOffset="-196698.03">8158 17662 622 0,'0'0'68'0,"0"0"-8"15,0 0-10-15,0 0-10 0,0 0-11 0,0 0-5 16,0 0-7-16,0 0-2 0,0 0-3 16,-15-30-2-16,20 25 1 0,14 2-2 15,10 2 0 1,14 1-1-16,5 0-4 16,7 0 1-16,0 0-4 0,-1 0-5 0,-4 1 4 15,-1 5-3-15,-7-2 4 0,-6 0 1 16,-10-2-7-16,-10-2-1 0,-7 2-4 0,-5 0-2 15,1-1-10-15,-5 6-21 0,-6-1-39 16,-14-6-51-16,-11 1-93 0,-2-1-75 16</inkml:trace>
  <inkml:trace contextRef="#ctx0" brushRef="#br0" timeOffset="-196446.87">8102 17879 760 0,'0'0'58'16,"0"0"-5"-16,0 0-10 0,0 0-10 31,0 0-14-31,0 0-6 0,0 0 4 16,0 0-6-16,0 0 2 0,29-6-10 0,9 16-3 16,6 3 0-16,4 2 0 0,4 0 0 15,0 1 0-15,2 0 0 0,-2-2 0 16,-3-1 0-16,-6 0 0 0,-5 1 0 0,-6-7 0 15,-8 2-23-15,-8-3-12 0,-7-1-20 16,-5-4-51-16,-4-1-197 0,-6-7-27 16</inkml:trace>
  <inkml:trace contextRef="#ctx0" brushRef="#br0" timeOffset="-195681.31">10314 17841 262 0,'0'0'59'0,"0"0"-2"16,0 0-6-16,0 0-7 0,0 0-2 16,0 0-2-16,0 0-1 0,0 0 2 0,0 0-3 15,0 0-7-15,-66-63-3 0,66 63-8 16,-2-2-3-16,2 2 1 0,0-2-3 16,-1 2-2-16,1-2-3 0,-2 0-3 0,2 1 0 15,0 1 4-15,0-2 0 0,0 2 4 16,15 0 4-16,11 0-7 0,12 0 5 15,12-5-2-15,8-2-7 0,13-1 2 0,11-4-4 16,1 4-1-16,7-3 0 0,-2 1 1 31,-6 6-2-31,-4 2 0 0,-14 2-1 16,-9 0-1-16,-17 4-3 0,-14-3 0 0,-11 0 3 16,-7 1 2-16,-6-2 4 0,0 0 1 15,0 0 1-15,0 0-10 0,0 0 0 16,-6 0 0-16,-8 0 0 0,-4 0 0 0,4 0 0 15,-1-3 0-15,12 3 0 0,-2 0-14 16,0 1-5-16,-2 5-13 0,3 6-26 16,2 1-64-16,2-6-183 0,0 1-19 0</inkml:trace>
  <inkml:trace contextRef="#ctx0" brushRef="#br0" timeOffset="-195330.22">11700 17556 576 0,'0'0'46'0,"0"0"5"0,0 0 4 15,0 0-11-15,0 0-7 0,0 0-10 16,0 0-4-16,0 0-7 0,0 0-5 0,20-43-1 15,-20 41-4-15,0 0-1 0,0 1-1 16,0 1 0-16,0 0 1 0,0 0 4 16,0 13-3-16,0 8 1 0,-3 8-1 0,3 5-1 15,0 3 0-15,0 6 3 0,3 3-4 16,1 5 1-16,1 4 0 0,3 1 1 16,3 0 0-16,0-6-2 0,7-2-1 0,0-14-5 15,2-5 4-15,2-8 1 0,1-11-2 16,0-9-2-16,2-2-5 0,-3-18-9 15,-1-6-5-15,-2-3-17 0,-4-2-25 0,-4-5-54 16,-2 0-119-16,-3-11-76 0</inkml:trace>
  <inkml:trace contextRef="#ctx0" brushRef="#br0" timeOffset="-195064.62">11489 16993 563 0,'0'0'64'0,"0"0"-3"15,0 0-9-15,0 0-17 0,0 0-13 16,0 0-11-16,76-26-7 0,-66 29-3 15,-5 3-2-15,1 0-1 0,-6 5-6 0,0 4-17 16,-6 0-36-16,-6 5-66 0,-5-7-169 31,4-5 3-31</inkml:trace>
  <inkml:trace contextRef="#ctx0" brushRef="#br0" timeOffset="-194547.84">12355 17259 668 0,'0'0'45'0,"0"0"3"0,0 0-2 0,7-79-11 15,-1 71-10-15,-5 5-10 0,1-1-5 16,-1 1-5-16,2 3 0 0,4 1-2 15,4 14 0-15,3 9 10 0,-2 11 5 0,-1 5-6 32,-4 10 6-32,-2 4-16 0,-4 3-3 15,2 0 4-15,0 1 0 0,-3-3 2 16,1 2-2-16,1 1 0 0,-1 1 0 16,2-3 3-16,1-3-1 0,-1-7-2 0,0-14-2 15,0-13-1-15,-3-10 5 0,0-9-2 16,4 0-1-16,4-12-2 0,3-8-2 0,5-9 4 15,1-6-6-15,2-2 1 0,0-3-4 0,4 0-2 16,1 3 8-16,0 2-4 16,-1 8 4-16,3 7 0 0,1 8 0 0,-1 9 1 15,-2 3 0-15,0 12 2 0,1 8-1 16,-4 6 3-16,-3 6-3 0,1-2 1 16,-8 4 3-16,1 0 2 0,-5 4 3 0,-1 2-2 15,-2-2-8-15,-1-14 0 0,-1-9 0 16,-1-4 0-16,1-7 0 0,-2 1 0 15,1 1 0-15,-1-6 0 0,0 0 0 0,0-2 0 16,0-3-14-16,0-9-36 0,-6-7-46 31,-1-7-130-31,-6-10-99 0</inkml:trace>
  <inkml:trace contextRef="#ctx0" brushRef="#br0" timeOffset="-192514.72">25644 11023 139 0,'0'0'45'16,"0"0"0"-16,0 0-2 0,0 0-3 15,0 0 0-15,0 0 0 0,0 0 1 16,0 0-4-16,0 0-1 0,0 0-6 0,-24-23-4 15,22 22-2-15,1 1-7 0,-1-2 0 16,1 2-3-16,1-1-4 0,-2 1-1 16,2 0 2-16,0-3 1 0,13 1 0 0,11-3 0 15,9 1-3-15,5 1-4 0,8 0 0 16,2 1 0-16,3 1 2 0,4 1 0 16,-2 0 0-16,-1 0-1 0,-5 1-1 0,-5 3 1 15,-7-2 0-15,-11 1 1 0,-3-1-1 16,-10-2-1-16,-6 0 1 0,1 1-1 15,-6-1 0-15,0 0 2 0,0 0 2 0,1 0 1 16,1 0-2-16,-2 0-2 0,0 2-4 31,0-2-1-31,-15 0-2 0,-7-2 1 16,-8-1-1-16,-3 0-1 0,-2 2 1 0,-4 0-1 16,-4 1 1-16,-2 0 1 0,-3 0-1 15,0 0 1-15,-2 0-1 0,2 0-1 16,0 0 2-16,5 0-1 0,2 0 1 0,7 0 0 15,11 0 0-15,2 0 0 0,8 0 1 16,3 0-2-16,-2 0 2 0,7 0 1 16,0 0 0-16,5 0 0 0,-1-2 0 0,1 2-1 15,-1 0-1-15,-1 0 0 0,1 0 0 16,-1 0 1-16,1 0 0 0,1 0 0 16,-2 0 1-16,2 0-2 0,-1 0 1 0,1 0 0 15,0 0 2-15,0 3 1 0,10 0 1 16,12-2-2-16,9-1 0 0,11 0-1 15,10-3-1-15,8-3-1 0,5-1 0 0,3-1 0 16,-2 0 0 0,-1 3 0-16,-5 0 1 15,-7 2-1-15,-7 3-3 0,-5 0 0 16,-8 0-3-16,-10 0-4 0,-1 3-14 0,0 6-32 16,-1 2-73-16,5 1-175 0,-8-2-1 15</inkml:trace>
  <inkml:trace contextRef="#ctx0" brushRef="#br0" timeOffset="-185913.83">11706 17120 260 0,'0'0'52'0,"0"0"2"0,0 0-8 16,0 0-20-16,0 0-12 0,0 0-8 31,0 0 7-31,0 0 14 0,0 0 12 0,0 0 4 16,-67 49 0-16,58-2 3 0,-2 11-13 16,-1 12-4-16,-1 2-9 0,2 3-14 15,-1-3 0-15,-1-3-3 0,4-5 2 0,2-5-1 16,4-10 1-16,3-9 0 0,0-8 2 15,10-9-3-15,6-14-4 0,6-7 1 16,7-8-8-16,9-15-1 0,5-13 2 0,5-6-5 16,2-11-2-16,-2-5 1 0,-5-6-2 15,-8-2 5-15,-12-6 3 0,-10 0 6 16,-13 0-8-16,-1 3-1 0,-14 8 8 0,-5 9-4 16,-3 12 11-16,0 12 4 0,-2 13-3 15,1 8-2-15,-1 5-1 0,-2 17-2 16,1 10 2-16,-1 10 10 0,1 7-5 0,2 4 4 15,4 5-6-15,5-1-10 0,2 0 3 16,6-7-1-16,4-2 0 0,3-8 1 31,3-8 0-31,4-4 0 0,2-11 1 0,2-8-2 16,5-4 2-16,2-3-1 0,6-10 0 16,-2-10 1-16,-5-4-3 0,-1-7 1 15,-4-4-1-15,-6-3 2 0,-5-4 0 0,-1-4-15 16,-7-3 7-16,-5 7-4 0,-2 3 5 15,5 14 12-15,2 11-3 0,1 15-1 16,-4 6 0-16,1 19 11 0,-4 15-2 0,3 13 6 16,3 9-6-16,2 5-7 0,1 0-2 15,3 5-2-15,1 1 4 0,0-6-3 16,0-1 5-16,0-4 3 0,1-4 0 0,8-10-2 16,0-3-2-16,3-8-5 0,2-12-1 15,-6-6 5-15,7-14 2 0,1-5 0 16,2-18-3-1,5-8-6-15,-5-13-4 0,2-4-3 0,-5 0 4 0,-4 4-2 0,1 5 8 16,-1 7 1-16,-2 6-2 0,-2 8 0 31,-2 7-2-31,2 6 1 0,3 2 2 0,0 8 2 16,2 6-1-16,-7 12-2 0,-5 0 0 16,0 5 4-16,-8 1-1 0,-2-1 5 15,-2 0 2-15,-2 4-6 0,0-4-1 0,2-3 4 16,1-8-5-16,4-8 0 0,7-5 2 15,-3-7-3-15,-1-8-3 0,-2-9-3 16,0-5-8-16,5-6-11 0,1-4-8 0,0 2-12 16,0 3-14-16,1 4-11 0,4 6-14 15,2 8-25-15,0 3-44 0,3 0-30 16</inkml:trace>
  <inkml:trace contextRef="#ctx0" brushRef="#br0" timeOffset="-185448.09">12258 17419 299 0,'0'0'66'0,"0"0"1"0,0 0-8 16,0 0-8-16,0 0-17 0,0 0-2 31,0 0-4-31,0 0 5 0,0 0 0 0,0 0 0 16,-32-10-6-16,25 12-3 0,-3 3-5 16,7-2-4-16,2 2-3 0,1-5-1 15,0 2-1-15,9 2-2 0,12 2 0 0,14-3-4 16,14-3-1-16,7 0-1 0,11-1-2 15,1-4-2-15,-5 2-3 0,-3 3-8 16,-10 0-18-16,-11 0-33 0,-7 0-45 0,-9-3-153 16,-5-6-26-16</inkml:trace>
  <inkml:trace contextRef="#ctx0" brushRef="#br0" timeOffset="-184964.56">12803 16891 421 0,'0'0'57'16,"0"0"-10"-16,0 0-10 0,0 0-8 15,0 0-4-15,0 0-1 0,0 0-1 16,0 0 0-16,-11-82 2 0,19 76-2 0,7 0-1 16,3 4-2-16,4 2-2 15,9 0-6-15,-1 0 0 0,2 10-1 0,0 3-4 16,1 6 0-16,-7 2-5 0,3 2-1 0,-5 1 0 16,-5 2 1-16,0 1-2 0,-5 1 1 15,-5-1-2-15,-6 0 1 0,-3 1 0 16,-9-1 1-16,-8 0-1 15,-6 0 2-15,-6 1-3 0,-3-3 9 0,0 3 8 0,3-7-9 16,3-1 8-16,9-7-15 0,8-5 0 31,6-5 0-31,3 1 1 0,8 1 0 0,12 3 0 16,10-1-1-16,11-4 1 0,8-3 0 16,5 0-1-16,2 0-1 0,0 0 0 15,-4-3-2-15,-8-1 0 0,-8 2 1 0,-13 1-7 16,-9 1-7-16,-8 0-10 0,-6 0-21 15,0-3-47-15,0 3-70 0,0-3-140 16</inkml:trace>
  <inkml:trace contextRef="#ctx0" brushRef="#br0" timeOffset="-184496.93">14022 17086 667 0,'0'0'47'0,"0"0"-9"0,0 0-4 0,0 0-6 16,0 0-13-16,0 0-4 0,0 0-1 15,0 0 0-15,0 0 1 0,93-26-1 16,-53 46-2-16,4 5-4 0,-1 4 0 0,0 5 14 16,-4 3-8-16,-5 5 5 0,-7-2-6 15,-5 0-10-15,-11 1 1 0,-6-3-1 16,-5 0 2-16,-13-3-2 15,-9-6 2-15,-7-4-1 0,-4-5 3 0,-2-5-4 16,0-6 4-16,4-3-4 0,3-6-1 0,5 0 4 16,4-7-5-16,11-11 3 0,6-4-2 0,4-3-3 31,16-3 1-31,8-1 1 0,9 5-2 16,3 3-1-16,1 4-7 0,1 4-6 15,-1 3-15-15,-7 0-29 0,1 0-50 0,-7 0-169 16,-1-2-17-16</inkml:trace>
  <inkml:trace contextRef="#ctx0" brushRef="#br0" timeOffset="-184113.83">14528 16618 661 0,'0'0'45'0,"0"0"-1"15,81-23-9-15,-47 22-7 0,0 1-8 16,2 1-8-16,-1 12-1 0,1 0-2 16,-5 9-3-1,-4 1-3-15,-7 8-1 0,-7 4-5 16,-8 1 3-16,-5 8-2 0,-8 3 1 16,-12 2-1-16,-6-3 2 0,-4-4-2 15,-3-2 2-15,1-10 0 0,3-3 0 0,4-2 2 16,8-9-1-16,8 1-2 0,8-3 1 15,1-4-1-15,16 4 2 0,11-6 2 16,11-3-3-16,11-5 1 0,7 0-1 0,8 0-3 16,5-5 4-16,1 0-2 0,0 0 2 15,-3-2-1-15,-9 4-2 0,-10 1 0 16,-16-1-3-16,-9 3-7 0,-10 0-5 0,-8 0-11 16,-2 5-20-16,-4 7-27 0,-15 4-65 15,-7 6-73-15,-6-4-52 0</inkml:trace>
  <inkml:trace contextRef="#ctx0" brushRef="#br0" timeOffset="-183813.78">14064 18115 582 0,'0'0'75'0,"0"0"-8"16,0 0-19-16,0 0-13 0,0 0-11 0,0 0-2 16,-79 15-4-16,74-8 2 0,1 1-2 15,4 4-3-15,0 10 3 0,12-3-3 16,11 6 0-16,14-7-1 16,15-6-3-16,18-5-5 0,15-7 1 0,15-2-3 0,12-8-3 15,8 0 0-15,5 5-4 0,-2-1 1 16,-9 5-3-16,-10-4 2 0,-16 2-3 0,-18 3-3 15,-17 0-5-15,-17-5-2 0,-18 4-4 16,-7-7-27-16,-11-1-45 0,-8-2-82 31,-14-2-135-31,-13-2 11 0</inkml:trace>
  <inkml:trace contextRef="#ctx0" brushRef="#br0" timeOffset="-183431.17">14136 18526 800 0,'0'0'58'0,"0"0"-18"0,0 0-5 16,0 0-11-1,0 0-8-15,0 0-2 0,0 0-6 0,89-27-3 0,-49 51 1 16,2 12-2-16,0 9-1 15,-4 2-4-15,-4 4-2 0,-3 2-1 0,-8 0-1 0,-6 4-1 16,-8-5 7-16,-9-3 1 0,-3-8-7 31,-16-17 3-31,-8-8-10 0,-8-9 0 0,-4-7 6 16,-2 2 0-16,0-2 4 0,3 0-2 16,6 0 7-16,9 0 0 0,10 0 0 15,7 0 7-15,6 0-7 0,0 0 2 0,7 0 1 16,11-2-3-16,11-5 1 15,4-6-1-15,7-2-1 0,-1 8-2 0,-1 2-1 16,-3 5-1-16,-2 5-14 0,-10-1-10 0,-1 1-23 16,1 1-52-16,-9-5-90 0,8 5-113 15,-9 2 13-15</inkml:trace>
  <inkml:trace contextRef="#ctx0" brushRef="#br0" timeOffset="-182997.78">14757 18880 822 0,'0'0'58'0,"0"0"-19"15,0 0-18-15,92-67-4 16,-60 53-13-16,0 8 9 0,4 0-4 16,0 4-2-16,-1 2-5 0,-2 8-4 15,-4 4 4-15,-7 5-3 0,0 3 0 0,-7 3 1 16,-7 2 4-16,-8 2 5 0,0 5-3 15,-13-4-4-15,-5-1-6 0,-6-4-5 16,-5-8 1-16,-3-7 6 0,-1-4-2 0,1-4-1 16,7 2 2-16,12-2-1 15,7 0-1-15,6 0 5 0,-1 0 2 0,1 0 0 16,0 0 4-16,4 0-2 0,15 0 0 0,12 0 1 16,9-8-3-16,-1-1 0 0,-1-7-1 15,-5 0 3-15,-4-2-2 0,-9 6-1 16,-8 4 3-16,-6 5-3 15,-6 3 2-15,0 0 5 0,3 0-8 0,-1 3 1 0,1 0-1 16,-2 9-2-16,-1-1-2 0,0 1 3 31,-1 8 4-31,-2-11-4 0,3-3 0 0,0-1-4 16,0-5-3-16,0 1 3 0,3 1 0 16,7-1-6-16,6 2-13 0,3-1-15 15,4-2-17-15,2 0-26 0,1 0-25 0,-2 0-63 16,2 0-100-16</inkml:trace>
  <inkml:trace contextRef="#ctx0" brushRef="#br0" timeOffset="-182647.86">15500 18579 674 0,'0'0'78'0,"0"0"-11"15,0 0-14-15,0 0-19 0,0 0-4 16,0 0-4-16,0 0-6 0,0 0-1 0,0 0-7 15,0 0-2-15,88 2-10 0,-56 1 0 16,3 4 0-16,2 1 0 0,1 4 0 16,-2 0 0-1,-1 5 0-15,-3 1 0 0,-5 2 0 16,-4 3 0-16,-8-1 0 0,-9 1 0 16,-6 1 0-16,-6 1 0 0,-13 0 0 15,-7 0 0-15,-6-1 0 0,-1-1 0 0,1-5 0 16,4-1 0-16,4-2 0 0,8-8 0 15,7-4 0-15,6 2 0 0,3-5 0 16,0 2 0-16,12 4 0 16,13-2 0-16,18-1 0 0,12-3 0 0,17-7 0 0,9-9 0 15,12-3 0-15,2-1 0 0,3-3 0 16,-5-4-13-16,-12 1-61 0,-7 0-67 0,-15 1-176 16,-13-3-22-16</inkml:trace>
  <inkml:trace contextRef="#ctx0" brushRef="#br0" timeOffset="100918.55">860 6135 303 0,'0'0'9'0,"0"0"3"0,0 0 2 16,0 0-1-16,82 0 2 0,-41-1 0 15,12-5 2-15,5-2-1 0,10-1 4 16,6-2 2-16,-3-1-1 16,-3 0 2-16,-13-3-6 0,-6-2-2 0,-3-3-1 15,-5-2 1-15,-5-6 1 0,-1-4 1 0,-5-3-5 16,0-4 3-16,-1-4-4 0,-1-4 0 0,-1-3-1 15,-4-1-3-15,2-1 1 0,-2 4-4 16,-1 3 0-16,1 9-3 0,-3 9-3 31,2 8-1-31,-1 9-1 0,0 8-1 16,-1 2 2-16,0 12 1 0,1 11 0 16,0 6 1-16,1 5 0 0,0 5 1 0,4 2-2 15,1-1 2-15,2-1-1 0,0-4 2 0,4-3-1 16,-4-6 1-16,-3-5-1 0,0-5 1 15,0-3 1-15,-4-7 3 0,1-5 3 16,0-1 1-16,3-13-1 0,6-9-1 16,1-11-2-16,6-11-2 0,2-12 0 15,8-10-2-15,1-9 3 0,3-7-3 0,3-6-1 16,3-7 2-16,2-2-3 0,4 2 2 0,-4 2 3 16,-5 14-4-16,-4 15 3 0,-10 17-4 15,-4 15-1-15,-8 14-3 0,-2 9-4 16,-5 6 0-16,-3 3-4 15,-1 8-11-15,-2 6-21 0,-2 4-29 0,-8 1-53 16,3 2-120-16</inkml:trace>
  <inkml:trace contextRef="#ctx0" brushRef="#br0" timeOffset="102186.16">552 5974 224 0,'0'0'28'0,"0"0"-5"0,0 0-6 0,0 0-6 16,0 0 5-16,7-79-2 0,2 63 6 0,4 0 3 31,-1 1 3-31,-5 5-3 0,6-1 0 0,-3 2-3 16,3 1-1-16,0-1 3 0,3 5-2 16,1 4-1-16,2 0-3 0,8 0-5 15,1 6-4-15,2 4 0 0,-2 2-2 16,9 2 0-16,1 4 2 0,4 0 4 15,7 6 0-15,10-2 6 0,8 1-10 0,8-2-4 16,6 0-2-16,-4-1-2 0,-5-3 6 0,-10-5-2 16,-7-1 0-16,-7-7 2 0,-5-4 1 15,-2-3 5-15,-4-13 2 0,-2-9 3 16,1-11-2-16,3-10-6 16,2-15 2-16,2-10-7 0,8-14 4 0,2-11 1 15,9-6-2-15,2-7 2 0,7-3 0 0,5 0-4 16,0 4-2-16,-5 11 3 0,-9 14-4 0,-9 16 2 15,-12 17-2-15,-7 16-1 16,-13 13-2-16,-10 10-37 31,-5 8 1-31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7T03:03:47.5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4409 1328 397 0,'0'0'78'0,"0"0"-12"0,0 0-7 16,0 0-7-16,0 0-7 0,0 0-8 0,0 0-7 31,0 0-8-31,0 0-7 0,4-43-7 0,-4 45-3 0,-4 12-3 0,-2 10 2 15,-3 9 1-15,5 4-2 0,-3 5-1 16,1 5-3-16,0 3-1 0,5 4 0 16,1 0-1-1,0-2 0-15,0-4 2 0,7-5-1 16,9-5 11-16,0-5 1 0,2-5-2 0,3-7 1 16,2-5-9-16,0-5 0 0,0-6 0 15,2-5-1-15,2-3-2 0,1-8-13 16,-2-7-13-16,-2-5-20 0,-4-1-45 15,-5-4-66-15,-3 3-131 0</inkml:trace>
  <inkml:trace contextRef="#ctx0" brushRef="#br0" timeOffset="333.12">4119 657 456 0,'0'0'58'0,"0"0"-9"15,0 0-11-15,0 0-7 0,0 0-6 16,6-84-4-16,3 74-3 0,-3 5-6 0,7 4-4 16,-6-1-6-16,3 2-2 15,-1 2-1-15,-5 6 0 0,-1 5 0 0,-3 2-1 16,-6 4 0-16,-5-4-1 0,-4-3 3 0,-5-2-2 15,5-4 4-15,-5-4 0 0,3-2-1 16,-2-5 1-16,-1-5-1 0,10-1-2 16,2-3-1-16,4 5-4 0,4-1-3 15,0-1-3-15,0 4-15 0,0-1-13 16,7 3-30-16,2 3-41 0,1 2-94 0</inkml:trace>
  <inkml:trace contextRef="#ctx0" brushRef="#br0" timeOffset="851.11">4814 716 580 0,'0'0'64'0,"0"0"-14"16,0 0-15-16,0 0-9 0,0 0-8 0,0 0-2 16,0 0-5-16,0 0-2 0,0 0-2 0,0 0-1 15,24 62-3-15,-24-7 0 0,0 12-2 16,0 10 0-16,-3 11 5 0,0 6-3 16,2 2-1-16,1-2-1 0,0-4-7 15,0-10 1-15,4-10 1 0,2-13 2 16,0-12 0-16,4-12 1 0,-6-13 1 0,1-9 3 15,-4-7 1-15,2-4 1 0,4-4 1 0,5-12 0 16,2-7-2-16,2-5 1 0,-1-9-1 31,0-2-1-31,0-4 0 0,1 1 0 16,0 2-1-16,1 2-1 0,1 6 0 16,-1 5-1-16,-7 9-1 0,4 7 0 15,-2 8-1-15,2 3-2 0,1 9 1 0,-3 9 1 16,-1 9-1-16,-1 4 2 0,-1 6-1 0,1 4 0 15,-1 2 0-15,-2 2 1 0,0-3 0 16,2-2 0-16,-2-5 1 0,2-5-2 16,-1-6 1-16,-2-9 1 0,0-1 0 15,-2-6 1-15,-2-5 0 0,1 1-1 16,-3-4 0-16,0 0-1 0,0 0-3 0,1 0-4 16,1 2-17-16,2-2-25 0,0-5-57 0,-1-7-112 15,1-5-80-15</inkml:trace>
  <inkml:trace contextRef="#ctx0" brushRef="#br0" timeOffset="1100.08">4477 1027 586 0,'0'0'67'16,"0"0"-18"-16,0 0-14 0,0 0-13 0,0 0-8 16,0 0-2-16,0 0 3 0,0 0-6 0,108-62-1 15,-60 50-5-15,4 1-4 0,3 2-2 16,1 3-7-16,-2 3-29 0,1 2-45 16,-3 1-215-16,-9 0-21 0</inkml:trace>
  <inkml:trace contextRef="#ctx0" brushRef="#br0" timeOffset="1766.52">5706 645 453 0,'0'0'75'16,"0"0"-13"-16,0 0-11 0,0 0-12 0,0 0-6 15,20-78-8-15,-8 69-6 0,6 3-2 16,10 2 1-16,2 2-7 0,5 2 2 16,4 6-2-16,4 7-2 0,-1 2-4 15,-1 6-2-15,-1 3-3 0,-5 6 0 16,-3 4 1-16,-6 7-3 0,-9 5 1 0,-4 4-1 15,-10 4 0-15,-3 2 3 0,-11-1-1 0,-8-2 3 16,-4-5 3-16,-5-5-1 0,-2-9 0 16,1-9-3-16,0-8-1 0,0-11 0 31,3-6 0-31,6-8-6 0,1-10 0 16,9-4 0-16,4-6-2 0,6-2 6 15,4-1-4-15,11 3 1 0,8 5-1 0,3 4 0 16,6 7-2-16,1 9-4 0,2 3-13 0,1 11-13 15,0 10-35-15,0 7-44 0,-3 5-165 16,-4 5 8-16</inkml:trace>
  <inkml:trace contextRef="#ctx0" brushRef="#br0" timeOffset="2184.37">5606 1680 498 0,'0'0'58'16,"0"0"-6"-16,0 0-7 0,0 0-8 0,0 0-9 16,0 0-12-16,0 0-2 0,0 0 0 0,0 0 2 15,0 0 2-15,100-3-5 0,-35 0-3 16,13 0-2-16,6-2-2 0,3-1-1 16,4 0-1-16,0-2-4 0,-3 0 1 15,-7 1-1-15,-7 2 2 0,-12-2 1 16,-13 4-2-16,-10 0-1 0,-14 2-1 0,-12 1 1 15,-6 0-1-15,-7 0 1 0,0 0-2 0,0 0-1 16,0 0-4-16,0 0-8 0,-10 4-18 31,-3 7-25-31,-7 6-92 0,-3 1-151 16</inkml:trace>
  <inkml:trace contextRef="#ctx0" brushRef="#br0" timeOffset="2583.08">5462 2421 686 0,'0'0'42'0,"0"0"-2"15,0 0-4-15,0 0-11 0,46-80-5 16,-27 71-5-16,5 8-3 0,5 1-3 15,3 6-2-15,3 9-3 0,2 9-1 16,-2 3-3-16,-2 4 1 0,-3 6-2 16,-4 5 7-1,-5 5 4-15,-7 3-5 0,-4 2 3 16,-7 1-11-16,-3 2-4 0,-7-2 5 0,-7 0-3 16,-5-3 3-16,-6-4 0 0,-4-8 0 15,-1-8 1-15,-2-6 0 0,-1-8 1 16,1-7 1-16,3-8 2 0,6-1-1 15,7-13-1-15,3-9 0 0,9-8-2 16,4-5-1-16,6-3 2 0,11 0-2 0,6 5 1 16,7 5 0-16,2 7-2 0,4 9 0 0,2 6-4 15,0 5-8-15,0 1-10 0,-3 8-18 16,-6 2-33-16,0 2-70 0,-6-2-149 16,0 0 4-16</inkml:trace>
  <inkml:trace contextRef="#ctx0" brushRef="#br0" timeOffset="2883.12">6278 2105 741 0,'0'0'39'0,"0"0"1"16,0 0-11-16,0 0-11 0,0 0-6 0,0 0-4 15,0 0-1-15,0 0 0 0,0 0-4 16,0 0-1-16,79 122 0 0,-75-68-3 16,-1 4 2-16,-2 4-2 0,-1 0 5 15,3 1 5-15,3-1-5 0,0-3 4 0,5-4-10 16,-1-8 0-16,2-5 0 0,7-9 1 16,-3-5 0-16,1-7-1 0,3-9 0 0,2-9-2 15,0-3-4-15,-1-6-7 0,0-7-9 16,0-6-17-16,1 1-32 0,-6-5-90 15,4 1-141-15</inkml:trace>
  <inkml:trace contextRef="#ctx0" brushRef="#br0" timeOffset="3133.27">6358 2419 634 0,'0'0'52'0,"0"0"-1"16,0 0-3-16,0 0-8 0,0 0-6 0,0 0-8 16,0 0-7-16,107 8-5 0,-62-8-4 0,4 0-2 15,0-4-4-15,-1-3-3 0,1 3-1 16,-10-1-1-16,-1 2 0 0,-8 2 1 16,-8-1-2-16,-12 2-2 0,-3 0-2 15,-7 0-4-15,0 0-3 0,0 0-4 0,3 0-5 16,-3 0-12-1,0 0-21-15,0 0-61 0,-4 2-192 0,-8-1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7T03:13:34.4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6630 17230 480 0,'0'0'-9'0,"0"0"4"0,0 0 8 15,0 0 4-15,0 0 1 0,0 0 3 16,0 0 0-16,0 0 0 0,0 0-2 31,-38 30 2-31,35-25-7 0,2-1-3 16,1-4-6-16,-3 0-13 0,3 3-22 16,4 2-81-16,5-3-112 0</inkml:trace>
  <inkml:trace contextRef="#ctx0" brushRef="#br0" timeOffset="23051.28">4618 982 477 0,'-85'13'12'0,"4"2"0"15,6-1 3-15,8-3 8 0,11-5 5 16,14-6 3-16,10 0-4 0,12-3-5 0,16-9-9 16,4-9-7-16,20-10-3 0,19-13-2 15,17-3 0-15,21-5 1 16,14-1 2-16,12 2-1 0,7 1 2 0,2 4-2 0,0 7-1 15,-4 2 1-15,-8 7-2 0,-6 3 2 16,-9 5 1-16,-6 6-2 0,-7 7-1 31,-9 4 0-31,-5 5-2 0,-2 5-1 0,-9 8-1 16,-8 7 0-16,-6 4 0 0,-10 6-1 16,-10 7 0-16,-13 4 1 0,-1 6-1 0,-22 9 2 15,-14 9-1-15,-10 10 2 0,-14 8 2 16,-10 9 6-16,-8 3 1 0,-6 1-1 15,-4-5-1-15,2-6-3 0,1-8 3 16,5-7-2-16,11-9-1 0,11-11-2 0,17-11-2 16,13-14 1-16,15-13-2 0,8-6 2 15,9-6 0-15,17-9 2 16,16-15 1-16,22-13-1 0,10-15 3 0,17-7-1 16,8-7 1-16,5-6 1 0,6-1-1 0,5 4-6 15,-1 2 0-15,-2 9-3 0,-3 9-1 16,-4 13 5-16,-8 11 1 0,-4 12-1 0,-9 11-1 15,-8 9-1-15,-11 14-2 0,-13 12 6 16,-10 10-3-16,-17 10-1 16,-16 8-1-16,-9 8-7 15,-24 9 0-15,-18 5 3 0,-14 3 3 16,-16 6 2-16,-12-1 10 0,-11 1 2 16,-7 1-3-16,-5-1 3 0,-3 3-12 15,6-4 2-15,9-5 1 0,11-6 2 0,12-12 8 16,17-7-6-16,15-11 3 0,17-10-6 15,16-6-6-15,13-10 1 16,18-7 0-16,16-8 3 0,17-8-1 0,14-5 2 0,13-15 0 16,16-11-5-16,7-6-5 0,8-8 5 15,1-2-4-15,-2 1 9 0,-4 2 2 16,-8 4-2-16,-8 7 2 0,-12 7-4 0,-9 12 1 16,-14 10-1-16,-12 4-3 0,-12 16 2 15,-16 10-2-15,-10 11-1 16,-10 8-2-16,-22 9 9 0,-15 5 3 0,-11 4-2 15,-8 1 4-15,-7-1-8 0,-3-2 1 0,2-6 2 16,3-6 1-16,7-8 3 0,9-12 2 16,17-12 5-16,15-7 0 0,14-11-1 0,9-12-5 31,20-13-3-31,18-11-1 0,21-5 0 16,26-2 0-16,19-1-1 0,17 2 0 0,17 2-1 15,12 3-3-15,13 3-15 0,2 1-44 16,10 4-175-16,-2-3-77 0</inkml:trace>
  <inkml:trace contextRef="#ctx0" brushRef="#br0" timeOffset="30017.95">10947 1182 42 0,'0'0'24'16,"0"0"-2"-1,0 0 2-15,0 0 2 0,0 0 9 16,0 0 4-16,0 0 0 0,0 0-1 16,0 0-12-16,0-8 0 0,0 7 0 0,0 1-2 15,0-2 10-15,0 2 1 16,0 0-3-16,0 0 1 0,0 0-6 0,0 0-4 15,0 0-1-15,0 0-3 0,0 0-6 16,0 0 3-16,0 5 0 0,0 7 0 0,0 9 0 16,2 10-3-16,1 4-4 0,0 6-3 15,1 4-3-15,2 10-1 0,0 6-1 0,1 8 0 16,2 8 0-16,-2 3 0 16,2 4 12-16,-1 0-2 0,1 4 0 0,0 2-2 15,-2 1-10-15,0-4-2 0,2-7 3 16,-2-7 0-16,-1-9 4 0,4-8 4 0,-3-9-3 15,2-9 6-15,-2-10-10 0,0-9 1 16,-4-9-1-16,2-2-1 0,-4-5-1 0,2 0 0 31,0 0 2-31,-3-3-1 0,0 0-3 16,0 0-10-16,0 0-17 0,0 0-35 16,0 0-46-16,-3 0-105 0,-3-2-67 15</inkml:trace>
  <inkml:trace contextRef="#ctx0" brushRef="#br0" timeOffset="31584.52">11267 1494 541 0,'0'0'38'0,"0"0"-6"0,0 0-6 0,0 0-8 16,0 0-1-16,0 0-5 0,0 0 0 15,0 0-2-15,0 0-4 0,0 0-3 0,-40 100-2 16,20-60-4-16,-3 6 0 0,-5 0-3 16,-2 1 2-16,-5-2 14 0,0-1-1 15,-1-3 0-15,4-6 0 0,3-6-11 16,9-11 0-16,7-9 3 0,10-4 1 15,3-5 0-15,-1 0 2 0,1-2-1 0,1-11 1 16,8-9 0-16,6-3-10 0,2 0-2 0,1 5 1 31,3 7 3-31,-1 5 11 0,3 8 4 16,2 2 13-16,2 14-1 0,4 9-1 16,-1 5-2-16,3 7-16 0,-1 2-3 15,1 7-1-15,0 1 1 0,-1 1-2 0,0 1 4 16,0-2-5-16,0-6 1 0,-2-5-2 15,0-6-1-15,-1-5-4 0,-4-5-7 0,1-3-20 16,2-5-27-16,-2-6-66 0,1-2-177 16,-4-4 25-16</inkml:trace>
  <inkml:trace contextRef="#ctx0" brushRef="#br0" timeOffset="31851.4">11917 2272 706 0,'0'0'42'16,"0"0"-4"-1,0 0-9-15,0 0-13 0,79-82-3 16,-66 74-8-16,-5 4-2 0,-4 3-1 16,-4 1-2-16,3 0 0 0,2 0 0 0,0 5-2 15,-1 5 0-15,-4 0 0 0,0 1-3 16,0-5 2-16,0 5 1 0,0-7-1 15,0 1 2-15,-1 1-3 0,1-6-5 16,0 0-5-16,-2 0-15 0,1-3-17 0,1-9-33 16,0-6-50-16,0 1-80 0,6-6-61 15</inkml:trace>
  <inkml:trace contextRef="#ctx0" brushRef="#br0" timeOffset="32351.29">12547 1514 736 0,'0'0'32'0,"0"0"-8"0,0 0-8 16,0 0-4-16,0 0-6 0,0 0-2 15,0 0-2-15,0 0 1 0,0 0-2 0,0 0 0 16,36 114 0-16,-24-54-2 0,-2-1 0 15,-3-1 12-15,0 1 0 0,-4-2-2 0,0 0 0 16,-1 0-10-16,-1-2-2 0,1-3 4 16,-1-6-2-16,2-4 0 0,0-10 0 15,0-12 0-15,-2-8-1 0,2-7 1 16,-3-5 1-16,0 0 0 0,1-1-1 16,-1-16-4-16,0-12 0 0,0-16-4 0,-5-10 0 15,-7-7 1-15,-4-8-13 0,-4-8 2 0,-2-4 3 16,1-7 2-16,3-2 16 0,1 3 2 15,7 8-1-15,4 10 1 0,6 15-1 16,0 13-1-16,9 13 0 0,9 9-1 16,6 11 0-1,6 6 0-15,10 3 0 0,4 3 0 16,5 5 2-16,6-1 2 0,3-1 1 16,7-1 2-16,-2-5 0 0,-2 0-1 0,-3 0-2 15,-9-3-2-15,-10-2-2 0,-7 2 0 16,-12 0 0-16,-8 0-1 0,-8 3 1 15,-4 0-4-15,0-1 0 0,0 1-8 16,0 0-10-16,-2 0-15 0,-16 0-19 0,-5 7-35 16,-9 8-61-16,-1 6-133 0</inkml:trace>
  <inkml:trace contextRef="#ctx0" brushRef="#br0" timeOffset="32567.78">12443 1921 686 0,'0'0'32'0,"0"0"-13"0,0 0-7 16,0 0-7-16,97-27-2 0,-52 18 7 16,3 1-1-16,2 1-2 0,-2 1-5 15,2 1 0-15,-7 2-3 0,-2 2-4 0,-5 1-4 16,-4 0-12-16,-6 4-26 0,-8 6-16 15,-7 6-42-15,-9 5-86 0,-4 5-68 0</inkml:trace>
  <inkml:trace contextRef="#ctx0" brushRef="#br0" timeOffset="32735.39">12567 2428 679 0,'0'0'50'0,"0"0"2"0,0 0-12 16,87 2-12-16,-55-2-10 0,3 0-8 15,2 0-3-15,4 0-4 0,1 0-2 16,-2 0 0-16,5 3-4 0,-3 0-2 16,-1 0-9-1,0 2-17-15,-6-4-44 0,3 0-113 16,-5-1-127-16</inkml:trace>
  <inkml:trace contextRef="#ctx0" brushRef="#br0" timeOffset="33217.75">15435 1372 550 0,'0'0'56'0,"0"0"-16"15,0 0-12-15,0 0-11 0,0 0-7 0,0 0 5 16,0 0 0-16,0 0 0 0,0 0 0 16,0 0-4-16,-10 115-2 0,7-66-1 15,0 4-3-15,1 3-2 0,1 2-2 16,1-2 0-16,0 0 14 0,6-2-1 0,1-4 0 16,3-3-2-16,3-7-12 0,-1-5-2 15,2-5 3-15,-2-5-1 0,1-5-1 0,-3-6 2 16,-1-4-2-16,-3-4-2 0,-3-3-1 15,5 1-6-15,-5-2-7 0,0 0-16 16,1 1-26-16,-4-3-52 0,0-9-106 16,-10-8-78-1</inkml:trace>
  <inkml:trace contextRef="#ctx0" brushRef="#br0" timeOffset="33423.11">14693 1838 594 0,'0'0'44'0,"0"0"-11"16,0 0-11-16,0 0-3 0,0 0 0 15,0 0 1-15,0 0 0 0,78-23-2 0,-8 11-8 16,13-2-4-16,16-2-2 0,8-1-4 16,10-1-1-16,0-2 0 0,3 2-5 15,0-1 1-15,-4 1-8 0,-3 3-16 16,-5 1-15-16,-8 6-45 0,-9 3-59 0,-13 5-139 15</inkml:trace>
  <inkml:trace contextRef="#ctx0" brushRef="#br0" timeOffset="34035.74">17337 1126 691 0,'0'0'25'16,"0"0"-1"-16,0 0-2 0,0 0-5 0,0 0-4 16,0 0-6-16,0 0-5 0,0 0 0 15,0 0 4-15,1 14-3 0,-1 25 6 0,3 8-1 16,0 8-4-16,0 7 2 0,1 5-5 15,-2 3-3-15,2 1 0 0,-3 2 0 16,-1-3 0-16,0-4 0 0,0-3 13 16,0-7 0-1,0-6 1-15,0-6-1 0,0-4-12 16,0-5 0-16,0-7 0 0,0-8 0 16,0-8-1-16,0-1-1 0,0-5-1 0,0-1 0 15,0 0-1-15,0-5-4 0,-1-1-7 16,-6-16-5-16,-6-12-6 0,-6-13 2 15,-3-10-15-15,-4-8 4 0,-3-12 4 16,-1-8 5-16,-2-11 22 0,0-8 5 16,3-7 3-16,2-5-2 0,2 0 5 0,8 8 2 15,2 12 2-15,8 15 5 0,7 15-4 0,0 17-2 16,10 13-2-16,10 8 1 0,6 9 2 16,8 6 2-16,5 4-1 0,10 4 0 15,3 0-1-15,3 4-2 0,7 10 0 16,-1 4 0-16,-2 5-1 0,-1 4 0 0,-6 6-2 15,-9 9-2 1,-8 3-3-16,-10 5-1 0,-12 4 1 0,-13 1-2 0,-6-1-2 0,-18-2 2 31,-10-6-3-31,-8-5 0 0,-7-7 1 16,-2-5-4-16,-2-8-3 0,1-3-2 16,3-7-7-16,1-2-11 0,7-4-22 15,5 0-33-15,7 5-80 0,9 3-111 16</inkml:trace>
  <inkml:trace contextRef="#ctx0" brushRef="#br0" timeOffset="34251.21">18024 1976 777 0,'0'0'28'0,"0"0"-8"0,0 0-20 15,0 0-5-15,0 0-3 0,0 0-1 16,0 0 11-16,0 0-3 0,0 0-4 16,0 0-4-1,4-62-12-15,-3 60 2 0,-1 2-29 16,0 0-8-16,7 0-32 0,-1 0-117 16,7 0-57-16</inkml:trace>
  <inkml:trace contextRef="#ctx0" brushRef="#br0" timeOffset="34751.11">18606 1301 657 0,'0'0'44'16,"0"0"-9"-16,0 0-9 0,0 0-12 16,0 0-5-16,0 0-4 0,0 0-1 15,0 0 0-15,0 0 0 0,0 0-2 16,34 97-1-16,-25-50-1 0,-3 7-2 0,0 4 0 15,-3 3 1 1,1 1-2-16,-1-3 2 0,0-4 12 0,0-5 0 0,1-6 0 0,-1-8 1 16,-1-9-11-16,1-8-2 0,-2-7 1 31,-1-7 1-31,1 1 1 0,-1-6 1 16,0 0 2-16,0 0-1 0,2-2-1 15,-1-16-2-15,-1-9-16 0,0-14-1 0,0-6-1 16,-7-8-2-16,-4-9 11 0,-4-5 1 15,-2-7-1-15,-4-5 3 0,-2-2 3 0,0-2 2 16,-1 4-1-16,5 6 0 0,0 12-1 16,6 11 2-16,3 13 1 0,6 14-1 15,2 7 0-15,2 9-1 0,6 5-1 16,13-2 2-16,8 6 2 0,12 0-2 0,6 0 2 16,1 0 1-1,5 0 2-15,0 0 2 0,4-5 3 0,1-3-1 0,-4 0-2 0,-4-2-1 16,-8 1-3-16,-14 4 1 0,-10 3-1 15,-9 0-2-15,-7 2 0 0,0-1-1 16,0 1-2-16,2 0-2 0,-1 0 0 16,-1 0-3-1,0 7-4-15,-7 8-7 0,-6 3-18 16,-4 4-23-16,-3 1-59 0,-2 6-88 16,-1 5-80-16</inkml:trace>
  <inkml:trace contextRef="#ctx0" brushRef="#br0" timeOffset="34968.11">18486 1596 678 0,'0'0'32'0,"0"0"-2"16,0 0-6-16,0 0-7 0,109-51-1 15,-63 42-3-15,4 1-4 0,1 2-3 16,-5 3-5-16,-1 0-1 0,-6 1-1 0,-4 2-3 15,-5 0-2-15,-10 3-11 16,-2 5-15-16,-4 3-32 0,-9 4-30 0,-5 8-78 0,-9 6-121 31</inkml:trace>
  <inkml:trace contextRef="#ctx0" brushRef="#br0" timeOffset="35151.37">18526 2087 657 0,'0'0'60'16,"0"0"-8"-16,105-5-12 0,-63 1-11 16,4-3-8-16,0 2-7 0,3 0-5 15,-2 2-5-15,-1 0-2 0,-4 0-2 16,-3 2-1-16,-4 1 0 0,-7 0-3 0,-7 0-5 16,-2 0-8-16,-9 0-18 15,-4 0-34-15,1 0-83 0,-7 0-157 0</inkml:trace>
  <inkml:trace contextRef="#ctx0" brushRef="#br0" timeOffset="36151.1">21633 1377 375 0,'0'0'50'0,"0"0"-7"0,0 0-5 0,0 0-5 15,0 0-3-15,0 0-4 16,-81-8-3-16,76 8-4 0,5 0-7 0,-1 0-4 0,1 0-1 31,4 0 0-31,18-2 2 0,20 1 4 16,20-5 2-16,18-3 0 0,21-4-1 16,15 0-2-16,18-2-1 0,11-2-1 15,4 4 0-15,0-1 0 0,-6 4-2 16,-13 3-1-16,-16 1-3 0,-20 1 0 0,-20 2 0 15,-18 2-2-15,-19 0 4 0,-19 1-2 0,-9 0 5 16,-9 0 2-16,0 0 0 0,0 0-2 16,0 0-5-16,0-2-3 0,-4-1-2 15,-8-4 0-15,-1 3-1 0,0 0-3 16,2 2-5-16,-1 2-10 0,-5 0-10 0,1 3-20 16,-6 6-18-16,3 5-40 15,-3 4-60-15,-2 8-113 0</inkml:trace>
  <inkml:trace contextRef="#ctx0" brushRef="#br0" timeOffset="36518.15">21707 1713 546 0,'0'0'55'0,"0"0"-7"0,0 0-7 15,0 0-10-15,0 0-10 0,0 0-9 16,0 0-4-16,0 0-3 0,0 0 1 0,0 0 4 16,10-16 1-16,49 14-3 15,15 1 1-15,17-2-4 0,16-3 0 0,13-3 0 0,10-2-1 16,5-1 0-16,3 0 0 0,-3-1-1 16,-6 0 0-16,-9 1-2 0,-12 1 2 15,-14 0 0-15,-13 2 0 0,-16 1 1 16,-16 3-2-16,-18 0 3 0,-14 2 2 0,-10 3 1 15,-7 0 1-15,0-2-3 16,0 2-3-16,2-1-2 0,-2-1-2 0,0 1-1 0,0 0-1 31,0-2-3-31,-3-2-6 0,-5 3-5 16,-4 2-12-16,-3 2-19 0,-7 8-19 16,-2 8-53-16,-6 2-78 0,-5 8-95 15</inkml:trace>
  <inkml:trace contextRef="#ctx0" brushRef="#br0" timeOffset="36817.68">21980 2138 685 0,'0'0'52'0,"0"0"-9"0,0 0-10 15,0 0-10-15,0 0-7 0,0 0-7 0,0 0-3 0,0 0 0 16,0 0 0-16,54-35-1 0,-4 33-1 15,15-3 0-15,16 0-2 0,12 1 0 16,9-4-1-16,11-1 0 0,7-1 0 16,3-1 0-1,0 0-1-15,-3 2 2 0,-9 0-2 16,-14 3 0-16,-16 1 0 0,-17 2-2 16,-15 0 2-16,-19 1 1 0,-14 0-2 0,-8 2 1 15,-8 0 0-15,0 0-6 0,0 0-2 16,0 0-8-16,0 0-13 0,-6 0-20 15,-4 2-48-15,-6 5-115 0,7-1-102 16</inkml:trace>
  <inkml:trace contextRef="#ctx0" brushRef="#br0" timeOffset="37301.44">25941 1214 567 0,'0'0'33'16,"0"0"-5"-16,0 0 1 0,0 0-3 16,0 0-3-16,0 0 5 0,0 0-6 15,0 0-4-15,0 0-3 0,0 0-3 16,13-48-13-16,-10 48 11 0,1 12-2 16,0 13-1-16,4 13 10 0,-3 9-13 15,1 11 1-15,-2 9-2 0,2 6-1 0,0 9 1 0,0 4 1 16,2 5 9-16,0 2-1 0,0 3 1 15,2 2-5-15,1 4-8 0,-1-1-3 16,3-5 4-16,0-6 8 0,0-11-4 16,1-11 4-1,-1-10-4-15,-1-10-5 16,-2-10 0-16,-3-13 0 0,-2-7 0 0,0-7-1 16,-3-7 1-16,-1 0 0 0,-1-4 1 0,0 0-4 15,0 0-4-15,0 0-7 0,0 0-12 16,0-12-19-16,-3-4-38 0,-4-10-99 15,1-3-132-15</inkml:trace>
  <inkml:trace contextRef="#ctx0" brushRef="#br0" timeOffset="37651.25">26435 1472 625 0,'0'0'50'0,"0"0"-7"0,0 0-10 0,0 0-7 16,0 0-6-16,0 0-3 0,3-80-6 0,0 75-2 31,0 1-3-31,1 4-2 0,6 0-1 16,5 9 0-16,1 12-1 0,-1 11 2 16,-1 10 0-16,-4 10-2 0,1 7 0 15,-2 5-1-15,0 2 0 0,2 1 11 0,-1 0 1 16,4 2-3-16,1 1 1 0,-1 0-14 15,1 2 3-15,-3-3-1 0,1-6 1 0,-4-7-1 16,-2-9 0-16,0-9 0 0,-3-13 2 16,-1-12-3-16,-1-2 1 0,-1-7-2 15,-1 1 0-15,1-1-3 0,-1-4-3 16,0 0-9-16,0 0-15 0,0-2-27 0,-5-12-51 16,-13-6-135-16,-3-9-71 0</inkml:trace>
  <inkml:trace contextRef="#ctx0" brushRef="#br0" timeOffset="37901">25442 1938 728 0,'0'0'25'16,"0"0"-5"-16,0 0-1 0,0 0-3 15,0 0-10-15,0 0-3 0,107-47-1 16,-45 36-3-16,15 1 8 0,14-1 0 0,10 2-5 16,7 0-1-16,1 1-1 0,-1 2-2 15,-8 2 0-15,-9 1-2 0,-10 1-5 0,-13 1-4 16,-13 1-11-16,-16-2-11 0,-13 2-15 16,-13 0-19-16,-7 0-51 0,-6-1-56 15,-12-4-92-15</inkml:trace>
  <inkml:trace contextRef="#ctx0" brushRef="#br0" timeOffset="38267.94">25957 510 587 0,'0'0'45'0,"0"0"-1"0,0 0-5 16,0 0-7-16,0 0-8 0,0 0-8 15,0 0-5-15,0 0-2 0,0 0-1 16,7-54 0-16,-17 69 1 0,-13 10-4 0,-12 12-2 16,-8 3-1-16,-8 6-3 0,-7 2 1 15,-3 6-1-15,2 2 1 0,1 2 0 0,6 1 0 16,6-1 2-16,5-4-1 0,5-4 0 15,7-9-1-15,6-7 5 0,6-10-2 16,7-9-1-16,4-6 2 0,4-4-9 16,2-5 2-1,-1 0-2-15,1 0-3 0,0 1-4 16,0 2-9-16,1 0-17 0,8-3-15 16,4 0-47-16,3-12-72 0,6-8-127 0</inkml:trace>
  <inkml:trace contextRef="#ctx0" brushRef="#br0" timeOffset="38584.61">25908 549 653 0,'0'0'53'0,"0"0"-10"16,0 0-11-16,0 0-9 0,0 0-7 15,0 0-9-15,0 0-2 0,0 0 0 16,0 0-1-16,0 0 2 0,47 3 1 0,-2 20-1 15,10 6 0-15,10 7-2 0,11 5 0 16,10 6-2-16,5 5-1 0,5 3-1 0,-4-1 0 31,-2 1 0-31,-8-4 0 0,-9-5 1 16,-11-8 1-16,-9-9-1 0,-10-11 3 16,-12-4 2-16,-12-8-9 0,-10-3 6 15,-4 0-5-15,-5-3 0 0,0 0 8 16,0 0-4-16,1 0-2 0,-1 0-1 0,0 0-1 15,2-1-1-15,-2-1-2 0,0 0-9 0,0 2-7 16,0-1-20-16,0 1-25 0,-10 9-76 16,-5 9-165-16</inkml:trace>
  <inkml:trace contextRef="#ctx0" brushRef="#br0" timeOffset="49718.12">5859 4977 477 0,'0'0'51'16,"0"0"1"-16,0 0-3 0,0 0-4 0,0 0-9 15,0 0-10-15,0 0-9 0,0 0-7 16,0 0-6-16,-16-67-1 0,15 78 2 16,1 13 3-16,-2 11-1 15,1 9 0-15,-1 6-3 0,0 2-1 0,2 4 4 16,0 0-4-16,0 0 1 0,2 0-3 0,4-4-3 16,6-4 2-16,2-6-1 0,4-7 1 0,2-8 1 15,3-7 0-15,-1-12 0 0,4-6-2 16,1-7 1-16,5-13-2 0,1-7-5 15,2-9-12-15,5-2-19 16,-5-2-29-16,0-5-59 0,-5-1-154 0,-9-6 4 16</inkml:trace>
  <inkml:trace contextRef="#ctx0" brushRef="#br0" timeOffset="50034.78">5327 4265 528 0,'0'0'43'16,"0"0"-2"-16,0 0-4 0,71-83-5 16,-41 69-9-16,5 3-4 15,1 5-6-15,0 3-5 0,-1 3-3 0,-5 2-4 16,-5 8-1-16,-9 7-1 0,-10 6-1 0,-6 4-1 15,-15 2 2-15,-8 1-2 0,-12-1 3 0,-4-2 1 16,-4-5 0-16,2-5-1 0,2-9 2 31,-1-3-1-31,10-5 1 0,5-9-1 16,3-9 0-16,13-8 0 0,8-8-3 16,1 0 0-16,13-1-1 0,7 6-1 15,4 8-2-15,3 13-5 0,5 8-16 0,0 6-31 16,-2 17-74-16,2 6-140 0</inkml:trace>
  <inkml:trace contextRef="#ctx0" brushRef="#br0" timeOffset="50751.14">6714 4720 550 0,'0'0'49'16,"0"0"0"-16,0 0-4 0,0 0-8 16,0 0-8-16,0 0-6 0,0 0-5 15,0 0-4-15,0 0-8 0,0 0-3 16,7-72-1-16,-7 74-2 0,0 18 3 0,0 14 1 15,0 11 0-15,0 8-2 0,-1 6 2 0,-1 5-2 16,1 4 1-16,1 3-3 0,0-5 3 31,0 0 2-31,0-6-5 0,0-5 3 16,4-5-2-16,2-8-2 0,1-5 3 16,-1-7-1-16,-2-7 1 0,2-7 0 15,-3-8 1-15,-2-3 1 0,4-5 2 0,3-2 0 16,7-9-1-16,2-6-1 0,-1-8-3 0,1-4 1 15,-1-6-2-15,0-2 1 0,-1-6-1 16,-1-2-5-16,2-1 5 0,-2 0-6 16,1 7 6-16,-1 6 0 0,-5 10-1 15,-2 11 0-15,3 8-2 0,-1 4 1 16,7 14 2-16,3 7-1 0,-6 8 3 0,4 6 5 16,0 3-6-16,-2 2 5 0,1 1-5 0,-2 0-2 15,1-2 3-15,4-2-2 0,-2-4 0 16,0-3-1-16,-1-5 2 0,2-4 1 15,-1-8 0-15,-4-5-1 0,3-6-1 16,0-2 0-16,-2-11-1 0,7-4 1 16,-3-3-4-1,-2-2-7-15,-4-1-14 0,-2-4-28 16,-2 1-54-16,-5-2-191 0,-1 7-15 0</inkml:trace>
  <inkml:trace contextRef="#ctx0" brushRef="#br0" timeOffset="51067.81">6435 4991 589 0,'0'0'54'0,"0"0"-8"0,0 0-5 0,0 0-8 16,0 0-4-16,0 0-8 0,0 0-5 31,0 0-5-31,0 0-3 0,-8-25-2 16,23 14-2-16,15-3 1 0,5 0-2 16,14 0 0-16,3 2-2 0,9 2 0 15,1-1-2-15,0 4 0 0,0 0-1 0,-5 2-2 16,-2 4-3-16,-6 1-13 0,-13 0-18 0,-10 3-37 15,-13 0-62-15,-7-1-157 0,-6-2 2 16</inkml:trace>
  <inkml:trace contextRef="#ctx0" brushRef="#br0" timeOffset="52017.97">8090 4605 458 0,'0'0'53'16,"0"0"-2"-16,0 0-1 0,0 0-5 15,0 0-6-15,0 0-6 0,0 0-6 16,0 0-7-16,0 0-1 0,0 0-6 16,-40-21-4-16,40 19-1 0,0-4-2 0,0 2-5 31,0-1 4-31,4-2-6 0,2 3 2 0,3 1 1 16,-2 0 1-16,9 3 3 0,3 0-3 15,1 0 4-15,7 3-5 0,-2 4 3 16,1 0-1-16,-1 2 1 0,1 2 0 15,0 1-2-15,0 2 1 0,-3 3-2 16,-1 2 1-16,-2 1-2 0,-6 4 1 0,1 2-2 16,-5 3 0-16,-2 3-1 0,-2 4 2 0,-3 2-1 15,0 1 0-15,-3 1 0 0,0 0-1 16,-3-1 0-16,-4-3 2 0,-9-1-1 16,0-1 1-16,-7-5-1 0,-5-4 1 15,-2-2 6-15,-2-6-5 0,-1-5 6 0,1-6-5 16,0-4-8-16,5-4 5 0,1-10-4 15,3-6 4-15,5-7 1 0,4-3-2 0,5-6 2 16,6-3-3-16,3 0 2 0,5 0-3 31,9 4 1-31,5 7-2 0,7 9-1 16,3 8-3-16,4 9-12 0,5 11-13 16,5 12-29-16,2 9-36 0,1 4-90 0,2 5-110 15</inkml:trace>
  <inkml:trace contextRef="#ctx0" brushRef="#br0" timeOffset="52351.09">7917 5728 519 0,'0'0'53'16,"0"0"-5"-16,0 0-7 0,0 0-7 0,0 0-2 31,0 0-5-31,0 0 0 0,0 0 1 0,0 0-6 16,91-13-3-16,-30 13-5 0,14-4-5 16,13-3-2-16,13-4-4 0,8-1-1 15,6-1 0-15,1 1-2 0,-3 1 1 16,-6 0-2-16,-13 4 2 0,-14 2-1 15,-17 2 0-15,-12 2-1 0,-21 1-2 0,-11 0-1 16,-12 0-1-16,-7 0-4 0,0 0-11 16,-9 0-11-16,-11 6-22 0,-9 3-29 0,-8 0-79 15,-8 2-130-15</inkml:trace>
  <inkml:trace contextRef="#ctx0" brushRef="#br0" timeOffset="52751.42">7648 6304 699 0,'0'0'38'15,"0"0"-2"-15,0 0-1 0,30-90-7 0,-8 75-6 16,5 3-6-16,5 6-3 0,6 6-2 15,5 1-1-15,2 13-2 0,4 10-2 16,-1 6-3-16,-2 10-1 0,-2 5-3 16,-5 7 2-16,-7 4 2 0,-6 4-3 15,-9 0 2-15,-10 4-3 0,-7 1-1 0,-4-3 2 16,-15-2-2-16,-3-7 2 0,-7-6-1 0,-4-9 2 16,-3-9-1-16,0-8 1 0,0-9 0 15,1-9 0-15,3-3 0 0,6-12 0 16,3-9 0-16,10-7-1 0,4-5-1 15,9-2 0-15,0 0 0 0,15 3-1 16,6 5 3 0,8 3-3-16,6 6 1 0,4 5-1 15,3 6-2-15,4 4-6 0,3 3-9 0,-1 1-14 16,-2 7-25-16,-1 3-57 0,-7-3-183 16,1 5-16-16</inkml:trace>
  <inkml:trace contextRef="#ctx0" brushRef="#br0" timeOffset="53102.27">8780 6235 792 0,'0'0'34'0,"0"0"-2"0,0 0-5 0,0 0-10 16,0 0-8-16,0 0-5 0,0 0-3 0,0 0 1 15,0 0 0-15,38 11 2 0,-38 28-4 16,0 7 2-16,-6 4-2 0,2 3 1 31,-1 2 3-31,1 1-4 0,1 2 3 16,3-1-2-16,0 0-3 0,0-4 2 16,7-5-3-16,5-5 3 0,2-8-1 0,4-8 1 15,6-10 1-15,4-10-1 0,2-7 0 16,6-3-1-16,-1-13 1 0,3-6-1 0,-1 0-1 15,-5-4-6-15,-3 2-6 0,-4-1-8 16,-2 4-10-16,-5 1-19 0,-6 6-36 16,-5 1-78-16,-5-3-135 0</inkml:trace>
  <inkml:trace contextRef="#ctx0" brushRef="#br0" timeOffset="53302.12">8407 6607 714 0,'0'0'48'0,"0"0"-2"0,0 0-10 0,0 0-9 16,0 0-10-16,100-51-2 0,-47 38-9 16,8 1 3-16,9 0-6 0,3 2-2 15,7 2-1-15,-1 2-4 0,-2 2-11 16,1 1-33-16,-10-2-126 0,-3 2-150 15,-10-6-9-15</inkml:trace>
  <inkml:trace contextRef="#ctx0" brushRef="#br0" timeOffset="53868.03">9811 4711 589 0,'0'0'36'0,"0"0"-1"0,0 0-2 16,0 0-3-16,0 0-7 0,0 0-4 15,0 0-2-15,0 0 1 0,84 6-2 16,-62 26-6 0,-2 8-3-16,-4 7-5 0,4 5 0 15,2 1-2-15,0 1 1 0,5-4 0 0,5-3 0 16,7-7-1-16,9-8 1 0,8-8 5 16,8-9-5-16,5-9 6 0,9-6-6 15,5-12-6-15,2-12 4 0,0-8-4 16,-3-7 5-16,-6-7 2 0,-11-3-2 15,-9-3 2-15,-12-3-2 0,-11 3 2 0,-11 6-2 16,-8 8 1-16,-7 14-1 0,-5 8-2 0,-2 6-2 16,-5 6-6-16,-12 1-8 0,-2 3-17 15,-10 6-20-15,-1 6-40 0,1 6-82 16,-4 2-109-16</inkml:trace>
  <inkml:trace contextRef="#ctx0" brushRef="#br0" timeOffset="54151.44">10437 4446 715 0,'0'0'40'0,"0"0"-5"16,0 0-6-16,0 0-5 0,0 0-8 0,0 0-5 15,0 0-5-15,0 0-2 0,0 0-1 0,-15-5 1 16,6 48 3-16,6 8-5 0,3 12 2 15,0 8-3-15,3 9-2 0,3 8 2 16,2 6-3-16,1 2 3 0,0-2 4 16,-2-3-3-16,4-1 2 0,-2-5-4 15,1-3-3-15,2-6 2 0,-5-10-1 0,3-8 1 16,0-9-6-16,2-13-5 0,-2-9-15 16,7-5-22-16,-5-10-43 0,4-5-119 0,-2-7-93 15</inkml:trace>
  <inkml:trace contextRef="#ctx0" brushRef="#br0" timeOffset="54435.85">11785 4525 768 0,'0'0'32'15,"0"0"-7"-15,0 0-7 0,-14-90-2 0,5 79-5 16,-8 7-4-16,-5 4-2 0,-7 8-2 0,-13 14 1 16,0 12 2-16,-3 11-5 0,2 13 3 15,2 12-5-15,5 12-1 0,7 9 3 16,5 6-2-16,8 4 3 0,9 0 2 16,7-3-3-16,7 0 0 0,15-3-1 15,11-4-4-15,10-7 3 16,11-8-3-16,8-11 0 0,9-10-2 0,1-13-13 0,-1-12-18 15,1-8-48-15,-4-13-171 0,-9-8-62 0</inkml:trace>
  <inkml:trace contextRef="#ctx0" brushRef="#br0" timeOffset="54884.34">11902 5234 718 0,'0'0'49'0,"0"0"-12"16,98-63-4-16,-51 48-6 0,3 3-8 15,1 7-5-15,0 4-4 0,-4 1-7 0,-6 11-2 16,-8 5-1-16,-5 5 0 0,-10 7 4 0,-9 5-3 16,-9 2 3-16,-3 4-5 0,-14 1 0 15,-8 1 0-15,-5-1 0 0,4-3 0 16,-2 0 0-16,2-7 0 0,5-5 0 15,6-9 1-15,5-8 1 0,7-4 2 16,2-4-2-16,1-12 1 16,0-9-2-16,11-11-1 15,7-3 2-15,6-3-1 0,5-1 2 0,3-1-1 16,-2 3 1-16,1-2-2 0,-4 6-6 16,-5 1 6-16,-2 7-5 0,-6 6 5 15,-6 8 0-15,-5 7-1 0,-3 4 0 16,0-1 1-16,0 1-1 0,0 13 1 15,-3 10 5-15,-5 10-5 0,-1 2 3 0,0 3-3 16,3 2-1-16,0-1 1 0,6 1-2 0,0-1 2 16,4-1-2-16,8-2 2 15,4-4-2-15,3-6-3 0,7-2-10 0,3-2-24 16,3-6-60-16,4 0-199 0,-3-11-28 16</inkml:trace>
  <inkml:trace contextRef="#ctx0" brushRef="#br0" timeOffset="55117.96">12877 5656 797 0,'0'0'41'0,"0"0"-9"0,113-15-9 0,-67 15-4 15,3 4-6-15,4 8-4 0,-3 6-3 0,-3 5-4 16,-6 3-2-16,-5 4 0 15,-11 4-2-15,-10 2 1 0,-12 0 4 0,-4 4-5 16,-18-2 0-16,-8 0-9 0,-5-2-9 16,-6-4-7-16,1-3-16 0,-2-5-17 15,0-8-28-15,4-6-54 0,3-8-146 0</inkml:trace>
  <inkml:trace contextRef="#ctx0" brushRef="#br0" timeOffset="55417.99">13590 4978 780 0,'0'0'40'0,"0"0"-8"0,0 0-6 16,0 0-7-16,0 0-6 0,0 0-6 15,0 0-3-15,0 0-3 0,0 0 1 16,0 0-2-16,55 4 0 0,-51 39 1 15,-4 7-1-15,0 5 0 0,-1 3 7 0,-4 4-7 16,1 1 3-16,2-3-2 0,2 1-6 16,8-5 5-16,7-7-1 0,6-7 1 15,6-10-1-15,7-9 1 0,3-10-1 0,5-9-1 16,5-6 0-16,-1-13-6 0,-1-8-2 16,-1-8-8-16,-5 0-7 0,-4-1-13 15,-6-2-19-15,-4 7-25 0,-11 3-61 0,-5 7-138 16</inkml:trace>
  <inkml:trace contextRef="#ctx0" brushRef="#br0" timeOffset="55601.21">13272 5285 660 0,'0'0'68'0,"0"0"-11"0,0 0-11 16,0 0-14-16,0 0-9 15,0 0-8-15,114-18-5 0,-55 12-7 0,9 1-1 16,6-1-1-16,4-1-3 0,2 0-8 16,-4 0-10-16,-1-2-38 0,-5 0-90 15,-5-5-161-15,-9-1-23 0</inkml:trace>
  <inkml:trace contextRef="#ctx0" brushRef="#br0" timeOffset="55932.9">14290 4362 783 0,'0'0'44'0,"0"0"-11"0,0 0-6 0,0 0-8 16,0 0-5-16,0 0-1 0,79-76-4 16,-41 78-2-16,4 12-2 0,7 7-2 15,6 6-1-15,3 8 1 0,4 6-3 16,7 7 0-16,1 10 2 0,-1 8-5 15,1 10 5-15,-6 9-2 0,-8 10-3 0,-13 7 3 16,-16 6 2-16,-16 2-2 0,-11 2 3 16,-21 2-3-16,-10-4-2 0,-13-7 3 15,-3-13-2-15,-4-13 4 0,-1-15 4 0,4-13-5 16,6-16 3-16,9-8-3 0,10-13-3 16,11-6 4-16,8-3-1 0,4-3 0 15,0 0 0-15,0 0-4 0,0-3-2 0,0-8-9 16,4-3-15-16,11-1-27 0,2 5-81 15,3 0-187-15,2-2-18 0</inkml:trace>
  <inkml:trace contextRef="#ctx0" brushRef="#br0" timeOffset="56217.92">16104 5174 766 0,'0'0'38'16,"0"0"-5"-16,0 0-5 0,0 0-6 15,0 0-9-15,86-56-4 0,-64 50-1 0,5 0-1 16,2 2-3-16,11 1 0 0,2-1-2 16,6 1-1-16,6 0-1 0,5 0-1 15,2 0 1-15,-1 0-1 0,-2-2 1 0,-7 3 0 16,-11-1 1-16,-12 0-2 0,-14 1 0 15,-8 2-1-15,-6 0-4 0,0-1-12 16,0-1-15-16,-13 0-28 0,-13 1-71 0,-7 1-182 31,-8 0-4-31</inkml:trace>
  <inkml:trace contextRef="#ctx0" brushRef="#br0" timeOffset="56401.17">16028 5454 763 0,'0'0'54'0,"0"0"-2"0,0 0-9 16,0 0-17-16,81 4-12 15,-34-4-6-15,6 0-3 0,6 0-3 0,5-1-2 16,-1 1 0-16,1 0-2 0,1 0-2 16,-9 0-8-16,-1 0-18 0,-3 0-41 15,-8-2-144-15,-4-3-120 0</inkml:trace>
  <inkml:trace contextRef="#ctx0" brushRef="#br0" timeOffset="57001.4">18666 4564 594 0,'0'0'57'0,"0"0"-6"0,0 0-3 15,0 0-11-15,0 0-8 0,0 0-6 0,0 0-4 16,0 0-5-16,0 0-5 0,0 0-3 0,21-50-1 16,-14 61 3-16,4 10-4 0,1 14 5 15,-3 11-6-15,2 8 1 0,-2 10 0 16,2 7-3-16,-1 5 3 0,4 2-3 16,-1-1 2-16,3-1 2 0,-1-5-4 15,2-4 4-15,-1-5-3 0,1-6-3 0,-1-6 2 16,0-6-2-16,-3-7 1 0,0-5-1 15,-3-8 1-15,-2-9-1 0,-6-5 0 0,2-6-1 16,-4-4-4-16,0 0-4 0,0 0-8 31,2 0-13-31,-1 1-23 0,2-2-53 16,0-13-131-16,0-10-84 0</inkml:trace>
  <inkml:trace contextRef="#ctx0" brushRef="#br0" timeOffset="57269.01">19199 4749 663 0,'0'0'63'15,"0"0"-16"-15,0 0-11 0,0 0-12 0,0 0-9 16,0 0-5-16,0 0-2 0,0 0-1 16,0 0 1-16,0 0-2 0,49 42-1 0,-36-3 0 15,-1 9-1-15,-3 7-1 0,-2 3 2 16,1 3-3-16,-2-3 2 0,1 2 0 15,1-3-3-15,2-3 3 0,-2-6-3 16,3-5-1-16,0-8 0 0,-2-5-1 0,-2-12-1 31,-1-3 1-31,-3-6 1 0,-2-6-2 0,3 2-1 16,-4-5-4-16,0 0-7 0,0 0-13 16,0 0-26-16,0 0-54 0,-5-10-138 15,-10-9-77-15</inkml:trace>
  <inkml:trace contextRef="#ctx0" brushRef="#br0" timeOffset="57468.1">18265 5167 643 0,'0'0'50'16,"0"0"-2"-16,0 0-7 0,0 0-7 15,85-25-8-15,-35 18-7 0,4-1-8 0,3 1-4 16,1 1-4-16,-2-2-2 0,-1 2-2 15,0-2-1-15,1 2-3 0,-1-3-12 0,-3 0-23 16,-2-2-49-16,-6-2-140 0,-5-4-97 31</inkml:trace>
  <inkml:trace contextRef="#ctx0" brushRef="#br0" timeOffset="57701.21">18820 4002 644 0,'0'0'46'15,"0"0"-10"-15,0 0-11 0,-85-45-3 0,50 45-1 16,-5 3-5-16,-8 11-1 0,-4 8-6 0,-5 7-2 16,0 8-6-16,-1 5 1 0,2 5-3 15,3 5 1-15,6 0-1 0,6-1 0 16,11-1-3-16,7-6 0 0,7-5-7 15,7-5-9-15,9-5-22 0,3-8-40 16,13-7-87-16,6-10-131 0</inkml:trace>
  <inkml:trace contextRef="#ctx0" brushRef="#br0" timeOffset="57884.44">18599 3943 604 0,'0'0'48'0,"0"0"2"0,0 0-3 0,0 0-9 16,97 38-8-16,-61-13-7 0,9 0-9 0,4 6-1 16,10 2-8-16,8 3 0 0,4 1-5 15,0 1 0-15,0 0-4 0,-5-3-6 16,-7-3-23-16,-4-5-58 0,-9-8-211 16,-4-3-31-16</inkml:trace>
  <inkml:trace contextRef="#ctx0" brushRef="#br0" timeOffset="58701.48">21021 4238 292 0,'0'0'38'0,"0"0"-5"0,0 0 0 15,0 0 1 1,0 0-1-16,0 0 2 0,0 0 0 16,0 0-1-16,0 0-4 0,0 0 0 15,-16-33-1-15,15 28-1 0,-1 0-3 16,1 2-6-16,1 3-4 0,-2-1-5 15,2 1-3-15,0 0-1 0,-1-2-1 0,1 2 1 16,0-1 0-16,-2-1 1 0,2 2 0 16,-1-1 0-16,1-1 1 0,-1 1 0 0,1-1 1 15,-2 0-1-15,-1-2 0 0,-2 0-1 16,2 0 0-16,-2-2 0 0,2 3-1 16,-2-4-1-16,-1 0-1 0,-3 2-1 15,3-2 0-15,-1 1-1 0,0 1 0 0,-2 0 0 16,1 0-1-16,3 2 1 0,-2-1 0 0,2 2 1 15,-3-3 0-15,1 1 1 0,2 1 0 16,2 2-1 0,3 1 0-16,-1-2 0 15,1 2 0-15,-1 0-3 0,-1-2 0 16,1 2 0-16,-2 0 0 0,-4 9 0 16,2 13 0-16,1 8 0 0,4 8 0 0,0 4 1 15,6 7-1-15,7 1 3 0,3 0-3 16,5 2 3-16,5-4 1 0,5-2-4 0,5-3 3 15,3-6-4-15,6-5 1 0,3-6 0 16,5-7 1-16,6-9-1 0,8-7 0 16,7-3 0-16,5-12 2 0,5-8-1 15,-3-6 0-15,-2-3-1 0,-9-4-3 0,-9-2 4 16,-12-1-3-16,-13 0 3 0,-9 1-1 0,-9 3 0 16,-7 9 0-16,-5 5 0 0,-4 7 1 15,-2 5-2-15,1 2 0 0,-1 4-3 16,0-2-3-16,0 2-5 0,-1 0-5 15,-10 4-9-15,-6 10-18 0,-4 7-36 16,-3 4-103-16,-3 2-131 0</inkml:trace>
  <inkml:trace contextRef="#ctx0" brushRef="#br0" timeOffset="59001.01">21231 4121 715 0,'0'0'49'0,"0"0"-11"0,0 0-7 0,0 0-8 15,0 0-9-15,0 0-5 0,0 0-4 16,0 0-2-16,0 0 1 0,0 0-1 16,39 26 1-16,-17 22-2 0,2 9 1 15,-2 6-2-15,-3 7 3 0,-1 4 0 0,-2 4-4 16,-3 4 1-16,1 4-2 0,-2 4-2 0,0-2 3 15,-1-3-2-15,1-6 1 0,-2-6 4 16,2-8-3 0,-2-7 0-16,0-7-1 15,0-5-3-15,-1-7-2 0,0-5-9 16,-4-5-12-16,4-4-22 0,0-3-32 16,-3-7-90-16,2-3-140 0</inkml:trace>
  <inkml:trace contextRef="#ctx0" brushRef="#br0" timeOffset="59301.04">22425 4385 694 0,'0'0'42'0,"23"-78"-3"15,-12 41-5-15,-4 5-5 0,0 9-5 16,-4 10-7-16,-2 8-4 0,-1 5-6 15,0-2-5-15,0 5-3 0,-11 19 0 16,-8 14-1-16,-9 17 4 0,0 11-2 0,-3 9-1 31,2 6 3-31,3 4-3 0,7 7 2 0,5 3-1 16,7-1-3-16,7-2 4 0,6-7 2 16,12-7-4-16,10-11 2 0,6-10-5 15,7-11-2-15,4-11-6 0,4-9-7 16,2-9-14-16,-3-7-30 0,2-8-58 15,-5-1-182-15,-2-11-7 0</inkml:trace>
  <inkml:trace contextRef="#ctx0" brushRef="#br0" timeOffset="59717.88">22677 4866 723 0,'0'0'49'0,"0"0"-9"16,0 0-9-16,22-77-6 0,2 59-5 15,9 1-5-15,5 5-4 0,1 4-3 0,3 6-3 16,-3 2-2 0,-6 11-1-16,-2 7-3 15,-7 10-1-15,-8 4 1 0,-4 7-1 16,-9 4 1-16,-3 2 0 0,-9 0 1 16,-5-3-2-16,-4-4 2 0,-2-7-3 0,0-5 3 15,4-4-1-15,3-10 1 0,7-5 1 0,3-4 1 16,3-3 1-16,0-1-3 0,0-13 1 15,2-9-2-15,9-10 1 0,8-5 0 16,4-4 2-16,3-4-2 0,1 0 1 16,-2 1-1-16,3 4 1 0,-4 6-1 15,-2 5 1-15,-3 9 0 0,-6 5-1 0,-6 9 0 16,-3 3-2-16,-4 4 0 0,0 0 0 16,2 11 2-16,-2 9-2 0,0 10 2 0,-6 8-1 15,-3 4 1 1,-2 3 0-16,2 0-1 0,2-1 0 0,2 1 0 0,4-5-1 15,1 0 1-15,6-4 2 0,5-2-12 16,9-5-11-16,9-4-35 0,8-3-88 0,6-7-169 31,3-8-14-31</inkml:trace>
  <inkml:trace contextRef="#ctx0" brushRef="#br0" timeOffset="59934.37">23763 5179 770 0,'0'0'41'0,"0"0"-8"16,0 0-7-16,0 0-5 0,92-17-8 15,-60 25-3-15,3 7 2 0,0 6-9 16,-2 4 3-16,-4 3-6 0,-8 4-2 16,-6 3 1-16,-9 5-2 0,-6 2 0 15,-10 4-9-15,-13-2-7 0,-6 0-18 0,-6-5-21 16,-3-4-40-16,1-8-90 0,-2-9-117 15</inkml:trace>
  <inkml:trace contextRef="#ctx0" brushRef="#br0" timeOffset="60202.14">24430 4543 780 0,'0'0'41'16,"0"0"-17"-16,0 0-2 0,0 0-5 16,0 0-6-16,0 0-5 0,0 0-3 15,0 0 4-15,0 0-5 0,88 30 4 0,-70 2-3 16,-3 8-1-16,1 2-2 0,-4 7 0 0,-1 1 0 16,1 3-2-16,-4 0 2 0,3-3-2 15,-2-6 0 1,2-5-2-16,-2-8 0 0,3-5-7 0,-4-11-4 0,3-5-9 15,4-5-8-15,-1-5-16 0,5 0-19 16,-2-12-36-16,-2-6-100 0,-5-7-79 0</inkml:trace>
  <inkml:trace contextRef="#ctx0" brushRef="#br0" timeOffset="60418.13">24201 4759 676 0,'0'0'55'0,"0"0"-9"15,0 0-8-15,0 0-12 0,0 0-7 16,88-14-5-16,-34 6-4 0,7 2-3 16,6 0-4-16,1 1-2 0,-1 2-2 15,-3-1-1-15,-7 0-8 0,-5-3-22 0,-7 1-45 16,-7-6-123-16,-8-3-118 0</inkml:trace>
  <inkml:trace contextRef="#ctx0" brushRef="#br0" timeOffset="60734.78">24907 4054 696 0,'0'0'58'16,"0"0"-12"-16,0 0-8 0,0 0-11 0,0 0-8 15,0 0-5-15,0 0-2 0,88-59-1 16,-49 74-3-16,6 9-1 0,7 10-3 16,4 8 1-16,5 11-3 0,1 11 2 15,2 8-5-15,-3 6 3 0,-5 9 0 0,-10 7-2 16,-9 9 0-16,-14 10 0 0,-18 5-4 0,-10 5 4 16,-26 1 0-16,-14-4-3 0,-16-6 2 15,-5-10 0 1,-8-17-3-16,2-14 4 0,0-17 0 0,5-13 1 0,8-14 0 15,11-11 2-15,15-8 0 0,7-5 0 16,12-3-1-16,6-2-3 0,1-3-3 0,6-6-6 31,-1 1-12-31,2 0-25 0,9-2-93 0,0 5-185 16,2-4-13-16</inkml:trace>
  <inkml:trace contextRef="#ctx0" brushRef="#br0" timeOffset="61343.37">18749 6290 476 0,'0'0'79'0,"0"0"-7"0,0 0-12 16,0 0-11-16,6-77-11 0,-7 66-7 15,-2-1-7 1,1 7-5-16,1 1-3 0,1 4-7 0,0-2-3 0,-3 2-4 15,1 17 1-15,1 13 2 0,-2 16 1 16,3 10-1-16,9 9 3 0,3 6 1 0,3 7-4 31,1 2 2-31,2 5-5 0,-1 5-1 16,0 1 1-16,-2-3-2 0,1-3 2 0,-2-7 2 16,-1-8-3-16,0-8 1 0,0-9-1 15,-1-9-2-15,-2-9 1 0,-2-13 1 16,-2-4-1-16,-1-8 0 0,-4-6 0 15,2 1-1-15,-3-5 1 0,0 0-2 0,0 0-6 16,2 0-7-16,-2-14-12 0,0-7-17 16,-3-6-32-16,-9-4-60 0,-2 0-134 0,-4-11-34 15</inkml:trace>
  <inkml:trace contextRef="#ctx0" brushRef="#br0" timeOffset="61684.67">18732 6295 635 0,'0'0'55'0,"0"0"-12"0,0 0-11 0,0 0-10 16,0 0-8 0,0 0-6-16,0 0-1 0,0 0-1 0,-109 30 1 0,68 12-3 31,-7 5 1-31,-7 7-1 0,-6 2-3 16,-4 0 3-16,-1 0-4 0,0-3-1 0,7-4 2 15,9-8-2-15,11-8 1 0,13-11-1 0,12-10 1 16,10-12-1-16,10-5 0 0,13-15 3 15,14-12-3-15,15-8 3 0,8-12-2 16,6-5-4-16,5-3 3 0,-2-1-3 16,-4 5 4-16,-6 6 0 0,-6 8 0 15,-7 8 0-15,-6 11 0 0,-4 8-1 0,-6 9 0 16,0 6 1-16,-3 6 0 0,3 8 0 16,0 4 1-16,3 2-2 0,3 0 1 0,1 1-1 15,2-2-1 1,2-1-15-16,5-1-33 0,-3-3-96 0,3-2-167 0,-3-6 7 15</inkml:trace>
  <inkml:trace contextRef="#ctx0" brushRef="#br0" timeOffset="62201.18">20080 7315 633 0,'0'0'50'16,"0"0"-11"-16,0 0-5 0,0 0-1 0,0 0-10 15,0 0-6-15,0 0-7 0,0 0-3 16,0 0 0-16,-52-25 2 0,53 63-1 16,9 11 1-16,-1 7-4 0,1 8 2 15,0 4-5-15,-1 3 3 0,-2 1-2 0,-1-2-1 16,2-5 1-16,-3-3-2 0,1-6 1 0,-2-7-1 16,0-7-2-16,1-8 1 0,-2-12-1 15,-1-9 0 1,0-8-3-16,-2-5 1 0,0 0-3 0,0 0-6 0,4 0-12 15,5-4-24-15,1-10-38 0,6-5-85 16,-6-12-135-16</inkml:trace>
  <inkml:trace contextRef="#ctx0" brushRef="#br0" timeOffset="62467.94">20383 7307 656 0,'0'0'54'15,"0"0"-9"-15,0 0-8 0,0 0-10 0,0 0-8 16,0 0-5-16,0 0-1 0,0 0 0 0,0 0 0 16,0 0-3-16,54 94 0 0,-48-39-4 15,-1 6 1 1,0 4-4-16,1 3 1 0,2-1-1 0,2-1-1 0,1 0 2 16,1-5-3-16,2-4 2 0,0-3-2 15,-2-6-2-15,1-4 1 0,-2-7-1 0,1-9 0 16,-5-10-2-16,1-2-3 0,-3-8-3 0,-2-6-3 15,0 3-5-15,-3-5-6 0,0 0-19 16,0-2-32 0,0-11-69-16,-8-7-161 15,-12-11 4-15</inkml:trace>
  <inkml:trace contextRef="#ctx0" brushRef="#br0" timeOffset="63801.01">19128 7946 648 0,'0'0'41'0,"0"0"-9"16,0 0-5-16,0 0-3 0,0 0-3 15,0 0-4-15,0 0-1 0,114-24-5 0,-15 4-2 16,21-1-9-16,16-2 3 0,16 0-7 0,7 1 2 16,7 2-1-16,-1 2-5 0,-3 1-13 15,-7 3-23 1,-9 2-30-16,-15 0-28 0,-15 1-9 0,-19 4 11 0,-19-2 39 15,-20 1 36-15,-18 2 50 0,-15 1 29 16,-14 4 18-16,-6-1 9 0,-5-4-12 0,0 0-10 16,0-6-11-16,-3 0-8 0,-2 1-8 15,1-1-6 1,3 6-7-16,-1 2-3 0,1-2-2 16,-1-1-2-16,1 1-2 0,-4-1-4 15,0 3-3-15,-8 3-3 0,-10 1 0 16,-8 8 1-16,-9 10-2 0,-5 9 2 15,-3 5-2-15,-1 5 2 0,1 2-2 0,4 2 2 16,6 1 2-16,6 0-5 0,9-3 4 16,10-3-4-16,10-5 0 0,4-7 1 0,14-4-1 15,11-6 1-15,9-7-1 16,8-6 1-16,3-1 1 0,6-7-1 0,-1-5 1 16,-6-5-1-16,-5-2 2 0,-6-6-1 15,-7-1-4-15,-5-4 4 0,-5-3-5 0,-4-2 5 16,-1-2 1-16,-2 4-1 0,-2 4 0 0,0 8 0 15,-5 9 0-15,0 7-2 0,-3 5 1 16,0-2 0-16,2 2 0 16,1 14 1-1,0 6 0-15,1 10 0 0,-1 2 0 16,0 1 0-16,0 2 4 0,0-1-4 16,2-3 4-16,0-1-3 0,1-5-1 0,0-2 0 15,0-9 0-15,1-2 0 0,4-5 0 16,-3-2 1-16,9-2 0 0,3-3 0 0,3-3-1 15,6-9 0-15,-1-5 1 16,-1-1-2-16,-2-5 2 0,1-3 0 0,0-4-5 16,1-2 5-16,1-1-5 0,1 1 4 0,0 2 1 15,-2 5-2-15,-1 7 1 0,-7 7-1 16,1 7 1-16,-2 4-2 0,-1 6 2 16,6 9 1-16,-6 7-1 0,1 2 3 0,-4 4 2 15,0 3-6-15,-3 0 4 16,-2 0-4-16,-3 0 0 0,-3-4 2 0,-1-6-1 15,-2-3 0-15,0-6 0 0,0-5-1 0,0-2 1 16,0-5 2-16,0 0 0 0,0 0 0 16,0 2 1-1,0-2-2-15,0 0 0 0,4-7-2 16,5-9 1-16,7-8-1 0,3-2 1 16,5-4 2-16,5-3-7 0,3-1 5 15,4 2-5-15,2 3 2 0,1 8 2 16,0 7 0-16,-3 10 1 0,-3 4-1 0,-1 6 0 15,-1 10 3-15,-4 7 2 0,-3 6-4 16,-2 1 3-16,-6 2-5 0,-2-1 1 16,-6-1 2-16,-5-1-1 0,-3-5 1 0,0-1-1 15,-3-8 0-15,-3-3-1 16,1-2 2-16,2-7-1 0,1 1 3 0,2-4-2 16,-1 0 1-16,1 0 0 0,0-2-3 0,0-11 1 15,8-10-1-15,7-7 1 0,5-3-1 16,6-4-3-16,3-1 3 0,5 0-4 0,3 2 5 15,0 4 0-15,1 7-1 0,-3 9 0 16,-3 8 1-16,-2 8 0 16,-4 2 0-16,-3 12 0 0,-2 5 1 0,-3 4-1 31,1 5 1-31,-5 3 3 0,2 2-4 0,-4-1 4 16,1 0-2-16,-5-1-2 0,1-4 1 15,1-1-2-15,-3-2 0 0,1-4 1 0,-3-5 0 16,3-5 0-16,2 0 1 0,-4-4-2 15,8-2 1-15,5-4 1 16,2-3-2-16,8-9 3 0,0-4-2 0,2-8 0 16,-1-1-1-16,2-5 2 0,0-4-2 0,-1-1-3 15,0-3 4-15,-1 2-4 0,-1 1 4 16,-3 4 1-16,-1 6-2 0,-5 6 2 16,-5 8-1-16,-7 3 0 0,-4 6 1 0,1 2-1 15,4 0 3-15,0 0-1 16,5 6 1-16,-4 6 1 0,0 2-1 0,1 7 1 15,0 1 1-15,1 2 2 0,0 2-4 0,2 1 1 16,0-1-3-16,-1 0-2 0,3-2 2 16,-2-1-1-1,0-5 0-15,1-3-1 0,1-3 0 16,0-4 0-16,3-4-3 0,2-4-2 16,4 0-5-16,0-9-6 0,1-6-7 15,1-2-10-15,-1-4-14 0,-3-5-24 16,-4-1-54-16,-6-3-160 0,-4-2 5 0</inkml:trace>
  <inkml:trace contextRef="#ctx0" brushRef="#br0" timeOffset="63984.73">23338 7392 728 0,'0'0'52'15,"0"0"-16"-15,0 0-14 0,0 0-9 0,0 0-8 16,0 0-3-16,0 0-5 16,0 0-2-1,0 0-20-15,8-44-58 0,-2 50-217 16,0 6-28-16</inkml:trace>
  <inkml:trace contextRef="#ctx0" brushRef="#br0" timeOffset="64417.7">24049 7128 619 0,'0'0'58'16,"0"0"-9"-16,0 0-13 0,0 0-8 15,0 0-11-15,0 0 1 0,0 0-4 16,0 0 2-16,0 0 1 0,32 91-5 0,-28-46 2 15,1 9-6-15,1 6-1 0,3 7-2 16,0 5-2-16,3 0 1 0,4 3-2 0,1-4 2 16,3-6 2-16,3-7-4 0,0-9 3 15,-1-9-5-15,2-8-1 16,-3-7 2-16,0-7-2 0,-4-8 1 0,0-3-2 16,-1-7-3-16,1 0-7 0,1-5-15 0,-4-7-25 15,-5 1-54-15,-5-5-202 0,-2-2-17 16</inkml:trace>
  <inkml:trace contextRef="#ctx0" brushRef="#br0" timeOffset="64734.36">24600 7210 687 0,'0'0'53'0,"0"0"-10"0,18-82-5 15,-7 58-10-15,4 4-8 16,0 5-5-16,-1 4-2 0,0 8-5 0,0 3-2 16,1 5-1-16,2 13-3 0,-3 9 4 0,-3 8 2 15,-2 11-3-15,-2 5 4 0,0 8-4 16,-1 6-4-16,0 7 2 0,-1 4-4 0,1 3 4 16,1 0-3-16,-1-2 1 0,1-4 2 15,4-6-3-15,0-8 2 16,1-5-2-16,2-6-1 0,-1-10 1 0,-1-7-2 15,1-6 0-15,-6-11-1 0,-1-6-1 0,2-6-4 16,2-2-5-16,2-5-10 0,2-8-11 16,-5-4-20-16,-6-3-31 0,-3-4-59 15,-10-3-113 1,-9-4-35-16</inkml:trace>
  <inkml:trace contextRef="#ctx0" brushRef="#br0" timeOffset="66602.27">24535 7771 590 0,'0'0'54'0,"0"0"-9"16,0 0-7-16,0 0-5 0,0 0-8 0,80-21-3 16,-22 15-4-16,8 0-6 0,9 1-5 15,3 0-3-15,2-2-3 16,-2 3-2-16,-1 0 0 0,-5-1-2 0,-5-1 1 16,-10 0-1-16,-6-2-1 0,-14 1 2 0,-11 0 1 15,-8 0 1-15,-8 4 1 0,-7 0 0 16,1 1 1-16,-4 2-1 0,0-1-1 0,0 1 0 15,0 0-1-15,-12 0 1 0,-6 0 1 16,-7 7 0-16,-1 9 0 16,1 2 0-1,-2 4-1-15,-3 4 1 0,1 5-1 16,0 2 1-16,1 3 3 0,7 2-5 0,5 0 5 16,4-1-4-16,10-4-2 0,2-2 2 15,8-4 0-15,8-6-1 0,7-3 2 16,4-7-1-16,4-6 0 0,2-5 1 0,3 0-1 15,-1-8 0-15,1-6 1 0,-1-1-1 16,-1-5 1-16,-7-1-1 0,-4-2 1 16,-6-1 0-16,-5-2 0 0,-6-2 0 0,-5-2-5 15,-1 0 4-15,-1 3-6 0,-10 1 5 16,-4 5 1-16,-6 4 0 0,-6 4 0 0,-7 2 0 16,-3 2-1-16,-5 4 1 0,3 0 1 15,1 3 0-15,11 0 1 0,5 2-1 16,9-1 0-16,7 1 1 0,1 0 1 15,5 0 2-15,3-2 1 0,15-1-1 0,14-2-1 16,10 0-1-16,6-2-2 0,2 1 0 16,4 2 3-1,2-1-3-15,-1 5 0 0,0 0 1 16,-4 3-5-16,-4 8 5 0,-3 4-1 16,-2 5-1-16,-6 3 2 0,-3 2-1 15,-2 2 4-15,-5 4-5 0,-3 0 4 16,-7-3-4-16,-2 1-1 0,-7-3 2 0,-4-2 0 15,-3-1 0-15,-1-4-1 0,-8-2 1 16,1-4 0-16,-1-3 0 0,1-2 1 16,4-6 0-16,1 1 0 0,3-3 1 0,-5 0-1 15,0 0 1-15,1-8-2 0,2-7 0 16,2-5 0-16,14-8-2 0,6-1 2 16,7-1-2-16,6-5-3 0,5 0 4 0,7-1-5 15,1 1 4-15,0 3 1 0,-1 8-1 16,-6 5 2-16,-3 9-1 0,-5 5 0 0,-6 5 0 15,-2 0-3-15,-3 8 4 0,-4 6 0 16,1 2 0-16,-4 4 1 0,0 1-1 31,0 2-1-31,-2 0 1 0,1 1 4 16,-2 1-6-16,2-3 8 0,-4 1-7 0,3-2 0 16,2-2 0-16,-2-3 0 0,2-2 0 15,3-2-2-15,3-5 2 0,3-1 0 16,5-4 0-16,5-2 2 0,3-5-2 0,5-5 0 15,-1-7 0-15,2-3-2 0,-1-2 2 16,-1-7 0-16,-3-3 0 0,-1-3-4 16,-3-3 4-16,-5 3-6 0,-2 2 6 0,-6 6 0 15,-6 9-1-15,-6 7 1 0,-4 6 0 16,-3 5-2-16,0-1 2 0,0 1-1 0,1 0 1 16,2 6 0-16,3 9 1 0,-2 6-2 15,-1 2 1-15,2 3 0 0,-1 1 1 16,3 0 4-16,2 2-4 0,-1-2 3 15,3-1-5-15,1-2 0 0,2-2 1 0,6-4-2 16,2-3 2-16,5-4-4 0,6-3-3 16,6-4-3-1,3-4 1-15,3 0 0 0,3-4 1 16,1-7 5-16,-3-3-2 0,3-4 3 16,-4-3 0-16,0-5 2 0,-4-1 0 15,-5-4-3-15,-4 1 4 0,-6 0-5 16,-5 4 4-16,-5 3 1 0,-4 8 0 0,-7 6 2 15,-2 5 0-15,-3 4 0 0,0-5 0 16,0 0-1-16,-1-3 1 0,-4 3-2 16,-4 1 2-16,-5 3-1 0,-3 1-2 0,-5 3 0 15,1 7-1-15,-2 4 0 0,0 3 1 16,1 2-1-16,-1 5 1 0,0-1 4 16,-2 6-6-16,5 1 4 0,-2-3-4 0,3 0-1 15,6-4 1-15,4-7-1 0,5 0 0 16,3-7 0-16,1 0 1 0,5 0 0 0,3-5 1 15,5 1 2-15,6-5-1 0,-1 0 0 16,4-5 0-16,0-5 2 0,-4-2-4 31,1-2 4-31,0-1-2 0,1-2 1 16,-1-1 0-16,0-2 0 0,-3-3 0 0,0-1-5 16,-3 0 4-16,0-1-5 0,-5 5 5 15,0 4 0-15,-5 5 1 0,0 8-1 16,-3 3 0-16,0-1-1 0,3 1 1 0,2 4 0 15,1 9 2-15,0 6-1 0,-2 6 1 16,-1 0 2-16,2 2-2 0,0-2 3 16,1 1-3-16,0-4 0 0,1 0-1 0,0-4-1 15,5-1 1-15,1-3-1 0,3-4 1 16,1-4 1-16,3-1-1 0,3-5 0 0,3 0 0 16,-1-3-2-16,0-8 2 0,-1-1-1 15,-1-2 1-15,-4-2 0 0,1-4-1 16,-1-1-1-16,-3-2 1 0,1-2-5 15,1 0 5-15,-1 0-2 0,-2 3 1 0,0 3 2 16,-3 9-1-16,-6 2 0 0,4 7 2 16,0 1 0-1,2 1 1-15,3 8 0 0,-1 7 1 16,-3 2 4-16,1 3-5 0,-1 4 4 16,2 0-5-16,-3 0-1 0,2-2 1 15,-3-1-3-15,-4-7 1 0,0 0 0 16,-2-4 0-16,-2-7 0 0,1 3 0 0,-2-3-1 15,0 2 0-15,0-1 1 0,0 1 2 16,0-6 0-16,0 0 0 0,0 0 0 16,3 0-2-16,2-9-1 0,1-6 1 0,6-7 0 15,2 0 0-15,3-5 2 0,5 0-2 16,4-1-6-16,3-2 5 0,3 3-4 16,1 3 4-16,-1 6 2 0,-2 5-1 0,-1 8 0 15,-6 5-1-15,-5 0 1 0,-3 13 0 16,-4 7 2-16,-2 2 0 0,0 6 4 0,-3 3-4 15,2-1 3-15,-3-2-3 0,3 1-1 16,0-1 1-16,2-3-1 0,1-3 0 31,4-2 0-31,1-7 0 0,6-2 0 16,4-6-1-16,6-5 0 0,4 0 0 0,7-10 1 16,2-4-1-16,4-5 1 0,-2-4-2 15,0-3 1-15,-6-4-1 0,-3-4 2 16,-7 1-3-16,-6 0-2 0,-7 2 3 0,-9 9-4 15,-6 4 5-15,-3 1 0 0,-6 5-1 16,-8-1-1-16,-5 6-1 0,-5 7-7 16,-4 0-6-16,-4 4-15 0,-4 10-23 0,-6 3-53 15,-1 2-150-15,-9-2-50 0</inkml:trace>
  <inkml:trace contextRef="#ctx0" brushRef="#br0" timeOffset="66817.75">27077 7271 808 0,'0'0'32'15,"0"0"-13"-15,0 0-9 0,0 0-7 16,0 0-1-16,0 0-6 0,0 0-1 0,0 0-21 15,0 0-54-15,-3-20-222 0,1 33-27 16</inkml:trace>
  <inkml:trace contextRef="#ctx0" brushRef="#br0" timeOffset="84801.34">8064 9180 450 0,'0'0'72'0,"0"0"-16"15,0 0-11-15,0 0-11 0,0 0-7 16,0 0-11-16,0 0-7 0,0 0-3 0,0 0-1 16,0 0-2-16,15-20 3 0,-1 51 1 15,-2 8-4-15,4 5 3 0,0 6-6 16,5 4-1-16,7 1 0 0,5 4-1 0,9-1 2 16,7-3-1-16,6-4 1 0,4-9 0 15,3-12 2-15,2-9-1 0,6-12 1 16,1-9 1-16,1-9 0 0,0-16 0 0,2-12-1 15,-2-10 1-15,-4-6-2 0,-7-3 2 16,-10-2-2-16,-7 0 3 0,-12 6-2 31,-3 1-4-31,-11 8 4 0,-4 9-4 16,-8 10 6-16,-3 10 0 0,-2 9 0 0,-1 5-3 16,0-1-1-16,0 1-3 0,0-2-2 15,0 1-1-15,0-1-2 0,0 2-11 0,0 0-27 16,-1 6-52-16,-10 8-117 0,-4 2-63 15</inkml:trace>
  <inkml:trace contextRef="#ctx0" brushRef="#br0" timeOffset="85102.39">8617 9168 651 0,'0'0'33'0,"0"0"-2"0,0 0-3 0,0 0-6 16,0 0-6-16,0 0-3 0,0 0-3 31,0 0-2-31,0 0 3 0,39 24 3 0,-32 16-6 16,-2 10 2-16,-3 9-6 0,-2 8-4 16,0 10 3-16,0 5-4 0,0 7 3 15,0 0 2-15,7-1-2 0,2 1 3 16,0-2-4-16,7-4-4 0,-3-1 3 0,4-4-2 15,-1-5 3-15,1-9-2 0,1-9 1 16,-1-6 1-16,3-9-6 0,-1-9-8 0,1-6-20 16,-8-10-32-16,8-8-55 0,-5-7-174 15,2-6 0-15</inkml:trace>
  <inkml:trace contextRef="#ctx0" brushRef="#br0" timeOffset="85418.05">9759 8956 509 0,'0'0'54'0,"0"0"-1"0,0 0-3 15,-20-81-8-15,20 78-14 0,-6 3-12 0,-3 7-6 16,-8 15-2-16,-6 11 2 0,-2 14 0 15,-2 10 0-15,-4 11 4 0,1 8-3 16,3 10-2-16,1 9-2 0,3 5-8 16,4 6 4-16,4 3 1 0,5-3-3 0,10-1 2 15,0-7-2-15,15-4-3 0,9-8 2 0,11-12-2 16,8-8 2-16,8-12-2 0,7-11 1 16,1-10-7-16,6-9-11 0,-3-9-29 15,-2-5-46-15,-7-9-134 0,-9-1-75 16</inkml:trace>
  <inkml:trace contextRef="#ctx0" brushRef="#br0" timeOffset="85851.03">9832 9710 637 0,'0'0'40'0,"0"0"-3"0,68-82-1 0,-38 55-4 15,7 2-5-15,-2 7-9 0,1 6-5 0,-4 9-6 16,1 4-4-16,-4 17-3 0,-4 10 1 16,-6 8-2-16,-5 9 1 0,-7 2-1 15,-7 4 3-15,-1 1 1 0,-11-1-3 16,-5-1 4-16,1-4-6 0,-1-4 0 16,-2-5 2-16,6-7-1 0,3-10 1 0,3-8 0 15,5-6 1-15,2-6 1 0,-1 0 1 0,1-1 1 31,10-13-2-31,7-7 1 0,9-11-3 0,3-5 2 0,1-1-1 0,-1-1-5 16,0 1 4-16,-1 5-3 0,-5 2 3 16,-4 8 2-1,-5 7-1-15,-7 7 3 0,-4 6-1 16,-3 3-1-16,0-2 0 0,0 2-2 16,0 0-1-16,0 6 0 0,-4 8 1 0,-5 7 0 15,4 2 2-15,2 3 2 0,3 3-3 16,0 3 3-16,4-1-6 0,7 1 0 15,1 2 1-15,2-3-2 0,1 1-1 16,5 2-12-16,-2-2-18 0,0-4-42 16,-3 1-79-16,-2-10-148 0,1-3 12 0</inkml:trace>
  <inkml:trace contextRef="#ctx0" brushRef="#br0" timeOffset="86084.54">10673 10138 712 0,'0'0'47'16,"0"0"0"-16,0 0-7 0,0 0-12 0,0 0-8 31,97-29-5-31,-74 29-6 0,2 0-3 16,-2 6-5-16,-2 8 0 0,-3 3-1 16,-4 5 0-16,-5 7-2 0,-3 7 2 15,-6 6-2-15,-2 2 4 0,-9 4-4 0,-5 1 4 16,-2 1 0-16,-2-2-3 0,0-1 0 15,3-1-10-15,-2-5-11 0,4-6-15 0,1-9-28 16,8-7-46-16,0-8-152 0,5-6-39 16</inkml:trace>
  <inkml:trace contextRef="#ctx0" brushRef="#br0" timeOffset="86402.21">11428 9535 727 0,'0'0'41'16,"0"0"-8"-1,0 0-1-15,0 0-6 0,0 0-6 16,4-82-6-16,-2 78-5 0,1 4-5 16,5 3 1-16,1 15-4 0,3 11 2 0,-4 12-3 15,1 11 0-15,-5 3 0 0,-1 6 1 16,-1 2-1-16,-1-1 1 0,2-2 2 15,1 0-3-15,6-3 2 0,3-3 0 16,6-6-4-16,2-5 4 0,6-10-2 0,3-7 0 16,5-12 0-16,4-10-2 0,0-4 1 15,3-15-3-15,3-6-3 0,-5-7-5 0,-2-2-8 16,-5 0-10-16,-5-2-17 0,-8 5-30 16,-8 0-58-16,-4 9-120 0,-8-1-31 15</inkml:trace>
  <inkml:trace contextRef="#ctx0" brushRef="#br0" timeOffset="86601.06">11121 9878 698 0,'0'0'40'0,"0"0"-8"0,0 0-6 16,0 0-5-16,126-71-3 0,-64 56-6 15,8-1-3-15,5 3-4 0,2 1-3 0,-2 3-3 16,-4 0-3-16,-3 1-8 0,-5 1-18 16,-5-1-30-16,-6-1-67 0,-8-2-165 15,-7-3-3-15</inkml:trace>
  <inkml:trace contextRef="#ctx0" brushRef="#br0" timeOffset="86917.72">11974 9106 675 0,'0'0'52'0,"0"0"-13"16,0 0-6-1,0 0-5-15,0 0-5 16,77-41-4-16,-32 41-3 0,6 12-3 0,8 4-3 16,12 8-2-16,0 6-2 0,4 8 0 0,4 9 2 15,1 9-4-15,-2 14 2 0,-7 12-3 16,-2 12-3-16,-17 9 1 0,-10 9 2 15,-18 7 1-15,-15 5-3 0,-9 3 0 16,-11 0-3-16,-11-4 2 0,-5-11 1 0,-4-7 1 16,-5-11 0-16,3-9-2 0,-3-11-1 15,3-12 0-15,4-12 1 0,7-13 0 0,6-14 1 16,7-11 1 0,6-7-1-16,3-5 1 0,-1 0-1 0,1 0-3 0,0 0-5 15,-3-3-10-15,0-10-21 0,1 1-49 16,-1-8-220-16,3-1-32 0</inkml:trace>
  <inkml:trace contextRef="#ctx0" brushRef="#br0" timeOffset="89119.08">20148 9262 386 0,'0'0'72'16,"0"0"8"-16,0 0-11 0,13-87-19 16,-12 83-5-16,-1 4-10 0,0-2-10 15,0 2-7-15,1 0-3 0,5 0-2 16,3 3-1-16,7 11 3 0,6 7-7 15,5 7 2-15,8 1-5 0,7 3-4 0,6-4 2 16,7-1-4-16,7-3 2 0,7-6-1 0,9-8 0 31,6-3 1-31,5-7-1 0,4-2-1 16,1-9 0-16,-4-4 1 0,-8-4-2 16,-7-3 4-16,-12-2-3 0,-15-2 1 15,-12-1 0-15,-13-2-5 0,-9 0 6 0,-11 2-3 16,-3 2 3-16,-8 4 2 0,-6 5-3 15,0 3-2-15,1 6 4 0,4 2-4 0,0 2 1 16,4 2 1-16,-1-1-5 0,2 2-4 16,-2 0-7-16,1 0-12 0,-4 2-20 15,-3 3-30-15,2 5-58 0,-6 0-151 16</inkml:trace>
  <inkml:trace contextRef="#ctx0" brushRef="#br0" timeOffset="89384.45">20728 8904 648 0,'0'0'41'0,"0"0"-2"0,0 0-4 16,0 0-1-16,0 0-5 0,0 0-3 16,0 0-4-16,0 0-4 0,0 0-7 0,77 102-1 15,-62-57-5-15,-2 8 1 0,0 7 1 16,-1 6-3-16,-1 7 2 0,-1 7-4 15,2 5-5-15,2 5 4 0,0 1-3 16,4-3 4-16,0-1 2 0,3-4-4 16,1-5 2-16,1-6-6 0,-3-5 0 0,1-8 0 15,-4-5-5-15,-1-10-7 0,-4-8-13 0,-1-11-20 16,-7-12-34-16,4-4-55 0,-4-6-167 16,3-3-1-16</inkml:trace>
  <inkml:trace contextRef="#ctx0" brushRef="#br0" timeOffset="89702.13">22137 9188 619 0,'0'0'44'0,"0"0"2"15,0-102-3-15,0 79-10 0,0 3-3 0,0 8-8 16,0 6-5-16,0 0-4 0,-4 6-4 16,-9 2-4-16,-7 16-2 0,-11 11-1 15,-2 15 3-15,-4 11-5 0,2 10 3 16,3 7-2-16,5 9-3 0,6 4 4 16,9 3-5-16,10-2 5 0,5-2 2 0,19-9-3 15,8-9 5-15,9-8-7 0,9-10-1 0,4-8 2 16,6-9-6-16,1-12 1 0,2-7-8 15,-2-6-13-15,0-6-23 0,-2-1-36 16,-9-12-81-16,-2-2-140 0</inkml:trace>
  <inkml:trace contextRef="#ctx0" brushRef="#br0" timeOffset="90151.11">22412 9499 647 0,'0'0'52'0,"0"0"3"0,0 0-7 16,88-71-11-16,-50 56-10 0,3 2-6 0,-1 3-7 15,2 3-6-15,-7 5-2 0,-6 2-4 0,-6 1 1 16,-7 8-3-16,-6 8 1 0,-3 4-2 16,-7 8 1-16,-3 5-1 0,-11 5 1 15,-5 4 1-15,-3 0-1 0,-1-2-2 16,-1-1 2-16,0-2-3 0,3-5 3 15,-1-4 1-15,6-5-2 0,5-7 0 0,3-6-1 16,7-7 2-16,1-4-1 0,-2 0 1 0,5 0 0 31,16-6-3-31,7-9 4 0,13-10-2 16,2-5 1-16,-1-8 1 0,3-8-1 16,-3-2 4-16,-4-4-4 0,-1 2 2 15,-7 6-2-15,-6 8 1 0,-7 12 1 16,-7 10 0-16,-5 9 0 0,-3 5 0 0,-2 0-2 15,-12 0 0-15,-6 8 0 0,-6 9 0 0,1 7 0 16,5 6 1-16,5 4-1 0,3 2 0 16,6 2-1-16,6-3 1 0,0 0-2 15,8-3-1-15,7-3 2 0,5-3-3 16,2-5-5-16,5-1-11 0,2-5-17 16,0-3-41-16,3-2-91 0,-2-5-143 0</inkml:trace>
  <inkml:trace contextRef="#ctx0" brushRef="#br0" timeOffset="90384.73">23322 9918 719 0,'0'0'47'0,"0"0"4"15,87-35-15-15,-54 27-5 0,0 5-6 16,2 3-8-16,-3 3 1 0,-3 9-10 15,-3 4 1-15,-5 3-4 0,-6 6-4 16,-4 2 1-16,-8 3-2 0,-3 3-1 16,-7 3-1-16,-9 0-1 0,-5 4-2 0,-1-1-2 15,-1 1-5-15,-2-3-8 0,5-2-14 0,4-3-22 16,-1-7-44-16,6-7-76 0,4-9-136 16</inkml:trace>
  <inkml:trace contextRef="#ctx0" brushRef="#br0" timeOffset="90751.34">24103 9513 736 0,'0'0'45'16,"0"0"-7"-16,0 0-7 0,0 0-9 0,0 0-6 15,0 0-8-15,0 0-3 16,0 0-4-16,0 0 1 0,-23-5-1 0,14 41 2 15,2 7-2-15,1 6 0 0,0-1-2 0,2 1 1 16,1-2-1-16,3-2 1 0,0-4 4 16,6-1-5-16,5-6 4 0,8-5-4 15,5-4-2-15,4-10 3 0,5-6 1 16,3-6-1-16,4-3 2 0,3-11-1 16,-3-7 0-16,1-6 0 0,-3-5-5 0,-4-4 4 15,-8-7-4-15,-3-4 4 0,-7-3 1 0,-9-2-2 16,-7 1 2-16,-1 2-1 0,-15 7 1 15,-6 6 0-15,-7 8 0 0,-8 9-2 16,-3 8 2-16,-4 8-2 0,-1 3 0 16,3 11-1-16,2 7-3 0,1 4-2 15,7 3-9 1,3 2-14-16,7-1-31 0,7 2-49 16,3-5-142-16,9-1-65 0</inkml:trace>
  <inkml:trace contextRef="#ctx0" brushRef="#br0" timeOffset="91118.79">24525 8954 713 0,'0'0'44'0,"0"0"-4"0,0 0-8 16,0 0-7-16,0 0-7 0,0 0-3 15,0 0-4-15,0 0-2 0,0 0-2 0,90-44-1 16,-58 59-2-16,1 9 1 0,4 7-2 0,2 7 2 31,3 9-3-31,3 6 0 0,-1 9 4 16,0 9-6-16,-5 11 4 0,-5 11-2 16,-10 12-4-16,-14 10 4 0,-10 11 0 15,-11 6-2-15,-18 3 0 0,-6-6-1 16,-5-9-2-16,1-15 3 0,1-16 2 0,0-13-2 15,4-12 1-15,4-11 0 0,5-11-2 0,5-12 1 16,8-10 0-16,3-12-2 0,8-3-1 16,1-5-3-16,0 0-8 0,4-8-12 15,6-7-29-15,-1 2-60 0,-3-4-201 16,-3 7-14-16</inkml:trace>
  <inkml:trace contextRef="#ctx0" brushRef="#br0" timeOffset="91602.22">20377 11569 742 0,'0'0'14'0,"0"0"6"0,0 0 6 16,0-77-1-16,0 71 0 0,0 1-4 15,-1 1-3-15,0 0-2 0,-1 0-5 0,0 1-3 16,0 5 1-16,2 17-2 0,0 15-1 0,0 16 1 16,8 6-3-16,4 11 2 0,5 4 1 31,1 8-2-31,4 5 2 0,1 2-5 16,0 1-2-16,2-2 2 0,1-3-4 15,-2-5 3-15,-1-7 2 0,-1-8-3 16,-3-7 0-16,-3-8-2 0,-3-8 1 0,-6-7 0 15,-1-11 0-15,-3-9 0 0,-2-5-3 0,-1-7-1 16,0 0-4-16,0 0-7 0,0 0-9 16,-4 0-13-16,-7-7-23 0,-3-6-41 15,-2-10-111-15,2-4-104 0</inkml:trace>
  <inkml:trace contextRef="#ctx0" brushRef="#br0" timeOffset="91902.3">21059 11732 651 0,'0'0'51'16,"0"0"6"-1,0 0-6-15,0 0-10 0,0 0-12 16,0 0-8-16,0 0-6 0,0 0-6 16,0 0-3-16,42-47 1 0,-38 66-2 0,3 13 2 15,-3 14 2-15,-1 7-7 0,-1 6 3 16,-1 4-4-16,2 2-1 0,2 2 1 15,2-1-2-15,1-2 1 0,3-5-2 16,0-5 3-16,4-7-2 0,-2-7 1 16,1-6 0-16,-2-5-3 0,-2-8 4 0,-2-8-5 15,-3-5 2-15,-2-3-3 0,-3-5-6 0,0 0-3 16,0 0-11-16,1 0-15 0,-1 0-41 16,0-8-63-16,-12-7-170 0,-6-8-2 15</inkml:trace>
  <inkml:trace contextRef="#ctx0" brushRef="#br0" timeOffset="92101.16">20282 12184 634 0,'0'0'35'0,"0"0"11"0,0 0 7 15,0 0-6-15,0 0-13 0,0 0-7 0,120-58-6 16,-65 45-6-16,6-2-3 0,6-2-7 15,3 0-5-15,0 0 0 0,-2 1-2 0,-5 1-3 16,-5 1-3-16,-6 1-10 0,-8 3-20 16,-11 6-28-16,-11 2-48 0,-11 2-150 15,-11-1-51-15</inkml:trace>
  <inkml:trace contextRef="#ctx0" brushRef="#br0" timeOffset="92351.15">20696 11030 709 0,'0'0'42'0,"0"0"-3"16,-57-81-7-16,32 61-5 0,-3 5-5 16,-4 5-5-16,-3 7-4 0,-2 3-5 0,-5 7-1 15,-6 9-5-15,0 9 0 0,-2 6-4 16,-2 4 1-16,4 3-1 0,2 2 1 15,7-3 4-15,5 3-6 0,8-3 1 16,6-4-9-16,10-1-9 0,4-11-9 16,6 0-17-16,2-2-23 0,5-8-39 0,9 2-75 15,3-12-106-15</inkml:trace>
  <inkml:trace contextRef="#ctx0" brushRef="#br0" timeOffset="92551.25">20386 10886 671 0,'0'0'44'0,"0"0"0"0,0 0-2 0,77-27-5 16,-44 27-6-16,8 10-6 0,5 6-6 0,9 3-5 31,4 4-4-31,8 4-3 0,2 2-4 16,3 2-2-16,1-2-2 0,-2 1 0 16,-4-3 0-16,-9-2 0 0,-8-3-3 15,-11-2 1-15,-9-5-3 0,-11-4-11 16,-6 0-6-16,-5-5-19 0,-5-4-20 0,-3 5-35 15,-1-3-113-15,-13 2-91 0</inkml:trace>
  <inkml:trace contextRef="#ctx0" brushRef="#br0" timeOffset="137702.16">7774 11413 209 0,'0'0'52'16,"0"0"-3"-16,0 0-3 0,0 0-5 0,0 0-2 16,0 0-2-16,0 0-4 0,0 0-8 15,0 0-8-15,0 0-4 0,-64-24-3 16,81 21 4-16,11 0 1 0,11-2 2 16,13 2-2-16,10 0-1 0,9 0-3 15,19-2 0-15,10 2-3 0,14 0 0 0,10-1-1 16,12 1-2-16,10 0 0 0,9-1-2 0,4 2 3 15,13-1-1-15,6-3 2 0,7 1 0 16,9-1 0-16,4 0-1 0,7-2-1 16,5 2-1-1,1-2-1-15,1 1 3 16,2-2-4-16,-2 0 1 0,-1-2-1 0,0 0-5 16,-3 0 4-16,-7 0-3 0,-4 2 3 15,-9 0 2-15,-9 1-1 0,-5 1-1 0,-10-3 1 16,-7 1 1-16,-10 0-1 0,-11-1 1 15,-10-1-1-15,-12 0 0 0,-14 1 0 16,-15 0 1-16,-14 1-2 0,-16 0 1 16,-11 2 0-16,-17 0 2 0,-13 5 2 15,-8 0 1-15,-6 2-1 0,0-6-1 0,0-3-2 16,-6-5-3-16,-1 2 0 0,-3 3 1 0,-2 0 0 16,1 3-1-16,-1-4 2 0,5 5-2 15,0-3 1-15,-3-4 0 0,4 3 0 16,0-7 0-16,5 0 0 0,1-4 0 15,0-7-1-15,4 0 0 0,3-4-1 16,2 0 1-16,2-4 0 0,0-4 0 0,3-1-1 31,-1-6-4-31,-1-4 4 0,1-6-4 0,-3-6 3 16,-1-9 2-16,-2-3-1 0,-3-6 2 16,0-2-2-16,-1 0 3 0,2-3-5 15,1 0-2-15,-1-5 1 0,4-3-2 16,-3 1 3-16,-3-2 4 0,-2 4-3 15,-1 5-2-15,-3 5 3 0,-6 6-4 0,-3 4 2 16,-5 9 3-16,-7 6-2 0,-6 7 1 0,-8 8-1 16,-8 7 2-16,-8 7-2 0,-4 6 2 15,-4 5-1-15,-5 5 1 0,-2 3 0 16,1 3 0-16,-1 0 0 0,-5 0 1 16,-1 0-1-16,-4-2 0 0,-3-2 0 15,-3 1 1-15,-2-3-1 0,-2 3 1 0,-4-4 0 16,-7 1-1-16,-5-2 0 0,-8-1 1 0,-7-2-1 15,-3-2 2-15,-4-2-2 0,-6-2 1 16,-9-4-1-16,-8-1 0 0,-9-1 0 16,-9-2-5-1,-9 3 4-15,-5 2-4 16,-7 6 4-16,-8 4-1 0,-4 7 2 0,-4 5-1 16,-5 2 0-16,-4 3 2 0,0 6-2 15,3 1 1-15,0 2-1 0,4 1 1 0,10 1 0 16,4 1 4-16,9 0-5 0,16 0 6 15,9 1-6-15,12-4 0 0,13-2 1 16,13-2-1-16,19-4 0 0,12-1 2 16,19-1-2-16,12-2 0 0,11 0 1 15,9-3 0-15,17 0 1 0,6-3 0 0,6 3 0 16,7 0-1-16,0 1 0 0,3 2-1 0,0-3 0 16,2 1 0-16,5-3 1 0,3 0 0 15,3 5-1-15,3 0 2 0,1 0-2 16,1 5 1-16,2 2 0 0,-1 6-1 15,-5 2 1-15,2 5-1 0,-3 5 1 16,-4 8-1-16,1 10 1 0,-6 12-2 0,-2 8 2 31,-2 11-2-31,-2 6 3 0,-9 9 3 0,-4 10-3 16,-5 9 0-16,-3 7 0 0,-5 8-5 16,-5 3 6-16,3 0 1 0,-5-3-1 15,5-4 2-15,1-7-5 0,3-8 0 16,3-9 2-16,4-12 4 0,6-9-1 15,4-8 2-15,6-9-4 0,3-5-2 0,3-6 1 16,10-2-1-16,3-1 2 0,0 0-2 0,6-2 2 16,-2 2-2-16,2-4 0 0,-1 1 0 15,1-4 0-15,-6-1-1 0,4-4 2 16,-4-1-2-16,3-5 2 0,-3 0 4 16,4-6-5-16,3-4 5 0,3-4-3 15,3-6-1-15,9-5 0 0,8-3-6 0,15-11 5 16,15-4-8-16,18-2 3 0,18 2-6 0,19 1-9 15,14 8-22-15,18 6-21 0,11 3-49 16,10 4-90-16,5 6-55 0</inkml:trace>
  <inkml:trace contextRef="#ctx0" brushRef="#br0" timeOffset="-50079.03">1959 12325 310 0,'0'0'71'15,"0"0"-9"-15,0 0 2 0,0 0-10 16,-29-79-13-16,22 66-2 0,6 3-7 31,-1 6-2-31,1 1-2 0,1 3-5 0,-2-1-10 16,2 1-8-16,-1 0-6 0,-2 0 2 16,1 10 2-16,-2 11 0 0,4 8 3 15,0 6-1-15,0 3-2 0,0 1-1 0,4 4 1 16,1 1 0-16,-1 1 2 0,3 1 1 15,-4 0-8-15,3-1 2 0,0-3-4 16,-2-2 0-16,-1-3 4 0,0-7 0 0,0-3 0 16,-3-7 0-16,0-10 0 0,4 1 0 15,-4-5 1-15,0-1 0 0,1 1-1 16,-1-6 0-16,0 0-1 0,0 0-1 0,2 1-3 16,2 2-14-16,1 0-23 0,-1-1-52 15,6 1-94-15,-3-1-93 0</inkml:trace>
  <inkml:trace contextRef="#ctx0" brushRef="#br0" timeOffset="-49746.83">2283 12854 500 0,'0'0'59'0,"0"0"-7"15,0 0-11-15,0 0-9 0,0 0-6 16,0 0-6-16,0 0-5 0,0 0-6 0,0 0-4 16,0 0-5-16,-23-60 0 0,23 60 0 15,0 0 0-15,0 0 0 0,0 0 0 16,0 3 0-16,0 4-2 0,0 4 2 0,3 0 0 16,-3-5 2-16,0 3-1 0,0-4 1 15,0 0 1-15,-3-1 1 0,3-4-1 16,0 0 0-16,-6 0 0 0,-3 0-1 0,-1-4-1 15,-1-6-1-15,5 3-4 0,3 2 3 16,3-2-1-16,0 2-1 0,0-1-2 16,3-1-6-16,1 3-13 0,5 4-23 0,5 0-34 31,-2 2-79-31,4 7-104 0</inkml:trace>
  <inkml:trace contextRef="#ctx0" brushRef="#br0" timeOffset="-48845.06">3509 12168 350 0,'0'0'52'0,"0"0"-3"0,0 0-5 15,0 0-7-15,0 0-6 0,0 0-4 16,0 0-5-16,0 0-1 0,0 0-4 0,-47-46-2 15,42 45-4-15,-5 1-4 0,-7 0-1 16,1 0 0-16,-7 1-1 0,3 8-1 31,-1 3 2-31,1 5-1 0,0 4-1 0,1 5 1 16,-1 3-3-16,2 6-1 0,4 1-1 16,4 5 1-16,2 0-3 0,3 2 3 15,2 1 3-15,3-1-6 0,4 0 6 0,9-4-5 16,3 0 0-16,7-6 2 0,5-4-2 15,-1-3 1-15,5-7 0 0,3-2 1 16,-2-6 0-16,0-6 2 0,2-3 0 0,1-2 0 16,0-4-1-16,0-10 0 0,-1-1 1 15,-2-5-1-15,-4-1 3 0,-6-2-2 16,-5-3-1-16,-4-3 0 0,-2 0-6 0,-5-1 5 16,0 2-5-16,-4 6 4 0,0 1 3 15,0 9-3-15,-3 6 0 0,1 0 0 16,-1 6-2-16,0-2 0 0,0 2 0 0,-4 3 0 15,-5 8 2-15,-4 7 1 0,3 5 4 16,-1 2-5-16,2 4 4 0,5 0-4 0,1-1-2 31,3-3 2-31,0 0-2 0,7-4 1 16,7-2 1-16,2-2 1 0,3-3 1 16,4-5-2-16,-1-1 1 0,1-7 0 15,3-1 1-15,0-1 0 0,-1-8-1 0,1-3 0 16,-6-2 0-16,0-3 1 0,-7-3 2 15,-4-1-2-15,-6-3 1 0,-3-2-2 0,0-1-6 16,-3-1 6-16,-7 4-7 0,-5 4 4 16,-2 5 1-16,-6 6-2 0,-3 6-1 15,-7 3 0-15,-5 5-2 0,-1 8-1 16,-3 4 1-16,0 5-14 0,7 3-13 0,5 2-27 16,1 1-47-16,9 2-75 0,4-1-71 15</inkml:trace>
  <inkml:trace contextRef="#ctx0" brushRef="#br0" timeOffset="-47912.15">3829 12673 472 0,'0'0'42'0,"0"0"0"0,0 0-4 16,0 0-8-16,42-79-6 0,-25 70-6 15,5 2-2-15,5 3-4 0,2 4-1 0,6 0-2 16,-3 6-5-16,-2 5-1 0,-1 1-3 16,-3 5 0-16,-4 1-2 0,-2 0 1 15,-3 4 0-15,-4-2-1 0,-5 4 0 16,-4-9-1-16,-4 3 1 0,0-1-1 0,0-1 2 15,-6 1 0-15,0-5 1 0,-1-4 1 16,4-5 1-16,2 1 1 0,1-4 2 16,-5 0-1-1,1 0-1-15,1-9-1 0,3-6-1 16,0-6-1-16,12-5 0 0,5-2 2 16,5 3-2-16,4 2 0 0,1 3 0 15,2 5 0-15,0 3 0 0,3 6 0 0,-6 4-2 16,2 2 1-16,-4 3 0 0,-1 7 0 15,-3 2 1-15,-2 3-2 0,-4 0 2 0,-4 3 0 16,-2-6 0-16,-4 3 0 0,-1-4 0 16,-3-5 0-16,0 5 1 0,0-5 0 15,0 0 2-15,0 0 1 0,0-6 3 16,0 0 0-16,0 0 1 0,0 0-4 0,0 0-2 16,0-11 1-16,8-7-3 0,3-4 1 15,2-3 0-15,1 1-1 0,8-2 1 0,-2 2 0 16,2-1-1-16,-1 6-4 0,-2 3 4 15,-6 8-6-15,5 3 6 0,-4 5 6 16,2 1-6-16,3 9 8 0,-3 2-8 31,-2 3 1-31,1 2 0 0,-4 1-1 0,2 0 1 16,-1 0-2-16,1 0 1 0,-3 0-1 16,4 1 1-16,-2-3-1 0,5 1 2 0,1-3-1 15,2-5 0-15,3-2 1 0,2-3 0 16,4-4 1-16,1 0 0 0,5-4-1 15,-1-6-1-15,4-3-1 0,-5-6 1 16,5-1 1-16,-5-4-1 0,-4-5 2 0,0-4-2 16,-6-6-3-16,-4-4 3 0,-5-6-4 15,-2-2 3-15,-6-4 2 0,-1 0-1 16,-5 4 2-16,0 5-1 0,-1 7 2 0,-6 10 1 16,1 9 6-16,0 5 0 0,0 8 2 15,3 2 1-15,0 2-6 0,3 3-2 16,-8 0-2-16,1 0-2 0,-2 11-1 0,-4 7 1 15,9 7-2-15,2 9 2 0,2 6-2 16,0 4 2-16,6 6-1 0,1 3 2 0,-1 4 4 31,-2 5-4-31,-1 5 2 0,-1 3-2 16,-1 3-2-16,-1 5 0 0,3-3-3 16,0 1 3-16,7-3-3 0,0-6 4 15,-1-6 4-15,5-10-4 0,-2-4 4 0,2-8-4 16,-1-6-4-16,3-4 2 0,-1-7-2 15,-2-2-2-15,1-5-9 0,-2-6-13 0,-6-3-24 16,-1-3-33-16,-2-3-120 0,0-7-86 16</inkml:trace>
  <inkml:trace contextRef="#ctx0" brushRef="#br0" timeOffset="-46761.29">5236 12659 546 0,'0'0'52'0,"0"0"-4"0,0 0-7 0,0 0-6 16,79-73-15-16,-58 65 0 0,3 3-5 16,2 5-2-16,2 0 0 0,-4 7-9 0,1 4-2 15,-2 3-2-15,-3 1 0 0,-4 0-1 16,-6 3 1-16,-4-6-2 0,-3 5 0 15,-3 1 0-15,-9 0-4 0,-8 5 3 16,-6-3-4-16,1-3 1 0,-7-4 0 0,0-2 0 16,0-5 3-16,3-2 0 0,6-2 2 15,4-2 1-15,5 0 1 0,2-6 1 0,2 0-1 16,7-3 1-16,0-4-1 0,4 2 0 16,12-5 1-16,3 4 1 0,2 3 1 15,4 0 1-15,0 1 5 0,4 1-3 16,1-3 0-16,3 2 0 0,6-2-2 0,2 0-1 15,5-2-1-15,-1-2-1 0,2-2-1 16,-3-4 0-16,-5-2-6 0,-1-3 5 0,-4-3-5 31,-9-1 4-31,-2-3 1 0,-6-4 0 16,-8-2 0-16,-3-3 0 0,-6 0 1 16,0 2-1-16,-6 2 1 0,-4 7-1 15,-3 6 1-15,6 7 0 0,-2 5-1 0,2 6 0 16,4 3 0-16,-6 3-1 0,0 0-1 15,-3 10 1-15,-3 8-1 0,8 9 1 0,0 3 0 16,4 6 1-16,1 3-1 0,2 4 1 16,0 0-2-16,0 2 2 0,5-1 4 15,3 2-4-15,2-4 4 0,2-1-5 16,7-2 0-16,2-5 0 0,5-4 1 0,1-5 0 16,0-7 1-16,6-6 0 0,-1-6 0 15,4-6 0-15,3 0-2 0,2-11 2 0,2-4 1 16,-4-5-2-16,0-4 2 0,-7-3-1 15,-2-5 0-15,-5-1 1 0,-5-3-5 16,-4-3 4-16,-2 1-3 0,-3 5 2 31,-7 9 0-31,2 2 0 0,-5 10 1 0,-1 6-1 16,2 0-1-16,-2 3 1 0,-3 2-4 16,-9 1 2-16,-8 1 1 0,1 11 0 0,-7 8-1 15,0 3 2-15,3 3-2 0,7-1 1 16,-1 3 4-16,2 1-5 0,5-1 4 15,6 0-3-15,2-2-1 0,2-4 2 16,6-4-1-16,7-1 1 0,5-6 1 0,3-4 0 16,5-2 0-16,3-5 0 0,3 0 0 15,3-6 0-15,-1-5 1 0,1-1-1 0,-3-3 1 16,1 0 1-16,-4-2-3 0,-3 1 1 16,0 0 2-16,-3 2-1 0,-2 2-2 15,-6 5 1-15,-6 4-3 0,0 3 0 16,1 0 1-16,0 7-1 0,6 6 2 0,-9 3 0 15,0 1 0-15,-4 2 0 0,0-5-2 16,-3 4 2-16,0 2-1 0,0 0 1 16,0 4-2-1,0-7 1-15,-4-2 0 0,1-4 1 16,0-7 0-16,3 2 1 0,0-6 0 16,-3 0 2-16,3 0 0 0,0 0 1 15,0 0 0-15,9-6-2 0,5-6 1 0,7-6-2 16,2-5 0-16,4-4-1 0,5-4 2 15,0 1-1-15,1 0-4 0,2 1 5 0,-5 3-3 16,-1 5 7-16,-6 4 1 0,-7 6 0 16,-6 6 0-16,-4 3-1 0,-6 2-1 15,0-2-2-15,0 2-1 0,1 0 1 16,1 0 0-16,-2 0-1 0,0 12 4 0,0 8-5 16,-6 5 5-16,-1 0-6 0,0 2 0 15,1 1 0-15,3-1-2 0,3 2 2 0,0-1-1 16,12-1 0-1,5-2 1-15,10 0-1 0,8-4 0 0,9-4 1 0,9-5-1 16,12-8-1-16,7-4-6 0,5 0-7 31,7-12-11-31,-6-3-12 0,3-3-17 0,-9-2-31 16,-11-1-76-16,-9 1-123 0</inkml:trace>
  <inkml:trace contextRef="#ctx0" brushRef="#br0" timeOffset="-45962.38">8673 12275 376 0,'0'0'75'0,"0"0"-6"15,0 0-11-15,0 0-11 0,0 0-5 0,0 0-8 16,0 0-4-16,0 0-8 0,0 0-6 16,0 0-4-16,4 8-1 0,-8 10-4 15,-1 11 3-15,0 7-1 0,2 7 2 16,2 5 2-16,-1 9-4 0,2 7 2 0,0 5-4 15,0 7-4-15,0 8 2 0,0 0-4 16,0 1 2-16,0-3-4 0,0-7 4 0,0-8 2 31,0-10-4-31,2-8 3 0,2-8-4 16,-1-9-2-16,1-11 2 0,-4-10-3 16,3-6 0-16,-3-5-2 0,0 0-6 15,0 0-24-15,0 0-51 0,3-1-210 0,0-14-24 16</inkml:trace>
  <inkml:trace contextRef="#ctx0" brushRef="#br0" timeOffset="-45227.6">1764 10705 552 0,'0'0'43'0,"0"0"-6"0,0 0-12 16,0 0-7-16,0 0-6 0,0 0-4 15,0 0 5-15,0 0 3 0,0 0-3 16,0 0-1-16,33 67-6 0,-23-24-2 0,5-1-2 16,-1 1-1-16,2-4 0 0,6-4 1 15,2-8-3-15,5-7 3 0,3-8-1 0,4-9-1 16,3-3 5-1,2-15-3-15,2-10 1 0,2-9 1 0,1-7-2 0,-4-6 0 16,-3-1 2-16,-5-1-3 0,-7 2 1 31,-4 4-1-31,-7 6 1 0,-9 6-2 0,-1 10-6 16,-6 4 3-16,0 8-7 0,0 5 1 16,0-1-12-16,-3 3-19 0,-11 2-29 15,-8 0-70-15,-10 3-126 0</inkml:trace>
  <inkml:trace contextRef="#ctx0" brushRef="#br0" timeOffset="-44945.6">1972 10526 623 0,'0'0'33'15,"0"0"1"-15,0 0 3 0,0 0-7 16,0 0-8-16,0 0-5 0,0 0-2 0,0 0 6 15,0 0-7-15,59 38 4 0,-47-4-8 16,-1 5-6-16,-2 4 1 0,-3 5-3 0,0 6-1 31,1 3 0-31,-3 1 0 0,-1-2-3 16,3-3 4-16,-3-3-3 0,3-6 2 16,-2-1 3-16,3-5-5 0,-1-3 3 15,1-4-7-15,2-2-9 0,1-1-11 0,3-4-23 16,3-1-33-16,-3-3-94 0,7-1-117 15</inkml:trace>
  <inkml:trace contextRef="#ctx0" brushRef="#br0" timeOffset="-44462.33">2825 10575 528 0,'0'0'48'0,"0"0"-6"0,0 0-2 0,0 0-2 0,0 0-8 15,0 0-12-15,0 0-5 0,0 0-6 16,0 0-2-16,-98-30 3 0,72 59-3 0,0 7 5 15,1 11-7-15,2 8-2 0,4 7-1 16,2 8-2-16,7 5 2 0,4 5-2 0,2 0 2 31,4-1 2-31,7-3-2 0,9-6 1 16,7-6-4-16,6-9-2 0,3-5 1 16,-2-8-1-16,2-9-8 0,3-10-21 15,1-9-34-15,0-13-83 0,4-1-129 0</inkml:trace>
  <inkml:trace contextRef="#ctx0" brushRef="#br0" timeOffset="-44027.94">2867 10854 617 0,'0'0'46'15,"0"0"-1"-15,0 0-6 0,0 0-5 0,58-83-7 16,-29 76-7-1,6 3-2-15,1 4-6 0,2 5-5 0,-1 9-3 0,-5 7-2 16,-5 8-2-16,-5 6 0 0,-3 4-2 31,-9 4 1-31,-7 1-2 0,-3-1 1 0,0-1 0 16,-7-3 0-16,-5-4-1 0,-4-5 2 16,0-4 4-16,2-5-5 0,2-7 8 0,6-7-6 15,3-3 2-15,-2-4 1 0,-1-7-5 16,3-8 4-16,3-9-6 0,3-6 4 15,13-7 2-15,3-4-1 0,2-3 0 16,5-3 0-16,0 2-2 0,-2 1 0 0,0 4 1 16,-2 5-1-16,-6 7 3 0,-3 8 0 15,-9 9 0-15,-1 7 2 0,-3 4-2 16,0-2 0-16,0 2 0 16,0 0-2-16,0 0 0 0,-3 12 1 0,-3 9-1 0,-8 8 1 15,7 1 0-15,-2 5 0 0,0 0 0 16,5 0-1-16,4 0-1 0,0-3 0 0,0-3-1 15,13-2-2-15,0-2-2 0,3-5-5 16,3-4-13-16,1-1-18 0,0-3-36 0,6-3-70 31,-10-1-135-31,6-5-2 0</inkml:trace>
  <inkml:trace contextRef="#ctx0" brushRef="#br0" timeOffset="-43795.34">3541 11190 634 0,'0'0'48'0,"0"0"4"16,0 0-5-16,0 0-8 0,0 0-10 16,0 0-7-16,0 0-4 0,100-30-5 15,-71 30-6-15,0 2 0 0,0 9-4 16,-5 3 0-16,-1 1 3 0,-4 5-6 0,-3 1 4 16,-7 3-5-16,-6 2-2 0,-3 3 1 15,-5 0-3-15,-8 0-4 0,0 1-10 0,-3-3-11 16,-1-1-25-1,5-2-30-15,1-7-71 0,5-6-137 0,6-7 19 0</inkml:trace>
  <inkml:trace contextRef="#ctx0" brushRef="#br0" timeOffset="-43545.6">4043 10789 686 0,'0'0'59'0,"0"0"-9"15,0 0-12-15,0 0-10 0,0 0-11 16,0 0-7-16,0 0-4 0,0 0-2 0,0 0-2 16,0 0 1-16,55 32-3 0,-49 4 1 15,-2 7 0-15,0 3 0 0,2 1-3 0,-3 1 2 16,0-1-3 0,3-5 2-16,-2 0 3 0,6-7-4 0,0-5 4 0,2-6-5 15,2-4-4-15,4-9-3 0,3-5-4 16,4-6-7-16,2-2-5 0,2-12-16 0,-4-4-26 15,1-4-44-15,-6-8-103 0,-1 0-63 16</inkml:trace>
  <inkml:trace contextRef="#ctx0" brushRef="#br0" timeOffset="-43362.38">3862 11030 588 0,'0'0'68'0,"0"0"0"0,0 0-14 0,0 0-13 16,0 0-16-16,0 0-10 16,114-31-7-16,-63 17-6 0,0-3-1 0,-1 2-2 15,2 0-4-15,-4 0-12 0,-3 0-30 0,-3 1-67 16,-9-3-181-16,2 1-14 0</inkml:trace>
  <inkml:trace contextRef="#ctx0" brushRef="#br0" timeOffset="-43112.24">4381 10572 702 0,'0'0'46'0,"0"0"-4"16,0 0-7-16,0 0-9 0,0 0-5 16,0 0-2-16,110-18-4 0,-62 33 1 0,4 6-6 15,6 7 2-15,4 5-7 0,0 8-2 16,6 7-1-16,-4 12-2 0,-5 5 1 15,-7 8-2-15,-14 1 1 0,-15 4 3 0,-16-4-3 16,-7-2 0-16,-13-6-2 0,-13-5-3 16,-9-6-3-16,3-7-3 0,-5-7-3 15,5-4-10-15,3-10-6 0,-1-8-25 0,5-5-51 16,2-9-186-16,6-5-21 16</inkml:trace>
  <inkml:trace contextRef="#ctx0" brushRef="#br0" timeOffset="-41661.94">1881 14147 436 0,'0'0'55'0,"0"0"0"0,0 0-7 16,0 0-13-16,0 0-11 0,0 0-7 15,0 0-5-15,0 0 0 0,0 0-2 16,-3-9 0-16,-1 9-4 0,-4 6-3 0,-3 4 0 31,-1 2-2-31,-2 1 0 0,-2-3-1 16,-3-2 1-16,0-1 0 0,-2-3 1 16,-1-3 1-16,0-1 1 0,2-6 2 0,4-4 0 15,2-6 3-15,1 1 0 0,4-5 2 16,9-3 1-16,0-1-4 0,3-3-1 15,13-2 0-15,3 0-2 0,4 2 1 0,3 2-3 16,1 6 4-16,1 2-1 16,-1 5-4-16,2 4 7 0,4 7-8 0,-1 1 0 15,0 11 3-15,-2 5-6 0,-2 7 4 0,-8 4-1 16,-4 7-1-16,-3 2 1 0,-7 7-2 16,-2 2 1-16,-4 5-1 0,-4 4 1 15,-12 1-2-15,-6 2 2 0,-8-2 0 16,-5-3-1-16,-7-3 5 0,-1-3-4 15,-2-9 1-15,0-6-3 0,5-10 2 0,2-7 0 16,9-10 2-16,6-4 1 0,4-4-2 0,9-13 0 31,4-4 0-31,6-7-1 0,2-4-3 16,8-1 5-16,10-2-5 0,3 3 2 16,2 7 2-16,2 5-3 0,1 6 2 0,1 9-1 15,0 5 1-15,0 8 0 16,1 9 0-16,2 4-4 0,0 4 0 0,-2 0 0 15,3 3 5-15,-4-1-2 0,-3 0 4 0,0 1-8 16,-1-3-15-16,1 0-23 0,-4-4-40 16,2-1-71-16,-8-8-139 0</inkml:trace>
  <inkml:trace contextRef="#ctx0" brushRef="#br0" timeOffset="-41361.92">2565 14573 699 0,'0'0'46'0,"0"0"3"15,0 0-16 1,0 0-8-16,0 0-8 0,0 0-6 16,0 0-6-16,0 0-2 0,0 0 1 0,81-39-5 15,-72 46 4-15,-2 6-4 0,-3-4 0 16,-4 4 1-16,0 5-1 0,0-1 1 15,0 5-3-15,-4-7 3 0,-5-5 1 0,3-2 1 16,-4-4-1-16,3 1-2 16,3-4 1-16,-5-1 0 0,3 0-2 0,-1 0 0 15,-3-6-1-15,7-3-4 0,-1-1-11 0,2 4-18 16,2-3-50-16,0 4-109 0,0 0-113 16</inkml:trace>
  <inkml:trace contextRef="#ctx0" brushRef="#br0" timeOffset="-38995.39">4072 14250 135 0,'0'0'38'0,"0"0"-2"0,0 0 0 16,0 0-2-16,0 0 0 0,0 0 3 0,0 0 0 31,0 0-2-31,0 0-5 0,1-15-4 16,-1 13-1-16,0 1-3 0,0-1 1 16,0 1 2-16,0-1 1 0,-1 1 2 0,1-1 0 15,0 1 0-15,-3-1 1 0,3 1-2 16,0-1-3-16,0 0-3 0,0 1-3 15,-3 0-6-15,3-1-4 0,0 1-4 0,0 1-2 16,0 0-1-16,0 0 0 0,0 13 3 16,0 10 0-16,0 6 1 0,0 4 0 15,0 5-2-15,0 3 2 0,0 3-2 16,0 3 0-16,3 5 1 0,0 1-4 0,-2 2 3 16,1 1-3-16,-1 0-1 0,1 0 2 15,-2-1-2-15,1-4 3 0,-1-3-3 0,0-9 1 16,0-6 0-16,3-10 0 0,-2-4-1 15,1-9 1-15,-1-5 0 0,-1 0 0 16,0-5 0-16,0 0-1 0,6 2-1 16,0-2-3-1,4 0-8-15,4 0-18 0,-2-9-29 16,5-3-45-16,-5-5-100 0,-1-1-91 16</inkml:trace>
  <inkml:trace contextRef="#ctx0" brushRef="#br0" timeOffset="-38628.74">4498 14372 608 0,'0'0'52'0,"0"0"-7"16,0 0-6-16,0 0-10 0,0 0-10 15,0 0-8-15,0 0-4 0,0 0-2 0,0 0 1 16,0 0-1-16,48 23 0 0,-35 7-3 15,4 0 1 1,1 4 2-16,2 0-5 0,-1 0 4 0,4-2-4 0,-1-3-1 0,-1-4 1 31,3-5 0-31,0-5 1 0,2-4 0 16,3-7 0-16,4-4 1 0,2-4 0 16,3-10 0-16,2-4-1 0,-1-5 1 0,0-4 0 15,-1-2-5-15,-4-1 6 0,-3 1-7 16,-8 0 5-16,0 5 0 0,-10 7-2 15,-3 2 1-15,-4 6 0 0,-6 4-1 0,3 2 1 16,-3 3-3-16,0-2-1 0,0 2-2 16,0 0-1-16,-3 5-4 0,-6 5-12 15,-8 4-24-15,7 3-34 0,-3-3-77 0,1 1-131 16</inkml:trace>
  <inkml:trace contextRef="#ctx0" brushRef="#br0" timeOffset="-38345.39">4867 14136 675 0,'0'0'52'16,"0"0"-8"-16,0 0-6 0,0 0-10 16,0 0-10-16,0 0-9 0,0 0-4 0,0 0-2 15,0 0 1-15,6-3 0 0,0 41-2 16,1 6 3-16,-3 6-4 0,-2 5 2 15,-1 2-3-15,-1 1 1 0,0 1 3 0,0 2-4 16,0 0 3-16,0-1-4 0,3 1-2 16,0-1 4-16,1-5-3 0,-1-1 3 15,2-6-2-15,-1-5 0 0,0-7-1 0,-4-13-1 16,3-2-4-16,0-8-6 0,-2-8-14 16,1 2-16-16,-2-7-16 0,0 0-29 15,0 0-114-15,4 0-85 0</inkml:trace>
  <inkml:trace contextRef="#ctx0" brushRef="#br0" timeOffset="-38010.86">5519 14243 636 0,'0'0'46'15,"0"0"-2"-15,0 0-3 0,38-79-3 0,-34 69-8 16,-4 6-7-16,3 1-11 0,-3 3-4 16,0-2-3-16,3 2-3 0,3 11 1 15,1 10 0-15,2 11 1 0,-2 9-2 0,-3 4 2 16,-2 7-4-16,-2 1 2 0,0 2 3 16,0-1-5-16,0 1 4 0,0 1-4 15,0 0-2-15,0 1 3 0,0-4-2 0,0-2 0 16,1-4 0-16,2-4 0 0,0-8-2 15,-3-9 2-15,4-6-2 0,-2-8-2 16,-1-8-6-16,1 2-7 0,-2-6-9 0,0 0-16 31,0 0-57-31,4 0-134 0,-1-17-70 16</inkml:trace>
  <inkml:trace contextRef="#ctx0" brushRef="#br0" timeOffset="-37628.71">5988 14009 646 0,'0'0'47'0,"0"0"-2"16,0 0-6-16,0 0-6 0,0 0-9 16,0 0-8-16,0 0-5 0,0 0 0 0,0 0-5 15,91-51-2-15,-68 68-2 0,-1 3-2 16,-6 3-1-16,-5 6 1 0,1 3 0 31,-8 3 0-31,-4 1-1 0,0 5-2 0,-6 0 1 0,-7 0 0 0,-4 0-1 0,-2-2 3 31,0-2-2-31,-2-5 1 0,2-5 1 16,0-6-1-16,7-6 1 0,4-7 3 16,5-4-3-16,3 0 2 0,3 0 0 0,13 0-1 15,7 1 4-15,10-5-1 0,9 0 0 16,10-3 2-16,7-1-3 0,8-2-1 15,4 1-1-15,-2 2-1 0,-2 1 0 0,-6 2 2 16,-11 0-3-16,-18 0-1 0,-6 0-2 16,-14 0-1-16,-4 3-13 0,-1 2-23 15,-7 1-46-15,0 6-134 0,-14-3-89 0</inkml:trace>
  <inkml:trace contextRef="#ctx0" brushRef="#br0" timeOffset="-36995.67">3360 13802 413 0,'0'0'67'0,"0"0"-7"0,0 0-11 0,0 0-9 15,0 0-11-15,0 0-6 0,0 0-8 16,0 0-2-16,0 0 2 0,0 0 4 15,-30-31 0-15,12 51 1 0,1 8 4 0,0 4-8 16,5 7 4-16,2 5-6 0,0 8-1 16,3 6 0-16,1 7-4 0,3 6 0 15,2 5-6-15,-1 3 2 0,2 3 0 16,0 3-2-16,0 3 1 0,0 5-3 0,0 1-3 16,0 0 3-16,0-2-3 0,0-4 3 15,0-7 2-15,-1-8-3 0,-4-6 4 0,-3-10-5 16,-4-5 0-16,-1-7 1 0,-6-8-2 15,-2-7 2-15,-4-7-1 0,-5-9 1 16,0-7-3-16,-4-7-1 0,-2-1-4 16,6-12-7-1,1-2-13-15,4-1-18 0,6-4-44 16,5 6-78-16,7 1-134 0</inkml:trace>
  <inkml:trace contextRef="#ctx0" brushRef="#br0" timeOffset="-35195.36">2740 16032 483 0,'0'0'65'0,"0"0"-7"0,0 0-16 16,0 0-12-16,0 0-6 0,0 0-5 0,0 0-1 15,0 0-3-15,-85-53-3 0,56 65-3 16,0 5-7-16,-3 5-1 0,0 7-1 15,-4 3-3-15,1 4 3 0,-1 4-2 0,3-1 1 16,1 1-2-16,6-2 0 0,3-4 0 16,10-6 0-16,4-6 2 0,8-4 1 15,1-7-2-15,10-4 4 0,7 1-2 0,5-8 1 16,4 0 3-16,3-14-1 0,1-4 2 16,5-7 0-16,-3-2-1 0,-2-3 0 15,2-4 3-15,-5 1-2 0,1 1 0 0,-6 2 2 16,-1 2 1-16,-2 4-2 0,-9 9 3 15,-4 6-2 1,-3 6-2-16,-3 3 0 0,0-2-2 0,3 2 0 0,5 9 0 0,1 10 0 31,0 6-1-31,-2 6 0 0,0-1-2 16,2 2 1-16,0-2-1 0,2-1 0 16,-1-2-2-16,2-5 2 0,4-2-2 15,-3-5 1-15,4-5-4 0,-5-4-7 0,2-6-22 16,5 0-41-16,3-13-114 0,5-9-122 15</inkml:trace>
  <inkml:trace contextRef="#ctx0" brushRef="#br0" timeOffset="-34562.02">3010 12913 323 0,'0'0'67'0,"0"0"0"0,0 0-9 16,0 0-9-16,-6-79-10 0,6 74-11 16,0-1-10-16,0 2-4 0,0 4-5 15,0-2 4-15,0 4 1 0,-2 14 2 0,-1 11-2 16,0 13-5-16,0 2 0 0,0 4-3 15,0 1 0 1,-1-1-3-16,-2-1 0 0,-1-1 4 0,4 0-5 0,-1-4 4 0,-1-2-6 16,1-5-1-16,1-10 2 0,0-4-2 31,3-5 1-31,0-8 0 0,0 1-1 16,0-7 3-16,0 1 1 0,0 0 0 0,15-1 3 15,6 0-4-15,7-9-2 0,8-6 3 16,2-1-1-16,-1-1 0 0,2 2 2 15,2 3-2-15,-2 4-2 0,-3 5 0 0,3 3-1 16,-6 0 0-16,-7 11 2 0,-4 2-1 16,-3 2 1-16,-9 5 0 0,-2 0-1 15,-8 1 1-15,0 0 2 0,-8 1 0 16,-7-3 1-16,-6-1-3 0,-5-3 1 0,-6-2-2 16,-1-6 1-16,-5-3-2 15,0-4-3-15,2-4-6 0,0-5-13 0,3-3-22 0,7 1-39 16,7-2-110-16,5 2-88 0</inkml:trace>
  <inkml:trace contextRef="#ctx0" brushRef="#br0" timeOffset="-33995.71">8020 14614 196 0,'0'0'72'15,"0"0"20"-15,0 0 0 0,0 0-20 16,0 0-19-16,0 0-6 0,0 0-2 0,0 0-2 16,0 0-4-16,0 0-6 15,-12 5-3-15,12-4-7 0,16-1-2 0,7 0-6 0,9 0-3 16,10 0-4-16,0-2-3 0,4-5-2 15,0 3-3-15,3-1 0 0,-5 1 0 16,-5-1-1-16,-2 2-1 0,-15 2-1 16,-9-1 0-1,-6 2-5-15,-7 0-4 0,5 0-10 16,1 0-15-16,-2 0-42 0,3 0-73 16,-14 0-148-16</inkml:trace>
  <inkml:trace contextRef="#ctx0" brushRef="#br0" timeOffset="-33795.36">7975 14765 558 0,'0'0'60'0,"0"0"7"0,0 0-14 16,0 0-15-16,0 0-12 0,0 0-9 15,0 0-5-15,0 0-4 0,86 13-5 0,-54-11-1 16,6-2-4-16,4 0-3 0,11 0-7 15,4 0-19-15,2 0-47 16,3 0-107-16,0-2-119 0</inkml:trace>
  <inkml:trace contextRef="#ctx0" brushRef="#br0" timeOffset="-33011.07">7067 14497 472 0,'0'0'60'0,"0"0"-9"0,0 0-3 16,0 0-10-16,0 0-10 0,0 0-6 16,0 0-8-16,0 0-6 0,0 0 0 15,-80-22-4-15,51 38 0 0,3 7 3 0,-3 3-6 16,0 4 4-16,-1 1-4 0,4 1-1 15,4-2 0-15,3-1 0 16,5-5-2-16,1-6 1 0,10-7 1 0,0-1 0 0,3-5 2 31,0 0 1-31,3-1 1 0,13-4 2 16,4-11 0-16,9-5 0 0,0-7 0 16,3-4-2-16,0-5-2 0,-2-5-4 15,3-3 2-15,-2-3-2 0,-4-1 4 0,-5-3 1 16,-5-5-3-16,-4-2 3 0,-1-4-3 15,-6 0 3-15,-1 4-1 0,-2 5 4 0,-3 8 0 16,3 14 4-16,-3 4 0 0,0 11 0 16,0 6-5-16,0 1-2 0,0 5-2 15,0 0-1-15,-6 3 1 0,-4 11-1 0,0 7 1 16,1 8-1-16,-1 6 2 0,0 7-3 16,4 5 2-16,-1 7-3 15,0-1 2-15,4 1-1 0,2 1 3 0,-1-2 2 0,2-1-4 16,0-4 3-16,6-4-4 0,5-4-1 15,1-7 1-15,2-5 0 0,-2-6 1 16,4-4-2-16,-6-5-2 0,2-6-4 16,-5-2-8-1,3-2-12-15,0-2-20 0,-4-1-35 16,5 0-75-16,-3-6-132 0</inkml:trace>
  <inkml:trace contextRef="#ctx0" brushRef="#br0" timeOffset="-32261.95">7262 14552 420 0,'0'0'71'0,"0"0"-14"0,0 0-5 16,0 0-7-16,0 0-8 0,0 0-4 16,0 0-5-16,0 0-6 0,0 0-3 15,0 0-2-15,-26-43-5 0,24 42 0 0,2 1-6 16,-1-1-2-16,1 1 0 0,0-2 0 16,0 2 1-16,0-1 1 15,3 1-2-15,7 0-1 0,9 0 0 0,1 3-2 0,-4 4 1 16,-2 4-2-16,-2 1-2 0,-2 2 7 15,-4-2-5-15,1 1 5 0,-4-2-3 16,-2 1-2-16,-1 5 0 0,0 0 0 0,0-2 1 31,-6 0-1-31,-2-2 0 0,1 1 0 16,-5 1-1-16,2-1 1 0,1-5 0 16,-1 0-1-16,6-4 0 0,1-2 1 0,-1 0 1 15,4-3 1-15,-2 0 0 0,2 0-1 16,0 0 0-16,0-11-1 0,12-7-1 15,1-8 2-15,4 1 0 0,2-4 1 16,4-3 0-16,-1 0-5 0,-2 0 3 0,0 3-3 16,0 4 3-16,-5 3 2 15,-1 7-1-15,-2 4 1 0,-6 5 0 0,-3 3-1 0,2 1 1 16,-5 2-2-16,0 0 1 0,0 0 1 16,0 10-1-16,0 7-2 0,-2 7 3 15,-6 2 2-15,-2 3-4 0,1 1 5 0,-2 2-6 16,4 0-1-16,1-1 2 0,3 1-3 15,3-2 1-15,0-1-3 0,3-1-6 16,7-4-10-16,4-3-16 0,4-4-32 0,6-5-52 31,4-4-172-31,5-5-5 0</inkml:trace>
  <inkml:trace contextRef="#ctx0" brushRef="#br0" timeOffset="-31462.02">9548 13927 391 0,'0'0'62'16,"0"0"-8"-16,0 0 4 0,-19-82-9 16,12 67-3-16,4 6-10 0,2 6-6 15,1 3-11-15,-2-2-5 0,-4 2-3 0,-6 5 0 16,-3 11 3-16,-4 8 1 0,5 11 3 16,-1 6-6-16,4 8 1 0,0 7-4 15,3 8-4-15,2 4 0 0,2 5-2 0,-1 5 1 16,2-1 2-16,2 0-2 0,1 2 2 15,0-1-3-15,-3 1-3 0,3-1 1 16,-3-3-3-16,3-5 3 0,-4-7-3 16,0-6 2-1,1-7 0-15,0-10-3 0,-3-6 6 16,6-11-6-16,-4-5 4 0,2-7-8 0,1-7-11 16,-1 1-18-16,-6-5-36 0,-5-5-55 15,-9-11-115-15,-4-7-56 0</inkml:trace>
  <inkml:trace contextRef="#ctx0" brushRef="#br0" timeOffset="-31095.57">8858 14622 524 0,'0'0'32'16,"0"0"8"-16,0 0 5 0,106-3-6 15,-57-2-9-15,6-1-9 0,4-1-8 16,2 0-9-16,1 2-3 0,-4-3-3 0,1 2-4 15,-4-3 2-15,-4 0-3 0,-8-4-1 16,-4 3-4-16,-8-1 6 0,-10 2 0 0,-6 3 10 31,-7 2 4-31,-5 1 1 0,2 1 0 16,-5 2 1-16,0-2 0 0,0 2 1 16,0 0-1-16,0 0-1 0,0 0-3 15,-6 0 0-15,-7 11 4 0,4 4-6 0,0 6 6 16,2 4-5-16,3 2 1 0,1 3-1 15,2 2 0-15,-1 2 1 0,1 1-3 0,-1 0 1 16,1 1-3-16,-2-1 0 0,0-2 0 16,0-2-2-16,3-10 1 0,-3-1 0 15,3-8-1-15,-1-6 0 0,1 0-1 0,0-6 0 16,0 0-1-16,-2 0-8 0,2 0-20 16,0 0-32-16,-1-1-62 0,1-18-159 15,0-11-6-15</inkml:trace>
  <inkml:trace contextRef="#ctx0" brushRef="#br0" timeOffset="-30944.5">9687 14112 491 0,'0'0'19'16,"0"0"3"-16,0 0 5 0,0 0-3 15,0 0-10-15,0 0-8 0,0 0-5 16,0 0-4-16,0 0-8 0,0 0-33 15,45 47-87-15,-38-21-117 0</inkml:trace>
  <inkml:trace contextRef="#ctx0" brushRef="#br0" timeOffset="-29794.21">9674 14740 597 0,'0'0'46'16,"0"0"2"-16,69-101-2 0,-43 69-7 0,-1 4-10 31,1 4-14-31,-2 5-2 0,0 5-9 16,-1 6 0-16,-2 6-3 0,-3 2 0 16,2 10 3-16,-4 8-6 0,-3 3 4 15,-1 7-4-15,-4 2 1 0,-1 3 0 0,-4 2-1 16,-3 1 0-16,0-1 0 0,-3 0 0 15,-4-1 0-15,-3-2 1 0,0-5-2 0,0-4 1 16,1-6 0-16,2-7 0 0,7-5 1 16,0-5 2-16,-3 0 1 0,3 0-2 15,0-3 0-15,3-14 0 0,13-9 0 0,3-7 0 16,5-4 1-16,4 1 0 0,2-1-1 16,3 4 0-16,1 3 2 0,-4 4-1 15,2 6 1-15,-5 7 0 0,-8 3 0 0,-3 8-1 16,3 2-1-16,-5 1 0 0,5 10 0 15,-4 2 1-15,-4 5-1 0,-2 2 1 16,-2 4-2-16,-1 1 0 0,-2 0 1 0,-1 2 0 31,-3-4 0-31,1 2-1 0,-1-8-1 16,0 0 1-16,0-6 0 0,0-4-1 0,3 3 1 16,-1-5 0-16,-1-1 0 0,5-1 2 15,6-3 1-15,5-7-1 0,7-10 1 16,1-3-2-16,-2-4 0 0,2-3 1 15,-1 0 1-15,2-3-1 0,-1 1 2 16,-2 2-2-16,2 1 1 0,-4 2-2 0,-2 3 2 16,-3 4 0-16,-4 5 2 0,-4 6 0 15,-5 3 1-15,-3 3 0 0,0 0-2 0,0 0 1 16,2 0-4-16,-1 0 0 0,3 0 0 16,-1 0 0-16,2 9 1 0,1 6 0 15,-1 4-1-15,-2 5 0 0,1 0 0 0,-1-1-1 16,-1 1 1-16,1 1 0 0,-2-3-1 15,2-1 1-15,0-4-1 0,0-2 2 16,0-4-1-16,2-2-1 0,1 0 1 0,2-4 0 16,-1 1 2-16,4-6 0 0,8 0-1 31,3-1 0-31,7-11-1 0,-2-1 0 16,2-6 1-16,0-1-1 0,-2-6 2 0,2-3-2 15,-4-6 1-15,1-5-1 0,-1-5-4 16,-2-7 5-16,-4-5-4 0,-2-7 4 15,-2-4 1-15,-3-4-3 0,-3 3 3 0,-3 3-2 16,0 8 1-16,-2 10 2 0,-4 10-1 16,0 14 0-16,0 4 2 0,0 9-3 15,0 5 2-15,-2 2 0 0,2 4-2 16,0 0-1-16,-5 0 0 0,-4 1 0 0,0 10 0 16,-3 7 0-16,3 6-1 0,3 6 1 0,0 5-1 15,3 7 1-15,0 3-1 0,-2 4 1 16,2 3-1-16,0 3 1 0,0 2-1 15,0-1 1-15,3 0 4 0,0-3-5 16,0-3 4-16,4-4-4 0,5-5-1 0,1-7 1 31,3-6 0-31,0-5 1 0,5-8-1 16,2-6 2-16,0-7-1 0,5-2-1 0,2-13 2 16,2-6 0-16,1-6-1 0,2-5 0 15,0-3 2-15,0-6-2 0,-3-1-3 16,-2-4 4-16,-2-2-3 0,-5 1 2 15,-1-1 2-15,-5 3-3 0,-1 6 2 16,-5 3 1-16,-4 11-1 0,-4 4 2 0,0 8-1 16,0 6-2-16,-1 1 0 0,-10 4-2 0,-2 6 1 15,-7 12 1-15,1 8-1 0,2 6 1 16,0 6-1-16,3 3-1 0,2 3 5 16,3 1-4-16,3 1 4 0,2-2-4 15,4-3-1-15,0-3-1 0,7-3 0 0,5-6-1 16,5-5 0-16,2-6-2 0,4-4-9 15,3-8-5-15,3-5-16 0,1-1-17 0,-1-7-30 16,-3-8-71-16,-3-6-131 0</inkml:trace>
  <inkml:trace contextRef="#ctx0" brushRef="#br0" timeOffset="-29512.29">11688 14116 623 0,'0'0'42'15,"0"0"7"-15,0 0 4 0,0 0-4 16,0 0-13-16,0 0-10 0,113-24-3 0,-65 19-8 16,4 1-2-16,6 1-4 0,1-1-2 0,2 0-2 15,-5 0-1-15,0 1-1 0,-9 0-3 16,-7 0 0-16,-10 1-3 0,-9-1 3 15,-8 3 1-15,-9-2-1 0,2 2 0 16,-6 0-3-16,0-2-2 0,-7-1-8 0,-12-4-11 31,-7 0-24-31,-4 3-49 0,-8-4-202 16,-4 3-23-16</inkml:trace>
  <inkml:trace contextRef="#ctx0" brushRef="#br0" timeOffset="-29311.8">10556 14044 793 0,'0'0'33'0,"0"0"-3"0,0 0-5 16,0 0-7-16,81-54-8 0,-64 50-6 15,-1 2-3-15,-3 1-2 0,0 1-9 0,6 0-30 16,-7 3-135-16,-1 0-138 0,-4-3-27 15</inkml:trace>
  <inkml:trace contextRef="#ctx0" brushRef="#br0" timeOffset="-17262.38">13539 12461 142 0,'0'0'24'0,"0"0"8"0,0 0 9 0,0 0 8 16,0 0 0-16,0 0-4 0,0 0-11 0,0 0-8 16,0 0-6-16,-36-58-5 0,35 58-6 15,-1-2 2-15,1 2 6 0,-1 0 4 16,-1 0 1-16,-1 0 1 15,0 9-3-15,-4 5-2 0,1 1-1 0,0 5-2 16,4 0 0-16,-1 2-3 0,1 1 4 0,1 4-6 31,1 4 5-31,1 3-4 0,0 9 0 0,0 7 2 16,0 11-2-16,4 10 1 0,-1 10-4 16,2 7 4-16,-1 6 1 0,2 7-3 15,-1 10 2-15,-2 6-4 0,0 9-4 16,-3 4 4-16,2 4 1 0,-2 6-2 15,0 3 1-15,1 4-2 0,1 2 0 0,-1 1 0 16,5 0-1-16,0-2-1 0,4-3 0 0,0-3-1 16,4-4 1-16,2-3-3 0,1-3-4 15,-2-3 4-15,4-5 1 0,-6-1-3 16,-3-4 3-16,-3-2-1 16,-7-7-1-16,0-4-1 0,-4-4 4 0,-11-8-5 15,-5-4 3-15,0-5-1 0,-5-4-1 0,2-12 3 16,3-9-5-16,3-9 2 0,5-10 0 0,5-16-2 15,4-5-4-15,0-7-1 0,3-6-6 16,0 3-1-16,3-8-7 0,5-2-17 31,0-1-36-31,2-13-76 0,4-8-148 16</inkml:trace>
  <inkml:trace contextRef="#ctx0" brushRef="#br0" timeOffset="-11211.94">15484 12968 167 0,'0'0'48'0,"0"0"6"31,0 0 0-31,32-98-3 0,-23 74-3 0,-2 0-2 16,1 7-1-16,-3 2-4 0,-2 5-3 16,-2 6-8-16,1 0-8 0,-2 4-10 15,-2 0-5-15,-15 0-5 0,-4 10 0 16,-13 8-1-16,-5 7 0 0,-3 4 0 0,-3 6 0 15,3 2-1-15,2 1 1 0,6 2-1 16,5-4 0-16,8-1-1 0,6-5 2 0,5-1 0 16,9-4 1-16,1-2 8 0,13-2-2 15,6-2 8-15,8 0-3 0,6-1-2 16,8-1-1-16,2 1-2 0,2 2 0 16,4 0-4-16,0 4 2 0,-1 3-2 0,3 3 1 15,-6 3-1-15,-2 2 0 0,-10 2-1 16,-6-2 0-16,-9 1-2 0,-12-2 0 0,-6-2 1 15,-9-2 0-15,-15-1-1 0,-10-5 0 16,-8-5-1-16,-7-2-1 0,-2-4 1 31,-1-6-1-31,-1-4 1 0,8-3-3 16,0-4 0-16,8-10-6 0,3-3-3 0,7-3-9 16,5-2-6-16,9-1-12 0,4 6-9 15,5 1-17-15,4 7-39 0,0 2-33 0,13 0-99 16</inkml:trace>
  <inkml:trace contextRef="#ctx0" brushRef="#br0" timeOffset="-10878.65">15939 13570 633 0,'0'0'44'0,"0"0"-2"0,0 0-1 16,0 0-3-16,0 0-10 0,0 0-7 31,0 0-5-31,77-73-6 0,-60 74-1 0,-3 12-3 16,3 8-1-16,-4 6-2 0,-4 7 1 16,-2 4-3-16,-4 3 2 0,-3 0-3 15,0-2 2-15,0-1 0 0,-3-3 0 16,-3-2 4-16,3-5-3 0,0-9 2 0,2-6-5 15,1-8 0-15,0-5-4 0,0 0 4 16,0 0 1-16,0 0-1 0,-3 0-1 0,0 0-6 16,-6-10-11-16,-2-10-19 0,1-7-20 15,-2-6-53-15,-1-5-88 0,0-11-97 16</inkml:trace>
  <inkml:trace contextRef="#ctx0" brushRef="#br0" timeOffset="-10661.26">15888 13118 486 0,'0'0'53'16,"0"0"5"-16,0 0-3 0,0 0-12 31,0 0-5-31,0 0-11 0,0 0-5 16,0 0-7-16,0 0-7 0,0 0-3 0,30 25-4 16,-27-20-1-16,-3-5-1 0,0 0 2 15,0 0 0-15,1 2 1 0,-1-2-1 0,0 1-2 16,0-1-4-16,0-3-6 0,-3-6-11 15,-4 0-11-15,6 2-31 0,-1 3-43 16,2 4-101-16,0 2-64 0</inkml:trace>
  <inkml:trace contextRef="#ctx0" brushRef="#br0" timeOffset="-9612.09">16126 13726 522 0,'0'0'55'16,"0"0"-5"-16,0 0 0 0,0 0-6 15,-3-100-11-15,3 79-5 0,6 1-5 16,3 3-6-16,1 2-2 0,10 3-2 0,3 4-1 15,6 4-2-15,6 2 0 0,5 2-1 16,6 8-5-16,-2 4 0 0,-2 5-2 0,-5 3-3 16,-6 1 0-16,-8 5 0 0,-4 1 0 15,-9 2 0-15,-3 1 1 0,-7 1-2 16,-4-1 1-16,-8-1-1 0,-6-3 0 16,-3-2 7-16,-3-3-4 0,-1-4 6 0,1-4-7 15,8-5 1-15,7-3-1 0,-1-5 1 16,3 0 0-16,1-13-7 0,3-5 5 0,3-6-5 15,10-6 5-15,10-4-1 0,4-2 2 16,3-2 0-16,6 1-1 0,2 5 4 31,1 5-3-31,0 7 3 0,-1 7-3 16,-2 8 0-16,-2 5 1 0,-4 2-3 0,-3 10 2 16,-3 3-1-16,-1 3 2 0,-1 0-2 15,-2 2 1-15,-1 0-1 0,0 0 1 0,0-2-2 16,1 0 1-16,4-1-1 0,2-3-4 15,5-4-6-15,6-2-6 0,3-4-5 16,4-4-4-16,4 0-1 0,0-7 0 16,-1-7 3-16,-2-5 3 0,-1-6 9 0,-4-4 5 15,-2-8 7-15,-5-1 0 0,-4-4 3 16,-5 3 1-16,-5 4 3 0,-5 6 2 0,-5 11 8 16,-1 7 1-16,-3 7 3 0,-2 4 0 15,0-6-4-15,0 1 0 0,0-1-5 16,-2-2-3-16,-3 7 0 0,-7-1-5 15,-5 2-1 1,0 5-1-16,-6 8-2 0,1 9 2 0,2 5-1 0,-1 5 0 0,3 6-1 31,0 1 0-31,0 2-3 0,3 0 2 0,4-3-2 16,5-1-2-16,4-5-4 0,2-5-6 16,5-6 2-16,5-2-6 0,-2-9 7 15,6-4 1-15,4-6 5 0,2-1 6 16,7-11-4-16,-1-6 6 0,0-6-3 0,-2-3 5 15,-1-4 4-15,-2-1 1 0,-1-3 4 0,-6 3 3 16,1 2 3-16,-8 6 4 0,-1 6 1 16,-1 8 0-16,-3 5-3 0,-1 0-5 15,-1 5-6-15,0-1-3 0,0 1-1 16,-1 12 0-16,-6 9 0 0,-2 11 0 16,5 6-3-16,-2 6 1 0,1 6 1 0,4 8 0 15,1 9 4-15,0 9-4 0,0 10 1 16,4 10-3-16,2 6-2 0,0 1 0 0,3-2 2 15,1 1-1-15,0-5-1 0,2-1 0 16,0-6-2-16,2-5 2 0,-3-8-2 31,-4-10 2-31,-2-8 2 0,-5-11-2 16,0-9 3-16,-8-11-1 0,-4-9-2 0,-6-12 0 16,-8-7 0-16,-7-7-4 0,-10-16-2 15,-7-14 6-15,-8-8-4 0,-4-13 4 0,-3-9 2 16,3-7-3-16,4-4 2 0,6 0-2 15,10-3 3-15,12 2-2 0,13 0-3 16,15 3 1-16,10 4-4 0,19 3 3 16,16 7 0-16,12 4-4 0,10 10-1 0,7 4-9 15,9 6-5-15,0 3-8 0,5 1-17 0,-1 7-27 16,-5 0-58-16,-2 1-115 0,-10-3-38 16</inkml:trace>
  <inkml:trace contextRef="#ctx0" brushRef="#br0" timeOffset="-9095.55">17663 13053 472 0,'0'0'60'16,"0"0"0"-16,18-104-4 0,-8 76-9 0,6 3-10 15,-6 8-10-15,1 5-10 0,-2 7-4 0,0 5-3 16,5 4-4-16,-4 12 1 0,6 11-1 16,-6 10 1-16,-2 6-1 0,-2 7 2 15,-2 6-3-15,0 3 1 0,-3 6 2 16,1 3-5-16,1 4 2 0,0 1-4 16,1 1-3-16,3-3 3 0,3-4-2 0,1-7 1 15,3-10-1-15,5-8 1 0,4-7 5 0,4-8-5 16,4-7 4-16,3-8-4 0,4-9 1 15,3-3 0-15,3-10-5 0,3-12 3 16,0-3-4-16,0-7 4 0,-1-6 1 31,-5-6-1-31,-5-5 3 0,-6-5-3 16,-7-1 3-16,-4 2-3 0,-9 4 3 0,-4 8-2 16,-5 8 2-16,-1 11-1 0,0 7 0 15,-3 6-1-15,-8 6-1 0,-9 3 1 0,-5 5-1 16,-7 12 1-16,2 8 0 0,0 7 1 15,4 6-2-15,4 8 2 0,4 2-3 16,7 6 2-16,6-1 0 0,5-1 1 16,3-3-1-16,12-2 2 0,8-4 2 0,6-4-4 15,7-5 4-15,5-7-4 0,6-7-2 0,5-8 0 16,-1-6-1-16,2-6-3 0,-1-2-11 16,-2-8-18-16,-7-9-35 0,-4 0-86 15,-9-5-145-15</inkml:trace>
  <inkml:trace contextRef="#ctx0" brushRef="#br0" timeOffset="-8445.74">19779 13393 425 0,'0'0'70'0,"0"0"-8"16,0 0-8-16,0 0-10 0,0 0-12 16,0 0-13-16,0 0-2 0,0 0-2 0,0 0 2 15,0 0 1-15,-10 45-2 0,31-1-6 16,0 4-1-16,2 6-3 0,-2-3 0 0,0 1-4 16,-1-3-1-16,-1-6-1 0,0-1 2 15,-2-6 3-15,-1-6-2 0,0-5 3 16,-4-12-5-16,2-5 1 0,3-8 0 15,6-6 0-15,9-13-2 16,3-11-4-16,3-11 4 0,5-9-3 0,0-9 3 0,0-8 2 0,-2-1-2 31,-5 1 1-31,-5 8-1 0,-5 8 1 16,-5 15-3-16,-8 12 2 0,-5 12-3 16,-5 7-1-16,2 5 0 0,2 0-1 15,4 8-8-15,4 7-10 0,-3 6-18 16,1 4-24-16,3 3-33 0,3 4-91 0,4 2-88 15</inkml:trace>
  <inkml:trace contextRef="#ctx0" brushRef="#br0" timeOffset="-6560.96">21046 13701 583 0,'0'0'52'0,"0"0"-6"0,8-97-7 0,-6 63-9 15,-2 5-5-15,0 5-4 0,-7 4-6 16,-3 5-4-16,-5 6-4 0,-7 6-4 16,-4 3-2-16,-5 3-1 0,-4 12 0 31,0 6-1-31,0 7 1 0,3 7-2 0,4 2 2 16,5 4-2-16,2 0 1 0,10-3-1 0,5-1 2 15,4-5-2-15,2-4 1 0,9-4 5 16,3-5-5-16,5-5 7 0,-5-5-6 15,5-5 0-15,1-4-1 0,0-4-4 16,7-8 5-16,-4-3-5 0,-3-5 6 16,0-3 0-16,-1-4-1 0,0-2 1 0,-3-3-1 15,1-1 2-15,-4 2-2 0,2 4 1 16,-4 9-2-16,-3 7 2 0,-3 6-1 0,1 5-1 16,7 0 2-16,3 13-1 0,4 5 1 15,-2 6 0-15,0 2 0 0,-1 3-1 16,0 0 3-16,0-4-3 0,2 0 1 15,1-2-1-15,0-5-2 16,3-5 3-16,-2-2 0 0,2-6 1 0,1-5 0 0,0 0 0 16,1-8-3-1,0-7 2-15,-1-7-1 0,1-5 0 16,-3-6 2-16,0-7-1 0,-4-7-2 16,-3-7 2-16,0-7-4 0,-6-3 4 15,-1-4-1-15,-4-2-4 0,-2-3 3 16,0 1-3-16,0 3 2 0,-3 8 3 0,0 13-1 15,1 16 1-15,1 14 0 0,1 11-2 0,0 7 2 16,0-1-3-16,-1 2 3 0,-1 13 0 16,1 11 0-16,-2 10 0 0,0 4 1 15,1 3 5-15,2 7-4 0,0 1 3 16,0 4-3-16,0 6-4 0,0 1 2 16,5 4-1-16,-1-1 0 15,3-1-2-15,3-1 3 0,2-7-3 0,3-6 3 0,2-8-3 16,4-8 2-16,3-8 7 0,5-7-7 0,4-8 7 15,6-8-5-15,1-2-7 0,5-9 6 16,1-8-6-16,1-6 5 0,-2-2 1 31,-5-6-1-31,-2-4 1 0,-4-4-1 16,-5-5 1-16,-7-2-3 0,0 0 3 0,-8 6-2 16,1 5 3-16,-7 12 0 0,-2 5-1 0,0 9 2 15,-5 4-2-15,1 1-1 0,-2 4 0 16,0-2-2-16,0 2 0 0,0 2 3 15,0 14-2-15,0 8 2 0,0 10-1 16,0 3 1-16,1 0-1 0,3 1 1 16,2 0-3-16,3-3 4 0,4-3-2 0,0-1 1 15,6-3 0-15,0-3-2 0,4-3 6 0,3-4-4 16,4-3 5-16,3-4-5 0,7-5-1 16,3-4-1-16,5-2 2 0,4-6 0 15,1-8-6-15,2-6 6 0,2-2-6 16,-4-4 2-16,-1-6 4 0,-4-4-1 15,-4-7 1-15,-4-3 1 16,-6 1-2-16,-3 1 0 0,-7 8 2 0,-6 5-2 0,-7 13 2 16,-5 7 1-1,-3 8 1-15,-3 3 0 0,0-1 0 16,0 1-3-16,0-2 1 0,1 2-1 16,-1-1-1-16,0 1 1 0,0 0-2 15,0 0 1-15,0 0 1 0,0 1-1 16,-1 5 0-16,-2 5 2 0,2-1-3 0,1 1 1 15,0 0 0-15,0-1 0 0,0-1 1 0,0-4 0 16,1 1-1-16,-1-6 0 0,0 0 0 16,0 0-1-16,1 2 2 0,-1-1 0 15,0 1 2-15,2-1 0 0,-2-1-1 16,0 2 0-16,1-2-1 0,1 0-1 16,-2-6 0-16,3-7 0 15,-2 1 1-15,1 0-1 0,-1 0 0 0,-1 6 0 0,3 0 0 0,-3 6 1 16,0-2 0-16,0 2 0 0,0-1-1 15,1 0 1-15,-1-1 0 0,0 0-1 16,0 1 1-16,0-1 0 0,0 1 0 31,0-1-2-31,0 2 2 0,0 0 1 16,0 0-2-16,0 2 3 0,0 13-3 0,0 5 2 16,0 5-3-16,0 3 3 0,0 1-1 15,0-1 1-15,0 3 0 0,5-2-1 0,0 1 0 16,3-1 0-16,3-2 0 0,-1 1 0 15,2-4 0-15,1-1 0 0,1-4 3 16,2-2-2-16,0-2 1 0,4-1-2 16,3-5 0-16,2-4-2 0,4-2 1 15,5-3 0-15,1-3-1 0,2-8 1 0,-3-4-5 0,3-6 4 16,-4-5-4-16,0-8 3 0,-2-3 0 16,-4-9 0-16,-3-7 1 0,-2-5-2 15,-4-1 4-15,-3 3-3 0,-3 3 3 16,-3 8-2-16,-5 8 1 0,0 12 0 15,-4 5 1-15,0 10-2 0,-1 1 1 16,-5 1-1-16,-5 3 0 0,-7 3 1 0,-2 2-1 16,-6 0 0-1,0 9 0-15,3 3 1 0,1 6 0 16,2 5 0-16,1 6 0 0,5 4 0 16,-1 5-2-16,6 8 2 0,2 2-1 15,3 2 4-15,4 1-5 0,0-1 2 16,0-5 0-16,9-1 0 0,1-4 4 0,7-6-3 15,3-3 4-15,4-7-4 0,6-6 0 16,3-6-2-16,7-6 2 0,4-2-1 0,5-4 1 16,0-7 1-16,3-6-1 0,2-6-1 15,-3-5-5-15,-1-3 4 0,-4-7-4 16,-4-3 5-16,-3-8 1 0,-2-5-2 16,-4-6 1-16,-4-4-3 0,-3-3 4 15,-5 1-2-15,-5 6 1 0,-1 6 0 0,-8 6-6 0,-4 9 5 16,-3 7-6-16,-3 9 7 0,-7 4 1 15,-6 6-2-15,-2 2 0 0,-2 7 0 16,-3 0-2-16,3 8 3 0,0 6 5 31,0 4-4-31,5 5 4 0,1-1-5 16,5 4-2-16,3 0 2 0,5 0 0 0,1 0 0 16,1-1 0-16,8 1 1 0,4-3-2 15,1-2 2-15,5-1-1 0,3 0 1 0,4 1 0 16,3-3 0-16,5 2-1 0,5-2 2 15,3 1-3-15,2-1 3 0,3 1 1 16,0 1-3-16,0 3 3 0,-3-1-1 16,-2 5 0-16,-8-2 1 0,-3 4-3 15,-8 2 2-15,-7-1 4 0,-7 0-5 0,-5-1 4 16,-4 0-3-16,-13-2-3 0,-7-1 1 0,-5-3 0 16,-7-4-1-16,-5-2-1 0,-2-4 0 15,-2-3-7-15,-2-5-5 0,4-4-22 16,1-1-45-16,0-3-169 0,5-8-82 15</inkml:trace>
  <inkml:trace contextRef="#ctx0" brushRef="#br0" timeOffset="-5695.54">14193 11973 382 0,'0'0'31'0,"0"0"7"0,0 0 8 16,0-86-2-16,4 72 0 0,-1 5-16 16,-1 5-3-16,2 4-7 0,6 2-2 15,3 15 3-15,7 11-6 0,1 3 1 16,2 6-9-16,1 2-2 0,1 2 0 16,-2 0-2-16,3 0 2 0,0-6-2 15,1-3 2-15,1-10 0 0,1-8 1 0,3-11-1 16,1-4-2-16,3-19 1 0,3-9-2 0,4-10 0 15,1-7-1-15,-1-5 2 0,-4-2-1 16,-3-4-4-16,-5 3 4 0,-7 2-4 31,-6 4 3-31,-4 5 2 0,-5 8-1 16,-5 11 1-16,-1 10-2 0,-1 9 2 0,-2 5-1 16,0-1-2-16,0 1 0 0,0-2-2 15,0 2 0-15,0 0-1 0,-12 8-4 0,2 7-17 16,-7 7-26-16,2 2-56 0,-2 2-107 15,-2-1-42-15</inkml:trace>
  <inkml:trace contextRef="#ctx0" brushRef="#br0" timeOffset="-5412.14">14518 11846 564 0,'0'0'45'16,"0"0"-4"-16,0 0-2 0,0 0-5 15,0 0-10-15,0 0-4 0,0 0-2 16,0 0 1-16,0 0 4 0,22 41-9 0,-9-8 3 16,-2 5-11-1,1 8-1-15,1 7-1 0,-3 4-2 16,-1 7 1-16,-2 4-3 0,-4 1 1 16,-2-1-2-16,-1-1 2 0,0-6 2 15,0-7-2-15,0-5 3 0,0-8-5 16,0-9 0-16,0-11-1 0,0-11 0 15,0-3-3-15,2-4-7 0,1 1-11 0,0 1-23 0,4-2-46 16,0-3-134-16,6-10-76 0</inkml:trace>
  <inkml:trace contextRef="#ctx0" brushRef="#br0" timeOffset="-4711.9">15347 11723 206 0,'0'0'34'0,"0"0"5"0,0 0 1 0,0 0-3 15,0 0-1-15,0 0-1 0,0 0-4 0,0 0 0 16,0 0-3-16,0 0-3 0,-2-44-5 16,2 42-2-16,-1 1-2 0,1-1 0 15,0 0-1-15,-3 2 1 0,3-1 1 16,-1 1 0-16,-1-2-1 0,1 2-3 15,-1-1 1-15,1 1-2 0,-1-1-1 0,1 1 0 16,-1 0-2-16,1-2-1 0,-1 1-3 16,2-1 0-1,-1 1-4-15,1-7 0 0,0 2 1 16,0-5-2-16,0 1 1 0,0 5 0 16,0-4-1-16,1 4 0 0,1 1 2 15,-1 1-2-15,-1 3 1 0,0-2 1 16,0 2-1-16,2-1 1 0,-2-1-1 0,0 1 1 15,1-1 1-15,-1 2 0 0,0-2 1 0,2 1 1 16,-2-1-1-16,0 1-1 0,0 0-2 16,0-1 3-16,0 1-3 0,0-1 3 15,0 1 0-15,0-1-1 0,0 0-1 16,0 1 0-16,0-1-1 0,0 1-1 16,0 1 2-16,-5 0-2 0,-3 1 0 0,-5 10 1 15,-6 7-2-15,0 7 2 0,0 6-1 0,0 6 4 16,1 5-3-16,-1 5 2 0,4 2 3 15,4 4-4-15,2 2 4 0,6 2-4 16,3 4-3-16,3 0 1 0,10-2-1 31,3-3 0-31,6-5 0 0,5-9 1 16,5-6-1-16,3-5-1 0,0-9-5 0,-2-5-7 16,0-6-10-16,-1-5-17 0,-3-6-22 15,-2 0-37-15,-5-3-77 0,-6-7-101 0</inkml:trace>
  <inkml:trace contextRef="#ctx0" brushRef="#br0" timeOffset="-3712.09">13824 13307 372 0,'0'0'39'0,"0"0"9"15,0 0 6-15,0 0-8 0,-82 0-10 0,67 0-8 16,4 0-8-16,5 0-5 0,0 2-4 16,6-2-2-16,-1 0 3 0,1 0 7 15,1 2 5-15,22-2 2 0,19 0-2 16,20-5-3-16,21-9-6 0,15-6-4 16,19-5-7-16,15-7 2 0,14-3-6 0,8-3 3 15,10-3 3-15,9-3-3 0,5-2 3 16,0 1-3-16,-1 2 1 0,-11 4-3 0,-14 6 1 15,-16 5-1-15,-23 5 0 0,-21 5 0 16,-20 3 2-16,-21 3 0 0,-18 4 2 16,-17 4 0-16,-10 2 0 0,-6 2-1 31,0-4 0-31,-7-1-4 0,-8-1 0 0,-1 0 0 16,-2 4-3-16,0 2 1 0,4 0-1 0,-4 0-9 15,8 4-20-15,5 3-40 0,0 1-119 16,5 1-122-16</inkml:trace>
  <inkml:trace contextRef="#ctx0" brushRef="#br0" timeOffset="-2278.7">24398 13908 89 0,'0'0'29'0,"0"0"4"16,0 0-2-16,0 0-2 0,0 0 1 15,0 0 9-15,0 0 5 0,0 0 4 16,0 0-4-16,4-42-4 0,-5 33 1 16,-5-7-8-16,3 8 1 0,-3-6-4 0,3 5-4 15,-3-2-4-15,-2-5-4 0,1-1-3 0,-2-3-3 16,-2 2-2-16,0-1-1 0,1 3-1 15,-4-1-1-15,1 0-1 0,-3 2-2 16,-2 2 1-16,-2 2-3 0,-3 0 1 31,0 4-1-31,-3 2 0 0,-2 4 0 16,-1 1 2-16,-2 6 0 0,-1 7 0 0,-2 9 0 16,0 3-2-16,-2 7 2 0,1 5-1 0,5 4 1 15,2 1 3-15,6 4-4 0,5-1 4 16,7 0-4-16,4-3-1 0,6-2 1 15,0-4 0-15,7-3 0 0,5-4 0 16,4-5 4-16,1-7 1 0,6-5 1 16,3-9 2-16,5-3-3 0,5-9 0 0,2-7-3 15,3-7-2-15,0-6-2 0,0-4 1 0,-1-6-3 16,-3-4 2-16,0-6-1 0,-3-6-4 16,0-5 3-16,-5-7-3 0,-6-9 2 15,-5-4 4-15,-6-4-4 0,-5-3 6 16,-4 2-6-16,-1-1-2 0,-1 1 3 15,-1 3-5-15,0 6 5 0,2 9 3 0,-2 13-3 32,1 17 2-32,-1 10-1 0,0 13 1 0,0 8-1 15,0 1-1-15,0 5 0 0,0 0-1 16,-7 8 2-16,-5 11 1 0,-5 4 0 16,2 6-1-16,-3 3 1 0,1 3 0 15,-3 3 1-15,2 3-2 0,0 5 3 16,1 5 4-16,4 4-2 0,0 7 3 0,4 5-3 15,3 6-3-15,5 4 3 0,1 5-7 0,13 3 5 16,7 1 2-16,11-6-2 0,6-5 5 16,11-8-7-16,7-9 0 0,3-11 0 15,8-11-2-15,2-8 3 0,3-13-1 16,-1-9 0-16,-1-6 0 0,-9-3-1 16,-6-12 0-16,-6-5 0 0,-11-1 0 0,-6-2 1 15,-10 2 0-15,-6 6-2 0,-5 1 0 0,-6 5-1 16,-2 4-1-16,-1 1-4 0,-1 4-5 15,0-1-5-15,0 1-9 0,-3 0-13 16,-9 0-28-16,-3 4-52 0,-4 4-159 31,6 3-17-31</inkml:trace>
  <inkml:trace contextRef="#ctx0" brushRef="#br0" timeOffset="41004.6">27546 10329 249 0,'0'0'54'0,"0"0"1"0,0 0-6 0,0 0-5 16,0 0-6-16,0 0-4 0,0 0-3 15,0 0 1-15,0 0-3 0,-55 41-1 16,52-11-3-16,-1 6 0 0,4 7-1 16,0 9-6-16,0 10 1 0,1 13-6 15,5 11-3-15,-2 16 5 0,-1 12-3 0,1 12-2 16,2 7 1-16,2 9-5 0,0 2-5 0,1 3 4 16,1-3-1-16,1-3 0 0,1-6 0 15,2-7 1-15,1-11 1 0,4-8-3 16,-2-10 3-16,5-8-5 0,-2-8-2 15,-2-5 2-15,-1-7-3 0,-3-6 2 16,1-5-1-16,-5-7 0 0,-1-6-1 0,-3-7 1 31,2 0 2-31,-4-5-11 0,2-1-10 0,-1-4-30 16,-5-1-41-16,0-2-67 0,0-3-142 16</inkml:trace>
  <inkml:trace contextRef="#ctx0" brushRef="#br0" timeOffset="41521.11">27712 13527 314 0,'0'0'76'0,"0"0"-10"16,0 0-10-16,0 0-7 0,0 0-8 16,0 0-5-16,0 0-6 0,0 0-10 0,0 0-6 15,0 0 0-15,-13-57-3 0,45 40 2 0,11 2 1 16,15 1 0-16,16 2-4 0,16 0-1 15,18 1-3-15,16 2-2 0,17 0-1 16,15 2-3-16,14 1-1 0,15-1 1 16,11 2 0-16,12 0 0 0,6 2 1 15,7 1-1-15,5 0 0 0,2 1 2 0,-1-2-1 16,2-1-1-16,-4-3 5 0,-3 0-5 0,-4-2 0 16,-5-2 5-16,-8-1-5 0,-13 1 1 15,-12 2 0-15,-20 0-5 0,-18 0 6 16,-25 1 1-16,-19-1 1 0,-21 2 1 15,-21-1-5-15,-15 2-2 0,-17 2 7 16,-12 1 2-16,-6 3 6 0,-6 0-3 0,0-2-1 31,0-1-7-31,-7-5-3 0,-6 1 0 0,-8-2-2 16,1 4-3-16,3 4-12 0,-2-1-21 16,2 1-60-16,-2-1-190 0,-6 0-25 15</inkml:trace>
  <inkml:trace contextRef="#ctx0" brushRef="#br0" timeOffset="42772.09">27850 13975 70 0,'0'0'31'0,"0"0"1"16,0 0 0-16,0 0-3 0,0 0-3 15,0 0-5-15,0 0-1 0,0 0-2 16,0 0 2-16,8-36 3 0,-8 34 7 16,0 1 6-16,0 1 6 0,0-2 0 15,1 2 1-15,-1-1-5 0,0 1-5 0,0-2-3 16,0 2-1-16,0-1-2 0,0 1-3 0,0-2-2 16,0 2-6-16,0-1-2 0,0 1-1 15,0-2-2-15,0 2 0 0,0-2-1 16,0 2-3-16,0-1 0 0,0 1-2 15,0-1-1-15,0 1-1 0,0-2-2 16,0 2 1-16,0-1 1 0,-1 1-3 0,-4-3 1 31,0 0 1-31,1 1-1 0,-6 0 0 0,-2 2 0 16,-4 0-1-16,-5 4 2 0,1 6-1 16,2 4 0-16,-1 4 1 0,5 3 0 15,-2 5-1-15,3 5 1 0,2 2-2 16,2 3 2-16,4 5-2 0,4 0 2 15,1 2-1-15,1-1 0 0,8-2-2 0,4-4 3 16,3-3-3-16,2-2 2 0,4-5 0 0,2-3 0 16,1-5-2-16,4-4 3 0,0-4 4 15,3-2-4-15,0-7 1 0,3-1-1 16,-2-6-5-16,1-7 6 0,-2-4-1 16,-4-5 1-16,-4-3 0 0,0-5-1 15,-6-4 1-15,-5-4-3 0,-4-3 1 0,-6-5-1 16,-3-2 2-1,-6 1-3-15,-8 0 2 0,-7 4-1 0,-5 5 0 0,-2 8 1 0,-4 7-1 16,-3 10-1-16,-3 5 2 0,-2 8-2 31,-3 0 2-31,-1 11 0 0,1 4-3 16,2 3 2-16,2 3-3 0,4 4 1 16,5 3-4-16,4 2-6 0,7 5-26 0,11 5-45 15,3 2-145-15,5 5-91 0</inkml:trace>
  <inkml:trace contextRef="#ctx0" brushRef="#br0" timeOffset="44521.32">32769 13716 340 0,'0'0'44'16,"0"0"8"-16,0 0-4 0,0 0-6 15,0 0-11-15,0 0-8 0,0 0-5 0,0 0-4 16,0 0-5-16,-6-9-2 0,2 9 6 0,-3 2 1 16,0 10 4-16,-4 6 0 0,1 1-6 15,-3 4 1-15,-1 4-3 0,-6 2-2 16,-1 5 3-16,-1 2-6 0,-1 0-4 16,0 3-4-16,-3 0-3 0,-1 0 2 15,-1 1 4-15,1-2 2 0,-2-5 0 0,3-3 1 16,0-5 1-16,4-6 1 15,6-5 2-15,6-6 2 0,6-5 3 0,4-3 5 0,-4 0-3 16,-2-5-2-16,0-10-6 0,0-8-3 31,6-7 0-31,4-5-1 0,8-3-1 16,5-3-1-16,2 2 2 0,3 0-2 16,-1 5 2-16,0 0-1 0,1 5-5 0,-1 7 4 15,-3 4-5-15,-4 7 5 0,1 8 0 0,0 3 0 16,0 12 10-16,5 6-2 0,-1 6 3 15,-5 4-2-15,1 1-9 0,-1 3 1 16,-2 3-2-16,1 1 1 0,0 2 0 16,4 1-1-16,-1 1 0 0,3-2 1 15,-2-3-2-15,4-3 2 0,0-7-2 0,2-5 3 16,-1-5-2-16,4-6 1 16,0-6 1-16,3-3-1 0,0-4-1 0,0-11 1 0,0-8 1 15,-2-6-1-15,-3-7 1 0,-4-5-2 16,-3-5 1-16,-5 2-2 0,-4 2 3 15,-2 5-2-15,0 13 1 0,-5 10 1 16,1 8 0-16,-2 6-1 0,0-1 0 0,0 1-1 31,0-2-2-31,0 1-1 0,0 1 2 0,0 0-2 16,-3 0-2-16,-6 4-12 0,0 8-24 16,1 5-44-16,2-5-134 0,0 3-90 15</inkml:trace>
  <inkml:trace contextRef="#ctx0" brushRef="#br0" timeOffset="46588.01">32558 13744 113 0,'0'0'25'0,"0"0"4"0,0 0 2 16,0 0-9-16,0 0-7 0,0 0-5 16,0 0-3-16,0 0 1 0,0 0 3 0,0 0 5 15,7-8 14-15,-7 6 11 0,0-4 8 16,0 1 4-16,-5-4-6 0,-3-4 4 15,4 3-8-15,-5-4 4 0,-1 4-2 0,3 2-8 16,-2-4-5-16,1 6-4 0,5 4-6 31,-5-6-2-31,5 4-5 0,-5 0-2 16,-1-2-3-16,5 4-3 0,-5 1 0 0,-3 1 0 16,-3 0-2-16,-3 9 1 0,-1 5-2 15,4 4 0-15,0 8 0 0,2 4-1 0,0 5 1 16,4 8 1-16,3 2-2 0,3 5 2 15,3 3-2-15,0 5-1 0,0 4 0 16,0 3-2-16,2 2 1 0,1 0-3 16,-2-3 3-16,1-5-3 0,-1-4 2 0,-1-10 5 15,2-5-4-15,-2-7 4 0,1-12-5 16,-1-7-2-16,2-8 2 0,-2-6 1 16,0 0 0-16,0 0 2 0,0 1-1 0,6-1 0 15,6 0 0-15,6-8-2 0,8-5-1 16,1-3-5-16,2-2 4 0,5 1-4 15,3-1 4-15,8-1 6 0,6 1 0 0,5 0 1 16,2 1-1-16,1 4-5 0,-4-1 0 16,-4 3-2-1,-7 1 2-15,-6 2-1 0,-12 4 1 16,-4 0 2-16,-11 3-2 0,-6-1 0 16,1 2 1-16,-6 0 0 0,0 0 0 15,0 0 0-15,1 0-1 0,1 0 1 16,-2 0-1-16,0 0 0 0,1 0 0 0,-1 0-2 15,0 0-4-15,0 0-8 0,0 0-11 16,0 0-18-16,0 0-32 0,0 0-62 16,-4 0-108-16,-8-3-63 0</inkml:trace>
  <inkml:trace contextRef="#ctx0" brushRef="#br0" timeOffset="47054.75">32340 13619 550 0,'0'0'54'0,"0"0"0"0,0 0-3 0,0 0-7 16,0 0-10-16,0 0-6 0,0 0-9 0,0 0-8 15,0 0-2-15,-29-73-2 16,27 86 0-16,1 12 1 0,1 11 1 0,0 8-3 15,-2 8 0-15,-1 1 3 0,0 4-4 16,-1 3 1-16,-3 1-3 0,3 2-3 16,1 4 1-16,0 4 0 0,1 2 1 0,2 0-5 15,0-3 6-15,0-7-2 0,0-6 0 16,6-7 3-16,4-8-4 0,-1-7-2 16,3-9 2-16,-3-9 0 0,5-8 1 0,4-7 0 15,4-2-1-15,12-11 0 0,3-7-1 16,5-7 6-16,3-2 1 0,5-2-4 15,2-1 2-15,1 2-9 0,2 1 2 0,-1 1 1 16,0 4 1-16,-5 2 0 0,-4 2-1 16,-7 2 1-1,-14 6 0-15,-11 4 1 0,-7 4 0 16,-6 2 0-16,0-2 0 0,0 2-1 16,3 0 0-16,-2-1 1 0,1 1-2 15,-1 0 0-15,-1 0 0 0,0 0-5 16,0 0-9-16,0 1-16 0,0 6-25 0,0-3-50 15,-1 2-85-15,1-6-119 0</inkml:trace>
  <inkml:trace contextRef="#ctx0" brushRef="#br0" timeOffset="47621.05">32312 13694 542 0,'0'0'60'0,"0"0"-6"16,0 0-5-16,0 0-5 0,0 0-11 0,0 0-6 16,0 0-9-16,0 0-5 0,0 0-5 15,0 0-1-15,-27-45 0 0,22 54 1 16,1 10 1-16,-2 9 1 0,2 6-3 0,-1 3 1 15,1 8 2-15,1 2-4 0,0 4 1 16,1 4-5-16,-1 4-1 0,0 3 1 16,0 5-2-16,-2 1 4 0,2 0-5 0,-1-2 2 15,2-7-2-15,0-7 1 0,2-5 3 16,0-8-2-16,0-7 3 0,0-9-4 16,0-9 1-16,2-4-2 0,-1-5 2 0,-1-1-1 15,1 2 0-15,-1-6 1 0,0 0 1 16,0 0-2-16,3 2 2 0,-3-2 0 15,7 0-2-15,8 0 0 0,9-5-1 0,11-6-1 16,7 0 1-16,6-5-2 0,7 0 8 16,5-1-2-1,6-3-3-15,3 2 3 0,2 1-10 16,0 0 4-16,-5 5 1 0,-5 0 0 16,-8 4 1-16,-11 3 0 0,-13 0 0 15,-14 4 1-15,-7 1 0 0,-8 0 1 16,0 0-1-16,0 0 1 0,0 0 0 0,0 0 0 15,-10 0 0-15,-6 0-1 0,1 3 2 16,-4-3-3-16,6 1 1 0,1-1-1 16,-1 0-3-16,2-3-7 0,2-2-12 0,1-2-16 15,0 1-37-15,5 1-71 0,0-5-163 16,-1-4-10-16</inkml:trace>
  <inkml:trace contextRef="#ctx0" brushRef="#br0" timeOffset="48087.84">32235 13646 495 0,'0'0'0'0,"0"0"0"0,0 0 0 15,0 0 6-15,0 0 5 0,0 0 6 0,0 0 17 16,0 0 7-16,0 0 0 0,0 0-5 16,-73 21-13-16,67 2-4 0,0 4-6 0,0 5-1 15,-2 3 2-15,1 6-5 0,1 6 3 16,0 3-3-16,1 8-3 0,1 7 0 16,3 6-3-16,-2 7 2 0,3 1-5 0,0 0 2 15,0-4 2-15,5-5-4 0,3-6 4 16,1-6-4-16,-1-8 0 0,5-7 1 15,-1-7 1-15,1-7 1 0,0-8-1 0,-3-6 1 16,3-6 1-16,-4-4 0 0,1-3 0 16,9-2-1-1,-1 0-1-15,7-10 0 0,3 0-1 16,2-6-1-16,5 1-2 0,3-1 0 16,6-1 0-16,5-1 6 0,2 1-1 15,5-1 1-15,3 1-2 0,1 3-6 16,-4 4 0-16,-3 2-2 0,-6 4-3 0,-6 2-5 15,-10 2-11-15,-9 0-13 0,-6 0-20 16,-3 0-24-16,-6 4-68 0,2 1-131 16</inkml:trace>
  <inkml:trace contextRef="#ctx0" brushRef="#br0" timeOffset="52955.48">27452 11439 63 0,'0'0'17'15,"0"0"-4"-15,0 0 0 0,0 0 0 0,0 0 0 16,0 0-2-1,0 0 2-15,0 0-2 0,0 0-1 0,-15-11 0 0,14 9-1 0,-1 2 3 16,1-1 0-16,-1 1-1 0,1-2 0 16,0 2-2-1,-1-1 0-15,1 1 0 0,-2 0 2 16,2-1 0-16,-1 1 1 0,2 0 0 16,-1 0 3-16,1-2-1 0,-2 2 1 15,2 0 1-15,-1 0-1 0,1 0-1 16,-2-1 1-16,2 1-1 0,0 0 0 0,0 0 4 15,0 0-1-15,0 0 4 0,0 0-1 0,2-2-4 16,13 1-1-16,5-1-1 0,8-3 0 16,3 2 0-16,5-1 1 0,7-2-3 15,4 1 2-15,6-1 0 0,5 0-1 16,4 0-1-16,2 0-2 0,4 0-2 16,0 1-1-16,2 1-2 0,3 1-1 0,-1-1 0 15,5 3-1-15,-2 0 0 0,3-1 0 16,0 1 0-16,3-1 2 0,1 1 0 0,1-2-1 15,4 1 0-15,1-1 0 0,2 1-1 16,1-1 2-16,-3 2 1 0,-3 0-1 16,-7-1 0-1,-7 2-2-15,-7 0-3 16,-11 0 1-16,-7 0 0 0,-8 0-1 0,-13 2 2 16,-11-2-2-16,-8 1 0 0,-6-1 0 15,0 0 1-15,0 0 1 0,3 0 3 0,-2 0 0 16,1 0 0-16,-1 1-1 0,0-1-1 15,1 0 0-15,-1 0-1 0,1 0 1 16,-1 0-1-16,4 0-1 0,-1-1 1 16,4-4-1-16,0 1-1 0,-1-1 1 0,1 1 0 15,0-1-1-15,2 2 1 0,-5 1-1 16,-1 1 0-16,-4 1 0 0,0-1-1 0,0 1 2 16,1 0-1-16,1-2-1 0,-1 2 2 15,1 0-2-15,-1 0 0 0,1 0 0 16,-1 0-1-1,-1 0 0-15,2 0 1 0,-2 0-4 0,-6 8-7 0,-6 5-20 0,-2 5-37 16,2-1-102-16,5-5-122 0</inkml:trace>
  <inkml:trace contextRef="#ctx0" brushRef="#br0" timeOffset="53911.97">31131 12248 242 0,'0'0'50'0,"0"0"1"0,0 0-2 31,0 0-3-31,0 0-7 0,0 0-5 16,0 0-6-16,0 0-3 0,0 0-3 15,-18-33-2-15,18 31-5 0,0 0 0 16,0 2-3-16,0-1 1 0,0 1 1 0,0-2 1 15,2 2-2-15,12-1 0 0,5 1-2 16,7 0-2-16,3 0 1 0,3 1 3 0,7 4-3 16,6 1-1-16,5 0-2 0,2 0-5 15,8 0 1-15,2 0 0 0,3-1-2 16,6 1 1-16,0-2-1 0,0 1-2 16,1-2 7-16,-3 2 1 0,1-3-1 0,-4 0 2 15,1 1-6-15,0-1-1 0,-3-2 0 16,-2 1 0-16,-1-1-1 0,-3 0 7 0,-4 0-1 15,2 0 0-15,0 0 0 0,2 0-6 16,-2 0 1-16,2 0 0 0,-4 0 0 31,-2 0-1-31,-3 0 0 0,-7 0-2 16,-6 0 2-16,-10 0-1 0,-6 0 1 0,-8 0 2 16,-8 0-1-16,2 0 1 0,-6 0-2 15,0 0 2-15,0 0 0 0,2 0 1 0,-1 0-1 16,1 0 0-16,0 0 0 0,0 0-1 15,-1 0 1-15,1 0 0 0,-1 0 0 16,0 0 1-16,1 0-1 0,-2 0-1 16,1 0-1-16,-1 0 1 0,2 0 0 0,-2 0-1 15,0 0 0-15,1 0 0 0,-1 0 0 16,0 0 0-16,2 0 0 0,-2 0-1 0,0 0 0 16,0 0-1-16,0 0-3 0,0 0-7 15,-5 2-18-15,-7 4-33 0,-2-2-98 16,-3 3-150-16</inkml:trace>
  <inkml:trace contextRef="#ctx0" brushRef="#br0" timeOffset="175104.55">19778 16670 203 0,'0'0'59'0,"0"0"3"0,0 0-4 16,0 0-17-16,0 0-7 0,0 0-7 15,0 0 2-15,0 0-4 0,0 0-2 16,98-76-6-16,-62 47-1 0,1-2-7 0,1-4-8 16,1-1 3-16,2-3-8 0,-4-4 4 15,-1-2 2-15,-1-3-2 0,-4 1 3 16,-5 0-1-16,-3 4 5 16,-6 3 2-16,-3 4 3 0,-3 5 3 0,-5 10 1 0,-4 7-2 15,-2 4-2-15,-1 2-5 0,-9-1-1 16,-10 2-4-16,-4 5-2 0,-9 2 1 0,-4 7-1 15,-5 8 1-15,-3 5-1 0,1 6 2 16,1 8-1-16,0 5 0 0,4 6-2 16,2 7 2-1,4 1-3-15,6 3 3 0,4 1-2 16,8-3 3-16,7-1 3 0,8-3-3 16,4-3 5-16,15-5-5 0,7-7 0 15,8-5 2-15,8-6-1 0,9-4 1 0,5-7 1 16,5-3-1-16,3-4 0 0,-1-5-3 15,-1-1-2-15,-4 0-1 0,-8 0 0 16,-9-3-2-16,-13 3-8 0,-12-3-18 0,-10 3-47 16,-1-3-121-16,0 2-100 0</inkml:trace>
  <inkml:trace contextRef="#ctx0" brushRef="#br0" timeOffset="175787.65">20612 15737 284 0,'0'0'47'15,"0"0"-3"-15,0 0 1 0,0 0-3 16,0 0-2-16,0 0-9 0,0 0-3 0,0 0-8 16,0 0-3-16,-32-19-4 0,32 19 3 15,0-2 4-15,3 1 3 0,16-1 2 16,13-1-1-16,13 2-7 0,8 1-1 0,9 0-4 16,6 0-2-16,6 0 0 0,3 0 0 15,0 0-3-15,-1 0 0 0,-6 0-4 16,-4 0-2-16,-9 1 0 15,-7 2 0-15,-10 0-1 0,-12-1 1 0,-12-1-1 0,-9 1 1 16,-7-2 1-16,0 0 0 0,0 0 1 31,1 0 0-31,1 0 0 0,-1 0-3 0,1 1-1 16,-1-1-2-16,1 0-6 0,-2 0-9 16,0 0-23-16,1 0-35 0,-1 0-114 15,7 0-112-15</inkml:trace>
  <inkml:trace contextRef="#ctx0" brushRef="#br0" timeOffset="176404.37">22125 15405 492 0,'0'0'45'0,"0"0"4"0,0 0 6 16,0 0-10-1,0 0-11-15,0 0-11 0,0 0-7 16,0 0-7-16,0 0-1 0,0 0-2 16,0-56-1-16,5 48 0 0,2 3 0 15,5 3-1-15,5 2 0 0,-2 0-1 0,7 9-2 16,-6 3 1-16,-2 5-3 0,-2 2 2 15,-1 4-1-15,-4 4 0 0,-1 2 1 16,-4 3-2-16,-2 0-1 16,0 2 2-16,-6-2-2 0,-5 0 3 0,0-2-2 0,-1-3 2 15,0-1-3-15,0-5 3 0,0-1-2 16,2-8 1-16,5-4 0 0,3-5 0 0,2-3 0 16,-1 0 0-16,1 0 4 0,0 0-1 15,0 1 1-15,0-2-1 0,11-12-1 16,9-8-2-16,9-9 3 15,5-4-3-15,0-2 1 0,5-5-2 0,-1-1 1 0,-2 0 0 16,-4 5 2-16,-3 5-1 0,-5 6 0 31,-5 5 1-31,-4 5-1 0,-5 6 2 0,-4 4 2 16,-3 3 2-16,1 0-2 0,-4 3 1 16,0-2-5-16,0 2 0 0,1 0-1 15,-1 0 0-15,0 0 1 0,0 0-1 0,0 8 0 16,-4 6 1-16,-3 5-1 0,-1 2 1 15,1 5-1-15,1 2 0 0,-1 0-1 16,4 4 2-16,3 0-4 0,0 1 3 0,5-1-1 16,6 0 0-16,2-3 1 0,6-3 0 15,3-3-2-15,5-7 2 0,7-3-2 16,3-6-4-16,5-6-8 16,3-1-19-16,4-5-31 0,3-11-72 0,-3-3-162 0,3-4-1 15</inkml:trace>
  <inkml:trace contextRef="#ctx0" brushRef="#br0" timeOffset="177220.98">25435 15264 214 0,'0'0'54'0,"0"0"2"0,0 0 3 16,0 0-2-16,2-82-9 0,-2 70-1 16,0 6-11-16,0 1-9 0,0 5-5 15,0-1-4-15,-4 1 0 0,-10 3 2 0,-7 9 2 16,-8 8-3-16,-1 9 0 0,-5 4-5 15,-3 9-2-15,0 8-1 0,-3 10-1 16,-2 6 0-16,0 11-2 16,0 5 0-16,3 7 2 0,4 6-4 0,6 7-3 0,9 6-1 15,8 3-7-15,13-3 5 0,3-7 2 16,19-8-3-16,10-13 7 0,8-10-6 0,12-12-3 16,8-8 5-16,3-7-2 0,7-10 2 15,2-4-1-15,-1-5-2 0,0-6 1 16,-2-4 0-16,-5-5-1 15,-8-3-1-15,-8-5-3 0,-18 1-5 0,-12-2-8 0,-10 0-11 16,-8 0-34-16,0 0-54 0,-8-11-133 16,-8-5-46-16</inkml:trace>
  <inkml:trace contextRef="#ctx0" brushRef="#br0" timeOffset="178387.81">26088 15845 314 0,'0'0'62'0,"0"0"0"16,0 0-10-16,0 0-5 0,0 0-10 0,0 0-5 15,0 0-6-15,0 0-4 0,0 0-5 16,0 0-7-16,0-74-3 0,-14 74 0 0,-9 6-1 16,0 14 2-16,0 7 3 0,-1 7-5 15,2 3-1-15,2 8-4 0,3 0-1 16,3 2 0-16,2 3-1 0,4-1 1 15,3-1-1-15,5-4 1 0,0-4-2 0,10-5 2 16,3-6 0-16,7-6 0 0,5-5 1 31,4-6 1-31,4-6 2 0,5-6-1 0,5 0 1 16,6-13-2-16,4-2 0 0,-2-6-2 16,0-6 2-16,-6-3-2 0,-5-7 2 15,-7-4 0-15,-7-6 0 0,-8-6-1 16,-7-2 3-16,-6-2-3 0,-5-1-4 0,-12 2 5 15,-5 3-6-15,-9 9 4 0,-5 6 2 16,-6 10-2-16,-8 12 3 0,-1 8-1 0,-6 8-1 16,0 6 2-16,2 11-5 0,6 2 1 15,6 7-3-15,6 1-3 0,8 7-5 16,6 3-20-16,7 3-30 0,6 2-60 16,5 0-162-16</inkml:trace>
  <inkml:trace contextRef="#ctx0" brushRef="#br0" timeOffset="178737.74">26998 16413 669 0,'0'0'33'0,"0"0"0"16,0 0 2-16,0 0-2 0,0 0-10 16,0 0-7-16,0 0-5 0,0 0 0 0,0 0-1 15,63-45-1-15,-41 47-1 0,3 11-4 16,-2 2 0-16,-3 7-2 0,-2 3 0 0,-4 5 4 16,-5 5-7-16,-5 2 7 0,-4 2-8 15,-6 2 1-15,-11 2 0 0,-5-2-1 16,-7 1 1-16,-3 0-1 0,-4-2 0 15,2-3-1-15,0-5-1 0,3-7-4 0,3-5-4 16,10-8-8-16,7-6-9 0,4-6-26 31,4 0-52-31,1-11-133 0,2-13-72 0</inkml:trace>
  <inkml:trace contextRef="#ctx0" brushRef="#br0" timeOffset="179288">28124 15873 687 0,'0'0'35'16,"0"0"-8"-16,0 0 5 0,0 0-2 0,0 0-10 15,0 0-7-15,0 0-6 0,0 0-3 16,0 0 0-16,0 0-1 0,43-47 0 0,-37 68 4 15,-4 3-7-15,-2 5 6 0,-9 3-7 16,-8 3-1-16,-5 0 2 0,-1 0-1 16,-6 1-1-1,-3 0 0-15,-4-1 1 0,2-3-1 16,-3-4 2-16,4-4-2 0,1-4 1 16,3-5-1-16,9-6 1 0,8-5 0 15,1-4 2-15,-1 0 0 0,1-7 1 0,-5-10-1 16,7-4-1-16,6-8 1 0,3-4-1 15,2-2 3-15,8 0-2 0,3 5 1 16,0 5-3-16,4 7 1 0,2 7 0 16,3 8 0-16,1 3 1 0,3 10-1 0,3 6-1 15,1 8 0-15,0 4 1 0,2 2-1 16,-1 4 2-16,-1-1-3 0,2-2 2 0,-2-3-2 16,0-4-1-16,1-4 2 0,-2-3 1 15,1-6-1-15,-2-6 2 0,-1-3-2 16,1-2 2-16,-2-6-1 0,-3-6-1 15,0-5 2-15,-3-4-2 0,-1-3 1 0,-3-3-1 16,0-3 1-16,-3 1-2 0,-2 2 2 31,-5 7 0-31,-1 8 0 0,-4 8 1 0,-1 4-1 16,0-2-1-16,0 2-4 0,0-1-2 16,0 1-1-16,0 0-2 0,0 0-6 15,-3 6-10-15,-3 7-20 0,2 6-36 16,-2-6-86-16,5-3-124 0</inkml:trace>
  <inkml:trace contextRef="#ctx0" brushRef="#br0" timeOffset="179705.61">28544 15141 651 0,'0'0'27'0,"0"0"0"0,0 0 5 16,0 0-2-1,0 0-5-15,0 0-8 0,0 0-6 16,0 0-3-16,0 0 0 0,0 0 1 16,19-16 0-16,7 16-1 0,2 5-1 0,6 10 0 15,6 5 3-15,5 6-5 0,7 8 2 16,4 5-3-16,6 9-4 0,5 12 1 15,0 8-4-15,-2 12 3 0,-5 10-3 16,-8 6 5-16,-11 6 1 0,-15 5-3 16,-14 3 0-16,-12-1-6 0,-13-3-1 0,-18-8 3 15,-9-8 6-15,-14-8-2 0,-7-11 4 0,-7-5-2 16,-1-7-3-16,1-6 2 0,3-7-1 16,7-2 2-16,10-12-1 0,8-5 2 15,10-8-4-15,12-8 0 0,7-3-1 16,8-7 0-16,3-1 0 0,-2 0 0 0,2 0-3 15,0 0-6-15,0 0-18 0,6-1-26 16,9-14-73-16,2-5-181 0,2-12-10 0</inkml:trace>
  <inkml:trace contextRef="#ctx0" brushRef="#br0" timeOffset="213238.11">14560 15795 302 0,'0'0'46'0,"0"0"2"0,0 0-7 16,0 0-10-16,0 0-13 0,0 0-7 15,0 0 2-15,0 0 5 0,0 0 5 16,-27 14 3-16,19 10 5 0,3 5-4 0,2 9 4 15,0 7-7-15,0 12-2 0,0 10-4 16,-3 11-6-16,0 11 1 0,-2 6 1 16,1 5-4-16,1 6 0 0,0 5-5 15,3 4-6-15,3 3 3 0,0-3 11 0,7-6-2 16,2-7 3-16,5-8-3 0,0-9-10 16,1-8 3-16,-2-11-2 0,3-7 1 0,-3-9 1 15,-2-8 1-15,0-2-3 0,-4-11 1 16,-1-8-3-16,-3-7 1 0,-3-8 0 15,0-6-1-15,0 0-2 0,0 0-3 0,3 1-3 16,-3 1-15-16,1 4-17 0,1 0-30 31,-2-2-55-31,1 4-107 0,-1-8-40 16</inkml:trace>
  <inkml:trace contextRef="#ctx0" brushRef="#br0" timeOffset="213671.08">14414 17943 627 0,'0'0'37'0,"0"0"9"0,0 0-12 16,0 0-15-16,0 0-13 0,0 0-3 0,0 0 1 15,0 0 2-15,110-68 7 0,-59 68-10 16,11 0 1-16,10 0 0 0,8 4 2 15,11 4-2-15,10 1-1 0,13 1-2 0,9-5-2 16,14-1 4-16,8-3-3 0,11-1 0 16,10-5 3-1,4-4-6-15,6 0 4 16,2 3 1-16,0 0-11 0,-3 1 12 0,0 1-5 16,-6-4-1-16,-4-1 4 0,-12 2-8 15,-11 0 4-15,-8 3 5 0,-11 1 2 16,-10 0 0-16,-9 1 0 0,-10 2 2 0,-13 0 0 15,-9 0 6-15,-11 0-1 0,-13-3-1 16,-8-1 1-16,-16-1-3 0,-9 2 3 0,-4 2 2 16,-7-1 2-16,0 0-3 0,3 2-1 15,-7 0-2-15,0 0-3 0,6-3-1 16,9 1-2-16,6-3-1 0,10 3-2 16,-1-1-1-16,1 3-1 0,-3 0-2 0,-2 0-7 15,-5 8-19-15,-5-5-40 0,-8 1-74 16,-5 0-168-16,-3-8-11 0</inkml:trace>
  <inkml:trace contextRef="#ctx0" brushRef="#br0" timeOffset="-213808.75">14430 16027 114 0,'0'0'38'0,"0"0"5"0,0 0-1 0,0 0 0 16,0 0-2-16,0 0-6 0,0 0-4 15,0 0-5-15,0 0-4 0,1-19-5 16,-1 17-2-16,0 1 2 0,0-1-2 0,0 1 2 15,0-1-2-15,0 1 3 0,0-1-3 16,0 0 0-16,0 1 0 0,0 0-1 16,0-1-3-16,0 1-1 0,0-1-2 0,0 1-1 15,0-1-1-15,0 2 0 0,0 0-2 16,0 0-2-16,0-3 2 0,0 3 2 16,0 0 2-16,0 0 2 0,0 0 0 0,0 0-1 15,5 0 0-15,-1 5 0 0,5 1-1 16,-3 0 2-16,1 0-3 0,-2 1-1 15,1 1 1-15,-1 1-4 0,2 2 2 0,0-4 0 16,0 5-1-16,1 1 1 0,-4-1 0 31,9 4-1-31,-4 0-1 0,-1-1 1 16,4 1 0-16,-2 1 0 0,2 3 0 0,2 0-1 16,-1 2 1-16,3 1-2 0,-3 1 1 15,3-1 0-15,-3 1 0 0,0-1-1 16,1-1 0-16,1 0-1 0,2 0 2 0,-1-1-1 15,3 0 1-15,-2 0 7 0,1 2-8 16,-1 0 4-16,-1-2-5 0,1-1 2 16,-1-2 0-16,0-3 0 0,0 2 0 0,3-2-1 15,1 0-1-15,0 0 2 0,3 1 0 16,0-1 0-16,0 1 0 0,1 1-2 16,0 1 0-16,1 1-3 0,-1-1 5 0,0 3-2 15,0-1 1-15,1 1 0 0,1 0 0 16,0 0 0-16,1-1 0 0,1 2 0 15,-2-3 0-15,1-1 2 0,-1 0-3 0,2-1 1 16,-1 0 1-16,-1-2-2 0,2 0 1 31,-1 1 0-31,-2 0-1 0,5-3 0 16,1 2 1-16,-1-3 0 0,0-2 1 0,1 3-2 16,-1-3 1-16,-1 1-2 0,1 0 2 15,-2-1 0-15,-1-1 0 0,1 2 0 16,-2-4 0-16,0 3-2 0,-1 2 3 0,-1 1 14 15,1-1-7-15,-2 4 10 0,-3-2-9 16,3 1-9-16,-1-2 1 0,-2-1 0 16,2 2-1-16,-1 0 0 0,1-5-1 0,0 1 1 15,2 0 0-15,1-3 1 0,1 1-1 16,1 2 2-16,0-2 0 0,-1 2-2 16,1 1 2-16,-2 0-5 0,-1-1 3 0,-3 2-3 15,0-2 1-15,1 0 1 0,-5-1 0 16,3 0-3-16,-1 3 4 0,-1-5 0 15,0 0-1-15,1-1 4 0,3-1-3 0,-2-2-1 16,-1 1 1-16,3 4 0 0,-1-3-1 16,-2 0 2-16,3 3-2 0,-2 0 0 15,-1 1-1 1,1-2-2-16,0 1 4 0,1 0 0 16,0-2-1-16,2 0 1 0,2-2-1 15,-2 1-4-15,3 1 6 0,0-2-2 16,0 1 2-16,2 3 1 0,-2-2-4 0,-2 0 1 15,1 0 0-15,-1-2 1 0,-1 4-1 16,-1-3 2-16,0 1-4 0,0 0 4 16,-1-3-1-16,0-2-1 0,2 1 2 0,1-1-3 15,1 2 0-15,0 1 1 0,2 0 0 16,1-1-1-16,0 1 2 0,1 1-1 16,0 0 0-16,-1 1 2 0,-1-2-2 0,-1 0 0 15,-3-3-1-15,-1 2 2 0,1 0-3 16,-3 1 3-16,-2 0 1 0,-3-1-2 15,0 0-1-15,-5-3 1 0,5 0-1 0,5 0 1 16,-1 0 3-16,-1 0-3 0,1 0-2 31,3 2 2-31,1 0 0 0,6 1 0 16,0 0 3-16,-3-3-4 0,0 0 0 0,2 0 1 16,-2-3-2-16,1 3 2 0,0 0 0 15,1 0-1-15,-1 3 0 0,1-3 1 16,1 0 2-16,-3 0 0 0,0 0 2 0,1 0-4 15,-1-3-3-15,0 0 1 0,-1 1-1 16,-2 2 7-16,0-2-4 0,0 0 2 16,0 2-4-16,1 0-2 0,-1 0 4 0,0 0 0 15,0 0 1-15,0 0 2 0,2 0-4 16,-1 0 0-16,-1-1-1 0,1-4 2 16,-1 3 1-16,1-4-2 0,1 5 1 0,-1-2 0 15,1 2 0-15,1-3 2 0,2 1-2 16,-1-1 1-16,1-1-2 0,-1 5-1 15,2 0 4-15,-2 0-4 0,1 0 2 0,-3 0 0 16,1 0 0-16,-2 0 2 0,2 0-4 16,-1 0 4-1,0 2-2-15,1 1-1 0,1-3 1 16,2 1-3-16,0-1 2 0,3 2 1 16,-1-2 1-16,1 1 1 0,0 2-2 15,0 1-2-15,-2 0 4 0,1-4 0 16,-1 0-2-16,-1 1-4 0,-2 1 2 0,-2-1 2 15,-8 2 2-15,2-3 3 0,-7 0-5 16,0 0-3-16,2 0-1 0,-3 0 5 16,1 0 2-16,-8 0 2 0,6 0-3 0,-4 2-4 15,-2-2 1-15,2 2 0 0,-6-2 2 16,0 0 3-16,0 0-5 0,2 0 0 16,-1 1 1-16,0-1-5 0,1 0 5 0,-1 0 0 15,-1 0-1-15,0 0-4 0,0 3-7 16,-5 3-27-16,-13-3-66 0,-5-3-193 0,-3-7-31 15</inkml:trace>
  <inkml:trace contextRef="#ctx0" brushRef="#br0" timeOffset="-168141.96">10167 17966 273 0,'0'0'64'0,"0"0"1"0,0 0-15 15,0 0-13-15,0 0-6 0,0 0 3 16,0 0-7-16,0 0 0 0,90-35-2 0,-63 30-6 31,3-2 0-31,7 3-2 0,5-3-4 16,10 1-1-16,7 0 3 0,9 1-8 0,8 2 2 16,11 2 1-16,6-2 0 0,5 3 3 15,11 0 0-15,2 3-3 0,6 9-6 16,1 4 2-16,1-3-5 0,3 5 4 15,-1-3 0-15,2-4-5 0,-1-2 1 0,1-5-1 16,-2-4 3-16,2 0-1 0,-2 0-1 16,-1-5 1-16,-4-2-5 0,-4 3 6 0,-6 0-1 15,-4 4-1 1,-10 0 3-16,-4 4-2 0,-5-4 1 0,-8 0-2 0,-5-3 2 16,-4-5-2-16,-4 4 4 0,-5-1 1 15,-4-2-5-15,0 1 3 0,-3-2 2 0,-1 2 1 16,1-1-1-16,1-2 0 0,4 2-3 15,1-1-7-15,2 1 5 0,0 2 0 0,1-1-6 16,-1 0 7 0,0 3-8-16,0-1 6 15,0-1-1-15,-5 5-2 0,-5 0 10 16,-5 0-6-16,-9 0 4 0,-11 1-6 16,-12-1-7-16,-5 0 9 0,-6 0-1 0,0 0 10 15,0 0 0-15,2 0-10 0,-1 4 8 16,1-4-7-16,-1 0 8 0,-1 0-3 0,3 0-3 15,-3 0 0-15,1 0 0 0,-1 0-6 16,3 0-4-16,1 0-12 0,-1-5-63 16,2 2-213-16,-5-5-31 0</inkml:trace>
  <inkml:trace contextRef="#ctx0" brushRef="#br0" timeOffset="-167375.39">14653 18634 579 0,'0'0'67'16,"0"0"-8"-16,0 0-7 0,-6-102-11 0,6 76-10 15,0 7-8-15,0-1-1 0,0 2-4 16,0 4-5-16,0 3 1 0,1 7-7 16,-1 4 0-16,0-3-2 0,0 3-3 15,0 3 2-15,-1 18-3 0,-9 14-2 0,-5 15 3 16,-3 3-4-16,-3 3 3 0,2 2-1 16,1-3-5-16,3-2 0 0,2-2-3 0,6-5 13 15,6-5-4 1,1-6 5-16,1-5 0 0,10-7-9 0,4-8 3 0,4-7-4 15,4-4 5-15,3-2-3 0,6-2 1 16,0 0 6-16,2-6-5 0,5-8 5 0,0-7 1 31,3-7-1-31,2 0-2 0,-2-6 3 16,-3 1-2-16,-3-4 0 0,-10 2-7 0,-3-2-1 16,-6 0-5-16,-8-1 1 0,-6 3 9 15,-3 2-4-15,-3 6 7 0,-10 7-1 16,-9 6-3-16,-7 7 2 0,-5 1 0 15,-8 4-4-15,0 2 2 0,0 0 0 0,0 8-2 16,6-2 4-16,4 0-2 0,14-2-2 16,3 1-3-16,4 3-21 0,3 4-44 0,4 6-124 15,2-1-121 1,2-4-13-16</inkml:trace>
  <inkml:trace contextRef="#ctx0" brushRef="#br0" timeOffset="-166442.03">19383 18558 419 0,'0'0'63'0,"0"0"-4"0,0 0-13 16,0 0-17-16,0 0-9 0,0 0 2 15,0 0-1-15,0 0 9 0,0 0-3 0,0 0-6 16,105 21-1-16,-51-19-4 0,12-2-4 15,13 0-1-15,12 0-2 0,10-8-9 0,9-1 1 16,4-4 1-16,-4 0-2 16,-3 1 4-1,-10 0-4-15,-14 0-3 0,-15 0 2 16,-14 1 1-16,-22 4 3 0,-12-3 3 16,-8 7-1-16,-8-4-1 0,0-1-3 0,-4-4 5 15,0-3 4-15,-8-2-2 0,-5-3 4 16,1 2-3-16,-4-4-4 0,3-2 2 0,1 3 0 15,0-6-7-15,1 1 3 16,3-3-3-16,-2 7 0 0,1-1 2 0,0 3-1 16,2 8 4-16,0-2-6 0,3 7 1 15,1 2-1-15,-2-3 3 0,2 7 0 0,0-5-1 16,2 5-1-16,1 1-1 0,-3-4 3 16,3 4-2-16,0 14 5 0,7 6-2 0,5 7 0 15,7 2 1-15,3 1 5 16,8 2-6-16,3 0-1 0,7 2 0 0,1-2-10 15,1-1 9-15,-2 0-3 0,-6-1 4 16,-7-3-1-16,-8-2-6 0,-8 0 3 0,-6 3-3 31,-5-1 3-31,-9 0 4 0,-10 1 0 16,-7-1-2-16,-5-4-5 0,-4 1-1 0,-1-7 4 16,2 1 0-16,3-8 0 0,3 0-9 15,4 0-16-15,6-5-17 0,8-2-30 16,3 3-28-16,5 5-42 0,2 1-65 15,0 6-51-15</inkml:trace>
  <inkml:trace contextRef="#ctx0" brushRef="#br0" timeOffset="-165791.18">21724 18171 701 0,'0'0'46'16,"0"0"2"-1,0 0-1-15,0 0-9 0,0 0-11 16,0 0-10-16,0 0-12 0,0 0-3 16,0 0 0-16,33-30 2 0,-33 48 1 0,0 7 0 15,-4 9-2-15,-6 1-7 0,-5 0 1 16,-5 1 1-16,-3 2 1 0,-3 2 1 0,-3-2-1 15,-3 1-2-15,-1-4 1 16,0-3-2-16,-4-2-2 0,3 0 6 0,0-5-2 16,3-5-1-16,9-8 3 0,9-6-4 15,2-6 3-15,3-3 5 0,1-2-1 0,-2-13 0 16,9-3-2-16,0-7 2 0,13-7-3 16,3 5 3-16,7 5 2 0,0 3-1 0,3 7-1 15,0 7 0-15,-1 2 1 16,0 6-2-16,-1 6 1 0,1 9-3 0,-1 1-2 15,-3 5 0-15,2 5 3 0,-3 1-2 16,0 2-1-16,-1 1 1 0,0 1-1 0,-2-4-1 31,0 2 1-31,0 1 0 0,-2 0-1 16,1-2-1-16,-1-9 0 0,-1-3 2 0,-2-7 0 16,-7-3 2-16,7-6-2 0,2 0 1 15,6-6 4-15,5-8-1 0,0-4 8 16,1-7-6-16,1-2-4 0,-2-8-1 15,3-7 0-15,-2-4 7 0,0-2 1 0,-3 2 0 16,-4 11-5-16,-2 5-5 0,-5 13 4 16,-5 2-1-16,-2 6 4 0,-3 6-3 0,-1-3-3 15,-1 6 1-15,0-2 2 16,0 2 0-16,0 0 2 0,-3 8-3 0,-2 1 1 16,-1-1-1-16,5-4 1 0,-4-1 3 15,2 0-3-15,0 0 2 0,0 2-6 0,3-5 0 16,-1 0 4-16,1 0 3 0,0 2 0 15,-2-2-6-15,2 0-14 0,-1 1-27 0,0-1-94 16,-5-1-178-16,0-15-26 16</inkml:trace>
  <inkml:trace contextRef="#ctx0" brushRef="#br0" timeOffset="-164624.63">11286 18474 427 0,'0'0'55'0,"0"0"16"16,0 0-5-16,0 0-13 0,0 0-14 16,0 0-7-16,0 0 0 0,0 0-1 0,0 0-4 15,0 5-9-15,-7-2-5 16,-6 2-5-16,-13 2-3 0,-9 3 3 0,-8 0-6 15,-2-2 3-15,-10 4-3 0,-10 0-4 16,-7 1 2-16,-12 1-5 0,-9-2 2 0,-7 2 2 31,-5-5 2-31,-1 2 0 0,2-4 0 16,6-2-6-16,7-5 3 0,8 0 8 0,5 0-2 16,12-5 3-16,11-2-3 15,13-1-6-15,14 3 5 0,13 3 0 0,10-1-4 16,5 3 3-16,-1-2-5 0,1 2-3 15,-2 0 6-15,2 0-5 0,-1 0 0 0,1 0 5 16,0 0-1-16,0 0 2 0,0 0-1 16,0 0 1-16,0 0-4 0,0 0-1 0,0 0-6 15,1 0-6-15,2-3-10 0,4-8-10 16,-1-2-6-16,3-7-4 0,1-8 10 16,1 1 13-16,-2-3 13 0,0 0 8 15,1-1 5-15,-1 2 1 0,-2 3 1 0,2 7 6 16,-2 2 8-16,-3 7 6 0,-4 5 8 15,3 2-2-15,-3 3-3 0,0-2-5 0,0 2-8 16,0 0 1-16,-6 13-2 0,-11 6-2 31,-3 5 0-31,-2 7-7 0,-7 4-2 16,0 4-1-16,-4 7 1 0,-2 4-4 16,-2-1-3-16,-1-2 0 0,0-2-2 0,2-3 6 15,4-2-2-15,5-2 1 0,5-6-3 16,9-12 3-16,3-2 6 0,7-3-4 0,3-1 4 15,6 4-4-15,7-6-4 0,10-3-1 16,7 0 6-16,8 0-4 0,6-1 2 16,5 2 0-16,4 0-4 0,2-3 1 15,2-4-5-15,-1-3-10 0,0 0-28 0,-7-3-42 16,-7 3-93-16,-14 0-104 0</inkml:trace>
  <inkml:trace contextRef="#ctx0" brushRef="#br0" timeOffset="-163725.35">8767 17977 660 0,'0'0'68'31,"0"0"-12"-31,0 0-14 0,0 0-19 16,0 0-13-16,0 0-8 0,0 0 3 0,0 0-5 16,0 0 1-16,0 0 3 0,-3 70-5 15,6-38 1-15,0-2 3 0,-3 3-4 16,0 5 1-16,-3 1 3 0,-5 2-7 15,-3-1 2-15,0-4 2 0,-5 5-4 0,-2-1 2 16,-3-2-2-16,-2 1-2 0,-3-4 4 16,-2-3-2-16,2-5 1 0,0-4 4 0,0-8-2 15,3-7 2-15,0-8 4 0,1 0-3 16,3-15 0-16,1-3-4 0,3-5 1 16,2-3 2-16,3 0 0 0,3-1 5 15,4 0-2-15,3-1-2 0,0 4 2 0,6-2-3 16,5 6-3-16,5 8 5 0,6 1 0 15,1 10-2-15,6 1 6 0,7 0-3 0,0 8 1 16,3 7-2-16,-1 9-1 0,-2-1-1 31,1 4-1-31,-2-2 0 0,-2 0-3 16,-1 2 2-16,-1-2-1 0,-7-2-3 16,-3-10-1-16,-6-4-4 0,-4-4-22 0,-7-5-51 15,2 2-159-15,-6-2-75 0</inkml:trace>
  <inkml:trace contextRef="#ctx0" brushRef="#br0" timeOffset="-162575.48">8398 17915 458 0,'0'0'60'15,"0"0"-7"-15,0 0-8 0,0 0-5 16,0 0-6-16,0 0 0 0,0 0-9 0,0 0-9 15,0 0-7-15,-15-16-5 0,15 16 0 16,-2 0 0-16,2 0 2 0,0 0-4 16,0 0 0-16,3 3 3 0,8 6 4 15,4 2 0-15,5-2 0 0,5-2-2 0,1 1-7 16,3 0 5-16,1-7-5 0,-1 1-1 16,-7-1 1-16,-2-1-6 0,-10 0-2 0,0 0-23 15,2 0-50-15,-8 0-198 0,-1-4-26 16</inkml:trace>
  <inkml:trace contextRef="#ctx0" brushRef="#br0" timeOffset="-159258.69">16599 17582 68 0,'0'0'20'0,"0"0"-1"0,0 0-2 0,0 0-3 15,0 0 0-15,0 0 1 0,0 0-1 16,0 0 0-16,0 0 0 0,0 10-2 16,0-7 2-16,0-3-3 0,0 2-2 0,0-1 1 15,0 1-2-15,0 1 4 0,0-3-2 16,-1 0 2-16,-1 0 1 0,-4 0-5 15,-2 0 0-15,-2 0-3 0,-2 0-1 0,1 0 0 16,0 0-2 0,1 0 0-16,-1 0 1 0,-1-3-1 15,2 1 0-15,-3-1 2 16,-2-1-1-16,4 1 1 0,-5-2-2 0,7 1-2 16,-1 1 1-16,0-2 0 0,0 2 0 15,-4-4 1-15,-1 1-1 0,-2-4-2 16,1 1-1-16,-2-1 4 0,1-3-2 0,1 1 0 15,0 0 1-15,0-1 0 0,1 2-1 0,3 2 0 16,0 0 1-16,2 6-1 16,0-5 2-16,-4-1 1 0,1 0-1 0,-2-3 0 15,-1 0 4-15,3 1-6 0,0-1 3 16,2 3 1-16,-4-4-1 0,2 3 2 16,-1-2-1-16,1 0 0 0,-2-1-2 0,1 3-1 15,1-3 1 1,1 3-1-16,2 1 4 0,-2 0-2 0,-2-2 0 0,-1 1 1 15,0-3 2-15,0 1 10 0,-2 2-11 0,2-2 10 16,-2-1-11-16,-2 3 0 0,2-5 1 16,-2 3-2-16,-1-6 9 0,-2 1-9 31,1-3 8-31,-4 2-11 0,3 1 2 0,0-1-2 16,-1 2 2-16,-1 1-2 0,2 2 2 0,-1-2-1 15,-2 0 3-15,1-1-2 16,-1 1 1-16,-1-3 0 0,-1 0-1 0,1-2 0 15,-2-1 2-15,1 1-3 0,-2-1 2 16,0-1-2-16,3 1 1 0,-5 2 1 16,2-3-1-16,0 1-1 0,1 1 2 0,-1 1-3 15,1-1 1-15,-1 0-1 0,0 1 1 16,1 0-2-16,-1-2 2 0,-2-1-1 16,2 3 0-16,-1-2 6 0,4-1-5 0,0 2 4 15,1 1-4-15,1-1-1 0,-1 4 0 16,1 2 3-16,0-3-2 0,1 3-1 15,0 1 0-15,2 2-1 0,-1-4 2 0,-1 1 0 16,-2 0 2 0,1-1-2-16,0 2 0 15,0-2-1-15,-1-2 0 0,1 2 0 16,-1-4 0-16,0 1 2 0,1 0-2 0,-2-3 0 16,-2 0 0-16,1-2 0 0,-2 0 0 15,0 0 0-15,-1 1 0 0,1-1 0 16,0 1 0-16,1 1 0 0,-2 0 0 0,-3 0 0 15,1-1 0-15,-3 1 0 0,-1 0 0 0,0 1 0 16,0-4 1-16,-2 3 2 16,-2-4-4-16,1 3 4 0,-2-3-4 0,-1 0 0 15,2 0 0-15,-1-2 0 0,1 0 0 16,-1-3 0-16,2-2 1 0,1-3 0 16,0-4-2-16,0 0 1 0,2-2 1 0,-2 0-1 15,-1 0 1 1,0 0-1-16,1 2 1 0,-1-2 2 0,1 1-4 0,0-1 4 15,0 0-3-15,-1-1 0 0,2-1 0 0,-1-2-1 16,0-2-1-16,2-3 2 0,0-4 1 31,1 1-1-31,1-1 2 0,-1-1-3 16,5 2 2-16,-2-2 2 0,-1 1-3 0,-1-3 5 16,-2-2-6-16,4-3 0 0,-1-3 1 0,0-2-2 15,1-3 2-15,-3-1-1 16,1 1 2-16,0 1 1 0,1 1-3 0,1 1 2 15,3 1-2-15,2-2 0 0,2 1 2 16,-1-2 0-16,3-1 0 0,0 2-1 16,1 0 1-16,-1 0 0 0,0-2-3 0,-3 0 5 15,4-3-6 1,-4-2 2-16,0-2 2 0,0 0-2 0,-1-2 2 0,1 1 2 16,0 1-2-16,1-2 1 0,0-1-1 0,-1-4-3 15,2-3 3-15,-2 0-3 0,1-3 3 16,-1 2 2-16,0 2-2 0,3-1 1 15,-1 1-2-15,0-2-2 0,1-2 3 0,0-1-2 16,0 1 2 0,5-1 1-16,-2 2-3 15,2-4 3-15,0-1-3 0,-2-3-2 16,5-2 5-16,-2-1-1 0,1-2-1 0,2 2 1 16,-2 0-3-16,0-2 0 0,1-1 1 15,0 1-1-15,0 1 2 0,-1-1 1 16,3-2-3-16,0 3 2 0,0-4 0 0,3 0-1 15,-3 2-2-15,4 2 2 0,-1-1-2 0,3 2 2 16,1-1 0-16,0 1-2 16,-1 3 0-16,3 1 3 0,-2 4-1 0,0 2 0 15,2 3-4-15,-2 0 1 0,0 0-1 16,-1 2 0-16,3 3 3 0,-2 2 3 16,2 2 0-16,-1 6 1 0,1 0-2 0,1 2-2 15,-1 2 2 1,1 3 0-16,0 1 1 0,0 6-1 0,2 7 0 0,-1 5 0 15,1 8 0-15,-1 6 3 0,2 10-2 0,-1 2 1 16,1 8-8-16,-2-1-13 0,-1-3-34 31,-1 7-54-31,0-6-103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7T03:04:23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3864 1506 497 0,'0'0'57'0,"0"0"-8"0,0 0-2 16,0 0-11-16,0 0-7 0,0 0-10 15,0 0-6-15,0 0-7 0,0 0-5 16,-3-60-1-16,3 62 0 0,3 14-1 0,2 10 1 15,-2 12-1-15,0 5-1 0,-3 2 1 16,3 2-1-16,0 0 0 0,0-4 2 31,0-2-1-31,1-5 12 0,3-4 0 0,-1-6 1 16,-2-8 0-16,1-3-10 0,-1-7 0 16,-1-5 0-16,7-1-1 0,2-2-2 15,5-10-15-15,6-6-3 0,-1-7-10 0,-1-4-15 16,0-5-13-16,-4-3-28 0,2-3-87 15,-9-6-94-15</inkml:trace>
  <inkml:trace contextRef="#ctx0" brushRef="#br0" timeOffset="316.27">3667 737 434 0,'0'0'47'15,"0"0"-8"-15,0 0-3 0,0 0-11 16,0 0-4-16,0 0-4 0,0 0-5 16,35-80-3-1,-21 75-2-15,2 4-4 0,3 1-2 16,-3 0-3-16,1 3-3 0,-7 6 1 16,-4-1 1-16,-6 4 0 0,0 7 3 15,-7 0 0-15,-11 4 1 0,-2-7 0 0,-6-5 1 16,0-6 0-16,2-5 1 0,0-2 1 15,1-10 0-15,3-5 0 0,5-2 1 16,4-5-7-16,11 2 1 0,0 1-4 0,10 4-2 16,0 5-4-16,4 7-4 0,-2 5-10 15,4 3-16-15,3 11-43 0,-5 6-69 16,-1 7-96-16</inkml:trace>
  <inkml:trace contextRef="#ctx0" brushRef="#br0" timeOffset="1666.38">4559 1120 205 0,'0'0'46'15,"0"0"-3"1,0 0-7-16,0 0-2 0,0 0-2 0,0 0-6 0,0 0-1 0,0 0-1 16,0 0 2-16,-1-43-1 0,1 42 0 15,-2-5 0-15,2 0-5 0,-1 0 0 16,-1-5-5-16,2 5 2 0,0-6-3 0,0 0-2 15,0 0-2-15,0-1 0 0,0 1-2 16,0 0 0-16,0 0 2 0,2 1-6 16,-2 7 2-1,1-1-1-15,-1 5-2 0,0-1 1 16,0 1-2-16,0-2-3 0,2 1-1 16,-2-1 1-16,0 0-1 0,0 2 3 15,0 0-1-15,0 0 2 0,0 0-1 0,0 0 0 16,0 7 2-16,0-1-1 0,0 5 1 15,0-5 0-15,0-1 1 0,0 2-1 16,0-7 0-16,0 0-2 0,0 0-1 0,0 1 2 16,0-1 0-16,0 0 1 0,0 2 0 15,0-2-2-15,0 0-1 0,0 0 1 16,0 0-1-16,0 0 1 0,0 0 1 0,0-2-3 16,0 1 1-16,0-1 0 0,0 2-1 15,0-1-1-15,0 1 1 0,0 1-1 16,0 18 3-16,0 9 0 0,-2 13 2 0,2 6 4 15,0 5 1-15,0 1-1 0,2 5-3 32,2-1-6-32,-1 4 0 0,3 4-2 15,-2 2-2-15,0 1 3 0,-2-2-1 0,-1-7 2 16,2-8 0-16,0-3 12 0,0-9 2 16,0-4-2-16,-2-12 1 0,1-8-11 15,-1-9 1-15,-1-6 2 0,0 0 3 0,0 0 2 16,7 0-2-16,2-9-12 0,6-12-2 15,5-8-1-15,-2-8 1 0,0-1 10 16,5-1-1-16,-3 1 0 0,2 3-2 0,1 6 1 16,0 8-1-16,-7 7 2 0,3 10-2 15,0 4 0-15,-2 7-1 0,9 12 0 16,-6 5 2-16,-4 5 0 0,0 3-2 0,-4 0 2 16,-2 1-1-16,0-1 0 0,-1-2 11 15,-5-1 1-15,3-3-4 0,-2-8 2 16,0-2-10-16,-3-4 0 0,-1-8-1 0,-1 2-2 15,0-6-3-15,0 0-4 0,0 0-9 16,0 0-31-16,3 1-52 0,-3-1-185 16,0-7-14-1</inkml:trace>
  <inkml:trace contextRef="#ctx0" brushRef="#br0" timeOffset="1900.9">4216 1249 616 0,'0'0'53'0,"0"0"-10"16,0 0-12-16,0 0-8 0,0 0-10 15,0 0-3-15,0 0-3 0,0 0-1 16,0 0-1-16,116-38-3 0,-55 30-2 0,8 3-4 15,5 0-16-15,4 0-25 0,0 4-74 16,-1 1-172 0,-3 0-11-16</inkml:trace>
  <inkml:trace contextRef="#ctx0" brushRef="#br0" timeOffset="2366.63">5722 744 515 0,'0'0'62'15,"0"0"-6"-15,0 0-8 0,0 0-11 16,42-85-8-16,-25 71-5 0,-1 3-5 16,7 2-6-16,0 3-3 0,3 4-4 0,4 2-2 31,4 8-2-31,-1 9-1 0,2 7-1 16,-2 8-1-16,-1 6-4 0,-5 10 2 0,-4 9 0 15,-8 8 1-15,-6 5 2 0,-6 1 0 16,-3-2 3-16,-9-6 0 0,-3-7-1 15,-5-8-2-15,-2-11-1 0,-4-9-1 16,3-9 2-16,4-8 1 0,-3-9 1 0,3-2 3 16,3-16-1-16,-3-5 0 0,8-8-1 15,6-2-1-15,2-6-1 0,5 4-14 0,9 1 7 16,-1 4-3-16,7 7 0 0,0 6 7 16,-8 4-17-16,7 10-8 0,-3 1-16 15,1 11-18-15,-1 8-18 0,0 7-35 16,-6 7-77-16,-1 2-52 0</inkml:trace>
  <inkml:trace contextRef="#ctx0" brushRef="#br0" timeOffset="2683.3">5398 1727 541 0,'0'0'57'0,"0"0"-6"16,0 0-6-16,0 0-8 0,0 0-7 15,0 0-7-15,98-29-4 0,-43 22-4 16,9 1-4-16,11-3-2 0,5-2-2 0,6 0-3 16,1-1-2-16,4 0-1 0,-1 1-1 15,-4 4 1-15,-4 1-1 0,-9 1-2 0,-12 5 0 16,-12 0-2-16,-14 0-1 0,-15 3-2 15,-7 0-1-15,-7-1-3 0,-6 4-1 16,-2 5-1-16,-9 4-7 0,-1 3-11 16,-5-3-26-1,-5-1-32-15,2 3-137 0,-3-1-58 16</inkml:trace>
  <inkml:trace contextRef="#ctx0" brushRef="#br0" timeOffset="3084.02">5542 2151 667 0,'0'0'51'0,"0"0"-4"0,0 0-8 16,0 0-11-16,0 0-9 0,0 0-8 15,0 0-4-15,0 0-2 0,0 0-2 16,9-40 2-16,11 54-2 0,6 9-1 0,5 11 0 15,2 9 0-15,0 6-2 0,-1 5 0 16,1 2-2 0,-4 2 2-16,-4 3 8 0,-9 1-4 15,-5 2 2-15,-8-1-5 0,-3 0-9 16,-11-2 2-16,-8-6-3 0,-6-3 5 16,-4-9 0-16,-7-9 3 0,1-7 2 15,-3-11 0-15,0-9 1 0,3-7 1 0,5-4 2 16,4-12 0-16,7-9-1 0,6-5-3 15,7-2 0-15,6-1-1 0,2 1-1 0,13 6 1 16,4 5 0-16,6 4-1 0,5 8 0 16,2 4-1-16,6 4 0 0,-2 1 1 15,4 3-4-15,-4 4-3 0,1 4-12 16,-4 0-24-16,-3-1-48 0,1 2-125 0,-5-7-92 16</inkml:trace>
  <inkml:trace contextRef="#ctx0" brushRef="#br0" timeOffset="3433.33">6238 2105 688 0,'0'0'50'15,"0"0"-6"-15,0 0-8 0,95-62-13 16,-80 54-8-16,1 4-4 0,-6 2-3 15,0 2-3-15,4 5 0 0,-3 9-2 16,-1 7 0-16,-3 11-3 0,-6 9 2 0,-1 9-2 16,-1 6 1-16,-9 6-2 0,3 2 1 15,-2 0-1-15,0-2 5 0,4-2 4 0,3-3-4 16,2-7 4-16,7-8-10 0,5-7 0 16,4-6 2-16,1-9-2 0,6-5 3 15,2-6-1-15,-2-6 2 0,3-3 0 16,0-3-1-16,0-6 0 0,-3-3-3 0,-1 0-1 15,-2-1-4-15,2 1-7 0,-11 5-7 16,1-1-14 0,4 2-17-16,-9 0-22 0,7-2-29 15,-2-1-65-15,-6 5-107 0</inkml:trace>
  <inkml:trace contextRef="#ctx0" brushRef="#br0" timeOffset="3734.37">6364 2477 671 0,'0'0'60'0,"0"0"-14"0,0 0-11 15,0 0-14 1,0 0-5-16,0 0-1 0,0 0-1 0,0 0-1 0,0 0-1 0,60-14-3 15,-25 11-1-15,6-1-3 0,1 1-2 16,1-2-1-16,-1 1-4 0,0-1 3 16,-6 0-2-1,-6 1 1-15,-11 1-1 0,-6 2-1 16,-7 1-1-16,-6 0-2 0,0-2-2 16,0 2-5-16,0 0-6 0,0-1-13 0,3 1-26 15,-3 0-66-15,0-2-189 0,0-1-1 16</inkml:trace>
  <inkml:trace contextRef="#ctx0" brushRef="#br0" timeOffset="5667.45">8668 1209 379 0,'0'0'54'16,"0"0"-4"-16,0 0-4 0,0 0-11 15,0 0-8-15,0 0-7 0,0 0-4 0,0 0-1 16,0 0 4-16,72-63-1 0,-23 63-4 16,15 0-2-16,11 0-2 0,8 0-1 15,10-3-2-15,1-2-1 0,3-1-2 16,-2 0 2-16,-5 1-3 0,-9 3 0 0,-10 0 0 16,-15 2 0-16,-15 0-2 0,-15 0 3 15,-13 0 1-15,-7 0 1 0,-6 0 3 0,0 0-1 16,0 0-3-16,0 0-1 0,0 0-4 15,-9 0-2-15,0-3-4 0,-4 0-5 16,3 1-10-16,-2 1-17 0,3 1-36 16,-9 6-52-1,5 6-163-15</inkml:trace>
  <inkml:trace contextRef="#ctx0" brushRef="#br0" timeOffset="5983.11">8838 1598 670 0,'0'0'31'16,"0"0"0"-16,0 0-6 0,0 0-9 16,0 0-4-16,0 0 0 0,0 0-3 15,107-47-1-15,-49 38-2 0,11 1-1 16,5-1-2-16,5 1 0 15,3 1-1-15,0-2 0 0,-5 2 0 0,-2-1 0 0,-7 2-2 16,-9 0 1-16,-6-1 0 0,-12 3-1 0,-12 1 1 31,-13 2-1-31,-8 1 0 0,-8 0 0 16,0 0-1-16,0 0-3 0,2 0-4 16,-2 0-10-16,-6 0-9 0,-13 3-18 15,-8 4-20-15,-2 5-37 0,-4 5-68 0,-5 4-106 16</inkml:trace>
  <inkml:trace contextRef="#ctx0" brushRef="#br0" timeOffset="6267.52">8879 1877 636 0,'0'0'45'15,"0"0"5"-15,0 0-10 0,0 0-12 0,0 0-8 16,0 0-8-16,0 0-3 0,0 0-3 15,0 0-2-15,0 0 0 0,-8-6 0 16,31 5 0-16,12-2 0 0,12 3-1 16,9-2 0-1,9 1-1-15,7-3-1 0,2 2 0 16,5-1-1-16,0-2 1 0,-3 0-2 16,-5 1 2-16,-6 1-1 0,-7 0 0 0,-13 1 0 15,-15 1-1-15,-11-1-1 0,-12 2 1 16,-7 0-1-16,0 0-5 0,0 0-4 15,2 0-11-15,-2 0-16 0,0 0-42 16,0 0-83-16,-3 3-146 0</inkml:trace>
  <inkml:trace contextRef="#ctx0" brushRef="#br0" timeOffset="6950.74">10897 973 616 0,'0'0'49'0,"0"0"-8"16,0 0-7-16,0 0-9 0,0 0-8 15,0 0-6-15,0 0-3 0,0 0-5 16,0 0 0-16,12-28 2 0,-5 59-2 0,0 14 1 16,-4 11-1-16,3 10 2 0,-3 7 1 15,1 2-2-15,-1 1-2 0,2 0-5 0,0 0 1 16,2-3-2-16,1-3 2 0,-1-6 0 15,3-8 1-15,0-9 13 0,0-7 1 16,2-9 2-16,-5-11 1 0,-1-8-14 16,-3-7 2-1,-3-5 2-15,0 0 2 0,0 0 1 16,3 0-1-16,0-13-16 0,-2-8-3 16,-1-13-2-16,0-12-2 0,-6-12 15 0,-4-12-1 15,-2-10 1-15,-2-8-1 0,-2-9-1 16,-1-3-7-16,-2-5 1 0,0 0-1 15,3 6 0-15,3 14 8 0,2 17 0 16,2 19 1-16,6 21 1 0,2 13-1 0,1 8-2 16,0 7 2-16,0-1-3 0,0 1 2 15,1 0 2-15,15 0-2 0,4 1 1 0,11 7 1 16,2-2 1-16,6 0 1 0,6-4 2 16,7-2-3-16,4-2 1 0,5-6-1 15,1-1-1-15,-1 2 1 0,-5-1 0 16,-4 2-1-16,-6 1-2 15,-8 3 1-15,-5 0-1 0,-11 2 0 0,-9 0 2 0,-7 0-2 16,-6 0 0-16,0 0 1 0,0 0-1 0,0 0-1 31,3 0 0-31,-2 0-7 0,-1 0-13 16,0 0-14-16,0 0-35 0,-11 4-35 16,-8 7-175-16,0 3-22 0</inkml:trace>
  <inkml:trace contextRef="#ctx0" brushRef="#br0" timeOffset="7249.75">10876 1381 633 0,'0'0'46'0,"0"0"1"15,0 0-10-15,0 0-6 0,0 0-11 0,0 0-5 16,0 0-5-16,0 0-1 0,0 0-2 15,0 0 1-15,79-23-3 0,-34 18 0 16,7 1-2-16,4 0-2 0,2-1 1 16,-1 2-2-1,-2 0 0-15,-2-1 1 0,-5 0 0 16,-5 3-2-16,-7-2-1 0,-10 1 1 16,-14 2-2-16,-2 0 0 0,-10 0-5 0,0 0-6 15,0 0-8-15,0 0-9 0,0 3-22 16,-7 8-20-16,-9 7-64 0,-10 7-109 15,-6 0-35-15</inkml:trace>
  <inkml:trace contextRef="#ctx0" brushRef="#br0" timeOffset="7483.27">10809 2011 710 0,'0'0'56'0,"0"0"-5"15,0 0-16-15,0 0-11 0,0 0-9 0,0 0-3 0,0 0-2 16,101-14-3-16,-46 11-2 0,6 0-2 0,7 0-1 31,0 0-1-31,8 0-1 0,-2 0 0 16,1-2 1-16,-2 1-2 0,-4 1-4 16,-5-2-5-16,-6 4-12 0,-12-1-10 15,-10 1-26-15,-13-1-45 0,-11 1-138 0,-6 1-72 16</inkml:trace>
  <inkml:trace contextRef="#ctx0" brushRef="#br0" timeOffset="7999.79">13275 555 459 0,'0'0'73'16,"0"0"-15"-16,0 0-7 0,0 0-8 16,-12-82-6-16,10 69-7 0,2 6-5 15,0 3-9-15,0 4-6 0,-1-1-7 16,-6 1-2-16,-2 5 0 0,-7 13 0 15,-7 12 0-15,-6 11-2 0,-1 9 0 0,-5 10 0 16,2 12 1-16,-1 13 1 0,4 11 1 0,7 9-1 16,10 6 0-16,7 3-1 0,8-3-3 31,18-5-1-31,12-7 0 0,11-12 1 16,12-12-1-16,9-11 4 0,5-12 12 15,5-11-1-15,-2-11 2 0,0-7-6 0,-4-9-18 16,-5-9-16-16,-7-3-27 0,-10-2-67 15,-8-7-176-15,-10-9-15 0</inkml:trace>
  <inkml:trace contextRef="#ctx0" brushRef="#br0" timeOffset="9749.71">13921 979 720 0,'0'0'35'0,"0"0"-8"15,0 0-7-15,0 0-8 0,0 0-4 16,0 0-4-16,0 0-3 0,0 0 1 16,-100 24-3-1,77 23 3-15,3 9-1 0,1 7-2 16,3 2 0-16,4-1-5 0,5-1-1 16,4-2 0-16,3-5 0 0,5-4 1 0,5-6 0 15,3-9 2-15,7-9 1 0,0-10 1 16,2-9 3-16,1-9 1 0,3-2-1 15,-1-14 6-15,-1-10-6 0,-3-7 3 16,-4-7 1-16,-5-4-3 0,-5-4 1 0,-5-9 0 16,-2-7-2-16,-6-5-2 0,-8-4-1 15,-4 3-3-15,-4 9 0 0,-6 13 2 0,-5 14 3 16,1 11 0-16,-4 13 0 0,0 7-1 16,1 3-1-16,2 12 2 0,6 5 0 15,5 2 2-15,9 4-3 0,10 1 1 16,3-1 0-16,12 2 0 0,11-6 2 15,10-1-1-15,8-5-1 0,6-9 1 0,4-4-6 16,1 0-4-16,0-7 0 0,-2-7-9 0,-5-4 1 31,-1-7-3-31,-10-5-1 0,-5-8 7 16,-7-6 5-16,-5-4 6 0,-6-4 3 16,-7 0 5-16,3 5 3 0,-7 5 9 15,0 9 7-15,0 8 2 0,0 7 0 0,-4 9-1 16,1 4-6-16,3 1-6 0,0 4-4 15,-1-2-5-15,1 2-3 0,-2 0-2 0,1 0 0 16,-2 13 0-16,3 8 1 0,0 10 0 16,0 7-1-16,4 8 1 0,3 7 0 15,0 8 1-15,-1 4-2 0,-1 5 4 16,-1 3-2-16,-1-4-2 0,1-2 0 16,0-7-4-16,1-12-2 0,-1-10 2 0,-1-15 1 15,3-8 3-15,-2-7 2 0,5-7 2 0,2-1 0 16,4-6 1-16,5-11 0 0,2-8 0 15,0-9-1-15,1-4 2 0,1-4-1 16,-1 2-4-16,2 4-1 0,-3 7-1 16,-1 8-1-1,-5 9 1-15,2 7 0 0,2 5 1 16,0 11 1-16,6 8 2 0,-1 7 0 16,-4 8-2-16,-2 3 0 0,-3 3-4 0,-4 0 1 15,-6-1 1-15,-5 1-1 0,-1-3 1 16,-12 0-1-16,-8-2 0 0,-6-5 1 15,-10-3 0-15,-3-7 0 0,-3-5 1 16,-3-7 0-16,0-6 1 0,2-2 1 16,2-11 0-16,5-6 1 0,4-4-1 0,8-1-1 15,6 1 2-15,6 6-2 0,6 5-2 0,4 6 1 16,2 4-2-16,0-1 0 0,2 1 2 16,11 0 0-16,8 5 1 0,8 8-1 15,2 4-1-15,-1 1 2 0,2 0 0 16,1-1 0-16,-1-3 1 0,1-4 0 15,-1-4-1-15,0-1 2 0,-2-3-1 0,1-2 0 16,-2-3 1-16,-2-10-1 0,-1-3 1 0,-2-6-2 31,0-5 2-31,-4-4-1 0,3 0 3 16,-3-4-3-16,-2-6 1 0,0-5 1 16,0-7-2-16,1-3-6 0,-2-2 3 15,2 8 0-15,-1 8 0 0,0 9 6 0,4 11-5 16,-1 12 0-16,1 7 1 0,3 4 0 15,1 16 0-15,1 8 0 0,5 7 4 0,-2 6-1 16,1 2 0-16,-4 1-3 0,-4 0-2 16,-2 1-1-16,-9-2 0 0,-6-1 1 15,-6-1-1-15,-6-2 1 0,-12-2-3 16,-8-4 1-16,-6-2 1 0,-4-7 0 16,-3-4 2-16,-2-7-1 0,1-5 2 0,1-5-1 15,2-2 2-15,4-9 1 0,7-4 0 0,6-3 0 16,5 0 0-16,4 3-1 0,8 6-1 15,2 5-2-15,1 4 0 0,0 0 0 16,10 0 0-16,7 7 2 0,9 6-1 16,0 6 2-1,-1 3 1-15,2 1-1 0,1-1 2 16,1-3-1-16,1-2 1 0,0-3 1 16,2-6-2-16,0 0 0 0,4-6 0 0,0-2-1 15,0-5 0-15,2-7 0 0,0-6 0 16,-2-8-1-16,-1-5 1 0,-1-5 1 15,-2-5 1-15,-3-6-2 0,-4-6 1 16,-2-6 0-16,-5-5-3 0,-2 2 1 16,-4 6-1-16,-5 7-1 0,-3 16 1 0,-2 8 1 15,-2 12 0-15,0 2 0 0,-3 2 0 0,-4 8 0 16,-6 1-1-16,0 5-1 0,-4 17 1 16,2 7-2-16,-1 9 3 0,4 4 1 15,1 3-2-15,2 3 1 0,5-3-3 16,1 1 1-16,3-4 0 0,0-1-2 15,7-4 1-15,5-4 0 0,1-5 2 0,1-7 0 16,5-7 3-16,3-9 0 0,4-5 1 0,3-4-1 31,2-13 1-31,4-4-2 0,1-6 1 16,2-2 0-16,0-3 0 0,-2-6-1 16,-5-3 1-16,0-6 1 0,-8-3-2 15,0 0-1-15,-4 4-1 0,-3 7 0 0,-3 8 1 16,-6 12 1-16,-4 8 1 0,1 8-2 15,-4 3-2-15,0-2 2 0,0 2 0 0,5 0 2 16,5 3 0-16,1 10-3 0,4 5 4 16,2 3-1-16,2 2 1 0,0 1 0 15,2 3-3-15,0 4-1 0,-4 1 0 16,-1 1-1-16,-4-1-1 0,-7 1 0 16,-5-1 0-16,0 0 0 0,-11 2 0 0,-8-2 0 15,-1-1 2-15,-5-2-1 0,1-3 2 0,2-3 0 16,4-5 0-16,4-6 1 0,8-6 0 15,3-3 0-15,3-3 1 0,-1 0 1 16,1 3 2-16,13 0 1 0,13 2-1 16,12-2 0-1,8-1-2-15,9-2-3 0,4 0 1 16,5 0-1-16,2-4 0 0,1 1 1 16,-5-2-1-16,-6 1 0 0,-9-2-1 0,-7 1 0 15,-17 2-4-15,-7 2-6 0,-10 1-13 16,-6 0-22-16,0-1-62 0,0 1-183 15,0-2-27-15</inkml:trace>
  <inkml:trace contextRef="#ctx0" brushRef="#br0" timeOffset="10349.78">16459 1038 580 0,'0'0'59'16,"0"0"-12"-16,0 0-6 0,0 0-14 15,0 0-5-15,0 0-9 0,0 0-8 16,0 0-3-16,0 0-1 0,0 0 2 16,10 11 2-1,6 27 2-15,7 7-2 0,3 5-2 16,3 3-3-16,3 2-2 0,1-3 0 16,0-6-1-16,2-3 1 0,-2-7 0 0,2-4 1 15,-2-7 1-15,-1-7 1 0,1-9 1 16,-5-8 2-16,-1-1-1 0,-2-13 2 15,-1-7 0-15,-1-7-1 0,-1-8 0 16,1-5 1-16,2-8 0 0,-1-8 0 16,0-4-4-16,0 1-1 0,-1 6-2 0,-3 8-1 15,-3 11 1-15,-6 13-2 0,-4 9-4 0,1 12-4 16,0 5-12-16,5 14-14 0,2 12-31 16,-4 6-27-16,-1 9-108 0,-2 7-86 15</inkml:trace>
  <inkml:trace contextRef="#ctx0" brushRef="#br0" timeOffset="11200">17605 1241 609 0,'0'0'52'0,"0"0"-7"16,0 0-13-16,2-90-1 0,-5 73-13 0,-5-1-5 15,-4 5-7-15,-5 4-3 0,-5 7-5 0,-9 2-3 16,-9 13 3-16,-5 8-4 0,-4 8 4 16,-3 7 0-16,1 4-5 0,2 2 2 15,9 2-9-15,6-3-2 0,10-1-5 16,9-5-2-16,11-5 6 0,4-4 2 16,10-5 9-16,10-4 3 0,5-10 3 0,5-4 2 15,4-3 2-15,2-10 2 0,-2-5 0 0,-2-5 3 16,-3-3-2-16,-3-1 0 0,-1-5 1 15,-2-2-3-15,-3-2 2 0,-1 3-2 16,-3 1 0-16,-6 11 1 0,-4 7-2 16,-2 7-3-1,-4 4 0-15,0-2-1 0,4 2-1 16,2 9 2-16,3 9 1 0,4 8 0 16,-2 1-1-16,1 2 1 0,1-1-2 0,0-1 1 15,3-1 0-15,-3-2-1 0,3-2 1 16,-2-3-1-16,2-2 3 0,-1-2-2 15,2-4 2-15,-1-4 0 0,4-4 0 16,-1-3 0-16,4-2 0 0,0-11 1 16,2-7-1-16,-1-4 1 0,1-8 2 0,0-6-4 15,-1-7 1-15,-1-12 0 0,-4-9-3 0,-3-12 0 16,-4-8-3-16,-5-4 0 0,-4 2 3 16,-3 7-2-16,-3 13 4 0,-6 16 0 15,-1 13-1-15,-3 12 2 0,3 12-1 16,-5 7-4-16,-2 8 1 0,-3 8-2 15,-1 12 1-15,1 9 1 0,6 10 0 0,2 11 1 16,5 6-3-16,4 10 4 0,3 3 1 0,0 4-2 31,0-1 0-31,2-3 0 0,1-5-3 16,1-6-1-16,-1-8 0 0,0-9 1 16,2-8 0-16,-2-12 1 0,3-6 1 15,-2-7 1-15,4-6 4 0,7-2 0 16,3-5 1-16,10-11 2 0,0-12-3 0,4-7 2 15,3-10-1-15,1-8 1 0,3-5-3 0,-3 0-1 16,-1 3-2-16,-5 12 1 0,-1 9 2 16,-9 13-3-16,-2 12 1 0,1 9-3 15,-3 15 1-15,7 12 3 0,-5 13 1 16,0 7-2-16,-1 3 1 0,-2 0-2 16,-3-1 0-16,-1-2-1 0,-5-4-1 0,-5-1 0 15,-1-3-1-15,-4-1 2 0,-8-3 1 0,-8-6 1 16,-8-5-1-16,-5-6 0 0,-6-8-1 15,-4-9 1-15,-1-1-1 0,1-15 1 16,0-6 0-16,3-7-3 0,6-4-3 16,2-1-3-1,4 0-10-15,7 1-3 0,3 3-16 16,7 8-17-16,5 8-48 0,5 7-76 16,1 6-101-16</inkml:trace>
  <inkml:trace contextRef="#ctx0" brushRef="#br0" timeOffset="11699.93">18515 712 656 0,'0'0'35'0,"0"0"-6"0,0 0-8 16,0 0-6-16,0 0-8 0,0 0-3 15,81-38-3-15,-62 53 0 0,-3 8-1 0,-6 9 1 16,1 8-1-16,-5 9 1 0,-4 9 0 0,-2 4 0 31,0 6 1-31,0 5-2 0,0-1-1 16,0-4 0-16,0-7-4 0,7-8 1 16,3-11 1-16,4-7 1 0,7-6-1 15,-1-9 6-15,6-5-2 0,0-9 1 16,7-5 2-16,-1-1-3 0,1-10 2 0,2-6 0 15,1-5 1-15,2-4-2 0,-4-7 2 0,0-7 0 16,-2-9 1-16,-6-8-5 0,-4-5 2 16,-5-1-2-16,-4 7-1 0,-5 10 7 15,-2 14-6-15,-6 9 2 0,0 9-2 16,0 9-2-16,-14 4-1 0,-4 9 1 16,-8 14 1-16,-1 13 2 0,-1 9 0 0,4 5 0 15,2 2-1-15,5 3-2 0,4-5 0 0,3-1-1 16,7-5 0-16,3-5 1 0,1-4 0 15,12-4 3-15,3-7 0 0,7-5 0 16,8-3 3-16,3-7-4 0,8-5 1 16,2-4-1-16,1-5-9 0,1-11-8 15,-4-2-28 1,-5-3-45-16,-1-2-202 0,-11-5-14 16</inkml:trace>
  <inkml:trace contextRef="#ctx0" brushRef="#br0" timeOffset="12066.43">19367 428 671 0,'0'0'56'16,"0"0"-9"-16,0 0-13 0,82-46-9 15,-54 40-8-15,8 2-4 0,1 4-2 16,4 0-4-16,5 7-2 0,1 8-3 15,3 7-2-15,1 6 0 0,1 11-2 0,-2 6-1 16,-6 12 1-16,-6 13 0 0,-10 14-2 0,-10 15 3 31,-13 13 1-31,-7 9-3 0,-21 7 1 16,-12-1-5-16,-10-4 0 0,-9-9 1 16,-5-9 2-16,-2-15 14 0,-1-13 3 15,3-12-1-15,4-13 2 0,9-11-14 0,9-11 2 16,13-13 1-16,10-8 2 0,9-5 0 15,5-4 1-15,0 0 0 0,0 0-2 0,0 0 1 16,0 0-5-16,0 0-2 0,-1 0-4 16,1 0-10-16,0 0-15 0,-2 0-35 15,1 0-79-15,-4 0-173 0,1-2-9 16</inkml:trace>
  <inkml:trace contextRef="#ctx0" brushRef="#br0" timeOffset="14229.94">2263 4875 375 0,'0'0'59'16,"0"0"2"-16,0 0-13 0,0 0-14 16,0 0-17-16,0 0-9 15,0 0 3-15,0 0 4 0,0 0 6 0,-22-22 4 16,31 26 1-16,9 3 2 0,13 0-1 0,8-5-1 16,13-2-4-16,7-5-4 0,12-4-6 0,10-2-3 15,6-3-2-15,10 2-1 0,4 1-1 16,-1 1 0-16,-8 2-1 0,-11 2-3 15,-11 1 1-15,-17 4-2 16,-18 0 1-16,-12 1 0 0,-10 0-1 0,-6 0 2 16,-1 0 0-1,-6 0 2-15,0 0 1 0,0 0-1 16,0 0-2-16,0 0-1 0,0 0-3 0,-1 0-1 16,-8 0-4-16,3 0-8 0,-1 0-14 15,3 0-31-15,-5 6-64 0,3 0-172 16,3 3-9-16</inkml:trace>
  <inkml:trace contextRef="#ctx0" brushRef="#br0" timeOffset="14549.59">3593 4613 665 0,'0'0'54'0,"0"0"-8"0,0 0-3 15,0 0-16-15,0 0-4 0,0 0-11 0,0 0-4 16,0 0 0-16,0 0-9 0,-13-43 8 16,10 58-8-16,0 10 1 0,-4 10 0 31,4 4-2-31,-1 7 1 0,-2 2 1 0,5 4 0 16,-1 1-2-16,2 0 2 15,0-3-5-15,2-6 5 0,5-7-2 0,3-9 2 16,2-5 1-16,2-9-1 0,2-5 0 0,4-6 1 15,5-3-1-15,-1-2-1 0,1-8-2 16,4-5-5-16,-3-2-8 0,-3-4-16 16,-3-5-28-16,-1-2-48 0,-5-4-141 15,-5-1-50-15</inkml:trace>
  <inkml:trace contextRef="#ctx0" brushRef="#br0" timeOffset="14849.63">3356 4060 572 0,'0'0'30'0,"0"0"3"0,0 0-7 16,0 0-3-16,0 0-8 0,0 0-8 15,0 0-2-15,79-50-3 0,-64 61-2 16,-5 4 0-16,-3 5 0 0,-1 1-2 15,-6 2 1-15,0 0-3 0,-6-1 3 16,-2-2-1-16,-4-3 2 0,3-7 0 0,-2-2 2 16,2-3 3-16,0-5 0 0,-5-2-1 0,7-10-1 15,-2 1-2-15,6-6-3 0,3-3-3 16,3 1-5-16,9-4-5 0,2 6-12 16,5 8-18-16,1 8-21 0,3 1-51 15,-1 12-125-15</inkml:trace>
  <inkml:trace contextRef="#ctx0" brushRef="#br0" timeOffset="15366.66">4099 4221 736 0,'0'0'41'16,"0"0"-2"-16,0 0-12 0,0 0-8 16,0 0-9-16,0 0-5 0,0 0-3 15,0 0-2-15,0 0-1 0,0 0 3 16,26 0-2-16,-23 39 2 0,-1 8-2 0,-1 7 0 16,-1 2-1-16,0 5 1 0,0 1 2 0,0 3-2 15,0 4 1-15,0 0-2 0,0 1-1 16,0-3 1-16,0-5-2 0,0-9 4 15,3-9-3-15,0-12 3 0,0-11-1 16,2-10 1-16,-3-7 1 0,-2-4 3 16,4 0-1-1,2-4 0-15,7-10-1 0,3-5-2 16,-1-9 2-16,0-5-2 0,0-3 1 0,4-7-2 16,-1 1 1-16,0-3-1 0,2 6 0 15,-1 6 0-15,1 5-1 0,-4 12 0 16,-3 6-1-16,3 9 0 0,-2 2 0 15,5 13 2-15,0 9-1 0,-2 5 3 16,-2 6-1-16,-1 6 0 0,1 0-1 0,-4 2 1 16,2-3-1-16,-1-3 2 0,-2-1-3 0,-1-6 2 15,-5-7-1 1,-1-6 0-16,1-7 1 0,-2-4-1 0,-1 0 1 0,-1-5-1 16,0 0-1-16,0 0-1 0,0 0-8 15,0 0-13-15,0-16-36 0,-7-5-106 16,-3-11-144-16,-3-3-14 0</inkml:trace>
  <inkml:trace contextRef="#ctx0" brushRef="#br0" timeOffset="15632.47">3949 4541 727 0,'0'0'47'0,"0"0"-4"0,0 0-10 15,0 0-10-15,0 0-9 0,0 0-6 16,0 0-4-16,0 0-1 0,0 0-1 0,0 0 2 16,29-15-3-16,6 10-1 0,8 2 0 0,6 2-2 15,6 1-4-15,1 0-12 0,2 0-30 16,4 4-88-16,-5-4-169 0,-2 0-25 15</inkml:trace>
  <inkml:trace contextRef="#ctx0" brushRef="#br0" timeOffset="16149.67">5304 4230 722 0,'0'0'45'31,"0"0"-8"-31,0 0-8 0,0 0-4 16,0 0-10-16,0 0-4 0,0 0-4 16,0 0-4-16,0 0 0 0,0 0-1 15,76-24 1-15,-38 36-1 0,3 9-2 0,2 5 2 16,0 4-4-16,-2 5 2 0,-1 2-2 0,-8 4 1 15,-6 0-2-15,-10 0 0 0,-7 0 2 16,-9-4-2-16,-6-2 1 0,-9-3 0 16,-6-6 0-16,-7-5 1 0,-2-5 1 15,1-7-1-15,2-6 3 0,3-3 1 16,3-5 0-16,5-8-1 0,4-5 0 0,6-4-1 16,6 0-1-16,0-3 1 0,8 4-7 0,5 1 3 15,4 5-6-15,3 6 0 0,2 4-3 16,3 5-8-16,-1 3-12 0,2 11-23 15,0 1-31-15,-7 3-75 0,-2-1-127 16</inkml:trace>
  <inkml:trace contextRef="#ctx0" brushRef="#br0" timeOffset="16466.66">5006 4907 681 0,'0'0'47'0,"0"0"-7"15,0 0-14-15,0 0-10 0,0 0-4 16,0 0 0-16,0 0 4 0,0 0 0 16,85 6-2-16,-30 2-3 0,9-2-4 15,11 0-1-15,6 0-2 0,7-3 0 16,6 0-2-16,5-3-2 0,0 0 1 0,-2 0-4 15,-3 0 3-15,-4-3-1 0,-12-1 0 0,-10 1 1 16,-10-1 0-16,-15 1-2 0,-14 2 1 16,-13-1-1-16,-10 2-2 0,-6 0-3 31,0 0-12-31,0 0-11 0,-10 5-21 16,-9 8-38-16,-6 3-106 0,-1 0-113 15</inkml:trace>
  <inkml:trace contextRef="#ctx0" brushRef="#br0" timeOffset="16850.99">5117 5384 747 0,'0'0'30'0,"0"0"4"0,0 0-8 15,0 0-7-15,0 0-5 0,0 0-3 16,0 0-1-16,80-52-3 0,-53 63-2 0,5 2-2 16,3 9-1-16,1 5-2 0,-1 6 1 31,1 7-1-31,-3 6 0 0,-4 2-2 0,-3 4 2 16,-6 1-3-16,-11-2 3 0,-3-1-4 15,-6-4 2-15,-6-3 3 0,-9-7-4 16,-5-5 6-16,-3-9-4 0,-3-7 1 15,-1-4 2-15,2-8-1 0,-1-3 0 0,3-4 1 16,3-10-1-16,5-1 0 0,5 1-3 16,3-3-4-16,7-1 2 0,5 0-5 0,7-2 4 15,11 5-4-15,1 6-3 0,6 3-6 16,2 3-8-16,2 3-15 0,5 1-22 16,-4 7-46-16,1 3-115 0,-4-1-59 15</inkml:trace>
  <inkml:trace contextRef="#ctx0" brushRef="#br0" timeOffset="17333.34">5865 5602 794 0,'0'0'43'0,"0"0"-7"0,0 0-8 0,101-77-8 15,-75 66-9-15,-1 6-4 0,-1 1-3 16,-2 4-2-16,-2 2-2 0,-1 10-1 16,-2 8 0-16,-5 5 0 0,-3 9-1 15,-6 5 2-15,-3 4-5 0,-3 1 1 0,-9 0-3 16,-4 1-1-16,0-2 3 0,-4-5-2 16,1-3 6-16,3-8-3 0,5-7 3 0,3-10 0 15,4-5 2-15,4-5 2 0,0 0-1 16,0 0 0-16,0-3 0 0,12-13-1 15,4-6-5-15,7-8 4 0,4-2-4 16,4 0 4 0,-1-2 1-16,3 1-2 0,-1 0 1 15,-3 1 0-15,0 3 1 0,-5 5-1 16,-6 2 1-16,-4 9 2 0,-8 5 0 0,-3 5 2 16,-3 3 0-16,0-1 2 0,0 1-3 15,0 0-1-15,3 0 0 0,-3 0-2 16,-3 10 1-16,-3 9 1 0,-3 5-2 15,1 2 0-15,2 1-1 0,3 0 3 0,2 1-4 16,1-3 2-16,4 3 3 0,6-4-6 16,6-1 6-16,4-2-5 0,2-5 0 0,6-3-2 15,2-6-5-15,3-4-13 0,2-3-21 16,5-9-51-16,-2-6-161 0,1-4-69 16</inkml:trace>
  <inkml:trace contextRef="#ctx0" brushRef="#br0" timeOffset="17833.24">8747 4628 612 0,'0'0'37'16,"0"0"2"-16,0 0-5 0,0 0-8 15,0 0-4-15,0 0-2 0,0 0-1 16,0 0 1-16,0 0 0 0,0 0-1 0,117-33-5 16,-49 23-3-16,17 1-2 0,9-3-6 15,6 0 5-15,3 0-5 0,-1 0 3 16,-5 1-3-16,-10 4-1 0,-10 0-3 15,-15 3 2-15,-10 1-1 0,-19 1 1 0,-14 1 0 16,-12 1-1-16,-7 0-1 0,0 0 1 16,0 0-1-16,2 0 0 0,-2 0-1 0,0-2-4 15,-16 2-8-15,-5 0-9 0,-9 0-19 16,-3 2-34-16,-3 5-90 0,-2 6-143 16</inkml:trace>
  <inkml:trace contextRef="#ctx0" brushRef="#br0" timeOffset="18134.29">9013 4853 683 0,'0'0'58'0,"0"0"-7"0,0 0-17 15,0 0-8-15,0 0-10 0,0 0-2 16,0 0-3-16,0 0 0 0,0 0 1 0,0 0-3 15,81 7-1-15,-16-6-3 0,9-1-2 16,8 0 0-16,8 0 0 0,4 0-1 16,-1-1-2-16,-4 0 0 0,-8-1-1 15,-10-1 2-15,-7 2-1 0,-14-3 0 0,-11 1 1 16,-13 2-2-16,-13-1 2 0,-6 2 0 16,-7 0-2-16,0-1-3 0,0 0-5 0,-12-3-6 15,-10 3-9-15,-12-1-14 0,-7 2-26 16,-3 7-43-16,-2 1-117 0,-2 6-85 15</inkml:trace>
  <inkml:trace contextRef="#ctx0" brushRef="#br0" timeOffset="18434.32">8803 5282 752 0,'0'0'51'0,"0"0"-10"16,0 0-10-16,0 0-9 0,0 0-6 16,0 0-3-16,0 0-1 0,0 0-2 0,0 0-1 15,102-8-2-15,-40 8-2 0,11 0 0 16,7 2-1-16,8 3-2 0,5-2 1 16,4-1-2-16,3 0 0 0,-1-2 1 15,-2 0-2-15,-6 0 0 0,-10 0-1 0,-9-2 0 16,-12 0 1-16,-15-1 1 0,-15 0 0 15,-14 1 0-15,-9 2-1 0,-7 0-2 0,0-2 0 16,0-2-2-16,0-3-6 0,-4-2-8 31,-9 2-17-31,-3 1-34 0,3 4-100 16,-5-2-155-16,7 3-5 0</inkml:trace>
  <inkml:trace contextRef="#ctx0" brushRef="#br0" timeOffset="19050.9">11061 4077 576 0,'0'0'77'16,"0"0"-11"-16,0 0-16 0,0 0-11 16,0 0-12-16,0 0-7 0,0 0-4 15,0 0-3-15,0 0-5 16,0-29-2-16,0 29-1 0,1 0-1 0,2 15-1 0,3 14 1 15,1 14-1-15,-1 11 0 0,0 10-2 0,-2 9 3 16,6 4 1-16,-3 5-3 0,2 3 3 31,1 5-4-31,0 2-1 0,3 2 2 16,-4-1-3-16,5-4 3 0,-2-5 2 16,1-7-2-16,-3-8 3 0,6-9-3 0,-3-6-4 15,0-8 3-15,0-4-3 0,-3-7 2 16,-1-8 0-16,-2-7 0 0,-3-10 2 0,-2-5-3 15,-2-5-1-15,0 0-1 0,0 0-8 16,0 2-10-16,0-2-19 0,-2 0-39 16,-12-7-96-16,-2-9-141 0,-10-9 11 15</inkml:trace>
  <inkml:trace contextRef="#ctx0" brushRef="#br0" timeOffset="19383.18">10967 4799 736 0,'0'0'34'0,"0"0"1"0,0 0-7 16,0 0-3-16,62-92-6 0,-32 78-3 15,9 2-1-15,6 3-1 0,6 3-2 16,5 4-2-16,-1 2-3 0,3 0-3 15,-5 5-1-15,-5 4-2 0,-3 3 0 0,-6 2-2 16,-6 2 1-16,-4 3-1 0,-7 1 1 16,-6 1-1-16,-6 1 1 0,-9 1-2 0,-1 1 2 15,-10 0-1-15,-9-1 1 0,-10-1 0 16,-7-4 0-16,-6-3-1 0,-1-4 0 16,-5-7-1-16,2-4 0 0,1 0-3 15,5-6-3-15,3-3-5 16,6-3-7-16,9 1-9 0,10 6-17 0,5 1-49 0,7 4-130 15,-1-1-89-15</inkml:trace>
  <inkml:trace contextRef="#ctx0" brushRef="#br0" timeOffset="19950.99">14031 3732 583 0,'0'0'49'0,"0"0"-5"0,0 0-5 16,0 0-4-16,0 0-5 0,0 0-6 15,-68-83-5-15,56 78-6 0,-5 4-4 0,-2 1-2 16,-8 10-1-16,-1 12-3 0,-2 8 1 16,-3 10-2-16,-5 10 2 0,-2 10 1 0,-1 12-3 15,3 10 4-15,1 10-2 0,3 9-1 16,8 4 1-16,8 4 0 0,9 1-5 16,9 2 3-16,12-1-2 0,15-1-2 15,12-6 3-15,13-5 3 16,12-9-4-16,11-11 4 0,6-11-4 0,4-9-1 0,3-10 2 15,-2-10-2-15,-8-8 1 0,-3-9 0 0,-13-5-2 16,-12-8 1-16,-16-5-2 0,-9-2-2 31,-11-2-4-31,-8 0-8 0,0 0-15 16,-8-2-30-16,-11-5-56 0,-8-5-186 16,-7-2-7-16</inkml:trace>
  <inkml:trace contextRef="#ctx0" brushRef="#br0" timeOffset="21283.04">14376 4572 595 0,'0'0'63'15,"0"0"-13"-15,0 0-7 0,0 0-12 16,0 0-2-16,0 0-8 0,0 0-6 16,0 0-4-16,0 0-2 0,-39-81-3 15,51 80-3-15,8 1-1 16,1 10-3-16,7 10 4 0,-3 5-4 0,-2 5 4 0,-5 3-4 16,-3 4 0-16,-4 0 1 0,-3 3-1 0,-2-2 1 15,-3 0-1-15,-2-3 0 0,1-9 1 16,-2-5 0-16,0-8 0 0,0-6 2 15,0 0-2-15,0-7 1 0,0 0 2 16,4 0-1-16,8-9 1 16,5-8 0-16,7-8-2 15,0-7-1-15,2-5 1 0,0-2-1 16,-2 0 1-16,2 0-1 0,-4 4 0 0,1 5-1 16,-1 7-1-16,-9 8 3 0,3 8-2 15,-2 7-1-15,1 6 4 0,2 9-6 16,-1 4 3-16,-1 8 1 0,-3 0-1 15,0 1 1-15,-3 3-1 0,-1-2 0 0,-2 0 0 16,-3-4 2-16,-1-5-2 0,-2-5 2 16,0-4 0-16,0-7-1 0,0 3 4 0,0-7-1 15,0 0 0-15,0-2 1 0,0-12-3 16,0-9 0-16,1-9-1 0,9-1-1 16,3-3 2-16,3 1 0 0,3 2-1 15,1 1-1-15,-1 7-3 0,0 5 3 16,-5 10-1-16,2 8 0 0,0 4 3 0,3 13-4 15,4 10 2-15,-4 5 1 0,-1 3-1 0,1 2 1 16,-3 1-2-16,0 1 3 0,0-2-3 31,-2-5 2-31,1-3 0 0,-2-4 0 16,-3-7 0-16,2-5 0 0,-5-4 0 16,4-7 0-16,7 0 0 0,2-7 0 0,6-9-1 15,1-6 0-15,2-8-1 0,2-2 0 16,-1-2-2-16,2-4-4 0,0 0 3 0,-2 0-2 15,-1 3 4-15,-3 5 4 0,0 2-5 16,-4 7 7-16,-9 7-5 0,-2 7 4 16,-6 4 1-16,-5 3 1 0,0-2-2 15,0 2 1-15,1 0-1 0,-1 0 2 16,0 0 4-16,0 12-5 0,-6 6 5 0,-5 9-5 16,-5 1-3-16,-3 4 1 0,-1 3-2 0,-3 1 2 15,3 4-2-15,2 1 1 0,4-2-2 16,8-1 1-16,6-3-2 0,0-4 1 15,12-6 0-15,6-7 1 0,5-5 0 16,8-7 0-16,2-6 1 0,3 0 0 16,3-12 0-16,3-7 0 0,-3-5 0 0,-1-5 0 31,-3-6 2-31,-5-2-1 0,-4-6 1 0,-6-1-1 16,-4 0 2-16,-5 0-2 0,-5 3-2 15,-4 6 5-15,-2 6-6 0,-5 9 7 16,-7 7-4-16,-6 6-1 0,-5 7-1 15,-6 0-2-15,-4 14 3 0,-3 6-6 0,-2 5 1 16,-1 2-13-16,4 3-23 0,4 5-42 16,2 2-133-16,6 2-103 0</inkml:trace>
  <inkml:trace contextRef="#ctx0" brushRef="#br0" timeOffset="23034.18">15993 4704 604 0,'0'0'63'15,"0"0"-9"-15,0 0-13 0,0 0-9 0,0 0-9 16,20-81-9-16,-8 74-3 0,5 1-3 31,6 1-3-31,1 5 1 0,2 0-4 16,1 9-1-16,2 5 0 0,0 3-2 16,0 4 0-16,-3 3 0 0,-3 2-1 0,-4 1 0 15,-3 1-1-15,-8-1 0 0,-3 0 1 16,-5-1-1-16,0-3 1 0,-8-4 1 0,1-6 1 15,-4-3 0-15,2-3 0 0,6-6 1 16,-7 0 1-16,3-1 2 0,-2-1-1 16,0-12 1-16,9-5-3 0,0-7 0 15,11-4-1-15,10-1 0 0,8-1-1 16,4 4 2-16,4 3-2 0,2 2 1 0,1 7-1 16,-2 6 1-16,-2 5 0 0,-4 4-2 0,-2 3 0 15,-5 9 0-15,-2 3 2 0,-6 5-1 16,-3-1 1-16,-5 4-1 0,-4 0 0 15,-4 1 1-15,-1 1 0 0,-3-3-1 16,-4-1 2-16,-3-4-1 0,1-5 1 16,0-2-1-16,2-6 1 0,2-3 1 0,2 2 1 15,3-3 1-15,-3 0-1 0,0-1 0 16,1-10-1 0,2-8 1-16,5-4-3 0,12-8 2 15,5-1-2-15,5 2-2 0,5 0 2 16,1 1 0-16,3 5 0 0,-1 5 1 15,-2 7-2-15,-2 6-1 0,-4 5 1 16,-2 1 1-16,-3 9 1 0,-2 4 3 0,-3 4-1 16,-1 3-2-16,-3 3 1 0,-2-1-2 0,0 3 2 15,-4-1-2-15,0 2 1 0,-1-4-1 16,-2 2 1-16,-1-9-2 0,2 0 1 16,-4-6 0-16,5-1 0 0,1 0 1 15,0-5 0-15,6-1 0 0,4-2 1 16,8-3-1-16,0-11-1 0,5-4 3 0,2-6-5 15,0-4 2-15,2-5-1 0,-3-4 1 0,-1-6-2 16,-4-4 2-16,0-5-3 0,-3-1-5 31,-4-2 5-31,-4 4-4 0,-5 5 5 16,-5 5 4-16,-3 8-1 0,-2 4 2 16,-3 2-2-16,-5 4 0 0,-3 2 1 0,1 3 1 15,0 5-1-15,1 1 2 0,-1 3-1 16,2 3-1-16,0-1 0 0,3 2 0 0,2 2 0 15,0-1 0-15,0 2-1 0,3 2-1 16,-2-2-1-16,2 2 0 0,0 0 1 16,-1-1 0-16,1 1 0 0,0-2-1 15,0 2 0-15,0 0 0 0,0 0 1 16,0 0-2-16,0 0 1 0,0 0 1 0,0 0-1 16,0 0 0-16,0 0 0 0,0 0 1 0,0 0 0 15,0 2 1-15,0-1-1 0,0 1 0 16,0-1 1-16,0 0 0 0,0 1-1 15,0 0 1-15,0-1 1 0,0 1-2 16,0 0 1-16,0-2-1 0,0 1 1 16,0-1 0-1,0 2 0-15,0-2 2 0,0 1 0 16,0-1 3-16,0 1-1 0,0-1 2 0,0 0-1 16,0 2 0-16,0-2-2 0,0 0 0 15,0 0-1-15,0 1 1 0,0-1 0 16,0 0 0-16,4 0-1 0,2 0-3 15,7 0 0-15,6 2 0 0,-7-1 0 16,5 4 0-16,-7-2 1 0,-6-1-2 0,3-1 1 16,-7-1 0-16,0 0-2 0,0 0 2 0,2 1 0 15,-1-1-1-15,-1 2 1 0,0-2 0 16,2 2-1-16,-2 4 1 0,0-2-1 16,-2 7 0-16,-1-2 0 0,-1-1 0 15,1 0 1-15,2-3-1 0,0 0 1 16,-2-2-1-16,1 1 0 0,-1 1-1 0,-1 3 1 15,1-4 1-15,0-1-1 0,1 2 0 0,-2-4 0 16,0 2-1-16,1-1 0 0,0 1 0 31,3-3 0-31,-1 0 1 0,1 0-1 16,-2 1 0-16,1-1-1 0,-1 2 0 16,1-2 0-16,-1 1 0 0,1-1 0 0,1 0-1 15,-3 2 1-15,3-2 0 0,-1 2-1 16,-1-2 1-16,1 1-1 0,-1-1-2 0,2 1-1 15,-1-1-4-15,-2 2-5 0,2-2-6 16,-1 1-12-16,1 1-25 0,-4 1-33 16,1 0-95-16,-5 2-109 0</inkml:trace>
  <inkml:trace contextRef="#ctx0" brushRef="#br0" timeOffset="25499.94">17286 4764 374 0,'0'0'59'0,"0"0"-8"16,0 0-5-16,0 0-12 0,0 0-4 0,0 0-10 16,8-86-1-16,0 68-2 0,-2 0-1 15,1 1-3-15,-1 0-2 0,1-1 1 16,-1-2-3-16,-2-2-1 0,-1-1-4 15,0-3 0-15,0 0-4 0,-2-1 4 16,-1 1 0-16,0 2 1 0,0 5 3 0,-1 4 1 16,-7 3 1-16,3 4-3 0,-10 0-1 0,-1 3-2 15,-7 5 1-15,-9 0 0 0,-1 7-1 16,-3 9-2-16,1 3 0 0,0 7 1 16,1 3-2-16,6 4 2 0,4 4 2 15,5 4-6-15,9 3 4 0,7 2-5 16,3-3 1-16,16 3 3 0,8-3-2 0,10-3 1 15,6 0-1-15,6-4 1 0,6-5-1 0,2-7 1 16,1-6-1-16,4-6 0 0,-1-6 0 31,-3-6 0-31,-3 0 0 0,-3-10 0 16,-4-5 1-16,-5-5-2 0,-6-5 2 16,-7-2-1-16,-5-5 0 0,-3-1 0 0,-7-4 0 15,-3 0 0-15,-3-4 1 0,-3 2-1 16,-3 3-2-16,0 10 4 0,0 4-2 0,0 9 6 15,0 8-2-15,0-2-1 0,0 7-1 16,0-1-1-16,0 1-1 0,0 0 0 16,0 0 6-16,0 12-5 0,0 8 4 15,-1 4-2-15,1 0-2 0,0 1 0 0,0 0 0 16,3 0-1-16,-2 0 0 0,1 0 0 0,-2-6-1 16,1-1 3-16,-1-4-3 0,0 0 1 15,0 0 0-15,0-8-1 0,0 0 1 16,0-6 0-16,0 0 3 0,0 0 0 15,0 0 1-15,0 0-1 0,0-2 0 16,2-13-3-16,0-8 1 0,5-10 0 0,1-3 0 31,2-4 0-31,4 2 0 0,2 3 0 0,4 3-4 16,3 5 4-16,1 6-4 0,0 5 4 16,1 6-1-16,-1 5 2 0,-2 5-1 15,0 3 1-15,0 9 3 0,-3 5-6 16,-1 3 5-16,-1 3-6 0,-2 2 2 15,-1 2 0-15,-3 0 0 0,-3 0 1 0,1 0-2 16,-2-2 0-16,-1-4 0 0,-2-4 1 0,1-4 0 16,-2-5 2-16,-2-4-2 0,1 1 1 15,-2-5-1-15,6 0 1 0,8 0 0 16,7-5 1-16,7-5-1 0,1-8-1 16,-2-5 0-16,4-6-3 0,1-5 2 15,-2-6-1-15,-1-6-5 0,0-5 3 0,-3-7-6 16,-3-1 4-16,-3-4 3 0,-5 4 0 0,-5 5 4 15,-5 4 0-15,-5 8 1 0,0 7 1 16,-8 8 1-16,-4 3 0 0,-4 4 1 16,2 5 0-16,-3 1-1 0,5 5 0 31,5 4-2-31,-3 3-1 0,5 0-1 16,-4 2-2-16,-1 2 0 0,2 10 1 0,-1 10-2 15,5 9 2-15,4 8-1 0,0 8 1 0,1 8 0 16,5 4 3-16,5 2-3 0,0 1 2 15,2 1 0-15,2-5-3 0,3-1 3 16,5-5-3-16,2-5-1 0,3-7 3 16,1-6-2-16,0-7 1 0,2-9 1 15,-4-5 1-15,3-11 0 0,1-2 1 0,-1-2 0 16,0-12-2-16,-2-3 2 0,1-5-2 16,0-3 2-16,-3-4-1 0,-1-3 0 0,-1-1-1 15,-1-1-3-15,-4 1 4 0,0 4-3 16,-5 5 4-16,-2 7-2 0,-6 7 0 15,-2 2 0-15,-1 5 0 0,-2 0-1 16,2 0-1-16,-3 3 1 0,0 0-1 0,0 0 1 31,0 11 1-31,0 5 2 0,-1 5-4 0,-2 4 4 16,2-3-4-16,1 3 0 0,0-4 2 16,0-1-1-16,7-2 1 0,0-3-1 15,2-4 1-15,-1-2 0 0,4-1 0 16,-1-4 0-16,7-1-1 0,2-3 2 15,3 0-1-15,7-6 0 0,-1-5 1 0,-1-2-1 16,0-4 2-16,-1-3-1 0,1-2-2 0,0-4-2 16,-2 2 4-16,-1-1-4 0,-2 4 5 15,-8 6-2-15,-4 3 0 0,-2 6 0 16,-6 3-1-16,0 1-1 0,-3 2 0 16,0 0 0-16,0 2 2 0,0 11 3 15,-5 9-5-15,-3 3 5 0,3 1-5 0,2 0 1 16,2-2 2-16,1 1-1 0,0-3 0 0,0-1 0 15,3-7-2-15,0 1 2 0,4-2 0 16,-3-6 0-16,5 2 1 0,-2-4 1 31,7-4-1-31,6-1 0 0,3 0 1 16,5-4-1-16,1-7 1 0,-1-1-1 16,-1-3-1-16,-2-3 0 0,-2-4 0 0,2-2 0 15,-2-3 1-15,1-2-3 0,0 0 4 0,0 3-6 16,-1 4 5-16,0 6-2 0,-7 7 1 15,0 5 0-15,0 4 0 0,0 3-1 16,1 9 1-16,1 5 3 0,-4 2-5 16,-1 5 5-16,-3 1-5 0,-2 1 1 15,-1-2 1-15,-5-6-2 0,0-1 2 0,-1-5-2 16,-1-6 2-16,2 0 0 0,-2-6 0 0,0 0 1 16,0 0 0-16,0 2 2 0,1-1-1 15,-1-1 2-15,0 0-2 0,2 0 0 16,4-9-2-16,2-6 1 0,8-6-1 15,4 0 2-15,2-3 1 0,6 2-5 16,2-1 4-16,2 2-6 0,1 2 5 0,0 6-1 31,-1 6-1-31,-1 5 2 0,-4 2-2 0,-2 7 4 16,-4 8-5-16,-3 4 5 0,-4 2-5 16,-4 2 2-16,-2 1 0 0,-5-1-1 15,-3 1 2-15,0-7-2 0,0-1 1 16,0-5 0-16,-2 0-1 0,-1-2 1 15,2-5 1-15,-1 1-1 0,2-5 1 0,-1 0 1 16,1 0 1-16,0 0-1 0,-2 2 1 0,2-2-3 16,0-2 0-16,0-12 0 0,8-7 0 15,4-5 1-15,3 0-1 0,5 1 1 16,2 0-2-16,0 1-2 0,1 5 5 16,-2 2-4-16,-5 6 4 0,2 8-2 15,-4 3 0-15,3 3 3 0,1 11-5 0,-2 4 6 16,-3 3-6-16,0 5 2 0,-2 0 2 0,1 0-2 15,-4 0 2-15,3-2-2 0,0-3 0 16,1-3 1-16,-3-6 0 0,2-2 0 31,2-5 1-31,4-3-1 0,5-2 0 16,1-3-1-16,2-9-1 0,-5-5 2 16,-1-4-1-16,-2-3-1 0,-5-4-3 0,-5-1-3 15,-4-3-3-15,-3 2-10 0,0 1-2 0,-10 5-17 16,-7 5-26-16,-7 3-49 0,-6 7-102 15,-10 3-80-15</inkml:trace>
  <inkml:trace contextRef="#ctx0" brushRef="#br0" timeOffset="25716.65">18684 4224 700 0,'0'0'19'0,"0"0"0"0,104-54-3 31,-40 40-2-31,12 5-6 0,12 3-5 0,8 3-2 16,5 3-8-16,1 0-20 0,-2 0-56 16,-2-2-207-16,-7 1-17 0</inkml:trace>
  <inkml:trace contextRef="#ctx0" brushRef="#br0" timeOffset="26083.33">20780 3644 769 0,'0'0'43'0,"0"0"-7"0,0 0-8 15,0 0-9-15,81-48-5 0,-71 45-6 0,3 3-3 16,7 0-2-16,2 12-2 0,8 7 0 0,3 9 0 15,2 5 0-15,4 10-2 0,5 9 1 16,5 7 2-16,3 11-2 0,1 12 2 16,1 11-2-16,-2 14-2 0,-4 9 0 31,-5 8 1-31,-8 6-1 0,-8 5 1 16,-12-1 1-16,-11-4 0 0,-7-8 0 0,-16-12 1 15,-14-11-1-15,-12-12 0 0,-4-13 2 0,-8-9 1 16,0-11 3-16,2-12 3 0,4-9 3 15,9-10-1-15,7-8 0 0,11-6-4 16,11-4-3-16,8-2-1 0,5-3-1 16,-2 0-1-16,2 0 0 0,-2 0-3 15,1 2-2-15,-1-2-5 0,1 1-6 0,-1 1-12 16,2 3-18-16,-1 2-67 0,1-1-215 0,0 0-19 16</inkml:trace>
  <inkml:trace contextRef="#ctx0" brushRef="#br0" timeOffset="26232.9">21600 5561 794 0,'0'0'-9'15,"0"0"-17"-15,0 0-80 0,0 0-194 16,0 0-18-16</inkml:trace>
  <inkml:trace contextRef="#ctx0" brushRef="#br0" timeOffset="31449.65">21350 967 292 0,'0'0'71'0,"0"0"-1"0,0 0-13 0,0 0-11 16,0 0-12-16,0 0-10 0,0 0-1 15,0 0 3-15,0 0 2 16,31-19-1-16,10 9-2 0,9-5-6 0,18-3-2 16,13-4-4-16,12-1-1 0,8 2 0 15,4 1-3-15,0 4-4 0,-7 1-1 0,-7 4-3 16,-13 3 0-16,-17 5-1 0,-15 3 0 0,-18 0 1 15,-12 0 0-15,-11 0-1 0,-5 0 1 16,0 0-1-16,-11 6 0 16,-8 2 0-1,-7 1-3-15,-1-4 0 0,1-1-6 16,-2-3-13-16,9-1-15 0,-2 2-36 16,2 0-55-16,-2 5-168 0</inkml:trace>
  <inkml:trace contextRef="#ctx0" brushRef="#br0" timeOffset="31798.47">21361 1428 594 0,'0'0'56'0,"0"0"-10"16,0 0-16-16,0 0-7 0,0 0-4 0,0 0-2 15,0 0 1-15,0 0-4 0,0 0-4 16,98-18-1-16,-56 16-3 0,9 1-2 0,5-1 0 31,9-1-1-31,6-1-1 0,7-1-1 0,2 0 1 16,2 0-2-16,-5-1 0 0,-2-1 0 16,-10 4 0-16,-6-1 0 0,-12 2 0 15,-14 1 0-15,-14 1 0 0,-10 0 1 16,-9 0 1-16,0 0-1 0,0 0 1 15,1 0 0-15,1-2-2 0,-1 2 0 0,-1 0-1 16,1-1-1-16,-1 1-2 0,0 0-5 0,0 0-15 16,3-2-20-16,-3 2-54 0,6 0-114 15,6 0-98-15</inkml:trace>
  <inkml:trace contextRef="#ctx0" brushRef="#br0" timeOffset="32249.6">23361 783 406 0,'0'0'51'0,"0"0"2"16,0 0-5-16,0 0-10 0,0 0-2 15,13-85-3-15,-10 74-4 0,-3 7 1 16,1-1-2-16,-1-1-4 0,0 1-2 16,0 0-6-16,0 0-2 0,0 5-5 15,0-2-1-15,0 2-2 0,-6 0 1 0,-2 2-4 16,-2 10 1-16,-2 6-2 0,6 8 1 0,2 6 0 16,4 7 0-16,0 7-1 0,0 7-1 15,6 6 1-15,1 5 1 0,2 6 0 16,1 0-1-16,-3-2 0 0,0-1-2 15,-1-5-2-15,1-4 0 0,-4-2 0 16,-2-6-1-16,-1-6 1 0,0-7 1 0,0-13 0 31,0-10 1-31,0-9 2 0,0-5 0 0,0 0 1 16,0 0 1-16,0-1-1 0,0-14 0 16,3-12-1-16,2-10-1 0,-1-2-1 15,1-6-2-15,-1-2-8 0,0-1-9 16,0-2-27-16,-4-3-34 0,0 0-116 15,0-2-131-15</inkml:trace>
  <inkml:trace contextRef="#ctx0" brushRef="#br0" timeOffset="32549.68">23198 572 543 0,'0'0'66'16,"0"0"-11"-16,0 0-7 0,0 0-8 0,0 0-12 15,0 0-5-15,0 0-7 0,0 0-3 16,0 0 0-16,0 0-3 0,53-67 0 16,3 55-2-16,11 2-1 0,10-2-1 31,11 7-1-31,3-1-2 0,-3 2-2 16,-4 3-1-16,-12 1-2 0,-11 0 1 0,-13 0 0 15,-12 0 1-15,-13 3 0 0,-11-1 0 0,-7-1 0 16,-5-1 0-16,0 0-2 0,-1 0-1 15,-11 0 0-15,-6 2-6 0,-10 1-7 16,1 2-12-16,-4 4-28 0,0-1-30 16,-3 3-90-16,0 1-130 0</inkml:trace>
  <inkml:trace contextRef="#ctx0" brushRef="#br0" timeOffset="32783.03">23226 974 617 0,'0'0'60'0,"0"0"-7"0,0 0-12 31,0 0-7-31,0 0-12 0,0 0-6 0,107-6-7 16,-56-4-1-16,7 0-5 0,6 2 1 16,1 0-3-16,4 0-2 0,-4 2 1 15,-4 0-1-15,-7 2 0 0,-7-1 0 16,-8 2-1-16,-13 1 0 0,-6 1-2 15,-8 1-1-15,-8 0-7 0,1 0-4 0,-5 0-17 16,-8 8-17-16,-9 2-35 0,-11 8-53 0,-5 4-160 16</inkml:trace>
  <inkml:trace contextRef="#ctx0" brushRef="#br0" timeOffset="32983.1">23278 1496 579 0,'0'0'68'15,"0"0"1"-15,0 0-14 0,0 0-13 16,0 0-17-16,115 14-10 0,-72-15-6 31,8-2-4-31,2-1-3 0,4 1 1 16,0 0-3-16,1 2-1 0,-1-4-2 16,-3 2-6-16,-4 0-13 0,-3-1-14 0,-7-1-27 15,-7-1-25-15,-10 1-47 0,-8-2-49 0,-1-1-80 16</inkml:trace>
  <inkml:trace contextRef="#ctx0" brushRef="#br0" timeOffset="34399.96">24051 1256 645 0,'0'0'60'0,"0"0"-13"0,0 0-10 0,0 0-11 16,0 0-10-16,0 0-7 0,0 0-5 0,0 0-1 16,0 0-1-16,-5-4 1 0,4 21 0 15,1 7-2-15,0 9-1 0,0 2-2 16,0 2 1-16,0 0-2 0,0 3 2 15,0-2-1-15,0-2 0 0,1-4 0 16,-1-9-1-16,0-9 2 0,0-4 1 0,0-4 2 31,0-1 0-31,2 1 1 0,-1-6-1 0,2-12 0 16,2-9 0-16,0-13 0 0,2-3 0 16,-1-8 0-16,1-2 1 0,2-6-1 15,3-3 1-15,-2-3-2 0,2-1-3 16,3 5-1-16,-2 5-1 0,3 8 1 15,0 13 3-15,-4 13 0 0,1 10 1 0,2 6-1 16,0 6-1-16,7 12 1 0,-5 6 0 16,2 8 5-16,0 5-2 0,-5 4 0 0,-1 1-3 15,-1 1-2-15,-3-4 0 0,-2-2-1 16,0-4 2-16,-4-3-1 0,0-4 0 16,0-6 1-16,-2-4 0 0,0-5-1 15,2-2 1-15,0 0 1 0,2-1-1 0,-1 0 1 16,5-6 0-16,4 0-1 0,4-2 2 0,6-2-2 15,2-6 2-15,1-3-1 0,3-3 0 16,0-1 2-16,1-5-1 0,2-4 0 31,-3-6 0-31,0-7-1 0,-5-4-1 16,-3-6 0-16,-4-1-1 0,-5 2-1 16,-4 4 2-16,-4 7 2 0,-2 10 1 0,-2 6 2 15,0 4-4-15,-5 5 1 0,-4-2-1 0,1 6 0 16,-5 5 1-16,-7 1 1 0,1 7-2 15,-4 10 2-15,1 9-2 0,5 6 0 16,1 5 2-16,3 6 0 0,3 4-4 16,3 0 0-16,2 2-2 0,5-2 0 15,0-2 3-15,9-1-1 0,8-4-1 0,2-5 1 16,7-7-1-16,3-4 2 0,4-9 2 16,5-7 0-16,4-6-1 0,3-2 0 0,2-12-1 15,1-8 3-15,0-4 0 0,-6-5 0 16,-3-1 0-16,-4-2 0 0,-5-3-1 15,-5-4 1-15,-7-4 1 0,-6-4 0 16,-5 1-7-16,-3 0 1 0,-4 3 0 0,0 7-2 31,-4 11 8-31,-2 5-2 0,2 10-2 0,1 5 2 16,0 2 0-16,3 3-1 0,-1 0-1 16,1 0 1-16,-2 0-1 0,2 0 1 15,0 3 2-15,2 9 2 0,9 4-3 16,10 3 4-16,6-4 2 0,6-1 0 15,8-2 3-15,5-1-1 0,3 0-6 0,3 2-1 16,-1 4-1-16,-5 4-2 0,-5 2 0 0,-4 1 0 16,-9 2-1-16,-6 1 1 0,-7-1-2 15,-6-2 1-15,-5 1 1 0,-4-1 1 16,0-3-2-16,-5-1 1 0,-3-2 2 16,1-4-1-16,-1-2 1 0,3-4-1 15,2-4-2-15,2 1 2 0,1-5-1 0,0 3 0 16,4 3 1-16,10 0 1 0,7 0 0 0,3-6-1 15,5 0 1-15,5-8-2 0,2-4 0 16,4-3 1-16,1-3-2 0,1-7 1 31,-1-4-1-31,-1-4-1 0,-4-3 1 16,-4-4 1-16,-5-1 3 0,-4 0-3 16,-5 5 1-16,-4 2-3 0,-5 12 1 0,-5 2 2 15,-2 8 1-15,-2 0 1 0,-2-4-2 0,-5 6 1 16,-1-2-1-16,-4 4-1 0,-4 4 2 15,-5 4-2-15,-5 0 0 0,1 11 2 16,0 5-2-16,0 8 3 0,4 4 3 16,0 5-4-16,5 2 0 0,3 1-5 15,3 1-3-15,6-2 1 0,4-3-2 0,0-4-2 16,9-6-1-16,5-5-1 0,2-7 2 0,4-5 2 16,2-5 3-16,0 0 2 0,-1-13 4 15,1-2 1-15,-3-6 2 0,0-5 3 16,-2-6-3-16,-1-1 2 0,-3-3 3 15,-2 1-6-15,-2 1 3 0,-3 5 2 16,-1 8-2-16,-2 5 5 0,0 5 0 0,-3 6-3 31,2 1-2-31,-2 4-3 0,0-2-2 0,0 2-2 16,0 14 0-16,1 10 9 0,1 11-3 16,-1 9-1-16,1 5-1 0,-1 4-7 15,2 4 3-15,0 4-1 0,1 3 1 16,2 1-2-16,-2 3 1 0,1-1 1 15,-3-2 0-15,1-1 10 0,0-6 2 0,-1-2-2 16,1-6 0-16,-3-4-11 0,0-5-2 0,-5-6 4 16,-5-5-2-16,-4-6 1 0,-5-6 1 15,-4-7 0-15,-6-6-2 0,-4-5 3 16,-4-6-1-16,-6-11 1 0,0-6 2 16,-3-4-3-16,2-3 1 0,2-2 0 15,5 0 1-15,9 3-2 0,6 3 1 0,10 9-4 16,7 0-4-16,5 2-17 0,3 2-5 0,10-2-14 15,3 3-12-15,7 1-56 0,1 4-119 16,7 0-78-16</inkml:trace>
  <inkml:trace contextRef="#ctx0" brushRef="#br0" timeOffset="34949.87">26290 1188 728 0,'0'0'25'16,"0"0"-4"-16,0 0-3 0,79-36-6 15,-50 33-3-15,1 1-5 0,2 2-2 0,-2 2-2 16,1 5 1-16,-4 3 1 0,0 0-1 0,-2 2-4 16,-3 2-8-16,0-2-13 0,-1-1-10 15,-2-2-9-15,-3-3-5 0,0-3 4 16,1-3 10-1,0-8 17-15,2-10 13 0,0-11 6 0,-4-7 8 0,0-7 7 16,-1-1 8 0,-2 3 13-16,0 8 5 0,-5 5 1 15,-1 10-6-15,0 8-6 0,-5 5-5 0,-1 5-6 16,0-2-7-16,0 2-3 0,2 0-5 16,-2 0-3-16,1 2-1 0,4 18 0 15,0 13 1-15,3 18 0 0,2 5 2 16,0 9 1-16,0 3-3 0,1 5-2 15,-2 4-1-15,-1 4-2 0,-4 2-1 0,-1 1 3 16,-3-4-3-16,0-5 12 0,0-6 1 16,0-6 0-16,0-5-1 0,-3-7-10 0,-1-2-3 15,-4-5 3-15,-2-5-1 0,-4-6 1 16,-2-5 0-16,-3-6 1 0,-3-6-1 16,2-7 1-16,-3-6 1 0,0-3-1 15,2-6 2-15,1-11 0 0,2-7-1 0,3-8 0 16,4-4 2-16,6-7-2 0,5-6 2 0,2-3-12 15,13-7 0-15,4-3 1 0,7-1-4 16,5-1 10-16,5 5-2 0,3 3-7 16,0 9-9-1,3 10-20-15,0 10-30 16,0 10-124-16,-3 8-128 0</inkml:trace>
  <inkml:trace contextRef="#ctx0" brushRef="#br0" timeOffset="35933.04">28190 1205 635 0,'0'0'30'0,"-6"-84"2"16,4 43 0-16,2 2-2 0,0 6-7 0,0 2-5 15,0 10-2-15,-1 5-6 0,-1 6-5 16,-7 10-3-16,-8 2-2 0,-4 21 1 31,-10 13 1-31,1 14 5 0,1 11-2 16,3 6-2-16,4 1-1 0,5-2-6 0,8-3 1 16,6-7 0-16,3-9 0 0,13-4 1 15,10-10 2-15,6-9-1 0,9-9 2 0,7-8 1 16,4-7-1-16,7-17 0 0,4-8 2 15,-3-7-2-15,-2-4 1 0,-7-5 2 16,-6-3-2-16,-10-7 2 0,-9-7-7 16,-12-9 0-16,-6-4 1 0,-5-7-4 0,-9 2 8 15,-11 5-3-15,-9 6 2 0,-6 10 0 16,-5 13 0-16,-6 11 0 0,-1 12-1 0,0 8 0 16,0 8 1-16,1 3-1 0,5 6 0 15,5 9 0-15,6 5-2 0,10 4 1 16,11 2 1-1,9 0-1-15,7-2 2 0,19-1 0 0,12-4-1 0,12-2 1 0,11-3-2 16,9-6-1-16,5-5 1 0,3-3-2 16,-4-3 0-16,-2-9 0 0,-10-7-1 15,-8-5 1 1,-8-5-1-16,-10-4 4 0,-7-5 0 16,-7-5 0-16,-9-4 3 0,-6-3 0 15,-3-3 3-15,-2 3 2 0,-2 4 1 16,0 7 2-16,-4 7 4 0,1 12-1 0,0 8 2 15,3 8-2-15,0 4-6 0,-2-2-3 16,2 2-2-16,0 0-3 0,-3 0-3 0,2 14 2 16,1 10-1-16,0 14 0 0,0 12 1 15,6 10-1-15,0 17-1 0,-1 17 1 16,-3 15 0-16,-2 14 6 0,0 11 0 16,0-1 0-16,-3-1-3 0,1-6-6 0,2-9 1 15,0-10 11-15,6-12 2 0,6-11 0 16,3-12-1-16,2-8-10 0,0-9-2 0,-1-10 0 15,1-8-4-15,-5-12-4 0,-3-8-6 16,-3-8-7-16,-3-4-11 0,-3-5-20 31,2 0-51-31,2-8-127 0,-1-10-77 16</inkml:trace>
  <inkml:trace contextRef="#ctx0" brushRef="#br0" timeOffset="37982.96">28730 1170 703 0,'0'0'41'0,"0"0"-3"0,32-94-6 15,0 67-7-15,8 5-6 0,11 4-7 16,7 6-2-16,1 5-3 0,2 7-2 0,-6 0-3 16,-3 10-1-16,-9 7 0 0,-8 3-2 15,-8 4 0-15,-8 5 1 0,-6 4 4 16,-9 3 0-16,-4 4 0 15,-9 1-3-15,-10 0-4 0,-9-2-1 0,-7-1 2 0,-4-6 0 16,-5-3 1-16,-1-6 0 0,-2-5-1 16,2-3 1-1,4-6 1-15,5-1 0 0,10-4 0 16,12-2 1-16,9-1-1 0,5-1 0 16,-2 0-1-16,2 0 2 0,0 3-1 15,10 1 1-15,13 0 0 0,11 0 1 16,6-1-1-16,6 1 0 0,1-4-1 0,3 0 0 15,0 0 0-15,0-8 1 0,1-3-1 16,-3-1 1-16,-2-4 0 0,-3-4 1 0,-4-4-1 16,-3-7 0-16,-4-4 0 0,-6-4 1 15,-1-5 1-15,-6-3-11 0,-5-2 5 16,-3 2-2-16,-3 5 1 16,-4 5 8-16,-2 12-4 0,-1 11-1 0,-1 8 0 0,0 6 0 15,0 0 0-15,-12 3 1 0,-5 14-2 16,-3 8 2-16,1 12 5 0,2 5 0 0,5 7-2 15,5 1 1-15,2 0-7 0,5-2 0 16,3-2 0-16,11-5 2 0,6-6 0 31,4-6-1-31,5-5 2 0,0-6-1 16,7-5 0-16,-1-8 2 0,1-5 0 0,0 0 0 16,1-10 0-16,-4-5-1 0,-3-4 0 15,-5-2 1-15,-4-3 0 0,-4-5 1 0,-5-4-2 16,-4-7 2-16,-5-2-1 0,-3-2 1 15,0 1-5-15,0 6-1 0,-3 12 0 16,0 4-1-16,0 9 8 0,1 5-3 16,2 3 0-16,0 4 1 0,-1-1-2 0,1-1 1 15,9 1 1-15,9 1 2 0,10 0 0 16,5 4 1-16,5 7-1 0,5 2 2 0,5 4 1 16,-2 1 0-16,0 4-1 0,-4 3-3 15,-4 5-5-15,-8 1 1 0,-5 1 0 16,-6 0-1-16,-9-2 1 15,-4 1-1-15,-3 0 0 0,-3 0 1 0,0-3 0 0,-6 3 1 16,-2-4 0-16,3-3 0 0,0-5 1 16,4-3-1-1,1-2 1-15,1-3-1 0,8 3 0 16,6-4 0-16,5-4-1 0,4-3-1 16,7-3-1-16,2 0-2 0,2-9 1 15,1-8 0-15,2-4 0 0,-1-8 2 16,-2-6 0-16,-2-3 1 0,-3-1 2 0,-2 1 1 15,-2 3 2-15,-6 3 0 0,-3 3 1 16,-3 4 1-16,-3 1 0 0,-5 8 0 0,-5-1 0 16,1 7 0-16,-2-2-1 0,-5-5-1 15,-5 4-1-15,-3-2-1 0,-5 8-2 16,-2 6 0-16,-4 1 0 16,-2 13-1-16,-3 9-1 0,-1 3 0 0,1 5 0 0,1 5 0 15,3 0-2-15,5 0-1 0,5-1-1 16,4-4-3-16,7-3-1 0,4-2 0 0,0-3 0 15,9-5 2-15,7-6 2 0,3-6 2 16,2-5 3-16,5 0 1 0,0-8 3 31,2-7 0-31,-2-4 0 0,3-2 3 16,-2 0-2-16,1-4 0 0,-2 0 1 0,-3-1-2 16,0 2 0-16,-6 2 1 0,-2 7-1 15,-8 7-1-15,-3 6 0 0,-4 2-1 0,5 0 1 16,3 0 0-16,4 7 1 0,1 6-1 15,-2 4 1-15,-3 1-2 0,-1 4 0 16,0 1 0-16,2 1-2 0,-1 0 2 16,3 2-1-16,-1-2 0 0,3 1-1 0,0-4 2 15,4-4 0-15,-1-4 1 0,6-4 1 16,2-6-1-16,4-3 0 0,-1-1 1 16,3-11 0-16,-1-8-1 0,-2-6 2 0,0-4-2 15,-2-6 1-15,-2-9-1 0,-2-8 1 16,-3-13 1-16,-4-12-5 15,-4-10 1-15,-1-5-3 0,-6 1 1 0,-1 5 4 0,-2 11 0 16,-2 14 1-16,-4 12 2 0,2 15-1 16,-1 12-1-1,0 8 2-15,2 6-4 0,1 4 2 16,0 1-4-16,2 4-1 0,-5 0 2 16,1 12-2-16,-3 11 1 0,-1 13 1 15,1 10-2-15,6 10 3 0,-1 8 0 16,2 9 1-16,0 7-4 0,0 4 5 0,0 0-1 15,0-2-1-15,0-7 2 0,9-7-5 16,0-9-1-16,4-8 1 0,4-9 1 0,6-10 1 16,0-8 0-16,8-9 0 0,1-7 1 15,2-8 0-15,2-3 1 0,-1-12 0 16,1-8-1-16,-3-4 1 16,1-7-2-16,-2-2 2 0,-2-4 0 0,0 1 1 0,-2-4 5 15,-2 4 0-15,-3 4 1 0,-6 6-1 16,-4 9-6-16,-6 10 0 0,-4 7-1 15,-3 3 1-15,0-2-2 0,0 2-1 0,0 0 0 16,0 12 0-16,-6 10 1 0,-5 5 0 31,-2 5-6-31,-4 1 0 0,2 2-1 16,-1 0 1-16,5-1 5 0,2 1 0 0,3-2 0 16,5-1 0-16,1-3 1 0,1-5 0 15,12-5 6-15,4-5 0 0,7-5-1 0,3-4 1 16,2-4-6-16,3-1 0 0,0-7 2 15,-2-7 0-15,1-4 1 0,-4-5-1 16,-3-4 0-16,-2-2 1 0,-6 0-2 16,-2 2 1-16,-3 1 0 0,-7 0-1 0,-1 2 2 15,-3 1-1-15,-1 0-2 0,-7 4 2 16,-6 0-1-16,-1 4-1 0,-5 3 4 0,-2 1-2 16,-2 4 0-16,-2-1 0 0,1 2-1 15,1 2 0-15,8 1 2 0,-3-1-1 16,1 0 0-16,7 3 0 15,-1-2-2-15,8 3 1 0,0-4-4 0,-2 3 5 0,2-1 0 16,1 1-1-16,3-6 6 0,0-3-6 16,10-4 0-1,4 1 1-15,5 4-9 16,3 3 2-16,4 1 5 0,3 3 0 0,1 2 9 16,2 2-2-16,3 9-6 0,2 5 0 15,5 9-1-15,0 3 1 0,1 7-1 16,-4 4 0-16,-4 0 0 0,-6 0-1 0,-4 2 1 15,-5 0-1-15,-3-1-2 0,-2-2 3 16,-5-3-1-16,-4-4 1 0,-6-3 2 0,-3-5-1 16,-10-3 1-16,-3-7 0 0,-3-3-1 15,5-2 2-15,-4-6-1 0,2-2 0 16,1-3 1-16,-3-8-1 16,5-4 1-16,6-6 0 0,4-5-1 0,3-5 1 0,12-5-2 15,9-5 1-15,7-4 1 0,6-5-1 16,4-2 4-16,5-3 2 0,-1 1-2 0,2 2-5 15,-1 9-5-15,-2 9-3 0,-7 11 2 16,-2 11 5-16,-4 9 0 0,-5 3 2 31,-3 6 0-31,-1 6 0 0,-5 3 2 16,-4 2 0-16,-4-2-2 0,-3-6 1 0,-1 3-2 16,-2-6-2-16,0 0-1 0,0 2-9 15,0-8-11-15,0 0-31 0,0 0-45 0,0 0-150 16,-9-6-74-16</inkml:trace>
  <inkml:trace contextRef="#ctx0" brushRef="#br0" timeOffset="38250.71">31575 640 637 0,'0'0'58'0,"0"0"-4"0,0 0-11 16,0 0-16-16,101-13-7 0,-35 10-9 16,13-1 1-1,9 3-1-15,3-1-6 0,0 0-1 16,-9-1-4-16,-9-2-3 0,-11 2 2 16,-15-2 0-16,-9 2 0 0,-15 0 0 15,-11 2 0-15,-6 1-2 0,-6 0-1 16,0-2-10-16,0-1-9 0,-9-3-23 0,-10-2-39 15,-10 1-189-15,-7 4-52 0</inkml:trace>
  <inkml:trace contextRef="#ctx0" brushRef="#br0" timeOffset="48933.1">3911 7946 219 0,'0'0'66'16,"0"0"-10"-16,0 0-1 0,0 0-5 16,0 0-8-1,0 0-5-15,0 0-10 0,0 0-1 16,-13-86-5-16,13 79 4 0,0 3 0 16,0 4-4-16,0-2-6 0,0 2-5 15,0-1-5-15,0 0-2 0,0 1 3 0,0 0 3 16,0 0 1-16,0 1 3 0,3 14 5 15,0 9-7-15,1 10 5 0,-1 1-3 16,0 4-3-16,0 5-2 0,0 8-2 0,0 7 0 16,0 8-4-16,5 4 3 15,-2 3-4-15,0 2 2 0,3 2 3 0,1-4-4 16,-3 1 3-16,5-4-3 0,-1-1-2 0,-1-5 3 16,-1-4-3-16,1-6 2 0,-1-10-1 15,-5-6 1-15,2-7-1 0,-2-11 1 16,2-4-2-16,-3-6 1 0,-2-7-1 0,1 2 1 15,-2-6-1-15,0 0 1 16,0 0-1-16,1 2-1 0,-1 0-2 0,0-1-6 31,0 1-18-31,6 0-29 0,-3 0-77 0,1 1-171 16,1 0 3-16</inkml:trace>
  <inkml:trace contextRef="#ctx0" brushRef="#br0" timeOffset="49382.53">3849 8503 507 0,'0'0'54'0,"0"0"2"0,0 0-6 15,0 0-9-15,0 0-8 0,19-85-8 16,-12 74-1 0,3-4-4-16,3 3-4 0,-1 0-2 15,1 0-3-15,4 1-1 0,3 1-1 16,2 0 1-16,4 0-2 16,3 1 1-16,6 0-2 0,1 2-2 0,7 5 0 15,2 2-1-15,1 0-2 0,-2 4-1 0,-5 5-1 16,0 2 0-16,-9 4 0 0,-4 0 0 15,-7 5 1-15,-5 0-1 0,-5 1 2 16,-6 0-2-16,-3 1 0 0,-3-1 1 16,-11 0 1-16,-7 0 3 0,-9 1-4 0,-3-2 4 15,-9-1-7-15,0-4 2 0,0-3 0 16,0-3 0-16,3-2-1 0,6-5 0 0,1 0-3 16,12-2-4-16,2 0-3 0,4 0-5 15,10 0-4-15,-2-2-6 0,6 2-13 16,-2-1-26-16,2 1-22 0,0 0-54 0,0 0-139 15</inkml:trace>
  <inkml:trace contextRef="#ctx0" brushRef="#br0" timeOffset="49932.96">3743 7489 251 0,'0'0'68'0,"0"0"1"16,0 0 0-16,18-83-4 0,-12 62-6 15,-2 1-5-15,0 3-10 0,-1 3-3 0,0 4-7 16,-3 5-5-16,3 1-4 0,-3 4-7 15,0-2-5-15,0 2-5 0,0 0-3 16,-9 5 1-16,-8 8-2 0,-6 12 2 16,-6 7-1-16,-3 5 0 0,-4 8 1 0,1 5-3 15,-1 2 2-15,3 3-5 0,2-1 2 16,4-6-2-16,1-2 2 0,3-7-2 0,7-6 1 16,0-5 4-16,7-10-4 0,2-7 3 15,7-7-4-15,0-4-1 0,-3 0 1 16,3 0 1-16,0 2 0 0,0-2-1 0,0 0-1 15,0 0-5-15,3 0-6 0,7-3-15 16,2-5-6-16,2-1-25 0,2 0-30 31,0-4-47-31,4 3-82 0,-1-5-57 0</inkml:trace>
  <inkml:trace contextRef="#ctx0" brushRef="#br0" timeOffset="50266.61">3723 7408 582 0,'0'0'60'0,"0"0"-4"0,0 0-7 16,0 0-12-16,0 0-7 0,0 0-9 15,0 0-5-15,0 0-3 0,0 0-4 16,-21-33-2-16,21 33-1 0,0 0 0 0,7 2 1 16,13 9 1-16,9 5 0 0,9 7-1 15,5 4 1-15,6 7-4 0,6 2 1 16,6 4-4-16,4 2 1 0,3-1-2 0,4 0 3 15,2-3-3-15,-3-4 1 0,-5-6-1 16,-9-3 0-16,-7-6 0 0,-9-4 0 16,-11-2 1-1,-10-8 0-15,-9 0 0 16,-7-3 1-16,-4-2 0 0,0 0 2 0,0 0-3 16,0 0 0-16,0 0 0 0,0-5-1 15,-6-2-1-15,0 0 0 0,3 4 0 0,-1 2-4 16,4 1-5-16,0-2-12 0,0 2-23 15,-3 0-52-15,0 0-208 0,-2 0-24 16</inkml:trace>
  <inkml:trace contextRef="#ctx0" brushRef="#br0" timeOffset="102500.9">5985 8485 465 0,'0'0'55'0,"0"0"0"0,0 0-14 0,0 0-10 16,0 0-2-16,0 0 0 0,0 0 1 15,0 0-1-15,0 0-3 0,108-34-6 16,-54 27-2-16,4-2-4 0,11 1-1 15,2 1-3-15,0 1-1 0,5 1-1 0,-6 2-1 16,-8 1-1 0,-3 2-3-16,-11 0-1 0,-12 2-1 0,-10 1 0 0,-11 0-1 0,-9-1 0 31,-6-2 1-31,0 0-1 0,0 0-1 16,1 1 2-16,-1-1-2 0,3 2-2 15,-3-2-5-15,0 0-8 0,0 1-13 0,0-1-19 16,0 0-28-16,-3 4-48 0,-6 1-107 15,-5 4-54-15</inkml:trace>
  <inkml:trace contextRef="#ctx0" brushRef="#br0" timeOffset="102816.56">6105 8824 687 0,'0'0'44'0,"0"0"0"16,0 0-6-1,0 0-10-15,0 0-8 0,93-30-4 16,-63 30-2-16,6 0-5 0,3 3-1 16,0 4-1-16,5-1-2 0,0 1-1 15,0 1-1-15,0-1-2 0,-3 0 0 0,1-4 0 16,-2-2-1-16,-5-1 1 0,-2 0-1 15,-4 0 0-15,-11 0 1 0,-1-3-1 16,-5 2 0-16,-8-1 1 0,6 1-1 16,-6-1-1-16,1 0-1 0,-1 1-3 0,-4 1-7 15,0-2-14-15,0 2-31 0,2 0-61 16,-2 0-188-16,0 0-14 0</inkml:trace>
  <inkml:trace contextRef="#ctx0" brushRef="#br0" timeOffset="106216.59">1930 6697 340 0,'0'0'62'0,"0"0"5"16,0 0-7-16,0 0-6 16,0 0-9-1,0 0-7-15,0 0-13 0,0 0-8 0,0 0-6 16,-49-67-4-16,49 67 0 0,7 9-1 16,6 11-1-16,3 7-6 0,-3 7 0 15,-1 5-2-15,-5 5 4 0,-4 5-1 0,-3 2 0 16,0 1 0-16,0-2 0 0,0-5-2 15,0-5 3-15,0-6-1 0,0-11 1 16,0-4 2-16,0-7-2 0,0-6 1 0,0 0 3 16,0-6 3-16,0 0 3 0,10-1 1 15,3-13-8-15,7-6 2 0,-1-10-6 16,3-8 0-16,1-6 0 0,-4-8 0 16,1-1 0-16,0-1 3 0,-1 5-4 0,3 8 0 15,-4 9 1-15,0 11-1 16,-4 9-2-16,-1 7 0 0,0 5 0 0,3 8 2 0,4 9 0 15,-5 5 1-15,2 6 0 0,-4 4-1 16,0 2 2-16,-4 4-2 0,0 2 2 16,-2-2-3-1,0-5 2-15,-1-2 0 16,-3-11 0-16,-2-3 1 0,1-4 0 0,-2-9 0 16,0 2 1-16,0-6 1 0,0 0 2 15,0 0-1-15,4 0-2 0,5-12 0 0,5-9-2 16,2-8 1-16,3-4-1 0,1-4 0 15,2-4-1-15,1 0 2 0,3 2-1 16,3 2 0-16,-2 7-1 0,2 7-2 0,0 6-1 16,-3 10 0-16,-1 5 0 0,1 2 1 15,-6 13 3-15,3 5 0 0,-5 4 0 16,-1 6-1-16,-4 2 1 0,0 4 0 0,-3-1 0 16,0 2 0-16,0-3 0 0,2 0 1 15,-2-5-1-15,7-2 0 0,1-5 0 16,2-3-1-16,7-6 2 0,4-7-1 15,2-4 1-15,8-3 0 0,3-11-1 0,3-5 1 16,2-7-3-16,-3-6 1 16,-1-4 0-1,-9-5 0-15,-1-2 1 0,-6 2 1 0,-6 2-2 16,-7 4 2-16,-2 6-1 0,-8 9 1 16,0 10 0-16,-3 5 1 0,-3 5 0 15,0-2 3-15,0 2-5 0,0-1 0 16,0 1-2-16,-2 0-1 0,-11 3 3 0,-7 11-1 15,-6 5 0-15,1 9 0 0,-1 4 1 16,0 4-2-16,2 2 2 0,2 2-1 0,6-3 0 16,7-3 0-16,5-2 0 0,4-6-1 15,7-4 3-15,11-4-2 0,3-4 0 16,5-4 0-16,3-6 1 0,7-4 1 0,2-1-1 16,3-12 2-16,3-2-1 0,-2-6 2 15,0-5-2-15,-4-3 2 16,-8-6 1-16,-4-3-1 0,-11-4-2 0,-8-4 1 0,-7 1-2 15,-3-1 1-15,-9 5-1 0,-8 5 1 16,-6 9-1-16,-4 8 0 0,-2 10 0 16,-3 9-1-1,1 4 0-15,-4 13-2 16,5 6-2-16,1 8-1 0,3 4-4 0,3 4-18 16,6 8-25-16,4 0-63 0,8 5-171 15,3-5 6-15</inkml:trace>
  <inkml:trace contextRef="#ctx0" brushRef="#br0" timeOffset="108666.38">3762 7002 546 0,'0'0'68'0,"0"0"-7"0,0 0-9 16,2-102-12-16,9 76-9 16,5 4-7-1,4 1-5-15,5 4-4 0,0 5-5 0,2 4-5 16,1 6-3-16,-1 2-1 0,-1 7-2 16,-3 6 1-16,-1 6 0 0,1 3 0 15,-3 7-1-15,-4 3-1 0,-3 3-1 16,-3 1-1-16,-5-1-1 0,-4-2 0 0,-1-1-2 15,-4-6 2-15,-5-3-1 0,2-10 3 16,-3 0 1-16,4-7 2 0,0-3 1 0,0-3 1 16,1-2-1-16,-1-11 1 0,3-9 0 15,3-5-2-15,11-8 2 0,4-6-2 16,8-4 1-16,3-4-1 0,3 2 1 16,4 5-1-16,2 7 2 0,1 9-2 0,2 11 0 15,-2 9 1-15,1 6-2 16,-3 7 1-16,-4 10 0 0,-5 6 0 0,-5 2-1 0,-3 7 1 15,-8 0-1-15,-3 3 1 0,-5 0 0 16,-1-3 0-16,-3-2-1 0,-7-4 1 16,-3-3-1-16,3-9 2 0,3-2-1 15,1-6 1 1,2-4 1-16,1 2-1 0,3-4 1 16,0-4-2-16,0-11 1 0,3-10-2 15,13-10 3-15,2-5-3 0,4 0 2 0,3-3-1 16,4 0 0-16,-2 5 0 0,5 6 1 15,-2 8-2-15,1 9 1 0,-4 7-1 16,-1 8 0-16,-1 4 1 0,-2 11-1 16,-3 5 2-16,2 4-2 0,-5 3 2 0,2 4-2 15,-3-1 0-15,1 2 1 16,-2-2 0-16,-1 0 0 0,2-2 0 0,0-4-1 0,-3-3 0 16,6-2-2-16,-3-6 2 0,5-4-1 15,4-6-1-15,4-3 0 0,4-3-1 16,3-11-1-16,2-4-1 0,2-4 2 0,-5-7 2 15,-2-7 1-15,-2-7-1 0,-7-3 3 16,-2-1-1-16,0 5 2 16,-8 5-1-1,-1 6 1-15,-1 6 1 0,-6 7 1 0,-2 9 1 16,-3 4 0-16,-1-1-1 0,0 2 0 16,-5-4-2-16,-3 1-1 0,-5 7 0 15,-10 0-1-15,-1 4-1 0,-7 10 0 16,2 4 0-16,5 6-1 0,2 6 1 0,5 5-2 15,2 4 1-15,7 3-1 0,5 0 2 16,3-1-3-16,7-2 1 0,6-5-1 0,7-3 0 16,2-7 0-16,5-6 1 0,4-6 0 15,-1-6 1-15,6-6 1 0,0 0 0 16,3-10 1-16,-4-7 0 0,3-3 2 16,-5-6-1-16,-1-1 1 0,-3-5-1 0,-3-3 1 15,-2 0-1-15,-1-1 3 16,-2 0-2-16,0 4 0 0,-2 4 0 0,0 7 1 0,1 8 0 15,-4 3 0-15,0 7 0 0,4 3 0 16,-2 8 2-16,5 9-2 0,-2 4 1 16,-2 6-1-1,-3 4-1-15,0 2-1 0,-3 4-1 16,-4 2-1-16,-5-1 1 0,-1 0-1 16,-3-2 1-16,0-5-1 0,0-6 1 15,-3-6-1-15,3-9 1 0,-1-5 1 0,1-5 2 16,-2 0 0-16,2 0 2 0,0 0-3 15,0-3-1-15,3-11 0 0,11-9-2 16,4-7 3-16,5-5-3 0,3-6 3 16,3-3-3-16,3-2 2 0,-2 4-2 0,3 7 2 15,-1 8-1-15,-3 9 1 16,-3 8-1-16,0 9 1 0,-3 1-1 0,-1 11 1 0,-6 5 1 16,4 7-2-16,-4 1 2 0,-3 6-2 15,-1 2 2-15,-1 2-1 0,-1 1 1 16,1 0-2-16,-3-2 0 0,2-3-1 15,-1-1-1-15,1-4 2 0,0-4 1 0,-1-5-1 16,7-3 2-16,-5-6-2 16,5-4 0-16,5-3 1 0,3-6-1 0,8-8 1 0,-2-5 0 31,-1-9 0-31,-3-7-2 0,0-7 2 16,-1-8-3-16,-5-8 2 0,2-6-1 15,-2-2 2-15,-4-2-4 0,-2 1-2 0,-2 6 2 16,-3 5-1-16,-5 7 4 0,-1 8 1 15,-3 9-1-15,0 10 1 0,-3 5-1 16,2 8 1-16,-7 3 0 0,1 0 0 0,1 2 0 16,-2 3-1-16,3 1 1 0,-5 0-2 15,-3 6 1-15,3 6 0 0,0 5-1 16,0 3 1-16,4 4 0 0,5 4 0 16,-1 5 0-16,2 3 4 0,0 4-5 0,0 3 5 15,6 3-3-15,1 4-2 16,-3 2 0-16,2 3-1 0,0-1 2 0,0-2-3 0,2-5 4 15,1-6-3-15,4-6 2 0,3-10-1 16,0-3 0-16,6-7 0 0,-1-6 3 16,0-6-2-1,2-3 1-15,0-4 0 16,0-9-2-16,-1-3 3 0,1-7-1 0,-3-3 1 16,2-6-1-16,-3-1 0 0,-1-3-1 15,-2-1 2-15,0 0-2 0,-4 6 2 0,-2 4-2 16,-2 8 1-16,-5 9-1 0,0 5-1 15,-3 5 1-15,0-1-2 0,0 1 0 16,0 0 0-16,0 1 2 0,0 14-1 0,0 8 1 16,0 9 0-16,0 1 0 0,0 2-1 15,0 0 1-15,0-3-2 0,3-2 4 16,3-2-3-16,0-4 2 0,2-3-1 0,1-2-2 16,4-6 2-16,3-3 0 0,-4-5 0 15,5-3 2-15,2-2-1 0,1-2 0 16,9-8 0-16,-6-4-1 0,-1-3 1 15,1-4-2-15,-4-5 2 0,-2-4-1 0,-1-5 2 16,-1-3-2-16,-1 0 0 0,-4 4 0 31,3 7 1-31,-6 9-1 0,-2 8 0 0,-4 7-2 16,-1 3 0-16,3 0 0 0,0 10 1 16,0 11 2-16,0 8-2 0,-2 5 1 15,2-1 0-15,0 2 1 0,0-2-1 16,1-1 5-16,2-3-5 0,0-3 1 0,0-2-2 15,-1-9 0-15,1 0 2 0,1-4 2 16,-1-3-2-16,5-1 0 0,3-4 0 0,3-3-4 16,5 0 4-16,1-7 0 0,0-4 0 15,1-4 0-15,-2-3-1 0,1-3-1 16,0-4 1-16,0-2-1 0,-1-2 1 16,3-1 0-16,-2 1 0 0,-4 1 0 0,1 7 0 15,-4 9-1-15,-6 6 0 0,5 6 1 16,-4 6-1-16,4 11 1 0,-3 4 1 0,-3 5-2 15,0 1 2-15,1 4 0 0,-4 1-1 16,0-1 1-16,-5-2-1 0,2 0 0 16,-3-2 5-1,0-1-4-15,0-8 4 16,0-1-4-16,0-7-2 0,-3-5 0 0,3 1 2 16,0-6 0-16,0 0 1 0,0 0 0 15,0 0-1-15,0-6 0 0,10-7-6 0,3-10 3 16,5-1-3-16,2-6 4 0,3-2 1 15,3-2-1-15,4-2 1 0,2 2-1 16,0 4 0-16,-2 5 1 0,-5 10-1 16,1 10 2-16,-4 5-2 0,-2 8 1 0,-3 11-1 15,-1 3 1-15,0 4-1 0,-2 1 1 16,-3 2 0-16,-4 0 2 0,-1-3-3 0,-1-1 3 16,-2-7 3-16,-3 1-5 0,0-6 4 15,0-6-5-15,0 0 0 0,0-7 2 16,0 0-1-16,0 0 2 0,0 2 0 15,0-1-2-15,0-1 0 0,3 0 1 0,3-3-6 16,6-9 6-16,3-6-6 0,3-3 6 31,2-5-1-31,3-3-1 0,0 0 2 0,1 2-3 16,2 3 3-16,-3 7-1 0,0 8-1 16,-4 9 1-16,-2 1 0 0,-1 14 1 15,-2 5 0-15,-2 5 4 0,-1 3 0 16,-2 1 1-16,0 0 4 0,-3 0-5 0,2-2 2 15,-2-1-5-15,1-3-2 0,2-3 0 16,4-2 0-16,0-6 1 0,4-3-1 0,2-5 4 16,6-4-4-16,4-1 1 0,1-11-1 15,3-6 0-15,2-7 0 0,0-4-1 16,-1-4-2-16,-2-5 2 0,-6-3-3 0,-1-1 2 16,-5 4 2-16,-4 4 0 0,-6 12 0 15,-6 8 0-15,-1 10 0 0,-3 4-2 16,0-2-1-16,0 2-1 0,-6 0-3 0,-8 7-6 15,-3 6-11-15,-5 0-17 0,-1 3-32 16,-4-1-73 0,-4-5-150-16,1 1-5 0</inkml:trace>
  <inkml:trace contextRef="#ctx0" brushRef="#br0" timeOffset="108900.84">7820 6421 806 0,'0'0'34'16,"0"0"1"-16,0 0-6 0,0 0-9 0,0 0-11 16,103-50-2-16,-57 40-3 0,3 3-4 15,6-1 1 1,3 1-1-16,1 0 0 0,2 2-2 0,-2 2-4 0,-1 1-9 0,-2 2-10 15,-6 0-22-15,-3 0-46 0,-9 5-125 16,-9 2-99-16</inkml:trace>
  <inkml:trace contextRef="#ctx0" brushRef="#br0" timeOffset="109855.46">9988 7167 450 0,'0'0'65'0,"0"0"10"16,0 0-4-16,0 0-10 0,0 0-18 0,0 0-10 16,0 0-10-16,26-82-3 0,-28 74-3 15,-8 1-6-15,-4 2-2 0,-5 5-4 16,-9 0-2-16,-1 13 0 0,-1 6-1 0,0 6 0 15,4 4-2-15,3 2 0 0,8 3 3 16,9-1-3-16,6-1 4 0,3-5-3 31,18-4-1-31,6-6 1 0,8-7-1 0,6-7-1 16,6-3 2-16,5-8 0 0,0-11 1 16,-3-4-2-16,0-4-3 0,-5-6 3 0,-8-2-4 15,-4-3 4-15,-9-3 3 16,-12-3-4-16,-9-3 1 0,-4-3-1 0,-15-3-1 15,-9-2 1-15,-4 3 1 0,-7 7-1 16,-3 7 1-16,-5 9-1 0,-4 12 0 0,-5 10 1 16,-3 7 0-16,-3 3 0 0,4 9 1 15,5 3-1 1,8 4-2-16,14-3 2 0,10-2-1 0,16 1 1 0,6-3 0 16,22 0 1-16,17 1 0 15,11-9-1-15,15-4 1 0,9 0-1 0,10-6-1 0,7-5 0 16,3-4-2-16,2-3-3 0,-2-3-3 0,-7-5-4 15,-12-3-3-15,-13-3-3 0,-13-6 6 16,-16-6 2-16,-13-6 2 0,-10-4 8 16,-8-3-4-1,-5 2 8-15,-5 5 5 0,-5 10 2 16,-2 8 5-16,1 12 0 0,1 8 1 16,1 7-3-16,-1 5-2 0,-3 0-2 15,4 12-2-15,-5 8 0 0,8 6-2 0,3 7 0 16,3 8-1-16,0 6 1 0,6 10 1 15,6 8-2-15,1 9 2 0,-2 10-3 16,1 9-1-16,-2 11 1 0,0 1 0 0,-1 2-1 16,1-2 1-16,0-3-1 0,3-4-4 15,-3-3 3-15,5-7-3 0,-1-10 0 16,-2-9-1-16,0-11-2 0,-1-11 0 0,-4-11-9 16,2-8-7-16,-4-12-18 0,-2-7-23 15,0-4-43-15,-3-5-139 0,0-2-57 16</inkml:trace>
  <inkml:trace contextRef="#ctx0" brushRef="#br0" timeOffset="111734.4">10806 6889 685 0,'0'0'48'0,"0"0"-7"16,0 0-6-16,101-92-7 0,-64 77-5 15,1 5-8-15,0 6-6 0,0 4-5 16,-5 2-3-16,-4 10 1 0,-3 5-2 0,-6 4 0 16,-5 3 0-16,-5 3-2 0,-7 5-3 15,-3 0 4 1,-6 0-2-16,-12 0 1 0,-6-2-3 0,-8-1 0 0,-7-3-4 16,-6-5 3-16,-1-1 0 15,-3-5 2-15,2-4 4 0,4-2-1 0,7-2 1 0,14-2 1 16,9-3-1-16,9-1 1 0,4-1 1 0,-2 0 1 15,5 0 0-15,15 3 1 0,11 0 0 16,12 2 0 0,3-4 0-16,2-1 0 0,2 0-1 15,1-1-1-15,2-6 0 16,-2-2-2-16,1-1 0 0,0-4-1 0,-1-1 1 16,-3-3-2-16,-1-5 0 0,-6-3-1 15,-1-4 0-15,-8-7-2 0,0-4 2 0,-8-2-3 16,-2-3 2-16,-8 3 1 0,-5 7 1 15,-4 10 2-15,-1 13 1 0,-1 6 0 16,-1 6-1-16,-9 1 0 0,-4 0-1 0,-10 11 1 16,4 11 1-16,0 8 1 0,1 7-2 15,3 6 2-15,7-1-2 0,5 0 1 16,3-2 0-16,6-5 0 0,11-3-1 0,6-7 2 16,4-3 0-16,8-5-2 0,3-7 2 15,5-5-2 1,5-5 0-16,0 0 0 0,2-9 0 0,1-5-1 0,-5-6 3 15,-1-4-3-15,-5-5 2 0,-3-6-2 0,-4-6 1 16,-1-3 0-16,-2-3 2 0,0 2-1 31,-1 5 1-31,0 8 0 0,0 8 1 0,-3 10 1 16,0 7-1-16,0 7 1 0,-7 0-2 16,1 10 0-16,-4 7 0 0,-3 3 0 0,3 4-2 15,-2 3 2-15,1 4-2 16,1 2 0-16,-3 1 0 0,3 1 0 0,-2 0-2 15,5-4 4-15,-3 1-4 0,7-5 4 16,3-2-2-16,3-7 0 0,6-3 1 0,2-6-2 16,9-4 1-16,4-5 0 0,3 0 0 15,4-12 0 1,-3-6 0-16,0-4-2 0,-3-5 1 0,-5-5-1 0,-7-4 4 16,-6-6-3-16,-5 0 2 15,-5 0-1-15,-6 2-1 0,-4 7 2 0,-1 6 2 0,-5 8-1 16,-4 8 1-16,-3 1 0 0,0 5 0 0,0-4-1 15,-9 0 0-15,-6 5 0 0,-7-1-1 16,-7 5 0-16,-2 2-1 0,-3 6-1 16,-1 6-1-1,-1 4 1-15,3 7 0 0,2 2-1 16,4 3-2-16,8 4-1 0,3 1-3 16,7-2-1-16,6-3-1 0,3-3 1 15,8-8-3-15,6-4 2 0,5-6 1 0,3-2 2 16,4-7 3-16,-2 0 2 0,1-5 1 15,-2-6 1-15,3-5 1 0,-4-4-2 16,-2-3 2-16,2-3 0 0,-2 0 0 16,-3 2 0-16,2 3 1 0,-3 2-1 0,-5 9 1 15,1 5-2-15,1 5 1 0,-3 4 1 16,3 9 0-16,0 5 1 0,-3 5-1 0,1 3 1 16,-3 3 0-16,4 0 1 0,-2 1-1 15,3-3 0-15,-3-1-1 0,6-3 1 16,-3-3 2-1,4-3-2-15,1-6 1 0,2-1 0 0,4-6 0 0,5-4-2 0,0 0 0 16,7-7-1-16,-1-7 1 0,0-6-2 31,0-6 1-31,-4-7-3 0,-3-8 3 0,-4-7-4 16,-6-7 3-16,-2-7-3 0,-8-7 2 16,-2-2-2-16,-3-4-2 0,-3-2 3 15,0 0-3-15,-3 2 5 0,-4 10 1 16,-3 10 0-16,-2 13 0 0,1 12-1 0,2 11 0 15,3 10 0-15,-4 9 1 0,3 3 1 16,-3 14-2-16,-5 10 1 0,8 10-1 0,1 5 0 16,5 5-1-16,-1 5 4 0,2 3 0 15,0 1-4-15,5 1 4 0,-1 3-4 16,6 2-1-16,0 0 2 16,2 0-2-16,0-1 1 0,3-5-1 0,5-4 1 15,4-10 0-15,3-7 0 0,4-9 0 16,3-8 0-16,4-7 0 0,-2-10-1 15,2-1 2-15,-1-13-1 0,-2-9 1 16,1-5 0-16,-5-8 3 0,-4-6-3 16,-1-6 2-16,-4-2-1 0,-5 1 1 0,0 2-1 15,-5 10 2-15,-4 10 0 0,-3 13-1 16,-2 6-1-16,-3 7 0 0,0-1-2 16,-2 1 0-16,-8 6 1 0,-7 8 0 15,-3 7 0-15,1 6-1 0,0 7 1 16,4 2-1-16,1 3 1 0,5 3-2 15,2-2 3-15,6-2-2 0,1-2 1 16,0-6-1-16,8-5 1 0,4-3-1 16,5-6 0-16,1-5 0 0,3-3 0 0,5-3 1 15,2-5-2-15,2 0 1 0,-1-5-3 16,4-6 3-16,-4-3-1 0,-3 0 1 0,-4-2 1 16,-5 1-1-16,-5 3 0 0,-6 4 2 15,-2-1-2-15,-4-1 1 0,-3-4 0 16,-5-4-1-16,-10 2 1 0,-1 1 0 15,-5 0 0-15,-2 0 1 0,1-1 0 0,-1 1 0 16,7 2 1-16,3-2 2 0,5 4-1 31,5-3 2-31,6-1 0 0,0-2 0 0,9-4-2 16,8 2 1-16,5-1-1 0,4 1 0 16,8 4 0-16,4 3 0 0,4 3 1 15,6 8-1-15,3 1 0 0,2 7-1 0,3 10 0 16,2 9-2-16,1 7 0 0,-2 8 0 15,-2 3 0-15,-3 4-1 0,-5 3 0 16,-6-3 0-16,-8-2 0 0,-7-5-1 0,-11-3 2 16,-9-6 4-16,-6-7-4 0,-3-3 5 15,-10-7-4-15,1-8-1 0,-5-4 1 16,-2-3 0-16,2-1 1 0,-5-11-6 16,7-6 4-16,6-6-3 0,6-6 3 0,3-6 2 15,4-7-2-15,13-7 1 0,5-7-3 16,7-7 4-16,7-1-2 0,6 0 1 0,5 5 0 15,3 10 1-15,2 11-3 0,-3 10 3 16,-3 12-1-16,-5 10 1 0,-4 5 1 16,-8 2-3-1,-8 0 0-15,-6 6-2 16,-7-1 2-16,-5-2-1 0,1 0 1 0,-4-3-2 16,0 4 0-16,0 2-5 0,-3 2-6 15,-6 4-13-15,-5-6-22 0,-7 0-44 0,-2-4-99 16,-5-2-120-16</inkml:trace>
  <inkml:trace contextRef="#ctx0" brushRef="#br0" timeOffset="111966.52">14561 6304 822 0,'0'0'37'15,"0"0"-5"-15,125-40-8 0,-70 26-8 0,4-1-7 16,-2 3-4-16,-1 0-3 0,-3 0-1 16,-6 3-1-16,-7 1-1 0,-14 2-2 0,-7 1-4 31,-6 2-11-31,-9 2-14 0,1 1-25 16,-5 0-42-16,-17 4-140 0,-8 7-73 15</inkml:trace>
  <inkml:trace contextRef="#ctx0" brushRef="#br0" timeOffset="112799.71">8061 8936 412 0,'0'0'74'0,"0"0"-9"15,0 0-8-15,0 0-12 0,0 0-8 16,-82-20-5-16,70 20-7 0,1 0-3 0,1 0-5 31,5 0 0-31,4 5-1 0,4 2 1 0,18 1 1 0,13 1-2 0,14-6-3 16,17-3-3-16,13 0-3 0,11-5 0 15,8-4-3 1,3-1 1-16,0-3-2 0,1 1-1 16,-10 0-1-16,-8 3-1 0,-11 0 2 15,-16 3-2-15,-15 0 0 0,-15 3 0 0,-15 0 1 16,-5 3 0-16,-6 0 0 0,-1-2 0 15,-12 1-1-15,-9-1 0 0,-4 0 0 16,10 1-3-16,-3 0-1 0,6 1-7 16,2 0-12-16,-1 0-21 0,8 0-40 0,-1 0-129 15,5 0-98-15</inkml:trace>
  <inkml:trace contextRef="#ctx0" brushRef="#br0" timeOffset="113099.75">9584 8541 755 0,'0'0'51'0,"0"0"-11"0,0-95-5 0,2 67-10 16,-1 4-6-16,2 6-6 0,-1 9-4 16,0 4-4-16,-2 5-3 0,3 0-2 15,6 6 0-15,0 11-1 0,3 12 1 16,-3 7 1-16,-3 8 2 0,-3 6-3 0,0 2 2 15,-2 4-3-15,-1 0 0 0,2-1 1 16,1-1-3-16,5-5 2 0,2-8-1 0,5-6 0 16,2-9 0-16,5-9 0 0,4-9-1 15,4-8-1-15,3-4-1 0,1-14-4 16,-1-8-3-16,-3-5-6 0,-2-4-10 16,-8-1-19-16,-4-3-41 0,-6-1-106 0,-8-4-111 15</inkml:trace>
  <inkml:trace contextRef="#ctx0" brushRef="#br0" timeOffset="113267.33">9356 8021 702 0,'0'0'61'0,"0"0"-21"15,0 0-11-15,0 0-11 0,0 0-7 16,0 0-6-16,0 0-4 0,0 0-4 15,0 0-3-15,0 0-11 0,31-39-24 16,-26 64-60-16,-1 8-187 0,-2 1-22 0</inkml:trace>
  <inkml:trace contextRef="#ctx0" brushRef="#br0" timeOffset="113799.98">10210 8345 505 0,'0'0'85'0,"0"0"-7"16,55-77-14-16,-43 60-16 0,-5 8-8 15,-4 6-12-15,-3 3-7 0,0-1-7 0,0 1-6 16,0 0 0-16,4 1 0 0,-1 17-1 15,0 10 0-15,-1 9-2 0,-2 6-1 0,0 3-2 16,0 1 0-16,1 1 2 0,2 2-3 16,0 0 2-16,1 2-4 0,2 0-1 15,3-2 2-15,-1-2-1 0,2-4 2 16,1-6-2-16,1-7 1 0,0-10-1 16,-3-9 2-16,4-6-1 0,0-6 1 0,4-3 1 15,8-12-2-15,-1-6 1 0,1-8-3 0,-1-3 3 16,1-6-1-16,-3 0 0 0,2-3 1 15,1 0 0 1,-2 3-3-16,-1 5 2 0,-2 7-1 0,-3 11 1 0,-2 7 0 16,-1 8 0-1,2 4-1-15,3 13 0 16,-6 6 0-16,3 6 1 0,-6 4 0 0,3 2-1 16,-3 3 3-16,0 0-3 0,-2-1 0 0,-4-4 1 15,3-4 0-15,-4-8-1 0,-3-9 3 16,1-5-2-16,-1-7 0 0,0 0 1 15,0 0-1-15,0 1-1 0,2 0-5 16,-2-1-11-16,0 0-17 0,-2-7-38 16,-9-10-93-16,-1-10-144 0,-2-4-7 0</inkml:trace>
  <inkml:trace contextRef="#ctx0" brushRef="#br0" timeOffset="113983.2">10089 8591 752 0,'0'0'48'31,"0"0"-10"-31,0 0-15 0,113-32-1 16,-54 20-14-16,8 1 1 0,5 3-6 16,0 1-4-16,2 4-4 0,-2 0-13 15,-4 3-34-15,-6-1-95 0,-7-2-158 0,-4-4-21 16</inkml:trace>
  <inkml:trace contextRef="#ctx0" brushRef="#br0" timeOffset="114416.24">11461 8143 653 0,'0'0'64'0,"0"0"-9"0,0 0-8 0,0 0-14 16,0 0-8-1,0 0-7-15,0 0-5 16,0 0-2-16,0 0-2 0,80-60-1 0,-58 69 0 16,12 6-1-16,4 8-1 0,4 4-1 0,7 5-2 15,2 6 1-15,2 5-3 0,0 0 1 16,-3 1-3-16,-4 0 2 0,-8-3-3 15,-10-1 1-15,-9-4 2 0,-10-3-5 16,-9-3 4-16,-9-5-4 0,-14-2-1 0,-9-6-1 16,-7-5-1-16,-3-5 2 0,0-4 1 15,2-3 1-15,1-4 1 0,7-10 3 0,9-4-2 16,4-4 1-16,9-7-3 0,7-2 3 16,3-1-3-1,10 2 3-15,8 3 0 0,3 5-2 0,5 5 1 0,0 9-1 16,2 5 0-16,-1 3-2 0,-2 4-5 15,-2 7-6-15,0 5-13 0,-4 1-15 0,-9-2-31 16,-3 4-74-16,-5-1-147 0,-2 3 0 0</inkml:trace>
  <inkml:trace contextRef="#ctx0" brushRef="#br0" timeOffset="114699.65">11334 8879 825 0,'0'0'39'0,"0"0"-7"0,103-40-9 0,-51 32-8 16,7 3-5-16,6 1-2 0,6 1-3 15,4 0 0-15,0 0-3 0,2 1-1 0,-3-1 0 16,-3 0-2-16,-5 2 0 0,-7-2-1 15,-8-1-2 1,-5 0-1-16,-17 3-1 0,-7-4-2 0,-9 3-3 0,-9 1-4 31,-1-1-7-31,-3-2-10 0,-10 0-13 16,-9 0-28-16,-5 1-87 0,-2 3-135 0,-1 3 9 16</inkml:trace>
  <inkml:trace contextRef="#ctx0" brushRef="#br0" timeOffset="115067.61">11312 9265 810 0,'0'0'40'0,"0"0"-12"0,0 0 0 0,0 0-14 0,0 0-3 16,107-54 2-16,-75 62-6 0,3 8 3 15,-2 3-6-15,3 6-3 0,-1 2 2 0,-3 5-4 16,-2 3 1-16,-4 5 0 0,-4 4-3 0,-8 1 1 31,-5 3 1-31,-9 1-3 0,-9-1 3 16,-10-2-6-16,-10-5 1 0,-2-3-2 16,-6-6 3-16,0-6 0 0,1-5 4 15,4-9 0-15,3-6 1 0,5-6 1 16,6-1 0-16,4-11 1 0,5-5 1 0,9-6-2 15,0-3-1-15,16-1 0 0,4-2-3 0,5 3 1 16,5 4 0-16,3 3-2 0,4 8-6 16,1 4-10-16,-1 7-19 0,-3 0-33 15,-2 3-53-15,-4 5-172 0,-2 1-10 16</inkml:trace>
  <inkml:trace contextRef="#ctx0" brushRef="#br0" timeOffset="115526.22">11966 9517 765 0,'0'0'47'0,"0"0"-3"0,92-47-9 16,-57 40-14-16,1 4-7 0,-4 3-5 0,0 0-5 15,-6 7-2-15,-7 4-2 0,-2 3 0 16,-5 4-1-16,-4 3 2 0,-5 3-3 15,-3 2 0-15,0 0-1 0,-10 1-1 16,-3-1 1-16,1-2 0 0,-2-1-2 16,-1-5 3-16,4-4-2 0,-1-4 1 0,5-3 3 15,4-5 1-15,-1 1 0 0,4-3 2 0,0-1 0 16,0-14-1-16,7-8 2 0,8-10-3 16,5-2 1-1,6-3 0-15,3-2 1 0,-3 1-1 0,6 4 2 0,-5 3-2 16,-4 6 2-16,-7 10-1 0,-4 6-1 15,-8 7 1-15,-4 3-2 0,0-1-1 0,2 1 1 16,-2 11 0-16,0 7 1 0,0 11 2 0,-6 4-2 31,-3 5 1-31,-1 1-2 0,1 4 0 16,2-1-1-16,4-1 2 0,3 0-2 16,0-4 0-16,6-4 0 0,7-4 1 15,9-5 3-15,7-6-5 0,5-4 3 16,7-8-6-16,5-4 0 0,7-2-6 0,-2-11-8 15,3-7-3-15,-4-3-12 0,-5-4-5 0,-7-4-27 16,-6-1-49-16,-9 0-179 0,-9 1-16 16</inkml:trace>
  <inkml:trace contextRef="#ctx0" brushRef="#br0" timeOffset="116499.69">2089 10521 524 0,'0'0'63'0,"0"0"-10"16,0 0-8-16,0 0-9 0,0 0-11 0,0 0-7 16,0 0-2-16,0 0 7 0,0 0-8 0,-65 62 1 15,62-27-6-15,3 5-6 0,0 6 0 16,0 3-2-16,0 4 0 0,3 0-3 15,0 2 2-15,1-4-1 0,-1-2 0 16,0-7 0-16,2-7 0 0,-4-12 0 16,2-9 2-16,-3-8 0 0,0-6 2 0,0 0 3 15,0 0-1-15,4-2-2 0,-4-13-3 0,0-12-1 16,0-14-1-16,0-9 1 0,-7-6-1 16,4-8 1-16,-3-3-2 15,-1-5 2-15,4-2-4 0,0-2-2 0,3-3 2 16,0 2-2-16,3 7 4 0,7 9 2 15,6 14-1-15,9 12 1 0,8 14-1 0,10 9 2 16,7 9 0-16,6 3-1 0,2 8 2 0,-3 2-2 31,-5 4 0-31,-8 1 0 0,-7-1 0 16,-6-2 1-16,-6-2-1 0,-7-2-1 16,-6-3 1-16,-6-3 0 0,-4-2-3 15,3 2-2-15,2 1-5 0,-4-1-13 16,5 1-23-16,-6-3-57 0,0 0-126 0,0 3-63 15</inkml:trace>
  <inkml:trace contextRef="#ctx0" brushRef="#br0" timeOffset="116716.66">1945 10806 696 0,'0'0'43'15,"0"0"-6"-15,0 0-8 16,0 0-11-16,0 0-4 0,0 0-5 0,105-53-3 16,-63 40-2-16,7 3-2 0,2 2-2 15,5 1-4 1,-4 2-1-16,-4 0-5 0,-5 4-16 16,-8 1-18-16,-9 0-24 0,-7 5-29 0,-5 1-51 15,-9 7-112-15</inkml:trace>
  <inkml:trace contextRef="#ctx0" brushRef="#br0" timeOffset="118733.93">2039 11146 462 0,'0'0'89'0,"0"0"-7"0,0 0-14 16,0 0-15-16,0 0-17 0,0 0-12 16,112-3-10-16,-58-6-6 15,1-2-6-15,4-1-3 0,-4 1-3 0,-3-2-4 16,-4 2-10-16,-2-1-19 0,-4 0-22 0,-3 0-28 15,-4 0-24-15,-5-1-13 0,-8-1 22 16,-5-1 29-16,-5-3 47 0,-2-1 36 0,-6-3 29 31,-1 6 27-31,-3-1 25 0,0 6 5 16,0 5-5-16,0 0-19 0,0 0-19 16,0 2-12-16,0-1-15 0,0 0-7 15,0 5-10-15,0-1-3 0,0 1-1 16,0 0 1-16,0 14 1 0,-3 5-1 0,3 7 0 15,0 3-2-15,0 1-1 0,0 1-1 0,-1-1-1 16,1-1 0-16,0 0-2 0,-2-9 2 16,2-1-2-16,-1-7 1 15,1-6-1-15,0 2 1 0,0-8 2 0,-3 0 2 16,3 0-1-16,0 0 0 0,-3 0 0 16,2-10-2-16,1-12 0 0,0-11 0 0,0-7 0 15,4-6-1-15,6-4 2 0,2-1-2 0,5 1 3 16,-1 9-2-16,4 7 1 0,2 12-1 15,-9 8-1-15,4 8 0 16,1 6 1-16,0 4-1 0,3 12 1 0,-1 3 0 31,-3 8 0-31,1 1 0 0,-4 4-2 16,1 1 2-16,-3 2-2 0,-1-1 2 0,-4-2-2 16,6-4 1-16,-3-2-1 0,0-3 1 0,3-5-1 15,3-3 1-15,3-4 0 0,0-3-1 16,4-5 0-16,3-3 0 0,3-2-1 15,1-9 0-15,2-4-1 0,1-6 0 16,-1-6 1-16,0-5-1 0,-3-7 3 16,-3-3-4-16,-5 2 3 0,-2-2 0 0,-3 6 2 15,-4 4-1-15,-2 5 1 0,-3 7 1 0,-4 9 0 16,-2 7 0-16,-1 4-1 0,0-2 0 16,0 2 0-16,0 0-2 15,-11 0 2-15,-5 10-1 0,-4 5 1 0,4 5-1 16,0 5-2-16,3 4 2 0,3 4-3 0,3 2 2 15,4 2-1-15,3-1 2 0,0-1-1 16,4-2 1-16,12-3-3 0,0-5 3 0,4-5-2 31,6-3 1-31,3-7 1 0,4-4-2 16,5-4 0-16,4-2 1 0,1-6-1 16,2-8 2-16,-2-4 1 0,-2-4-1 15,-5-3 1-15,-1-2 0 0,-6-2-2 16,-3-5 1-16,-6 1 1 0,-4 0-2 0,-3 2 3 15,-6 4-1-15,0 8 1 0,-2 9 1 0,-4 1 1 16,1 5-1-16,-1-1 0 0,1 0-3 16,-2 5 0-16,0-2 0 15,5 2 0-15,8 0 3 0,3 0-1 0,9 4 2 16,-2 5 0-16,6 1 2 0,1 4-2 16,-1 3 2-16,6 1-5 0,-3 3 1 0,1 2 0 15,-3 3-1-15,-2 1-2 0,-4 0 1 0,-4 2-1 16,-2-1 1-16,-4-3 0 0,-1-2 0 15,-1-3-1-15,2-3 2 16,1-2-2-16,4-5 1 0,4-2 1 0,0-4-1 16,9-1 0-16,8-3 0 0,4 0 0 15,6-5 0 1,5-8 0-16,6 0 0 0,2-7 0 16,4-3-1-16,1-6 1 0,-3-1-1 0,-1-3 2 15,-8-2-1-15,-7 3 2 0,-7 1-2 16,-10 4 2-16,-6 4 1 15,-10 8 1-15,-6 1 0 0,-4 7 1 0,-5 2-1 16,-1-5 0-16,-3 2-1 0,-7-2 1 16,-10-3-3-16,1 8-1 0,-5 0 0 0,-4 5-1 15,-1 0 0-15,0 8 0 0,0 4 0 0,2 6-3 16,1 6 1-16,6 5-4 0,4 4 1 16,3 3-2-16,6 3-1 15,4-4-1-15,3-2 0 0,3-4-1 0,9-5 0 16,3-4 2-16,5-7 1 0,2-5 3 15,3-5 1-15,-1-3 3 0,2-3 1 0,0-7 1 16,-4-4 1-16,4-6 2 0,-6-3-1 0,2-5 4 31,-5-6-2-31,-1-3 4 0,-1 0 0 16,-3-3 2-16,-3 4 1 0,-3 5 1 16,0 10-1-16,-6 9-1 0,3 7-1 15,-3 5-4-15,0-1-2 0,0 1-2 16,0 0 0-16,-6 4-1 0,-1 13 1 0,-2 10-1 15,-1 11 0-15,7 6 1 0,3 6-1 0,0 7-2 16,6 2 2-16,7 2 3 0,0 1-2 16,4 3 1-16,5 1-3 15,1 2-3-15,3 0 3 0,3 0-2 0,6-1 2 16,-2-5-1-16,6-5 1 0,-6-10 0 16,0-8 0-16,-5-8 3 0,-8-7-5 0,-7-9 2 15,-4-7-3-15,-6-4-2 0,-6-4 3 0,-16 0-2 16,-14-1 4-16,-12-9-1 0,-10-3 0 15,-7-4 0-15,-5-3-1 16,-2-1 2-16,-3-2-1 0,2-1 2 0,5 0 0 16,6-1 0-1,7-2 0-15,11 0 0 16,12-1-1-16,11-1 1 0,12 1-2 0,6-2 0 16,17-1-2-16,15-1 3 0,10 2-2 0,13-2 0 15,7-2-1-15,9-2-2 0,4-2-2 16,5-4-6-16,-1-3 2 15,-2 2-3-15,-8-1 6 0,-4 2 4 0,-14 6 2 16,-5 3 2-16,-11 5 0 0,-8 4 2 16,-5 5-1-16,-9 5 2 0,-7 6 1 0,-2 5-1 15,-4 3 1-15,0-1-3 0,0 1 0 0,0 0 0 16,0 0 0-16,0 0 0 0,0 2-1 16,0 12 0-16,2 6 1 15,8 1-1-15,3 5 1 0,7-3 1 0,3-3-2 16,3-3 0-16,5-4-2 0,-1-3 0 15,3-3 1-15,5-4-1 0,-4-3 2 0,3 0-1 16,-1-11 0-16,-4-3 3 0,-2-2-2 0,-4-7 2 31,-6-6-1-31,-1-4 1 0,-5-5 0 16,-2-2 0-16,-6 2 1 0,2 6 3 16,-5 10 1-16,-1 8 3 0,-1 2 0 15,-1 6-1-15,0 0-2 0,2 1-3 0,-2 5-3 16,0-1-1-16,0 1 0 0,0 2 0 15,0 17 1-15,0 10-1 0,1 13 1 0,2 7-1 16,-3 7 0-16,3 5 0 0,0 6 1 16,0 4 3-16,0 5-3 15,2 4 1-15,0 5-2 0,2 2 1 0,2 1-1 16,2-3-2-16,5-6 3 0,3-7 0 16,0-8 0-16,1-6 2 0,0-6-4 0,-4-10-1 15,-3-8 2-15,-4-12-1 0,-5-9 1 0,-4-5 0 16,-1-1 1-16,-15-3 1 0,-6-2 0 15,-7-2 0-15,-7-16 0 0,-6-6 0 16,0-8-1-16,0-9 0 0,0-8-1 16,8-6-2-1,6-7 1-15,12-4-5 16,11-1 5-16,9 2 0 0,13 5-3 0,12 10 2 16,12 9-7-16,6 11-7 0,8 8-12 0,4 10-38 15,8 4-107-15,1 3-147 0,7-2-7 16</inkml:trace>
  <inkml:trace contextRef="#ctx0" brushRef="#br0" timeOffset="119583.28">8090 10954 635 0,'0'0'55'0,"0"0"-3"15,2-100-9-15,-11 76-6 0,-2 3-10 16,-3 6-8-16,-3 4-6 0,0 7-3 16,-6 4-7-16,-3 1 1 0,-5 18-2 0,-2 8-1 15,-2 11 1-15,2 9-3 0,4 4 2 0,2 1-2 16,5-2 2-16,10-4-1 0,8-6 1 15,4-5 3-15,7-6-3 0,11-4 4 16,5-9-5-16,7-7 0 0,2-4 1 31,6-5 0-31,-1-8 0 0,4-7-5 16,-4-5 5-16,0-4-6 0,-7-3 5 0,-4-4 1 16,-6-2-2-16,-8-3 2 0,-6-7-1 0,-6-3 0 15,-3-5-2-15,-12-1 2 0,-8 1-2 16,-3 5 3-16,-3 5-2 0,-1 9 2 15,1 8-1-15,4 9-1 0,5 6 1 16,3 7-2-16,5 2 1 0,9 0 0 16,0 3 1-16,3 6-1 0,16 3 0 0,12 2 2 15,11-5-1-15,13-6 1 0,11-3 0 0,11 0-1 16,4-9-1-16,3-3 0 0,2-5-1 16,-4-1-1-16,-8-2-1 0,-6-2-7 15,-10-4 5-15,-6-2-5 0,-11 0 6 16,-9-3 2-16,-9 0 2 0,-10-4 1 15,-7-4 0-15,-3 0 3 0,-9-2-3 0,-5 5 3 16,-2 4 1-16,-1 8 0 0,3 9 2 0,-1 6-2 31,0 9-1-31,-2 7 1 0,-2 10 1 16,3 7-2-16,6 8 2 0,4 6-3 16,6 7 1-16,0 5-3 0,4 8 2 15,8 7 4-15,4 11-3 0,0 11 3 16,1 12-2-16,-2 8-3 0,-1 7 3 0,-2 3 1 15,-5 0-3-15,1-2 1 0,-2-4-1 0,0-5-4 16,-3-7 3-16,0-10 3 0,0-11-6 16,0-12 3-16,-3-9-6 0,1-12-5 15,-1-13-2-15,2-8-11 0,-1-10-11 16,2-8-17-16,1 3-17 0,-1-6-65 16,0-3-158-16,3-3 3 0</inkml:trace>
  <inkml:trace contextRef="#ctx0" brushRef="#br0" timeOffset="121532.96">8627 11100 709 0,'0'0'38'0,"0"0"-5"0,0 0-4 15,30-83-4-15,-8 63-6 0,5 2-4 16,8 1-3-16,6 5-4 0,6 3-3 15,1 6-2-15,1 3-2 0,-4 3-1 16,-3 9-1-16,-6 3-2 0,-7 5 1 16,-7 3-1-16,-3 1 0 0,-12 3 4 0,-7 2-5 15,-3 0-1-15,-20 0-4 0,-5-2-3 0,-12 1 5 16,-5-4-4-16,-7-5 6 0,-3-2-2 16,6-6 1-16,1-4 3 0,5-3 2 15,8-4 2-15,10 0 1 0,10 0 2 16,10 0-2-16,5 0 1 0,0 0-2 15,10-4 1-15,9 1 1 0,10-1 1 0,10 2 1 16,4 1-1-16,4 1-1 0,5 0 0 0,1-1 0 31,5-1-1-31,-3-1-1 0,0-3-1 16,0-2 1-16,-2-4 0 0,-3-3-6 16,-1-5 5-16,-4-1-5 0,-2-5 2 15,-4-4 2-15,-1-5-2 0,-5-5 1 16,-4-5-1-16,-5-4 3 0,-5 1 0 0,-7 1 1 15,-3 5-1-15,-8 15 2 0,-1 6-1 0,0 9 0 16,0 5 0-16,-3 3-1 0,-9 4 0 16,-5 9-1-16,-5 10-1 0,1 8 1 15,2 8 2-15,4 4-1 0,1 5 2 16,5 0-2-16,5-1 0 0,4-4-1 0,1-1 3 16,11-6-2-16,7-6 4 0,5-7-3 15,7-5 1-15,3-6-1 0,7-8-2 0,4 0 2 16,1-8-1-16,3-6 0 0,-2-2 0 15,-4-5 0-15,-3-4 0 0,-5-2 1 16,0-3-1-16,-5-4 2 0,-2-2-2 16,-2-1 2-1,-2 4-1-15,2 4 0 16,-4 6 1-16,4 10 2 0,1 5-1 0,-1 8 2 16,0 0-1-16,-2 14-1 0,0 4-1 0,-1 5-1 15,0 4 0-15,-5 2-2 0,2 0 2 16,0-1-1-16,-2 0 1 0,0 1-1 15,0-2 1-15,2-1-1 0,3 1 1 16,2-3-1-16,-2 1 1 0,9-2 4 16,0-2-3-16,2-1 4 0,7-4-6 0,1-1 0 15,7-5 1-15,2-3-2 0,5-4 2 0,3-3-1 16,-1 0-1-16,1-8 1 0,-4-5 1 16,-7-6-6-16,-3-3 6 0,-8-7-6 15,-5-3 5-15,-6-4 1 0,-8 0-1 16,-4-3 1-16,-7 4 2 0,-5 5 0 15,-2 1-1-15,0 5 2 0,-6 3-4 0,-3 4 2 16,1 5 0-16,-4 3-1 0,-1 4 0 0,-6 2 0 31,-5 3-3-31,-4 0 2 0,1 13 0 16,-1 3-1-16,-1 4 3 0,2 6-4 16,1-1 1-16,1 4-2 0,5 2 0 15,4-2 0-15,4-2 1 0,4-8-1 16,5 1-1-16,3-3-2 0,0-3 0 0,3 1 2 15,7-6 2-15,4-5 1 0,5-2 0 0,6-2 2 16,1 0-3-16,1-7 2 0,-1-6 1 16,2-1-1-16,-4-2 2 0,1-4-1 15,-5-2-1-15,0-2 1 0,-5 1-1 16,2-2 1-16,-4 5 2 0,-3 6-2 16,-4 7-1-16,-3 4 0 0,-3 3-2 0,4 0 1 15,7 3 1-15,1 11 0 0,3 4 1 0,-2 5 0 16,-4 3-1-16,1-1 1 0,1 3 0 15,-2-2 0-15,6-1 0 0,0-2 5 16,0-2-5-16,5-2 4 0,0-6-2 16,5-4-1-16,0-6-1 0,4-3 1 15,1 0 0 1,3-10-5-16,-1-7 3 0,-2-4-5 16,-1-5 5-16,-4-6 0 0,-5-4 1 0,-4-7 0 15,-5-7-3-15,-2-4 3 0,-6-5-2 16,0-3 2-16,-3 0-1 0,0 2 1 15,-3 2-2-15,-1 3-3 0,-2 9 3 0,-1 10-3 16,1 12 4-16,5 10 1 16,1 10-1-16,0 4-1 0,-5 0 1 0,-2 0 0 15,-2 10 0-15,-4 8 4 0,3 7-4 0,3 5 4 16,-2 5-3-16,5 3-2 0,2 5 1 16,1 4-1-16,1 6 1 0,0 4-1 15,1 4 2-15,4 2-3 0,5-3 2 0,1-5-1 16,4-5 2-16,7-6 3 15,4-8-3-15,4-7 4 0,5-9-7 0,2-6 2 16,4-10-1-16,-1-4 2 0,1-6 0 0,-1-11-5 16,1-6 4-16,-2-4-4 0,-3-5 4 31,-1-4 1-31,-2-2-2 0,-7-3 2 16,-1-3-1-16,-4 0 0 0,-6 1 1 0,-4 5 0 15,-4 11-2-15,-2 12 2 16,-4 9-1-16,-1 6-1 0,0-2 2 0,-1 2-3 15,-12 6 1-15,-6 13 1 0,-7 6-1 0,4 7 0 16,-1 6 2-16,3 0-3 0,4 2 2 16,3-1-1-16,4-2 0 0,6-4 0 15,3-1 1-15,2-5 4 0,8-1-4 16,7-5 4-16,4-4-5 0,5-4 0 16,4-2 1-16,3-5 0 0,2-3 2 0,2-3-2 15,-2 0 0-15,0 0 0 0,-3-7-1 0,-5-2 2 16,-2-3-2-16,-8-1 1 0,-3-2 1 15,-6 3-6-15,-5-3 6 0,-3-4-5 16,-6 0 2 0,-10-5 2-16,-4 1-1 0,-6 2 2 15,-3-1-1-15,0-1 2 16,0 3-2-16,3-5 1 0,3-1 1 0,8-3 0 16,5-1-1-16,5-1 1 0,5 3-1 0,5 2 1 15,8 6 0-15,9 5 0 0,4 4 1 16,4 7 1-16,6 4-1 0,2 0 1 15,9 9 0-15,3 9-1 0,5 7 0 0,1 5-1 16,-2 5 0-16,4 4-2 16,-6 1 1-16,-2 2-2 0,-6-1 2 0,-7-1-1 15,-6-2 0-15,-8-2 3 0,-10-4-3 0,-6-3 4 16,-7-6-5-16,-7-4 0 0,-5-5 1 16,-6-3-1-16,-3-7 3 0,-2-2-1 15,2-2 0-15,3-8 1 0,1-7-2 16,5-5 1-16,8-6 0 0,4-5-5 15,4-7 4-15,15-6-4 0,7-9 2 0,7-7 3 16,9-2-2-16,6-2 2 0,4 7-2 0,3 8 2 31,0 11-1-31,-6 12 1 0,0 8-1 16,-7 7 0-16,-7 6 2 0,-12 1-2 16,-8 3 0-16,-10 1 1 0,-5 0-2 0,0-2 2 15,0 2-1-15,3 0 0 16,-2 0-1-16,-1 0 1 0,2 0-2 0,-2 0-4 15,-2-1-9-15,-5 1-16 0,-7 0-27 0,-8 0-55 16,-1 1-154-16,-13 2-47 0</inkml:trace>
  <inkml:trace contextRef="#ctx0" brushRef="#br0" timeOffset="121750.84">12177 10564 743 0,'0'0'47'15,"0"0"-12"-15,111-38-2 0,-51 28-6 16,5 1-9-16,6 1-6 0,-1 3-6 0,-3 1-3 16,-6 1-3-16,-9 0 0 0,-6 0-4 0,-10 3-2 15,-11-2-9-15,-11 2-15 0,-7 0-17 16,-7 0-29-16,-8 2-66 0,-8 6-147 15,-10 1-4-15</inkml:trace>
  <inkml:trace contextRef="#ctx0" brushRef="#br0" timeOffset="122583.08">3746 13547 349 0,'0'0'50'15,"0"0"32"-15,0 0 15 0,-44-96-1 16,23 74-22 0,1 4-17-16,3 1-17 0,1 3-12 0,0 5-9 0,6 2-5 15,1 2-4 1,6 4-2-16,-7 1-2 0,0 4-3 16,-2 14-1-16,-5 11 0 0,5 10 0 0,-2 11-1 15,4 9 2-15,1 4-3 0,-1 4 1 16,0 3 5-16,4-1-4 0,-1 3 3 15,3-4-4-15,1-1-2 0,1-2 1 0,2-5 0 16,0-7 0-16,3-6-2 16,3-8 2-16,1-7 0 0,-4-13 2 0,0-6-2 15,0-9 0-15,-3-4 2 0,0 0 1 0,3 0 0 16,1-8 0-16,2-12-2 0,-2-12-1 16,-4-9 1-16,0-7-2 0,-8-6 2 15,-4-7-3-15,3-4-3 0,-4-6 1 0,2-7-3 16,-2-4 1-16,0-2 3 15,1 2-2-15,-2 7 3 0,2 14 0 0,2 16 1 16,3 17 0-16,4 14 0 0,0 10-2 0,3 4 0 31,0-1 0-31,0 1 0 0,3 4 3 16,7 7-1-16,7 3 1 0,5-1 1 16,5-4 0-16,5-1 1 0,12-7 1 0,5-1 0 15,9-6-1-15,5-6 0 16,8-5 0-16,-1-1 0 0,-1-2 0 0,-5 2 0 15,-8 2-2-15,-7 2 2 0,-7 2-2 0,-10 3 1 16,-10 3 0-16,-11 2-1 0,-4 3 0 16,-7 1-1-16,0-2 1 0,0 2-2 15,2 0-4-15,-1 0-8 0,1 0-12 0,-2 0-23 16,1 0-36-16,-1 0-96 16,-3 11-124-16</inkml:trace>
  <inkml:trace contextRef="#ctx0" brushRef="#br0" timeOffset="122850.85">3479 13743 729 0,'0'0'39'0,"0"0"0"0,0 0-4 16,0 0-6-16,0 0-7 0,0 0-6 15,0 0-4-15,0 0-2 0,0 0-3 0,53-9-2 16,-15 3-1-16,4 1-2 16,4 1-2-16,2-1 0 0,-2 2-3 0,-1 0 2 15,0 2-2-15,-5 1-3 0,-5 0-9 0,0 0-14 16,-12 0-22-16,-6 4-30 0,-4 7-36 16,-11 1-97-16,-2 6-80 0</inkml:trace>
  <inkml:trace contextRef="#ctx0" brushRef="#br0" timeOffset="123099.6">3275 14423 703 0,'0'0'43'16,"0"0"8"-16,0 0-3 0,0 0-9 0,0 0-13 15,98-39-7-15,-57 28-5 0,4 5-2 16,4 0-5-16,3 3-2 0,-3 2-1 15,6-1-2-15,0 0-1 0,-4 1 0 0,1-3 0 16,-3 1-2-16,-3 1 1 0,0-3-1 16,-4 0 0-16,-1-2 1 0,-4-1-1 15,-5 1 0-15,-7-1-1 0,-8 2-3 0,-2-1-4 16,-7 2-10-16,-5 2-14 16,3 1-27-16,-6-3-57 0,-3-5-151 0,-4-7-51 15</inkml:trace>
  <inkml:trace contextRef="#ctx0" brushRef="#br0" timeOffset="123616.46">3732 12720 747 0,'0'0'30'0,"0"0"-5"0,0 0 0 0,0 0 0 16,-97-24-6-16,67 31-3 0,-8 12-3 16,0 5-5-16,-3 9 0 0,-3 8-4 15,-2 8 0-15,-2 3-1 0,-1 2-1 0,1-1-2 16,2-1 1-16,1-5-2 0,2-2 3 16,5-3 3-16,2-8-6 0,7-3 6 15,6-10-5-15,11-6 0 16,5-7 1-16,3-5-1 0,4-3 0 0,0 0-1 15,0-2 1-15,7-11-1 0,8-11-3 0,3-7-7 16,0-7 1-16,2-5-8 0,-3-5 4 0,4-7 2 31,0-4 1-31,1-5 6 0,-2 1 0 16,0 3 5-16,-1 9-1 0,-1 9 2 16,-8 17 0-16,-2 10 2 0,-5 10 0 0,-3 5 1 15,0-1 2-15,3 1 1 16,6 0 3-16,4 9 1 0,3 6-1 0,1 3-2 15,5 5 0-15,4 1-3 0,7 2 1 0,6 4 0 16,3 2-1-16,14 0 0 0,5 1-1 16,7-1 0-16,3-2-1 0,4 0-2 15,-7-6 0-15,-7-3-2 0,-8-3 1 0,-8-4-2 16,-7-2 2-16,-3-4-3 16,-8-3 1-16,-7 0-2 0,-11-3-6 0,4 0-9 15,-7-1-13-15,-2-1-28 0,2 1-49 0,-2-1-188 16,8 0-21-16</inkml:trace>
  <inkml:trace contextRef="#ctx0" brushRef="#br0" timeOffset="124151.01">5835 13887 583 0,'0'0'60'15,"0"0"0"-15,0 0-8 0,0 0-13 16,0 0-7-16,0 0-7 0,0 0-5 0,0 0-5 15,0 0 0-15,-22 0-6 0,39 0 2 0,15 0 1 16,17 0-3-16,13-1-2 0,9-2 1 16,10 0-3-16,4-1-1 0,-2 0-1 15,1 1-1-15,-13 0-2 0,-9 0 0 0,-13 0 1 16,-14 1-1-16,-17 1 1 16,-9 1 1-16,-9 0-1 0,0 0 2 0,0 0-1 15,2-2 0-15,-2 2-1 0,0-4-3 0,-5-2 0 16,-9-2-3-16,1 2-7 0,-6 0-9 15,6 2-18-15,-4 4-34 0,-4 0-101 16,3 0-146-16,-8 2 3 16</inkml:trace>
  <inkml:trace contextRef="#ctx0" brushRef="#br0" timeOffset="124366.49">5820 14153 828 0,'0'0'21'0,"0"0"6"16,0 0 1-16,79 1-6 0,-35-1-10 0,5 0-3 15,3 0-4-15,6 0-2 0,0 0-1 16,1 0-2-16,-1 0-3 0,-3 4 1 16,-3 0-5-16,-1-1-11 0,-8-3-22 15,-3 0-49-15,-6-7-216 16,-7-4-26-16</inkml:trace>
  <inkml:trace contextRef="#ctx0" brushRef="#br0" timeOffset="126549.55">9305 13496 498 0,'0'0'65'0,"0"0"-4"0,0 0-5 16,0 0-6-16,0 0-6 0,0 0-6 0,-12-82-7 15,11 79-7-15,-2-2-6 0,0 2-5 0,3 3-6 16,-4 0-1-16,-5 11-1 16,-1 8 1-1,-4 13 0-15,2 6-3 0,5 8 1 16,0 5-3-16,5 3 1 0,2 1-2 16,2 0 2-16,8-3 2 0,4-3-4 15,5-7 4-15,4-7-3 0,6-6-1 0,1-11 0 16,2-7 0-16,6-10-1 0,-2-1 0 0,5-14-1 15,-1-4-2-15,-4-8-7 16,0-1-11-16,-7-6-6 0,-4-2-20 16,-8 0-25-16,-4-3-66 0,-6-3-158 0,-7-6 4 15</inkml:trace>
  <inkml:trace contextRef="#ctx0" brushRef="#br0" timeOffset="126816.3">9201 12835 575 0,'0'0'48'0,"0"0"-1"0,0 0-3 0,0 0-7 16,0 0-11-16,0 0-9 0,0 0-8 0,0 0-2 16,0 0-3-16,-14-33-1 0,25 42-1 15,-2 5-3-15,-5 4 0 0,-4 3-1 16,0 2 0-16,-9-3 0 0,-2-2-1 15,2-6 1-15,-1-3 0 0,1-4-1 16,4-4 1-16,-7-1 1 0,8 0-1 0,-4-8-2 16,1-5-2-16,7-4-5 0,0 0-8 0,9-4-14 15,1 6-30-15,5 8-43 16,-4 2-107-16,7 5-55 0</inkml:trace>
  <inkml:trace contextRef="#ctx0" brushRef="#br0" timeOffset="127316.69">10008 12936 792 0,'0'0'36'0,"0"0"-6"16,24-101-5-16,-16 83-6 0,-5 8-5 0,-2 5-6 15,-1 5-4-15,3 0-3 16,3 12-1-16,1 14 1 0,-1 13 0 0,-3 11 1 16,-3 7-2-16,0 5 1 0,-3 5 5 15,-2 4-4-15,-2 3 3 0,0 4-3 16,4 0-4-16,-1 3 2 0,1-2-3 0,1-8 3 16,2-10-2-16,0-12 2 0,2-15 0 0,1-12-1 15,0-10 1-15,4-9 1 16,6-3 0-16,6-10 2 0,8-12-2 0,1-8-1 15,-1-8 2-15,3-6-3 0,-2-5 3 16,-1-1-1-16,1 2 0 0,-5 5-1 16,0 10 1-16,-3 5-3 0,-5 13 1 0,-7 6 1 31,1 8-2-31,-3 1 2 0,4 8-1 0,3 12 1 16,-4 6 0-16,-2 6 0 0,0 4 0 15,-4 6 2-15,0-2-3 0,-2 0 2 16,1-3-1-16,-1-5-1 0,-1-12 1 15,2-2 0-15,-2-6 0 0,0-8-1 16,1 2 1-16,-1-6-1 0,0 0 1 0,0 0 0 16,0 0-4-16,2 0-6 0,-2 0-13 0,0-5-19 15,-3-13-33-15,-9-6-73 16,-4-11-155-16,-4 0-5 0</inkml:trace>
  <inkml:trace contextRef="#ctx0" brushRef="#br0" timeOffset="127516.54">9672 13271 653 0,'0'0'37'16,"0"0"9"-16,0 0 2 0,0 0-11 16,0 0-5-16,109-32-17 0,-58 20-2 15,6 1-6-15,4 0-4 0,7 4-2 0,1 3-2 16,-1 0-6-16,0 1-9 0,-1 0-30 0,-3 2-75 15,-5-4-178-15,-1-1-24 16</inkml:trace>
  <inkml:trace contextRef="#ctx0" brushRef="#br0" timeOffset="127898.64">11361 12778 751 0,'0'0'35'0,"0"0"0"0,0 0-4 16,-40-78-2-1,36 60-5-15,4 1-8 0,2 2-5 16,7-3 1-16,9 6-6 0,3 4 1 0,8 5-4 16,4 3 0-16,7 11 2 15,6 7-1-15,2 8-1 0,2 4-2 0,-1 8 0 16,-4 5-4-16,-6 5 3 0,-7 5-1 15,-7 2 0-15,-11 1-1 0,-8-4 2 16,-6-4-3-16,-8-3 4 0,-10-8 3 0,-4-3-5 16,-3-7 5-16,-4-7-5 0,2-6 0 0,-1-9 0 15,4-5 1-15,2-1 0 16,6-13-5-16,2-6 3 0,10-5-3 0,4-2 2 16,0-2 3-16,12 1-4 0,6 1 1 15,5 2-2-15,3 7-2 0,1 3-9 16,2 6-9-16,-2 8-10 0,-1 1-19 0,-2 7-23 15,-4 7-44-15,-4 7-76 0,-4-6-83 0</inkml:trace>
  <inkml:trace contextRef="#ctx0" brushRef="#br0" timeOffset="128232.96">11055 13655 753 0,'0'0'37'0,"0"0"-1"16,0 0 0-16,0 0-5 0,0 0-9 0,0 0-9 16,0 0-5-16,0 0 0 0,0 0-1 0,0 0 1 15,0 2 0-15,27 7-3 0,17 0-1 16,11-3-1-16,10-5-1 0,10 1-1 15,6-2 2-15,9 0-3 0,4 0 0 16,1-2 0-16,2-3-1 0,1 3 0 31,-5-3 0-31,-9 1 0 0,-5-1 0 0,-11 2-1 16,-13 0-1-16,-17 0 0 0,-17 3-2 0,-12 0-3 16,-9 0-4-16,0 0-9 0,0 0-14 15,-15 7-23-15,-9 9-55 0,-11 3-182 16,-8 0-18-16</inkml:trace>
  <inkml:trace contextRef="#ctx0" brushRef="#br0" timeOffset="128616.47">11059 14251 863 0,'0'0'24'15,"0"0"1"-15,0 0 0 0,0 0-7 0,23-85-6 16,-5 80-3-16,3 5-2 0,7 3-2 31,4 10 2-31,2 10-5 0,4 9 0 16,2 7-2-16,-2 8-1 0,-2 7 0 16,-4 3 1-16,-6 5 2 0,-6 1-3 15,-10 3 2-15,-5 1-3 0,-5 1-1 0,-12 1 1 16,-7-2-3-16,-8-7 1 0,-5-3-2 0,-7-9 1 15,0-9 1-15,-4-8 3 0,2-9-1 16,3-9 5-16,5-10-4 0,7-5 1 16,5-13 2-16,9-9-4 0,10-6 3 15,4-4-1-15,14-2-1 0,11 1 1 16,7 3-1-16,5 5-1 0,5 4-1 0,0 6-4 16,5 7-6-16,-4 2-9 0,0 6-16 0,-6 2-20 15,-3 0-39-15,-4 0-83 0,-3 2-124 16</inkml:trace>
  <inkml:trace contextRef="#ctx0" brushRef="#br0" timeOffset="128932.93">12000 14188 829 0,'0'0'34'0,"0"0"-3"15,0 0-4-15,0 0-5 0,0 0-8 16,0 0-7-16,0 0-1 0,0 0 0 0,0 0 0 16,79 3 0-16,-75 38-2 0,-1 6-2 0,-3 6 0 15,0 3-2-15,0 3 0 0,0 3 3 16,0 2-3-16,-1 0 2 0,-1 0-2 16,2-3-2-16,0-4 2 15,3-4-1-15,11-9 0 0,2-6 1 0,6-9 0 16,5-9 0-16,5-10 0 0,3-5-2 0,7-5-1 15,0-7-3-15,-2-7-6 0,2-4-5 0,-4-2-10 16,-5-1-15-16,-1-1-24 0,-6 0-55 31,-2 2-117-31,-8-3-71 0</inkml:trace>
  <inkml:trace contextRef="#ctx0" brushRef="#br0" timeOffset="129151.02">11953 14587 749 0,'0'0'53'15,"0"0"-5"-15,0 0-9 0,0 0-9 16,0 0-10-16,0 0-2 16,0 0-5-16,0 0-4 0,98-17-7 0,-43 11 1 0,7 0-5 0,2 2 1 15,4-1 0-15,1 0 0 0,-4 2-4 16,-7-1-10-16,-6-1-38 0,-3 1-131 15,-9-7-142-15,-4-2-27 0</inkml:trace>
  <inkml:trace contextRef="#ctx0" brushRef="#br0" timeOffset="130183.13">13467 7624 42 0,'0'0'-18'16,"0"0"19"-16,0 0 28 0,-87-28 24 0,74 21 23 16,0-2 9-16,5 3 2 0,0-1-5 0,1 0-12 15,4 4-15-15,0 0-11 0,3 3-16 16,-3-1-8-16,3 1-1 0,0 0-1 15,9 9 1-15,10 3-3 0,18 0 0 16,13-6-2-16,16-6-2 0,15-1-4 16,12-8-2-16,4-1-2 0,-2 0 0 0,-5 4-2 31,-10 2-2-31,-9 2 0 0,-11 2 0 0,-11 3-2 16,-12 9 2-16,-11 3 2 0,-8 5 1 15,-10 3 3-15,-8 1 1 0,-5 5 2 16,-10 0 0-16,-3 2 0 0,-3 1 1 15,-2 5-1-15,4 1 3 0,0 4-4 16,2 4 1-16,4 4-3 0,2 3-3 0,5 8 2 16,4 5-3-16,2 9 2 0,6 2-2 0,8 7 1 15,4 4 2-15,5 8-2 0,3 8 1 16,1 7 0-16,2 9-4 0,-3 7 3 16,-2 7 0-16,-1 9-1 0,-5 9-1 15,-3 8 1-15,-1 8 0 0,-2 6-1 16,0 5 2-1,-1 5-3-15,-2 3 0 0,0 2 1 0,-1 1 2 0,1 3-2 0,0 0-1 0,2-1 2 16,-1 3-1-16,3-3 0 0,5 0 0 31,-2-1-2-31,2 0 1 0,1-1 1 16,0 0-1-16,0-1 3 0,-3 3-2 16,-2-2 2-16,1-1 4 0,-3-3-6 0,-1-7 0 15,-4-8 0-15,6-9-1 0,-4-10 1 16,1-14 1-16,1-12-2 0,1-9-2 0,2-12 2 15,-1-10-3-15,1-8 3 0,1-10 1 16,-2-8-2-16,-1-8 5 0,-5-10-5 16,2-5 0-16,-5-10 1 0,-1-4-1 15,0-6 1-15,-3-4-1 16,0-2 1-16,-7-2-2 0,-2-1 3 0,-3-3-2 0,-5-5 1 16,-4-5 1-16,-6-1-2 0,-7-3-1 0,-7-1 2 15,-7-6-1-15,-11-4 0 0,-10 0 0 16,-11 1-1-16,-8 0 2 0,-8 5 0 15,-7 2 0-15,-6 1 0 0,-8 2-5 16,-9 3-2 0,-4 4-3-16,-6 3-5 0,0 0-7 15,1 1-13-15,0-2-36 0,7-2-89 16,4-5-151-16,13-2-5 0</inkml:trace>
  <inkml:trace contextRef="#ctx0" brushRef="#br0" timeOffset="178800.84">17442 6809 260 0,'0'0'57'0,"0"0"-3"16,0 0-3-16,0 0-6 0,0 0-7 0,0 0-5 15,0 0-6-15,0 0 0 0,0 0-1 0,-27-71-3 16,25 67-7-16,2-1-4 0,0 5-5 15,0 0 4-15,0 15 4 0,4 13 4 16,1 15-2-16,1 7-4 16,-2 8-5-1,-1 4 1-15,1 0-4 0,-1 2 2 16,3-1 3-16,0-1-4 0,1-2 2 0,0 0-4 16,3-4-2-16,-1-1 1 0,0-4-1 0,-2-2 1 15,3-7-2-15,-4-7 1 0,1-6 0 16,-3-9-2-16,-1-10 0 0,-1-5 2 15,-2-5-2-15,0 0 0 0,0 0 3 0,0 0-1 16,0 0-2-16,0 0-4 16,0-3-6-16,0-14-14 0,-9-7-20 0,-1-13-24 15,-6-5-38-15,0-4-47 0,-1-7-107 0</inkml:trace>
  <inkml:trace contextRef="#ctx0" brushRef="#br0" timeOffset="179133.15">17279 6750 373 0,'0'0'68'0,"0"0"-4"16,0 0-12-16,0 0-10 0,0 0-10 16,0 0-8-16,0 0-4 0,0 0 0 0,0 0 0 15,30-60 0-15,8 49-2 16,11-3-1-16,7 2-5 0,9-1 0 0,8 3-5 15,2 0-3-15,-1 2-1 0,-3 0-2 0,-6 4 0 16,-6-1 0-16,-9 3-1 0,-10 2-1 16,-16 0 1-16,-7 0 0 0,-11 0 0 15,-6 0 1-15,0 0-1 0,0 0 2 0,2 0-1 16,-1 0 0-16,0 0 1 16,1 0-1-16,-2 0-1 0,0 0-2 0,1-1-3 15,-1 1-9-15,0 0-17 0,0 0-23 0,-5 3-37 16,-8 8-83-16,-2 7-107 0</inkml:trace>
  <inkml:trace contextRef="#ctx0" brushRef="#br0" timeOffset="179499.57">17410 7245 466 0,'0'0'57'0,"0"0"-9"0,0 0-9 16,0 0-10-16,0 0-8 0,0 0-2 16,0 0 3-16,0 0 3 0,0 0 1 15,0 0 0-15,-16 6 0 16,31 1-5-16,7 3-2 0,5-3-4 15,3-1-4-15,8 1-4 0,4-3-2 0,6-1-1 0,4 0-1 16,0 0 1-16,0-1-3 0,-3-1-1 0,-6-1 1 31,-6 2-3-31,-11-2 2 0,-6 0 1 16,-9 0-1-16,-5 0 0 0,1 1-1 16,-7-1-1-16,0 0 0 0,0 0-2 15,2 0 0-15,-1 0-5 0,-1 1-11 16,0 6-23-16,0 5-29 0,-5 1-71 0,-6 5-154 15,-3-1 3-15</inkml:trace>
  <inkml:trace contextRef="#ctx0" brushRef="#br0" timeOffset="179899.94">17425 7845 559 0,'0'0'43'0,"0"0"6"16,0 0-5-1,0 0-10-15,0 0-14 0,0 0-9 16,0 0-6-16,0 0 1 0,0 0 1 0,0 0 1 16,-34 4 5-16,25 8-8 0,3 2 4 0,1-5-5 15,2 3 1-15,2-1 0 0,1-1-1 16,0 5-1-16,7-2 3 0,10-1 1 15,9-3 2-15,11-6 1 0,11-3-1 0,14 0-1 16,10-6-2-16,6-2 0 16,4-1-1-16,-2 2-1 0,-3 0-2 0,-9 3-1 15,-9 3-2-15,-9-1 1 0,-11 2 0 0,-13 0-1 16,-11 0 2-16,-7 0-2 0,-8 0 0 16,0 0 0-16,0 0 0 0,0 0 1 15,0 4 0-15,-2 1-1 16,-7 3-3-16,0-3-7 0,1 0-17 0,-2 1-35 15,1-3-98-15,2 0-150 0,-5-3-7 0</inkml:trace>
  <inkml:trace contextRef="#ctx0" brushRef="#br0" timeOffset="180642.94">15934 7028 212 0,'0'0'70'0,"0"0"-2"16,0 0-8-16,-78-26-3 0,72 24-4 15,0 1-3-15,6 1-7 0,-1-2-7 0,1 2-7 16,-3 0-6-16,3-1-3 0,0 1-3 0,0-5-3 15,13-2-1-15,9-2 0 0,11-3 1 16,7 2-5-16,7 0 1 0,6 1-2 16,3 1-1-16,4 0-2 0,-1 4-2 15,-4-1-3-15,-6 4 0 16,-8 1-1-16,-14 0 0 0,-7 0-1 0,-8 1-1 0,-6 1 1 16,-2 0-2-16,-4-2-2 0,0 4-4 0,-3 7-8 15,0-3-9-15,-7 5-12 0,-1-6-16 16,-1-3-17-16,-2 1-18 0,-4 0-20 15,2 0-4-15,-7 1 7 0,2-2 14 16,0 2 36-16</inkml:trace>
  <inkml:trace contextRef="#ctx0" brushRef="#br0" timeOffset="180899.68">16229 7002 16 0,'0'0'40'0,"0"0"15"0,0 0 11 16,0 0 12-16,0 0 8 0,0 0 3 0,0 0-12 16,0 0-11-16,0 0-15 0,-67 9-9 15,66-9-9-15,1 0-5 0,-2 2-6 16,-2 2-1-16,-3 5 1 0,3 7-5 15,-1 5-1-15,4 8-2 0,1 3-4 16,0 7 0-16,0 7 2 0,1 3-5 0,4 9 3 16,-1 4-6-16,3 5-3 0,-1 2 2 0,0-4-3 15,0-3 2-15,-1-7-2 0,4-8 0 16,-3-7 0-16,1-6 0 0,-1-5 5 16,-2-11-4-16,-1-7 3 0,0-7-5 15,-3-4-1-15,0 0 1 0,3 3 0 16,-2 0-3-16,5 0-10 0,-3 1-13 0,0-4-34 15,1 0-52-15,-1-4-138 0,7 1-54 0</inkml:trace>
  <inkml:trace contextRef="#ctx0" brushRef="#br0" timeOffset="181199.7">16558 7668 648 0,'0'0'50'16,"0"0"-2"-16,0 0-11 0,0 0-9 15,0 0-8-15,0 0-8 0,0 0-5 16,0 0-3-16,0 0-2 0,0 0 0 0,-8-37-1 16,10 38 0-16,1 9-1 0,0 2 0 0,-3 2 0 15,0 4-1-15,0-5 1 0,-1 3 0 16,-4-7 0-16,-1-2 1 0,0-2-1 15,1-3 1-15,-3-2 0 0,-1 0 0 16,-1-9 0-16,-2-5-1 0,5 2-1 31,4-3-3-31,2 3-1 0,1 1-7 0,0 0-22 16,6 7-32-16,7 3-88 0,1 2-150 0</inkml:trace>
  <inkml:trace contextRef="#ctx0" brushRef="#br0" timeOffset="181599.93">19432 7338 594 0,'0'0'54'0,"0"0"-3"0,0 0-8 0,0 0-8 16,0 0-7-16,0 0-7 0,0 0-4 0,0 0-1 15,84-64-3-15,-31 50-2 0,15 0-3 16,7 1-8-16,9 1 4 0,1 2-7 16,-2 1 3-16,-2 4 0 0,-10 1 0 15,-9 3-1-15,-10 1-1 0,-10 0 1 16,-16 0-2-16,-6 0-2 0,-8 3-6 0,-8-2-6 16,-4 5-18-16,-3 2-23 0,-11 4-40 0,-12 2-100 15,-7-2-97-15</inkml:trace>
  <inkml:trace contextRef="#ctx0" brushRef="#br0" timeOffset="181799.77">19442 7652 681 0,'0'0'54'0,"0"0"1"0,0 0-9 16,85-37-14-16,-34 21-13 0,3-3-9 15,6 3-4-15,3 1-3 0,3 1-2 16,-1 1 0-16,1 3-3 0,2 1-2 0,3 3-7 16,1 1-19-16,2 2-47 0,1-1-126 0,-4-4-119 15</inkml:trace>
  <inkml:trace contextRef="#ctx0" brushRef="#br0" timeOffset="182250.78">21373 6459 473 0,'0'0'56'0,"0"0"-5"16,0 0-11-16,0 0-8 0,0 0-2 0,0 0-4 16,0 0 4-16,0 0-1 0,0 0-1 0,-25 97-4 15,24-52-9-15,1 7 1 0,0 9-8 16,-2 7-3-16,1 8 1 0,-2 2-3 15,0 1 2-15,-2-1 1 0,1-5-3 16,-1-5 2-16,2-7-5 0,1-6 0 16,1-9 1-16,1-3-1 0,0-7 1 0,0-5-2 31,0-10 1-31,1-4 0 0,2-7 0 0,-1-5-1 16,-1 0-2-16,-1-5-3 0,0 0-8 15,4 0-19-15,5-7-36 0,1-9-85 16,3-10-158-16,-6-9 12 0</inkml:trace>
  <inkml:trace contextRef="#ctx0" brushRef="#br0" timeOffset="182599.68">21849 6717 569 0,'0'0'63'15,"0"0"-9"-15,0 0-9 0,0 0-14 16,0 0-12-16,0 0-8 0,0 0-4 0,0 0-3 15,0 0 1-15,-71 42-3 0,25-5-1 0,-4 3-1 16,-5 8 0-16,-1 0-2 0,1 2 3 31,1-1-3-31,1-3 2 0,5-4 4 16,2-6-4-16,7-5 4 0,7-10-3 16,10-7 0-16,12-7 1 0,6-4 1 15,4-3-1-15,0-3-5 0,4-11 4 0,12-5-5 16,10-2 3-16,7 6 3 0,4 5-1 0,4 8 3 15,0 2-1-15,2 7 1 0,3 6 1 16,1 4 5-16,2 3-7 0,-2 1 5 16,1 2-7-16,-2-2-1 0,-3-1 1 15,-4-2-1-15,-3-1 0 0,-2-3-1 16,-3-2-2-16,-5-1-2 0,-3-1-8 0,0 0-21 16,-1-1-36-16,-6-1-87 0,4-2-148 0</inkml:trace>
  <inkml:trace contextRef="#ctx0" brushRef="#br0" timeOffset="182866.44">22515 7351 696 0,'0'0'33'0,"0"0"-3"0,0 0-4 16,0 0-6-16,90-33-7 0,-73 33-3 15,-1 0-3-15,1 0-4 0,-4 4-2 16,-2 4 0-16,-3 0-2 0,1 4 1 0,-6-4 0 16,-3 3-2-16,0 6 1 0,-5-3-1 0,-1-1 0 15,-5-2 1-15,5-3 0 0,-4-5 1 16,1 1 0-16,-2-4-1 0,2 0-2 16,2-6-3-16,-2-2-8 0,5-7-16 15,2-6-20-15,2 0-36 0,3-5-84 16,10 3-116-16</inkml:trace>
  <inkml:trace contextRef="#ctx0" brushRef="#br0" timeOffset="183382.94">23228 6663 703 0,'0'0'41'0,"0"0"-8"15,0 0-4-15,0 0-9 0,0 0-5 16,0 0-6-16,0 0-1 0,0 0-3 16,0 0 1-16,58 16-2 0,-51 26 1 15,0 9-3-15,-4 6-1 0,-2 3-2 16,-1 4 3-16,0-2-3 0,0 1 3 0,0-6 3 16,-1-2-6-16,-2-6 5 0,-1-9-4 0,1-4-2 15,2-13 4-15,1-10-2 0,0-7 0 16,0-6 0-16,0 0 3 0,0 0 1 15,0 0-1-15,0-1 0 0,0-13-2 16,0-12-2-16,0-11 0 0,0-9-4 16,-6-10 2-1,-9-11-4-15,-5-9 2 0,-6-6 0 16,-6-2 1-16,-1 5 3 0,0 10-1 0,2 12 3 16,4 15-1-16,7 10-4 0,8 14 5 15,5 7-6-15,5 8 5 0,2 3 4 16,10 0-6-16,13 4 7 0,15 6-5 15,10 0 0-15,10-1 1 0,10-1 1 16,7-2-1-16,6-6 0 0,5 0 1 0,2-1-1 16,0-9 1-16,-6 0 1 0,-8-2-2 0,-10 1-4 15,-14-1 4-15,-11 3-5 0,-14 1 6 16,-11 4-1-16,-8 2 0 0,-6 2-1 16,0-1-3-16,0 1-1 0,-14 0-2 15,-8 0-5-15,-10 7-9 0,-4 7-18 16,0 4-37-16,-2 4-71 0,2 3-154 0</inkml:trace>
  <inkml:trace contextRef="#ctx0" brushRef="#br0" timeOffset="183599.92">23271 7046 693 0,'0'0'44'15,"0"0"-2"-15,107-9-7 0,-59 6-9 16,1 0-8-16,2 1-8 0,-1 2-4 16,-2 0-5-16,-2 0 0 0,-7 0-2 15,-2 0 0-15,-9 0-1 0,-7 3-6 16,-11 0-7-16,-3 4-16 0,-7 1-19 0,0 5-25 16,-12 6-43-16,-15-1-79 0,-11 6-86 0</inkml:trace>
  <inkml:trace contextRef="#ctx0" brushRef="#br0" timeOffset="183766.5">23138 7522 624 0,'0'0'82'0,"0"0"-10"0,0 0-17 16,0 0-18-16,117-2-14 0,-60-9-7 0,6 0-5 16,4 2-3-16,2 2-3 0,1 0-2 15,-2 2-3-15,-5-2-1 0,-1 4-1 16,-4 0-5-16,-1 3-17 0,-7 0-32 15,-3 0-111-15,-7 0-156 0,-7 0-10 16</inkml:trace>
  <inkml:trace contextRef="#ctx0" brushRef="#br0" timeOffset="184233.27">24781 6574 569 0,'0'0'46'0,"0"0"6"16,0 0-2-16,0 0-5 0,0 0-5 15,0 0-12-15,0 0-9 0,0 0-9 16,0 0-2-16,12 0-2 0,-12 18 1 0,0 11 0 16,0 12 1-16,0 6-3 0,-2 8 0 0,2 7-2 15,0 3 3-15,0 2-2 0,0 3 2 16,2-2 1-16,3 0-3 0,5-1 1 15,3-3-3-15,2-3-2 0,2-4 2 16,2-5-2-16,-3-7 1 0,3-5 0 16,-5-10 0-16,1-6-1 0,-5-10 1 0,-4-5-1 31,-3-5 0-31,-3-4 0 0,0 0-2 0,4 0-4 16,1-7-7-16,0 0-15 0,-4-11-21 15,-1-5-44-15,-14-1-81 0,-5-11-138 16</inkml:trace>
  <inkml:trace contextRef="#ctx0" brushRef="#br0" timeOffset="184433.13">24393 7135 652 0,'0'0'48'15,"0"0"-10"-15,0 0-10 0,0 0-2 16,0 0-7-16,87-82-1 0,-29 66-4 0,11-1-4 15,12 3-4-15,10 4-4 0,5 1-1 0,4 4-3 16,4 1-2-16,3 2-5 0,-1 2-17 31,-4-1-33-31,-5 1-70 0,-13-5-174 16,-8-2-8-16</inkml:trace>
  <inkml:trace contextRef="#ctx0" brushRef="#br0" timeOffset="184950.24">26145 6561 731 0,'0'0'46'0,"0"0"-1"15,0 0-15-15,0 0-5 0,0 0-8 16,0 0-6-16,0 0-5 16,0 0-5-16,0 0 1 0,0 0-1 0,1-10 4 0,-1 51-1 0,0 10 0 15,0 10-1-15,0 6-3 0,0 8 1 16,0 2-1-16,0 0 2 0,0-2 2 15,3-4-3-15,0-4 3 0,0-6-5 16,1-8 0-16,3-5 1 0,-1-8 0 16,0-7 0-16,-2-11 0 0,-1-10-1 0,-1-6 1 31,-2-6 0-31,0 0 2 0,0 0-1 0,1 0 0 16,1-14-3-16,-2-10-1 0,0-13-2 15,-11-8-2-15,-5-8-3 0,-7-11-4 16,-4-9 3-16,-5-9-3 0,-3-11 4 15,-4-5 4-15,2-5 0 0,1 3 2 16,7 5 4-16,7 10-2 0,9 16 3 0,7 12 0 16,6 18-1-16,0 16 1 0,10 13 0 0,10 8 0 15,9 5 2-15,10 11-2 0,5 6 1 16,3 3 1-16,2 5 2 0,1 3-3 16,0 0 1-16,-3 4 3 0,-4 1-6 15,-7 2 4-15,-10 2-4 16,-10-2 0-16,-11 1 0 0,-7-1-1 0,-15-3 0 0,-14-2 0 15,-10-2 0-15,-9-5 0 0,-6-5 0 0,-3-6-2 16,-2-4 0-16,2-4-5 0,4-5-6 31,7-1-13-31,5-1-21 0,8 2-33 16,11 4-56-16,7 0-156 0</inkml:trace>
  <inkml:trace contextRef="#ctx0" brushRef="#br0" timeOffset="185183.09">26729 7416 795 0,'0'0'28'0,"0"0"-1"15,0 0-5-15,0 0-6 0,0 0-4 16,52-77-4-16,-45 71-3 0,-4 3-3 15,0 1-1-15,-3 2-3 0,0-1 1 16,0 1-1 0,0 0-1-16,0 0-3 0,-3 6-7 15,-4 3-17-15,-2 5-30 0,5-5-72 16,2-3-176-16,1 0-10 0</inkml:trace>
  <inkml:trace contextRef="#ctx0" brushRef="#br0" timeOffset="185699.92">27157 6722 711 0,'0'0'35'16,"0"0"-2"-16,0 0 0 0,0 0-7 16,0 0-8-16,0 0-6 0,0 0 0 15,0 0-4 1,75 89-2-16,-61-44-2 0,-3 8 0 0,-3 6-1 0,-1 4 1 0,-4-1 0 15,0-1-3-15,-1-4 2 0,-1 0-5 0,1-7 1 16,1-3 1-16,-1-6 0 0,1-7 1 31,-1-11-1-31,1-3 1 0,-2-9-1 16,1-7 1-16,-1 2 0 0,-1-6 2 16,0 0 0-16,0 0-1 0,3 0-1 15,-2-15-1-15,-1-7 0 0,0-13-2 0,-1-5 1 16,-14-7-2-16,-3-6-6 0,-7-10 0 0,-4-7-5 15,-3-8 1-15,2-7 2 0,2 2 0 16,7 4 6-16,5 10-1 0,4 16 5 16,7 18 0-16,2 15 1 0,3 8 2 15,0 9-2-15,7-1 2 16,13 2-1-16,6 2 2 0,10 3 0 0,2 5-1 0,3-2 3 16,3-2 0-16,3-1 0 0,3-1 2 0,3-2-1 15,5 0-1-15,-1 0 0 0,1-6-1 16,-5 2-1-16,-2-3 1 0,-9 1-4 15,-6 2 1-15,-13 1-1 0,-8 1-2 16,-8 2 1-16,-7 0-1 0,0-2 0 16,0 2 0-1,0 0-2-15,-9 7-1 0,-4 6-7 16,-7 6-11-16,-1 0-22 0,1 5-31 0,-3 0-77 16,3 1-149-16</inkml:trace>
  <inkml:trace contextRef="#ctx0" brushRef="#br0" timeOffset="185967.61">27041 7187 713 0,'0'0'46'0,"0"0"-11"0,0 0-2 15,0 0-6-15,0 0-8 16,110-36-4-16,-65 36-4 0,7 0-2 0,4 0-3 0,1 0-3 15,-1 3 0-15,-2-2-2 0,-4 3 2 0,-6-3-5 16,-5-1 2-16,-6 1-2 0,-10-1 0 31,-9 0 0-31,-8 0-6 0,-6 0-11 16,0 0-12-16,0 0-20 0,0 8-30 16,-13 1-68-16,-7 6-149 0</inkml:trace>
  <inkml:trace contextRef="#ctx0" brushRef="#br0" timeOffset="186232.91">27184 7718 737 0,'0'0'55'16,"0"0"-12"-16,0 0-6 0,0 0-13 0,0 0-7 15,86-1-3-15,-52 1-5 0,1 6 0 16,4 2-1-16,3 1-2 0,9-2-1 15,3-1 0-15,7 1-2 0,7-3 0 16,3 0-2 0,4-2 0-16,1-2-1 0,-3 1 1 15,-3-1-2-15,-10 0 2 0,-9 0-2 16,-11 0 1-16,-14 0-1 0,-12-1-3 0,-9 1 1 16,-5 0-5-16,0-2-7 0,-5 2-5 15,-15-3-18-15,-11 2-40 0,-8 0-171 16,3 1-86-16</inkml:trace>
  <inkml:trace contextRef="#ctx0" brushRef="#br0" timeOffset="192016.46">21832 9308 199 0,'0'0'59'0,"0"0"5"16,0 0 2-16,18-99-4 0,-11 75-9 16,-1-1-3-16,0 3-8 0,-2 5-2 0,-1 0-2 15,-2 6-5-15,-1 6 0 0,2 0-4 16,-2 5-5-16,0-1-5 0,0 1-7 16,0-2-6-16,0 0-1 0,0 2 1 15,1 4 1-15,5 18 5 0,-2 14 1 0,3 16-5 16,2 9 3-16,1 9-10 0,3 6 2 15,3 4 1-15,2 3-3 0,0 1 3 16,0-4-4-16,0-3 4 0,-3-8 1 0,-1-4-3 31,-2-7 3-31,-1-6-4 0,-3-7-1 16,-2-8 1-16,-3-11-2 0,-2-7 0 16,0-7 0-16,-1-5 2 0,2-1-1 0,-2-6 1 15,0 0 0-15,0 0-1 0,0 0-3 16,1 0-9-16,2 0-12 0,1-11-18 0,1 1-40 15,-2-7-75-15,0-3-150 0,-2-2 12 16</inkml:trace>
  <inkml:trace contextRef="#ctx0" brushRef="#br0" timeOffset="192367.59">21872 9608 537 0,'0'0'61'0,"0"0"-9"0,0 0-5 15,0 0-10-15,0 0-10 0,0 0-8 16,0 0-6-16,0 0-3 0,0 0-3 0,2-44 2 16,24 30 1-16,6 4 1 0,6 4-1 15,4 4-1-15,1 2-2 0,0 0-3 16,-2 10-2-16,-6 3-2 0,-5 6 0 15,-5 1-1-15,-6 5 0 0,-7-1 0 0,-7 4 0 16,-5-3 1-16,-9 0 3 0,-10-1-3 16,-5-1 0-16,-5-4-1 0,-6 0-1 0,-3-4-2 15,-2-5 0-15,-3-1-2 0,1-2-2 16,2-6-2-16,5-1-6 0,4 0-3 16,8-1-8-16,6-4-8 0,6-2-16 15,4 0-33-15,3 4-52 0,4-6-71 0,0 3-51 16</inkml:trace>
  <inkml:trace contextRef="#ctx0" brushRef="#br0" timeOffset="192800.04">22476 8692 522 0,'0'0'56'16,"0"0"-1"-16,0 0-4 0,0 0-8 15,0 0-10-15,106-77-6 0,-73 73-4 0,6 4-5 16,-2 0-6-16,-2 7-4 0,-5 8-6 16,-5 4 0-16,-7 7-2 0,-6 7 0 0,-4 8-1 15,-8 8 1-15,-5 7-1 0,-12 3 1 16,-9 0-3-16,-6 1 3 0,-4-6 2 15,-6-3-3-15,-1-3 3 0,-1-6-4 16,4-4 2 0,1-5-1-16,10-5 1 0,7-4 1 15,9-9-1-15,12-1 3 0,5-2-1 16,19-3 1-16,13 1 0 0,13-6 0 0,14-4 1 16,8 0-1-16,9-4 1 0,6-7-2 15,-1 0 0-15,2-1-2 0,-8 0 1 16,-9 1-1-16,-12 2 2 0,-13 1-2 15,-15 4 0-15,-14 1-1 0,-9 3-3 0,-7 0-5 16,0-1-10-16,0 1-13 0,-10 4-22 16,-12 10-23-16,-8 5-53 0,-2 7-94 0,-6 1-53 15</inkml:trace>
  <inkml:trace contextRef="#ctx0" brushRef="#br0" timeOffset="193216.36">21415 10680 506 0,'0'0'48'16,"0"0"-1"-16,0 0 1 0,0 0-2 16,0 0-7-16,0 0-8 0,0 0-7 15,0 0-8-15,0 0 0 0,0 0-1 0,-25 0 0 16,65 0-1-16,24-2-4 0,18-2-4 16,20-2 0-16,13-2 0 0,14-1-1 0,9 1-1 15,5 0-2-15,0 1-1 0,-4 1 0 16,-6 0-1-16,-10 1 4 0,-11 2-4 15,-13 0 0-15,-15 2 0 0,-18 0-2 16,-17 1 2-16,-19 0 0 16,-15 0 0-16,-9 0-1 15,-6 0 0-15,0 0-3 0,-3 0 0 16,-15 0-2-16,-8 0-7 0,-8 2-10 0,-1 6-22 16,3 6-29-16,0-1-65 0,3 7-157 15,1 0 1-15</inkml:trace>
  <inkml:trace contextRef="#ctx0" brushRef="#br0" timeOffset="193633.2">21650 11337 588 0,'0'0'9'0,"0"0"9"0,0 0 12 0,0 0 8 0,0 0 5 15,0 0-10-15,0 0-8 0,49-77-3 0,-25 69-5 16,6 0 0-16,5 6-3 0,3 0-1 16,3 2-4-16,0 3-3 0,0 6-2 31,-1 5-2-31,-6 2-1 0,-3 6 1 16,-7 5-4-16,-2 5 1 0,-9 6-1 0,-7 7 2 15,-6 6-1-15,-6 5 3 0,-13 3-3 16,-7 0 2-16,-10-1-3 0,-3-2 1 0,-3-3 5 15,-3-3-3-15,3-4 3 0,4-8-3 16,7-6-2-16,6-8 0 0,9-9 0 16,9-6 2-16,7-3 0 0,10-3 2 15,18-2-1-15,16-1 0 0,14-4 0 0,10-8-2 16,8-3 1-16,6 0-1 0,2-2 0 16,-2 2-1-16,-4 0 0 0,-5 1-2 0,-10 3-2 15,-6 1-11-15,-8 2-23 0,-7 4-40 16,-9 0-95-16,-8 3-136 0</inkml:trace>
  <inkml:trace contextRef="#ctx0" brushRef="#br0" timeOffset="194300.65">22687 11585 726 0,'0'0'40'0,"0"0"-1"16,0 0-3-16,27-81-6 0,-22 72-10 16,-2 4-7-16,0 2-7 0,-3 3-2 0,0-1-3 15,5 1-1-15,4 7 0 0,5 8 1 16,1 12-1-16,-4 3 0 0,-2 3-1 16,-1 5 2-16,-3 0-2 0,-2 0 2 15,1 1-2-15,-4-2 2 16,0-2 2-16,0-3-4 0,-1-4 5 0,-3-8-5 0,-2-3 1 15,2-8 0-15,1-4 3 0,1-1-1 0,2-4 3 16,-1 0 1-16,1 0-1 0,-2-15-2 31,2-10-5-31,0-11 2 0,5-8-3 16,5-4 3-16,4-5 1 0,4-2-2 16,3 5 1-16,5 5 0 0,3 10 0 0,2 8-1 15,0 12 0-15,1 10-2 0,0 5 2 16,-2 4 2-16,-2 10-2 0,-4 7 3 0,-5 3-3 15,-1 3 0-15,-5 2 1 0,-3 2 0 16,-6 1 0-16,-3-2 4 0,-1 0-5 16,-2-3 2-16,-8-2-1 0,-2-6-2 15,3-3 2-15,-2-5 2 0,5-6-1 0,3-2 2 16,0 0 1-16,3-3-3 0,0 0 3 16,0-13-1-16,0-10 0 0,9-10-3 0,7-7 1 15,1-4-2-15,6-4 1 0,5 0 0 16,2 6 1-16,3 4 1 0,1 9-1 15,-3 6-1-15,0 8 1 0,-4 6-1 16,-4 6 1-16,-2 3-1 16,-1 0 1-16,-3 9 0 0,-1 5 0 0,0 4-1 0,0 6 0 15,0 5 2 1,-2 4-2-16,-1 4 2 0,-3 3-2 16,-1 0 0-16,-1 0 0 0,-3-1 1 15,-2-2-1-15,-2-4 0 0,-1-4 4 16,0-8-5-16,0-4 4 0,0-5-2 15,0-7-2-15,0 1 3 0,0-6-2 0,0 0 1 16,0 0 0-16,0 0-3 0,0 0-4 16,3-4-8-16,8-10-16 0,1-4-36 0,0-2-116 15,1-2-146-15,0-3-9 0</inkml:trace>
  <inkml:trace contextRef="#ctx0" brushRef="#br0" timeOffset="194850.83">25210 10114 524 0,'0'0'53'16,"0"0"-2"-16,0 0-1 16,0 0-4-16,0 0-11 15,0 0-11-15,0 0-6 0,0 0-6 16,0 0 0-16,0 0 0 0,9-17 2 0,-5 39 0 16,1 15-1-16,1 7-5 0,1 5 0 15,-3 4-3-15,2 0 1 0,0 0-3 16,1-1 0-16,0-4 5 0,0-2-7 15,-1-4 3-15,2-2-2 0,-4-4-4 0,3-3 3 16,-4-2-2-16,0-10 1 0,0-3 0 16,-2-6 0-16,-1-5 0 0,2-1 0 0,-2-6 0 15,0 0 0-15,0 0-2 0,0 1-2 16,1-1-12-16,-1 0-12 0,0 0-27 16,0-6-37-16,-6-7-78 0,-3-7-134 15</inkml:trace>
  <inkml:trace contextRef="#ctx0" brushRef="#br0" timeOffset="195150.84">24765 10554 656 0,'0'0'41'0,"0"0"0"0,0 0-7 16,0 0-1-16,0 0-7 0,0 0-4 0,0 0-6 15,96-32-3-15,-46 29-4 0,11 0-3 16,5 3-2-16,10-2-1 0,5 2-1 16,5-1-1-16,4-2 1 0,1 0-2 15,0-2-1-15,-3 1-1 16,-9-1-1-16,-10 1 1 0,-10 1 1 0,-11-1 0 0,-18 1 1 16,-12 2-1-16,-10 1 0 0,-8 0 1 0,0-2-3 15,0 2 0-15,0-4-1 0,-1-4-4 16,-5 1-5-16,-5-4-9 0,3 5-24 15,2 3-38-15,-4-3-115 0,6 4-109 16</inkml:trace>
  <inkml:trace contextRef="#ctx0" brushRef="#br0" timeOffset="196816.67">26567 9890 611 0,'0'0'59'16,"0"0"-14"-16,0 0-4 0,0 0-4 16,0 0-7-16,0 0-7 0,0 0-6 15,0 0-7-15,0 0-3 0,0 0-2 16,6-74 1-16,8 86 0 0,9 11 2 0,3 12 2 16,2 9-4-16,2 12 2 0,0 9-4 0,1 10-2 15,-1 7 2-15,2 2-4 0,0-2 2 16,0-4 2-16,1-4-4 0,-1-7 3 15,1-5-3-15,-3-8 0 0,-2-8 2 16,-4-6-1-16,-5-9 2 0,-4-12-2 16,-8-7 1-1,-3-7 2-15,-4-5 2 0,3-1-1 16,3-15 0-16,4-11-1 0,-1-16-4 0,-2-10 2 16,1-9-3-16,0-14-2 0,2-10 3 15,4-13-3-15,4-7 2 0,5-2 3 16,3 8-4-16,1 12-2 0,1 21 2 15,-5 19-4-15,-7 20 5 0,-7 14-2 16,-5 10 1-16,-2 4 0 0,2 3 0 0,1 11 3 16,0 4-6-16,-2 8-7 0,-2-1-16 0,2 4-25 15,1 0-48-15,2 0-150 0,3-1-71 16</inkml:trace>
  <inkml:trace contextRef="#ctx0" brushRef="#br0" timeOffset="-189746.91">15205 12879 92 0,'0'0'18'0,"0"0"-3"15,0 0 4-15,-90-1 4 0,72 1 5 16,4 0 4-16,-6 0 2 0,10 0 4 0,4 0 0 16,-1 0-1-16,7 0-5 0,-1 0-9 0,1 0-12 15,-2 0-5-15,2 0 1 0,0 0 2 16,2 0 2-16,15 0 0 0,9 0 0 16,13 1 1-16,9 2-1 0,6 2 1 15,12 1-1-15,12 2-2 0,12 0-2 16,8 4-3-16,16-2-1 0,9 0 0 0,15 1-2 15,15 0 0-15,14-3 0 0,17-1-1 16,11-2 1-16,15-2-2 16,13-2 1-16,14-1-1 15,13 0 0-15,15-1 0 0,13-2 1 16,9-1 1-16,10 3-1 0,8-1 0 16,10 2-3-16,6-1 1 0,9 1 1 15,6-2 0-15,7 1 1 0,7-3 0 0,9-1-3 16,5-3 1-16,6 1 2 0,4-1-1 0,0 2 1 15,1-2 1-15,-1 1-1 0,-2-1-1 16,0 1-1-16,-4-3-4 0,0 2-1 16,-5 0-2-16,-5-1 4 0,-2-1 1 15,-5 3 1-15,-5 1 6 0,-9 0 0 16,-13 1 1-16,-9-1 3 0,-13 0-2 0,-5 2-1 16,-9-3 1-16,-9 2 0 0,-9-2-2 0,-10 1 2 15,-16 2 0 1,-13-1-2-16,-17 2 1 0,-19 1 1 0,-14 1 3 0,-15 1 4 15,-18 0 1-15,-14 6 5 0,-13 2-2 16,-12 4-7-16,-9 2 2 0,-8 2-8 31,-5 4-1-31,-5 0 1 0,-1 1-3 0,-3 0 4 16,2 1 0-16,-2-1-1 0,0-2 0 16,-6 0-6-16,-2-3 0 0,-8 0-1 0,-7-3-1 15,-7-3-8-15,-11 0-19 0,-9-2-65 16,-14-2-168-16,-11-6-2 0</inkml:trace>
  <inkml:trace contextRef="#ctx0" brushRef="#br0" timeOffset="-183697.04">16699 8790 429 0,'0'0'21'16,"0"0"-5"-16,0 0 1 0,0 0 9 15,0 0 4-15,0 0 2 0,0 0-3 0,0 0-5 16,0 0-6-16,0 0-4 0,-21-33 0 15,19 33-1-15,-1 0 1 0,0 15-1 0,-1 7-3 16,-1 13-1-16,1 5 0 0,1 7-1 16,-3 6 2-16,-1 5-2 0,0 5 2 15,-1 6 1-15,0 5-2 16,-1 7 0-16,2 7-3 0,3 7-4 0,1 5 3 0,0 5 2 16,1 6-3-16,2 3-1 0,0 8 0 0,0 5-6 15,0 7 5-15,0 5 2 0,0 5-2 16,2 5 0-16,2 5 1 0,-1 0 0 15,4 4-1-15,1 0 2 0,2 0-2 16,-3-2 2-16,2-3-2 16,2-2 0-1,-1-6 0-15,2-5 0 0,1-6 1 0,-3-10 0 16,0-8-3-16,-1-7-3 0,-5-10 4 0,2-9-3 16,-2-8 3-16,1-9 5 0,-2-7-4 15,-1-6 3-15,-2-5-4 0,0-8-2 16,0-5 1-16,-2-7-2 0,0-10 1 15,1-4-1-15,-1-9 1 0,2-6-1 16,0 2 0-16,0-8-4 0,0 0-6 0,0 4-14 16,0 1-17-16,0 1-33 0,0-1-68 15,0-5-148-15</inkml:trace>
  <inkml:trace contextRef="#ctx0" brushRef="#br0" timeOffset="-183229.36">16295 13461 455 0,'0'0'33'0,"0"0"16"15,0 0 10-15,-7-81-3 16,7 66-7-16,6 1-11 0,-2 5-9 0,2 3-5 0,3 0-10 16,-1 6-1-16,7 0-2 0,4 6-1 0,7 9-2 15,-2 10-1-15,0 4-3 0,0 4-1 16,1 5 0-16,-2 3-1 0,0 1-1 15,-1-1 2-15,4-1-3 0,1-5 2 16,0-5-1-16,2-7 0 16,0-7 0-1,2-6 0-15,0-10 1 0,3-6 0 0,2-16 0 16,3-10-1-16,3-7-1 0,-3-8-1 0,-1 0 1 16,-5 0-1-16,-3 6 1 0,-5 4-2 15,-5 10-3-15,-5 4-6 0,-5 10-16 16,-5 5-31-16,-2 5-67 0,5 3-169 15,-1 0-16-15</inkml:trace>
  <inkml:trace contextRef="#ctx0" brushRef="#br0" timeOffset="-182463.82">15899 15244 182 0,'0'0'71'0,"0"0"-3"15,0 0-6-15,0 0-5 0,0 0-2 16,-82-45-3-16,75 39-5 0,1-2-1 0,3 5-12 15,0 0-4-15,1 0-10 0,2 3-6 0,-4 0 4 16,1 7-4-16,-4 10 8 0,1 9-7 31,2 6-4-31,1 6-2 0,3 6-4 16,0 6-1-16,0 3-3 0,6 4 0 16,4-5-2-16,1 0 2 0,4-6 0 0,4-9-1 15,2-5-1-15,3-9 1 0,2-8-3 16,3-7 4-16,0-8-2 0,-1-3-1 15,3-14-3-15,-5-6-10 0,-2-7-23 0,-5-5-37 16,-3-6-86-16,-7-1-136 0</inkml:trace>
  <inkml:trace contextRef="#ctx0" brushRef="#br0" timeOffset="-182163.79">15555 14541 462 0,'0'0'63'0,"0"0"-11"16,0 0-2-16,0 0-11 0,0 0-8 0,0 0-7 15,0 0-6 1,0 0-3-16,88-47-3 16,-68 67 0-16,-2 3-8 0,-5 3 3 0,-5 1-7 15,-3 2-3-15,-5 1 4 0,0-1-3 16,-9-2 1-16,-4-1-1 0,-1-5 0 15,-2-3 1-15,3-6 0 0,-3-8 1 0,4-4 1 16,1-6-1-16,-4-12 0 0,9-8 1 16,5-5-3-16,1-4 2 0,6-1-1 15,8 3-7-15,2 5 0 0,3 10-15 0,0 11-11 16,-2 7-28-16,-1 10-65 0,-3 11-142 16</inkml:trace>
  <inkml:trace contextRef="#ctx0" brushRef="#br0" timeOffset="-181663.36">16524 14922 696 0,'0'0'36'15,"0"0"-1"-15,0 0 1 0,31-80-6 0,-28 77-11 16,-3 3-6-16,5 0-3 0,5 5-2 16,4 13 1-16,4 12-1 0,-1 14-1 15,-4 9-5-15,0 8 2 0,-4 6 2 16,-3 6-5-16,-2 6 3 0,-1 4-2 0,0 3-4 16,-2 3 2-16,3-1-4 0,-1-6 3 0,0-8 4 15,2-12-4-15,-2-13 4 0,0-18-6 16,-2-12 1-16,0-11 2 0,-1-8 3 15,0 0 0-15,2 0 0 0,2-11-2 16,3-10-4-16,1-10 3 0,-1-7-2 16,2-7 3-1,-1-4-1-15,4-1 0 0,1 2-1 16,3 5 1-16,2 7 1 0,1 8-2 0,4 10 1 16,0 12 0-16,1 6 0 0,2 12 0 15,0 10-2-15,-2 3 4 0,1 4-4 16,-3 1 2-16,-2-1-1 0,-3 0 2 15,-4-5-2-15,-1-1 2 0,-2-9-1 16,-4-2-1-16,-2-4 0 0,-2-5 1 0,-1 1-1 16,-1-4 1-16,0 0-1 0,0 0-2 15,3 0-11-15,-3 0-15 0,0 0-29 0,-3-12-57 16,-6-8-186-16,-6-2-17 0</inkml:trace>
  <inkml:trace contextRef="#ctx0" brushRef="#br0" timeOffset="-181445.89">16033 15405 586 0,'0'0'46'15,"0"0"-4"-15,0 0-2 0,0 0-8 16,0 0-4-16,0 0-4 0,0 0-9 0,90 9-7 15,-26-12-4-15,16-6-3 0,12-3-2 16,16 1-3-16,5 4-17 0,6 1-61 16,-1 3-157-16,-3-5-74 0</inkml:trace>
  <inkml:trace contextRef="#ctx0" brushRef="#br0" timeOffset="-180813.6">17824 14447 481 0,'0'0'72'0,"0"0"-14"16,0 0-8-16,0 0-8 0,0 0-7 16,0 0-8-16,0 0-6 0,-6-80-1 0,25 72-5 15,7 7-1-15,9 1 0 0,8 9-5 16,3 9-1-16,5 9-3 0,-3 7-2 0,1 9 3 15,-3 7-4-15,-3 5 1 0,-5 6-2 16,-6 3-3-16,-8 3 1 0,-9 1-1 16,-11-3 2-16,-4-2-2 0,-7-6 5 15,-9-6-5-15,-9-9 3 0,-3-7 4 16,-6-7-5-16,-2-4 6 0,3-9-5 0,-3-8-1 16,4-7-1-16,7-4 2 0,4-13-2 15,6-8-3-15,10-5 3 0,5-6-4 0,4-7 2 16,13 1 3-16,8-1-4 0,5 7 4 15,6 5-3-15,5 10 0 0,3 9-1 16,1 9-6-16,0 3-6 0,-1 11-15 16,-5 7-21-1,-7 2-30-15,-5 6-53 0,-8 1-151 16</inkml:trace>
  <inkml:trace contextRef="#ctx0" brushRef="#br0" timeOffset="-180429.02">17579 15706 503 0,'0'0'60'0,"0"0"-2"0,0 0-5 0,0 0-13 16,0 0-8-16,0 0-4 0,0 0-2 16,93-58-3-16,-38 55-2 0,10 2-5 31,13 1-3-31,10 0-2 0,11 0-3 16,11 0-2-16,4-2-1 0,3-1-3 0,2-3-1 15,-4 0-1-15,-4-2 0 0,-9 1 0 16,-11-3-1-16,-13 3 1 0,-14-1 0 0,-17 3 1 15,-19 0 0-15,-14 2 3 0,-7 1-2 16,-7 2 1-16,0-2 0 0,0 2-4 16,-4 0 0-16,-7 0-3 0,-7 0-6 15,-5 8-11-15,-1 4-22 0,-1 5-52 16,3 1-120-16,0 1-103 0</inkml:trace>
  <inkml:trace contextRef="#ctx0" brushRef="#br0" timeOffset="-179963.8">17672 16348 559 0,'0'0'69'0,"0"0"3"0,0 0-10 16,0 0-18-16,0 0-16 0,0 0-12 16,0 0-6-16,0 0-1 0,0 0 2 0,38-46-3 15,-21 55 3-15,6 7-5 0,3 5-1 16,3 6-2-16,3 5 1 0,1 6 3 16,2 4-7-16,5 7 5 0,-4 3-6 15,-1 3 2-15,-4 3 0 0,-5 3-3 0,-5 3 2 16,-9 1-4-16,-8-2 4 0,-4-8-5 15,-9-1 4-15,-8-12-1 0,-7-5 1 0,-5-7-1 16,-4-5 11-16,-2-6-12 0,0-5 11 31,2-10 7-31,4-4-23 0,3-4 10 16,7-16-10-16,5-7-7 0,8-7 12 16,6-7 4-16,4-4-3 0,13-1 2 0,7 2-1 15,9 5 1-15,3 5-1 0,3 7-1 16,2 6-1-16,2 4-5 0,-3 5-7 15,0 6-5-15,-6 4-16 0,-3 1-31 0,-5 1-50 16,-8 0-188-16,-2 3 0 0</inkml:trace>
  <inkml:trace contextRef="#ctx0" brushRef="#br0" timeOffset="-179648.22">18644 16216 726 0,'0'0'40'0,"0"0"1"0,0 0-5 16,0 0-7-16,0 0-9 0,0 0-10 16,0 0 1-16,0 0-2 0,0 0-1 0,53 18 0 15,-42 17-6-15,-3 4-2 0,-2 11 0 16,-2 1 1-16,-1 3 5 0,-1 5-3 15,-1 0 1-15,2 3-4 0,0-4-2 0,4 2 1 16,0-6-1-16,2-2 2 0,5-8-2 16,-1-12-1-16,3-8 1 0,-4-10-1 15,3-7-1-15,5-7 0 0,4-6-5 0,6-10-4 16,2-4-7-16,-1-7-9 0,-1-7-11 16,-1 1-18-16,-3-4-23 0,-3 5-36 15,-1-1-71-15,-3 3-84 0</inkml:trace>
  <inkml:trace contextRef="#ctx0" brushRef="#br0" timeOffset="-179347.66">18518 16510 556 0,'0'0'80'15,"0"0"-8"-15,0 0-17 0,0 0-19 0,0 0-6 16,0 0-7-16,0 0-5 0,0 0-3 16,0 0 0-16,0 0-2 0,0-3 0 15,30 3-2-15,15 0-4 0,3 3-7 0,10-1 2 16,4-1 7-16,5 4-7 0,0-5-2 16,0 0 0-16,-6 0-3 0,-8 0 4 0,-8 0-3 15,-16 0-1-15,-13 0 0 0,-8 0 0 16,-8 0 5-16,0 0-10 0,0 0-11 15,-4 0-3-15,-10-5-15 0,-11 2-31 16,-7-6-106-16,2 3-146 0</inkml:trace>
  <inkml:trace contextRef="#ctx0" brushRef="#br0" timeOffset="-178680.23">19439 14880 567 0,'0'0'32'0,"0"0"4"0,0 0 1 16,0 0 2-16,0 0-5 0,0 0-11 15,0 0-5-15,0 0-3 0,0 0-4 16,0 0 2-16,22 52-5 0,-1-7-1 0,0 7-5 31,2-1 1-31,0-2 2 0,1-3-3 16,1-6 4-16,3-6-6 0,2-8 0 16,5-10 0-16,5-8 0 0,4-8 0 0,5-6 1 15,0-12-1-15,3-7-5 0,0-8 5 16,-1-5-5-16,-2-4 7 0,-6-4-1 15,-2-4-1-15,-8 0 1 0,-7 1-3 0,-6 7 3 16,-4 8-1-16,-7 12 0 0,-5 11-2 16,-1 7-1-16,-3 4-6 0,0-2-8 0,0 2-12 15,0 0-22-15,-4 9-30 0,-8 5-86 16,-4 4-123-16</inkml:trace>
  <inkml:trace contextRef="#ctx0" brushRef="#br0" timeOffset="-178347.11">19733 14701 682 0,'0'0'50'0,"0"0"-3"0,0 0-3 15,0 0-12-15,0 0-12 0,0 0-8 16,0 0-6-16,0 0 0 0,0 0-1 0,0-23 1 15,4 46 0-15,0 12-1 0,4 9-1 16,0 10 0-16,1 9-2 0,1 6 1 16,0 6-3-16,2 4 2 0,-4 3 3 15,0 4-4-15,0 2 2 0,-3 4-1 0,-4-3-4 16,-1-6 2-16,0-5 2 0,-6-10-4 16,-2-11 4-16,0-10-3 0,0-11 0 0,2-12-1 15,3-9-3-15,0-8-5 0,3-7-3 16,-1 0-10-16,1 0-23 0,0 0-46 15,4-11-146-15,6-7-84 0</inkml:trace>
  <inkml:trace contextRef="#ctx0" brushRef="#br0" timeOffset="-178029.43">20696 14614 618 0,'0'0'27'15,"0"0"2"-15,0 0-3 0,0-95 9 0,0 77-8 16,0 6-3-16,0 5-5 0,0 1-8 16,0 6-6-16,-2 0-1 0,-9 11-1 15,-7 13 2-15,-6 14 5 0,-1 14-4 0,2 12 3 16,-4 10-4-16,1 11-4 0,-2 4 3 0,2 4-3 15,3-1 5-15,7 0 0 0,4-3-4 16,8-1 1-16,4-1-4 0,12-5-2 31,11-8 2-31,5-9-2 0,9-9-1 16,6-11 2-16,5-13-7 0,3-11-7 16,1-7-25-16,-9-12-41 0,0-2-73 0,-9-10-153 15</inkml:trace>
  <inkml:trace contextRef="#ctx0" brushRef="#br0" timeOffset="-177563.72">20623 15141 645 0,'0'0'44'0,"0"0"0"0,0 0 0 16,64-79-4-16,-32 64-11 0,4 4-7 15,6 5-5-15,3 6-5 0,1 3-4 16,0 11-3-16,-5 5-4 0,-3 8 0 0,-7 3 0 31,-8 6 0-31,-5 4 4 0,-13 2-6 0,-5 2 5 16,-4 0-6-16,-13 0 0 0,-5-1 2 16,-4-4-1-16,-4-2 1 0,-2-4-1 15,1-7 1-15,4-5-2 0,8-9 1 16,9-6 2-16,0-6 1 0,7-7-1 15,2-14 0-15,1-13-1 0,13-6-2 0,10-5 2 16,9-4 0-16,8-1 2 0,1 0-1 0,1 3-4 16,-2 5 3-16,-4 2-4 15,-5 8 4-15,-7 8 4 0,-8 8-3 0,-6 6 1 16,-6 7 1-16,-4 3-5 0,0-1 4 16,0 2 0-16,0 13 0 0,-8 9 2 15,-1 10-1-15,-2 4 3 0,-4 1-5 0,4 1 4 16,2 2-4-16,0 0-1 0,7-3 0 0,2-2-1 15,1-5-1-15,10-4-2 0,1-4 0 16,5-2-9-16,1-5-10 0,3-4-21 31,2-8-48-31,-1-4-153 0,4-6-81 16</inkml:trace>
  <inkml:trace contextRef="#ctx0" brushRef="#br0" timeOffset="-177329.2">21608 15496 787 0,'0'0'43'0,"0"0"-4"15,0 0-6-15,0 0-11 0,84-4-8 0,-58 4-2 16,0 6-3-16,2 4-2 0,-2 4-3 0,0 2-2 16,-3 6-1-16,0 4-1 15,-4 3 0-15,-5 4-3 0,-4 2 1 0,-7 1-1 16,-3 1 1-16,-5-1 2 0,-10-1-10 15,-5-1-2-15,-4-2-15 0,-2-5-7 16,-2-3-9-16,-1-9-27 0,7-6-40 0,1-9-161 31,6-3-36-31</inkml:trace>
  <inkml:trace contextRef="#ctx0" brushRef="#br0" timeOffset="-177047.02">22012 14969 761 0,'0'0'45'0,"0"0"-10"0,0 0-6 16,0 0-6-16,0 0-4 0,0 0-4 15,0 0-5-15,0 0-1 0,0 0-3 16,95 96-1-16,-79-53 0 0,0 2-2 16,-3 5 1-16,-2 5-4 0,-3 1 4 15,-1 3-4-15,-3 1 0 0,2-3-1 0,3-5-2 16,-2-7 2-16,3-7-5 0,2-9 4 0,1-8-3 15,-4-7 1-15,8-8-1 0,3-6-4 16,3-3-2-16,13-14-4 0,-3-4-3 31,2-8-6-31,-2-3-9 0,-2-4-20 16,-4-5-29-16,-1 1-43 0,-7-3-99 16,0 0-58-16</inkml:trace>
  <inkml:trace contextRef="#ctx0" brushRef="#br0" timeOffset="-176847.17">21779 15229 737 0,'0'0'47'0,"0"0"0"0,0 0-7 0,0 0-16 16,108 5-9-16,-57-5-5 0,5-7-5 15,4 3-4-15,-1-4-1 0,-1 2-7 16,-5-3 0-16,-2 0-16 0,-6-2-22 15,-5-2-53-15,-5-2-116 0,-5-7-103 16</inkml:trace>
  <inkml:trace contextRef="#ctx0" brushRef="#br0" timeOffset="-176547.1">22376 14400 694 0,'0'0'46'15,"0"0"-13"-15,0 0-1 0,0 0 0 0,0 0-5 16,0 0-3-16,0 0-5 0,0 0-6 0,113 117 2 16,-61-61-6-16,7 11 4 15,11 12-6-15,6 11-2 0,5 8 1 0,5 7-1 16,-4 4-3-16,-10 5 0 0,-12 5-1 16,-20 0-4-16,-17 3 2 0,-18-2 2 15,-13-2-3-15,-19-6 2 0,-11-7-1 0,-9-9-3 31,-4-14 4-31,-1-14 0 0,3-19 0 0,7-13 0 0,7-13 1 0,12-11-3 0,3-10 3 16,5-2-1-16,6-3-3 0,1-2-5 31,5-7-11-31,3 0-21 0,10-8-40 16,6-1-144-16,7 4-113 0</inkml:trace>
  <inkml:trace contextRef="#ctx0" brushRef="#br0" timeOffset="-166546.12">23638 15465 460 0,'0'0'51'15,"0"0"1"-15,0 0-3 0,0 0-8 16,0 0-8-16,0 0-11 0,0 0-8 0,0 0-5 15,0 0-3-15,-14-5 1 0,14 5 2 16,0 0 4-16,0 0 5 0,12 0 3 16,9 0-1-16,11 0-4 0,7 0-2 15,9-2-3-15,5-7 0 0,7-2-2 0,5-2-2 16,1-1 0-16,1 1-3 0,-2 1 1 16,-4-1-1-16,-5 4-2 0,-7 2 1 0,-8 2 0 15,-14 0-2-15,-5 4 2 0,-9-1-2 16,-9 1 0-16,2 1 2 0,-6 0-1 15,0 0 1-15,0 0 0 0,2 0 0 16,-1 0 0-16,-1-2-1 0,2 2-1 0,-2 0-1 31,0-1-2-31,2 1 0 0,-2 0-3 16,0-2-8-16,0 2-15 0,0 0-28 0,0 0-40 16,0 0-79-16,-4 5-136 0</inkml:trace>
  <inkml:trace contextRef="#ctx0" brushRef="#br0" timeOffset="-166063.75">23868 15695 379 0,'0'0'38'0,"0"0"10"0,0 0 3 0,0 0-10 15,0 0-11-15,0 0-7 0,0 0-1 0,0 0 1 16,0 0 2-16,0 0 0 0,-68 32-2 31,60-26-3-31,-1-2-2 0,0 1-2 16,2 1 1-16,3-4-3 0,0 1-2 0,4-3 0 16,-2 0-4-16,2 0-1 0,-1 1 1 15,-1 1-2-15,2-1 2 0,-1 1 3 16,1 4-3-16,4 2 2 0,11 2-2 0,8 1-4 15,5-4 2-15,7-2-1 0,6-2-1 16,8 0 2-16,2-3-2 0,4 0-5 16,-1 0 4-16,1 0-1 0,-2 1-1 15,-6 1 2-15,-6-1-2 0,-8 1 0 0,-8-2 0 16,-7 1 1-16,-6-1 0 0,-6 0 0 16,0 2-1-16,-6-2 1 0,0 0 2 0,0 0 2 15,1 0 0-15,2 0-1 0,-2 0-1 16,1 0-1-16,-1 0 0 0,1 0 0 15,-1 0-3-15,0 0 1 0,1 0-2 16,-2 2-1-16,1-2-7 0,-1 0-9 0,0 0-23 31,-1 0-66-31,-6-8-213 0,-2 1-33 16</inkml:trace>
  <inkml:trace contextRef="#ctx0" brushRef="#br0" timeOffset="-162780.47">25777 14203 55 0,'0'0'17'0,"0"0"-5"0,0 0-4 16,0 0-1-16,0 0 0 0,0 0 0 15,0 0 6-15,0 0 9 0,0 0 5 0,0 0 11 16,2-10 2-16,-2 10 5 0,0-2 2 16,0 2-1-16,0-2 0 0,0 2-8 0,0-1-6 15,0 1-9-15,0-2-8 0,0 2-4 16,0 0-4-16,0-1-1 0,0 1-2 16,0 0-2-16,0-2 1 0,0 2-1 0,0 0 4 15,0 0 0-15,0-1 2 0,0 1 3 16,0 0 0-16,0-2 1 0,0 2-1 15,0 0-1-15,0-1-1 0,0 1-2 0,0 0-3 16,0 0-1-16,0-2-2 0,0 2-1 31,0 0-1-31,0 0-1 0,0 0-2 16,0 0 0-16,-2 0-3 0,1 0-4 16,-1 0-20-16,1 0-87 0,-1 0-148 0</inkml:trace>
  <inkml:trace contextRef="#ctx0" brushRef="#br0" timeOffset="-157263.83">25445 15141 108 0,'0'0'40'16,"0"0"4"-16,0 0-2 0,0 0 3 16,0 0 0-16,0 0 3 0,0 0 1 15,0 0-2-15,0 0-5 0,0 0-7 16,-51-24-6-16,48 24-4 0,2 0-4 0,-1 0-1 15,1 0-5-15,0 0 0 0,-1 0-2 16,1 0 1-16,-1 0 3 0,1 0 0 16,1 0 2-16,0 0-1 0,17 0 0 0,8 3-1 15,16 0-4-15,13 0 0 0,9-2-3 16,13 1-1-16,9 1-1 0,5-2-1 16,4 3-2-16,0-1-1 0,-3 0 0 15,-5-2-1-15,-6 2-2 0,-6-2 2 0,-11-1-1 16,-7 0 0-16,-12 0 2 0,-15 0-4 15,-6 0 2-15,-11 0 2 0,-8 0 1 0,2 0 1 16,-6 0 2-16,0 0-3 0,0 0-2 31,0 0-3-31,0 0-3 0,0 0 2 16,0 0 0-16,0 0 0 0,0 0 1 16,-1 0-4-16,-1 0-5 0,1 0-9 0,-1 0-16 15,1 0-26-15,-1 0-43 0,1 0-110 0,1-5-88 16</inkml:trace>
  <inkml:trace contextRef="#ctx0" brushRef="#br0" timeOffset="-156729.22">27077 14341 419 0,'0'0'67'0,"0"0"-2"15,0 0-12-15,0 0-7 0,0 0-9 16,-3-80-8-16,3 80-6 0,0-2-6 0,0 2-4 16,0-1-2-16,0 1 1 0,0 0-1 15,0 0 1 1,0 12 0-16,3 9-3 0,0 8 0 16,0 6-1-16,1 3-1 0,-1 3-2 15,0 4 1-15,0 5 3 0,3 5-5 16,0 6 3-16,1 4-6 0,3 3-2 15,0-1 1-15,2-3 0 0,2-7 0 0,-2-10 0 16,1-9 0-16,-6-14 0 0,-3-11 0 16,-1-7 0-16,-3-6 0 0,0 0 2 0,0 0 1 15,2 0-1-15,-1 0 0 0,1-11-1 16,3-9-1-16,0-10 1 0,0-6-1 16,4-4 2-16,3-2-3 0,2-1 3 0,5 5-3 15,1 9 3-15,5 8-3 0,2 9 1 16,1 10 0-16,-1 2-2 0,1 13 2 15,-2 6-1-15,0 4 2 0,-2 6-1 0,-1 1 1 16,-2 2-4-16,-5 2 3 0,-3-4 0 31,0-1 0-31,-3-3 2 0,-3-3-1 16,-1-8-2-16,-3-5 2 0,-2-5-3 16,-1-5 3-16,0 0 1 0,0 0-2 0,0 2 1 15,0-1 0-15,0 1-2 0,0-2 1 0,-1 0-2 16,-9 0-4-16,2-5-9 0,-2-4-17 15,1-4-27-15,2 5-47 0,-1-7-129 16,0-1-71-16</inkml:trace>
  <inkml:trace contextRef="#ctx0" brushRef="#br0" timeOffset="-156379.39">26752 14454 445 0,'0'0'47'0,"0"0"-2"0,0 0-8 16,0 0-5-16,0 0-5 0,0 0-4 15,0 0-1-15,0 0-5 0,0 0 2 16,-19 8-3-16,19-1 1 0,9 1-1 15,8 2-2-15,9-4 1 0,9-5-7 0,10-1-2 16,8 0-2-16,7 0-2 0,3 0 0 16,2 0-2-16,-4 0 0 0,-5 0-1 0,-7 0 0 15,-8 0 0-15,-14 0-1 0,-12 0 0 16,-8 0 2-16,-7 0-2 0,0 0 0 16,0 0-9-16,3 0-15 0,0 0-24 0,-2-4-43 15,-1-5-152-15,0 1-42 0</inkml:trace>
  <inkml:trace contextRef="#ctx0" brushRef="#br0" timeOffset="-155629.18">27585 14069 222 0,'0'0'58'16,"0"0"-4"-16,0 0-2 0,0 0-4 16,0 0-2-16,0 0-3 0,0 0-5 15,0 0-2-15,0 0-4 0,-2-87-4 0,15 74-3 16,5 4-3-16,2 0 0 0,5 3-3 15,2 1-3-15,3 4-2 0,2 1-4 0,-1 1-2 16,-4 9-4-16,-1 3-2 0,-5 6-1 31,-6 4-1-31,-3 5-1 0,-6 4 2 16,-6 4-1-16,0 2 1 0,-9 3-1 0,-6 0 1 16,-2 0-2-16,-2-1 1 0,1-4 0 15,0-2-1-15,4-6 1 0,1-1 0 16,4-4 0-16,3-7 0 0,5-1 0 0,1-2 1 15,4 1 5-15,10 0-5 0,7-4 5 16,8-2-4-16,7-7-1 0,7-1 0 16,7 0-6-16,3-4 3 0,3-5-3 15,-4 1 4-15,-4 0 1 0,-7 1 0 0,-7 1 0 16,-13 3-2-16,-8 0 2 0,-8 3-1 16,-5 0 0-16,0-2 0 0,0 2-5 0,0 0-6 15,0 0-14-15,0 0-16 0,-1 10-27 16,-6 5-62-16,-8 3-138 0</inkml:trace>
  <inkml:trace contextRef="#ctx0" brushRef="#br0" timeOffset="-155146.92">27066 15613 367 0,'0'0'60'15,"0"0"4"-15,0 0-14 0,0 0-21 0,0 0-8 16,0 0-5-16,0 0-1 0,0 0 0 31,0 0 0-31,0 0 1 0,37 5 2 16,-21 2 4-16,3 0 1 0,12-2-2 0,5 0-3 16,11-5-4-16,11 0-3 0,9 0-2 15,11-6-1-15,10-3 5 0,12-3-3 0,5 1 1 16,5 0-1-16,-1 2-6 0,-6 3 0 15,-6 0-1-15,-11 2-2 0,-11 1 0 16,-13 1-1-16,-15 2 1 0,-17 0-1 16,-13 0 0-16,-9 0 2 0,-8 0-2 15,0 0 1-15,0 0-2 0,1 0-1 0,-1 0-3 16,0 0-5-16,-10 0-12 0,-7 2-19 0,-5 2-43 16,-3 2-87-16,-2-1-129 0</inkml:trace>
  <inkml:trace contextRef="#ctx0" brushRef="#br0" timeOffset="-154713.4">27217 16050 462 0,'0'0'58'0,"0"0"8"16,0 0-9-16,0 0-12 0,0 0-9 0,70-80-5 16,-50 72-4-16,2 4-2 0,3 1-5 15,2 3-3-15,0 0-2 0,2 4-4 16,-1 5-3-16,-4 3-5 0,-3 3-1 16,-3 4-3-16,-4 2 0 0,-5 5 0 15,-6 3 0-15,-3 3-1 0,-8 5 0 0,-8 3 1 16,-10 2 0-16,-6 3-1 0,-4 0 2 0,-5-4-3 15,-3 2 2-15,0-3 6 0,0-5-7 16,4-1 10-16,6-5-8 0,6-6-1 31,10-8 1-31,7-7-3 0,8-4 2 16,3-3 1-16,15 3 0 0,14-1 1 16,15-2 1-16,11-1 1 0,9-1-2 0,7-6 0 15,4 0 0-15,2-1-1 0,-5 0 0 0,-5 3-1 16,-9-2 0-16,-11 1-2 0,-11 0-1 15,-11 3-5-15,-13 0-2 0,-7 3-9 16,-5 0-19-16,0 0-44 0,0 0-96 16,2-6-134-16</inkml:trace>
  <inkml:trace contextRef="#ctx0" brushRef="#br0" timeOffset="-154013.47">27947 16231 670 0,'0'0'56'0,"0"0"-11"0,0 0-4 16,0 0-12-16,38-80-11 0,-27 70-5 16,0 6-4-16,4 4-2 0,-1 1-4 15,5 12 0-15,-3 5 0 0,0 4-2 16,-5 6-1-16,1 4 0 0,-3 1-1 0,-4 2 0 15,0 1 0-15,-4 2 2 0,-1 2 4 16,0-1-6-16,0-1 5 0,-7-1-4 0,-2-7-1 16,-1-3 2-16,-3-4-2 0,3-6 1 15,0-5-2-15,3-5 2 0,4-4 1 16,0 1 0-16,1-4 1 0,1-8-2 16,1-11 0-16,0-9 0 0,4-6 3 15,8-6-2-15,5-6-5 0,2-4 3 0,1 0-5 16,5 1 6-16,-1 7 1 0,4 7-1 0,-2 9 1 15,-3 8-1-15,2 7 0 0,-4 6 0 16,-1 5 0-16,-2 7-1 0,-2 6 1 16,-2 4 0-16,0 6 0 0,-2-1 1 31,-1 3-2-31,-2 2 1 0,-3-1-1 16,-1 0 0-16,-4-1 7 0,-1 3-6 0,0-4 5 15,0-1-6-15,-3-6 1 0,0-2-1 0,0-5 2 16,2-5-1-16,-1 0 0 0,2-5 0 15,0 0 2-15,-1-2-2 0,-2-13-5 16,3-8 6-16,0-12-6 0,0-3 6 16,10-3 0-16,5-1-1 0,3 1 1 0,4 3 0 15,2 4 0-15,1 5 0 0,3 7 0 16,-2 7 1-16,1 6 0 0,-2 5 0 0,-3 4 2 16,-1 4-2-16,-2 8 1 0,-3 3-1 15,0 4-1-15,-4 6 0 0,-1-3 0 16,-1 8 0-16,-1-1-1 0,-3 1 2 15,-2 2-3-15,2 1 3 0,-5 2 3 16,-1 0-6-16,0 0 6 0,0-3-6 0,0-10 1 16,-4-3-1-16,3-8 2 0,-1-2-1 0,2-5-2 31,0-4 2-31,-1 0 1 0,1 0-1 16,0 0 0-16,0 0-4 0,0 0-6 15,0-13-14-15,0-6-24 0,0-14-54 16,3-2-189-16,1-5-36 0</inkml:trace>
  <inkml:trace contextRef="#ctx0" brushRef="#br0" timeOffset="-153546.84">28766 14570 349 0,'0'0'64'16,"0"0"-1"-16,0 0 1 0,28-79-14 0,-14 64-5 16,4 1-5-16,2 4-3 0,0 1-5 15,5 3-3-15,4 3-2 0,2 3-5 0,4 0-2 16,3 6-3-16,2 8-3 0,2 4-3 15,0 7-3-15,0 6-2 0,-3 5 2 16,-1 8-5-16,-6 6 1 0,-5 7-2 16,-7 3-3-16,-7 4 2 0,-6-2-3 0,-7-4 3 15,-10-5-2-15,-9-6 0 0,-7-6-1 16,-7-6 1-16,-4-6 4 0,-1-8-4 0,-1-4 5 16,4-10-5-16,3-4 1 0,6-3 0 15,8-9-5-15,9-9 5 0,8-5-5 16,3-6 4-16,19-2 2 0,6-1-2 15,8 3 1-15,5 1-1 0,4 8 1 16,1 1-1-16,-2 7-2 0,2 3-1 0,-5 4-3 16,-2 4-7-16,-5 1-11 0,-10 0-22 0,-8 3-35 31,-8 0-57-31,-7-3-157 0,0 0 12 16</inkml:trace>
  <inkml:trace contextRef="#ctx0" brushRef="#br0" timeOffset="-153113.37">29572 13998 613 0,'0'0'44'0,"0"0"1"0,0 0 0 16,0 0-8-16,88-59-8 0,-58 56-7 0,5 3-7 31,4 1-2-31,3 9-5 0,-3 3-2 0,-4 5-2 0,-5 5-1 0,-5 5-2 31,-7 2 0-31,-7 8-2 0,-7 4 2 16,-4 8-4-16,-16 4 1 0,-9 1-2 16,-6 2 1-16,-8-5-1 0,-2-5 3 0,-1-5 5 15,2-7-5-15,5-7 6 0,6-4-5 0,13-9-1 16,6-8 2-16,10-1-1 0,10-4 1 15,19-2 0-15,15 0 0 0,13-3 1 16,10-6 0-16,6-2 2 0,6-1-1 16,0-2-8-16,-2 2 6 0,-3 1-6 15,-9 1 6-15,-9 2 0 0,-10 4 0 0,-11-1-1 16,-10 3 1-16,-14 1-2 0,-4 1 2 0,-7 0-3 16,0 0 1-16,0 0-1 0,0 0-1 15,-11 3 2-15,-7 8-13 0,-5 4-5 16,-1 2-24-16,-6 2-30 0,-1 4-57 15,-2 1-163-15,-2 4 4 0</inkml:trace>
  <inkml:trace contextRef="#ctx0" brushRef="#br0" timeOffset="-152780.08">29206 15566 460 0,'0'0'55'0,"0"0"6"0,0 0-2 16,0 0-13-16,0 0-6 0,0 0-4 16,0 0-1-16,0 0-2 0,0 0-8 0,0 0-5 15,82 20-5-15,-31-19-5 0,8-1-3 16,8 0-3-16,5-1-3 0,6-5 0 0,3 0 0 31,0-2 0-31,-4 0 0 0,-2 2-1 0,-9 1-1 0,-9 0 0 0,-11 1-1 16,-15 3 0-16,-13 1-1 0,-10 0-1 31,-8 0-2-31,0 0-3 0,0 0-9 16,1 0-13-16,-1 0-25 0,-7 3-35 0,-10 8-80 15,-5 3-127-15</inkml:trace>
  <inkml:trace contextRef="#ctx0" brushRef="#br0" timeOffset="-152396.99">29328 15988 757 0,'0'0'41'0,"0"0"-7"0,0 0-2 16,0 0-8-16,0 0-8 0,0 0-2 15,79-30-4-15,-49 36 0 0,4 10-4 0,0 9-1 16,1 5-3-16,0 7-1 0,-2 5-2 31,-3 5 1-31,-4 3-1 0,-4 2 1 0,-9 1-3 16,-4 0 2-16,-9 2 2 0,-2 1-4 16,-15-2 4-16,-6-2-6 0,-5-3 1 15,-2-10 0-15,0-5 0 0,1-7 4 16,4-7-1-16,6-7 1 0,8-5 0 15,-1-7 0-15,8-1 0 0,-3-1 0 0,-1-13 0 16,8-7 1-16,0-11 1 0,8 0-1 0,8-6 1 16,5 2-5-16,5-1-3 0,5 1 6 15,3 3-6-15,3 4 6 0,3 5-2 16,-3 7-4-16,0 6-5 0,-3 4-9 16,-3 5-14-16,-4 2-27 0,-7 0-45 15,-4 0-94-15,-7 3-108 0</inkml:trace>
  <inkml:trace contextRef="#ctx0" brushRef="#br0" timeOffset="-151880.12">29984 16222 784 0,'0'0'37'0,"0"0"-7"15,0 0-4-15,88-67-7 16,-60 56-5-16,1 4-3 0,1 2-2 16,0 4-1-16,2 1-3 0,-1 5-2 15,-4 6-1-15,-1 5-3 0,-6 0 1 0,-4 4-1 16,-5 1 0-16,-5 2-1 0,-6 3 1 0,0 1-1 16,-11 0 0-16,-4 1 0 0,-6-1 1 15,-2-3-1-15,-2 1 2 0,-1-4 4 16,1 0-4-16,4-4 6 0,6-4-8 15,4-5 2-15,8-5-2 0,3-3 3 16,-1 0-1-16,1 0 2 0,0-3-1 0,2-15-6 31,13-8 7-31,6-7-6 0,6 3 4 0,4 0 2 16,2 3-1-16,1 2 0 0,-6 0 0 16,-4 4-1-16,-4 4 2 0,-7 5 1 15,-4 6 0-15,-6 3 0 0,-3 3-1 16,0 0 1-16,0 0-3 0,0 0 0 0,0 0 0 15,0 4 1-15,-3 12 0 0,-7 5-3 16,2 2 3-16,1 2-4 0,0-2 3 0,4 1-1 16,0 3 0-16,3-4-2 0,0 2 1 15,12-2 4-15,1-2-5 0,7 0 5 16,4-9-8-16,5-3-4 0,2-6-6 16,2-3-9-16,0-1-18 0,-1-14-33 0,-3-6-57 15,-5-8-144-15,-3-6-35 0</inkml:trace>
  <inkml:trace contextRef="#ctx0" brushRef="#br0" timeOffset="-151513.75">30557 15812 613 0,'0'0'53'16,"0"0"-6"-16,0 0-1 0,0 0-5 15,0 0-12-15,0 0-5 0,0 0-5 16,0 0 0-16,0 0-6 0,88-29-2 16,-61 34-5-16,-2 2-2 0,-1 4-1 0,-3-1-2 15,-3 4 5-15,-1 1-6 0,-3 2 4 16,-4 0-5-16,-3-3-1 0,-5 2 1 0,-2 2-1 16,-8 0 1-16,-5 5 0 0,-4-4 0 15,-2-3 0-15,-4-4 1 0,0-1-1 16,3-2 2-16,5-4-1 0,5-1 0 15,6-1 0-15,4-3-1 0,-1 0 0 16,1 0 0 0,0 2 0-16,8 1 1 0,11 1 0 15,10 1 0-15,6-4-1 0,6-1 1 0,3 0-2 16,2 0-3-16,-1-4-3 0,0-4-9 16,-3 1-12-16,-6-2-24 0,-6-2-43 15,-7-1-80-15,-10-4-137 0</inkml:trace>
  <inkml:trace contextRef="#ctx0" brushRef="#br0" timeOffset="-151129.18">30898 14976 698 0,'0'0'37'0,"0"0"-4"0,0 0 0 0,0 0-6 0,0 0-6 0,0 0-5 31,0 0-4-31,0 0-4 0,81 21-1 16,-58 12-4-16,-3 3-1 0,0 3 4 0,-2 0-6 16,-2-1 3-16,-1-1-4 0,0-2-2 15,1-7 2-15,0-3-2 0,3-7 1 0,1-6-2 16,5-8 3-16,2-4 1 0,2-1 1 15,3-13 2-15,1-5-3 0,-1-7-3 16,0-5 0-16,-3-5-3 0,-5-5 5 16,-2-6-2-16,-5-2 3 0,0-2 1 15,-3 1-1-15,-4 4 1 0,0 8 0 0,-6 14 2 16,-1 8-1-16,-1 12-2 0,-2 4-2 0,0-1-1 16,0 1-1-1,0 1-1-15,0 11-6 0,-5 10-14 0,-2 5-25 0,-3 0-49 16,3-1-136-16,-7-5-69 0</inkml:trace>
  <inkml:trace contextRef="#ctx0" brushRef="#br0" timeOffset="-150829.15">31184 14766 683 0,'0'0'51'0,"0"0"-12"15,0 0-3-15,0 0-9 0,0 0-5 16,0 0-3-16,0 0-2 0,84 47-2 0,-71-12-4 16,-3 8 1-16,-2 4-5 0,-4 6 0 15,0 4 2-15,-4 4-5 0,0 3 2 16,0 3-6-16,0 2-2 0,0 6 3 16,0-1-4-16,1 1 3 0,2-4-3 15,0-6 2-15,0-7 4 0,2-8-4 0,-1-8 3 16,2-8-5-16,-1-11-3 0,0-11-3 0,-2-3-3 15,-2-5-7 1,1 0-12-16,5-3-31 0,3-1-86 0,3-11-163 0,2-13-15 31</inkml:trace>
  <inkml:trace contextRef="#ctx0" brushRef="#br0" timeOffset="-150546.81">31578 15466 903 0,'0'0'0'0,"0"0"-3"0,0 0 3 16,34 102-2-16,-12-54-3 0,1 1 0 0,4-8-3 0,5-6-8 0,3-10-8 0,3-8-23 31,-2-8-31-31,0-9-61 0,-6-4-164 16</inkml:trace>
  <inkml:trace contextRef="#ctx0" brushRef="#br0" timeOffset="-150113.84">31721 15137 706 0,'0'0'46'0,"0"0"-5"16,0 0-6-16,78-26-8 0,-51 26-7 0,4 0-7 15,-1 4-5-15,-1 8-4 0,-3 5 2 16,-2 4 6-16,-3 5-6 0,-7 3 2 0,-6 3-7 15,-7 1-2 1,-2-1 1-16,-11 2-6 0,-7-4 0 0,0-1-1 0,-4-3 1 31,0-5 2-31,3-2 4 0,-1-5-1 16,7-4 1-16,5-6 2 0,7-1-2 16,2-3 0-16,-3 0 1 0,3-11 0 0,0-9-1 15,5-7 2-15,16-3-3 0,6-3 1 0,6-4 5 16,3 0-1-16,-1 2 1 0,-3 2-2 15,-6 6-5-15,-9 7-1 0,-4 5 4 16,-5 8 1-16,-5 4 0 0,0-1-2 16,-3 4 0-16,0-1 4 0,0 2-3 0,0 16 6 15,0 6-6-15,-3 9-1 0,-2 1 1 16,1 1-3-16,1 0 3 0,3 3-2 0,0-2 0 16,0-2 0-1,3 1 0-15,4-6-2 0,3 0-2 0,0-6-7 0,4-3-9 16,4-9-23-16,5-4-55 0,3-6-171 15,3 0-58-15</inkml:trace>
  <inkml:trace contextRef="#ctx0" brushRef="#br0" timeOffset="-149871.22">32402 15578 702 0,'0'0'51'16,"0"0"-7"-16,0 0-5 0,0 0-11 0,0 0-9 16,79 12-6-16,-57-1-5 0,3 3-4 15,-1 3 0-15,-2 3 4 0,-6 3-1 16,-2 3 2-16,-7 0-4 0,-2 1-6 16,-4 0-1-16,-1 1 3 0,-4-1-3 0,-6 0 0 15,-5-4-16-15,-1 0-12 0,-1-5-10 16,1-4-24-16,-3-2-24 0,-2-6-87 0,-5-4-126 15</inkml:trace>
  <inkml:trace contextRef="#ctx0" brushRef="#br0" timeOffset="-149562.66">32726 15170 733 0,'0'0'49'0,"0"0"-9"16,0 0-2-16,0 0-16 0,0 0-3 0,0 0-5 15,0 0-8-15,0 0 3 0,0 0-4 16,0 0 0-16,-9 62 0 0,19-21-2 0,-4 3-2 16,0 6-1-1,-2 3 0-15,-2 2-1 0,-2-2 2 0,0-3-4 0,0-3 1 16,0-4-5-16,0-9 1 0,4-5-4 15,4-6-1-15,-2-9-2 0,6-5-3 0,5-6-5 16,4-3-8-16,8-4-18 0,2-9-27 31,4-5-49-31,-3-3-99 0,-1-8-65 0</inkml:trace>
  <inkml:trace contextRef="#ctx0" brushRef="#br0" timeOffset="-149370.31">32426 15334 722 0,'0'0'56'0,"0"0"-9"16,0 0-18-16,0 0-12 0,0 0-8 16,0 0 2-16,119-20-5 0,-74 18-2 0,2 2-1 15,0 0-9-15,-1 0-4 0,-4 0-12 16,-4 0-22-16,-1 0-37 0,-4-1-75 0,-2-3-148 15</inkml:trace>
  <inkml:trace contextRef="#ctx0" brushRef="#br0" timeOffset="-149047.16">32797 14499 647 0,'0'0'0'0,"0"0"16"0,0 0-16 0,0 0 31 0,0 0 11 15,0 0 1 1,0 0-1-16,0 0-9 0,80 40-6 16,-49-12-8-16,5 6-3 0,5 5-7 0,5 8-3 15,2 8-1-15,2 10-2 0,1 10 2 0,2 6-6 16,-2 7 5-16,-3 6 2 0,-4 5-2 16,-7 4 1-1,-9 5-5-15,-14 2-2 0,-14-1 3 0,-11-3 1 0,-19-1-2 16,-12-8 3-16,-9-6-2 0,-3-10-2 15,-3-13-2-15,6-15-2 0,7-13 1 0,6-13 0 16,8-9 5-16,11-8 1 0,9-5-1 0,5-2-1 31,5-3-1-31,-1 0-6 0,1-10-10 16,0-7-21-16,4-3-67 0,11-4-216 16,1 1-25-16</inkml:trace>
  <inkml:trace contextRef="#ctx0" brushRef="#br0" timeOffset="-141780.22">28208 17561 591 0,'0'0'40'0,"0"0"-1"16,0 0 3-16,0 0-4 0,0 0-5 16,5-81-10-16,-3 77-4 0,-2 4 2 15,0-2 1-15,6 2 3 0,6 7 0 16,2 12-4-16,5 10-5 0,-4 7 0 16,0 7-3-16,0 7 1 0,-2 1-4 0,-3 10 1 15,0 6-7-15,0 4-4 0,-1 6 0 0,-2 4 0 16,2-5 0-16,1 0 0 0,-1-9 0 15,-1-5 0-15,1-11 0 0,0-9 0 16,-4-12 0-16,0-12 0 0,-2-7 0 16,-2-6 0-16,3-5 0 0,2-7 0 15,1-8-7 1,2-7-7-16,-3-1-12 0,-2-2-18 16,-4-2-43-16,-10-3-100 0,-7-2-137 0,-8-3-1 15</inkml:trace>
  <inkml:trace contextRef="#ctx0" brushRef="#br0" timeOffset="-141563.72">27767 18136 734 0,'0'0'40'15,"0"0"0"-15,0 0-2 0,94-42-16 16,-49 27-9-16,11-1-4 0,11 4-3 15,12-6 2-15,9 1-5 0,9-1 5 0,6 0-5 16,5 3-8-16,1 4 0 0,-1 0-12 0,-8 6-22 31,-12 4-51-31,-11 1-116 0,-18-3-117 16</inkml:trace>
  <inkml:trace contextRef="#ctx0" brushRef="#br0" timeOffset="-141146.89">29326 17692 790 0,'0'0'44'0,"0"0"-11"0,0 0-5 0,0 0-11 16,0 0-5-16,94-4-4 0,-54 20-3 15,2 3 1-15,0 10 0 0,2 6 0 16,-4 9-1-16,-4 8 0 0,-2 7-3 31,-5 4-2-31,-6 1-2 0,-2-2 1 0,-5-2 2 16,0-9 0-16,-3-5-3 0,0-7 4 16,-3-7-4-16,-2-12 0 0,-4-2 6 0,0-10-5 15,-2-4 3-15,0 1 1 0,1-7-3 16,6-13 4-16,4-12-4 0,7-16 4 15,2-11-3-15,-1-12-3 0,3-11 3 16,2-6-5-16,0-3 0 0,3 6-2 16,0 10-1-16,1 11 3 0,2 15 4 0,-3 13-1 15,-3 12 0-15,-4 11-4 0,-5 8 0 0,-4 9-3 16,0 9-13-16,-7 5-13 0,-2 4-33 16,-1 1-44-16,-3-9-108 0,0-7-91 15</inkml:trace>
  <inkml:trace contextRef="#ctx0" brushRef="#br0" timeOffset="-140628.98">30873 17329 31 0,'0'0'0'0,"0"0"2"0,0 0-2 0,0 0 3 16,0 0 23-16,0 0 24 0,0 0 37 15,0 0 17-15,0 0 4 0,0 0-21 16,-16 1-10-16,15-1-17 0,-2 0-5 31,-1-1-5-31,1-1-8 0,1-3-14 0,2 5 0 16,-2-1-6-16,2 1-3 0,0-2-1 16,-2 2-10-16,-2 0-2 0,-2 8-1 0,-3 9 4 15,-4 13 0-15,3 12 3 0,0 7-5 16,-1 9 2-16,2 7-5 0,0 8 0 15,2 7 4-15,1 12-5 0,5 11-1 16,1 8 2-16,10 10-4 0,7-1 0 16,9-6-2-16,6-10-6 0,7-19 5 0,4-18-10 15,2-17-1-15,3-15-4 0,-3-20-16 0,-1-15-6 16,-4-10-21-16,-3-18-44 0,-8-8-71 16,-4-7-123-16</inkml:trace>
  <inkml:trace contextRef="#ctx0" brushRef="#br0" timeOffset="-140296.72">31091 17536 879 0,'0'0'0'16,"0"0"6"-16,0 0-6 0,0 0 7 0,0 0 6 15,0 0-3-15,0 0 1 0,0 0-3 0,96 82-1 16,-74-50-1-16,-1-2-4 0,1 2 4 16,-6-1-8-16,1-2 3 0,-3-4 0 15,0-2 1-15,-1-3-5 0,-4-8 4 16,4 0-3-16,1-10 1 0,5-2 3 16,5 0-6-16,4-6-1 0,2-10 1 0,3-4 0 15,2 0 1-15,0-5-2 0,0 1 1 0,-3-4 3 16,-4 3 1-16,-3 0 3 0,-6 6-5 15,-6 2 1-15,-6 8-2 0,-4 7-1 16,-3 2-5-16,0 0-8 0,0 0-6 31,0 0-12-31,-6 10-17 0,-9 8-29 16,-8-2-44-16,-4-2-109 0,-2-10-44 0</inkml:trace>
  <inkml:trace contextRef="#ctx0" brushRef="#br0" timeOffset="-140031.43">31388 17516 709 0,'0'0'61'0,"0"0"-15"0,0 0-11 16,0 0-11-16,0 0-7 0,0 0-6 16,0 0-3-16,0 0-2 0,0 0 1 15,31-53-2-15,-24 69 3 0,4 8-1 16,-4 6-3-16,-1 7 2 0,0 4-6 15,-2 6 5-15,-1 0-3 0,0 6 1 0,0 3 1 16,0 3-2-16,1 2 1 0,2-2 1 0,3 0-4 31,-1-2-3-31,1-10-3 0,-2-5-5 16,0-14-11-16,-2-12-13 0,-4-8-18 16,-1-8-68-16,0-2-180 0,-1-16-17 15</inkml:trace>
  <inkml:trace contextRef="#ctx0" brushRef="#br0" timeOffset="-138730.08">30126 17548 101 0,'0'0'12'16,"0"0"-7"-16,0 0-7 0,0 0 0 0,0 0-2 15,0 0-1-15,0 0-5 0,0 0 0 0,0 0-2 16,63-42 5-16,-63 39 4 0,0 3 6 15,2 0 9-15,-2-2 11 0,1 2 20 16,-1-1 18-16,0 1 13 0,0 0-4 31,0 0-11-31,0-2-15 0,0 2-13 16,0 0-5-16,0 0-5 0,0 0-7 0,0 0-3 16,0 0-3-16,0 0-3 0,0 0 0 0,0 0 2 15,0-3 2-15,0 3 3 0,0 0 3 16,0-1 0-16,0 1 2 0,0 0 0 15,0-2-1-15,0 2-2 0,0-1-1 16,-1 1-4-16,1 0-6 0,0-2-2 16,0 2-2-16,0 0-1 0,0 0 1 0,0 0 2 15,0 0 2-15,0-1-1 0,0 1 3 0,0 0 3 16,0 0-1-16,0 0 2 0,0-2-2 16,0 2-1-16,0 0-1 0,0 0-2 15,0 0 1-15,0-3-2 0,0 3 0 16,0 0 2-16,0-2 0 0,0 2-1 15,0 0 1-15,0 0-1 0,0-1 0 0,0 1 0 16,0 0 0-16,0-1-1 0,0 1 0 0,0 0 1 31,0 0-3-31,0 0 1 0,0-3-1 16,0 3 0-16,0-2 1 0,0 2 1 16,0-1-1-16,0 1-1 0,0 0 0 15,0-2 1-15,0 2 0 0,0 0 2 16,0 0-2-16,0 0 1 0,0 0 4 0,-2 0 2 15,2-3 0-15,0 1-3 0,0 1 0 0,0-1-2 16,0 2 3-16,0 0 1 0,0 0-1 16,0-2-4-16,0 2-3 0,0-2-2 15,0 2 2-15,0 0 1 0,0 2 3 16,0 11 0-16,2 7-2 0,2 6 1 16,2-2-1-16,-2 0 1 0,2 0 2 0,-2 1-4 15,2-2 2-15,1-2-3 0,-2-2 2 0,-1-3-1 16,0-3 2-16,1-2-2 0,-1-4 0 15,3 3-1-15,0-3 0 0,4 0 1 16,4-3 0-16,3-4-1 0,6-3 0 31,1-8-1-31,2-3 0 0,0-8-1 16,-1-4-2-16,0-3 3 0,-3-3-4 0,-3 4 2 16,-3 0-2-16,-4 7 5 0,-4 6-4 0,-5 4-3 15,-1 9-7-15,-3 2-14 0,0-4-15 16,-1 1-18-16,-9 3-19 0,-8-3-38 15,5 3-37-15,-8 0-98 0</inkml:trace>
  <inkml:trace contextRef="#ctx0" brushRef="#br0" timeOffset="-138463.81">30322 17401 500 0,'0'0'61'15,"0"0"-11"-15,0 0-10 0,0 0-13 0,0 0-7 16,0 0-1-16,0 0 1 0,0 0-2 0,0 0 1 31,0 0 2-31,54 47-6 0,-54-15 3 16,1 4-4-16,-1 6 0 0,0 3-6 16,3 2 0-16,0 5-6 0,1 5 1 15,-1 4 2-15,2 7-4 0,-1 5 4 16,0 0-4-16,-1 2-3 0,0-8 2 0,1-5-8 15,-2-12-3-15,-1-9-6 0,-1-8-20 0,0-10-21 16,0-11-38-16,0-4-80 0,0-8-113 16</inkml:trace>
  <inkml:trace contextRef="#ctx0" brushRef="#br0" timeOffset="-137363.4">31436 17650 327 0,'0'0'87'0,"0"0"-12"0,0 0-11 16,0 0-18-16,0 0-12 0,0 0-4 0,0 0-6 31,-86-20-2-31,62 40-7 0,1 4-3 0,4 2-4 0,2 1-7 0,4 2 2 0,1 2-4 31,6-1 4-31,6-1 0 0,0-6-1 16,9-5 2-16,4-6-3 0,6-5 3 16,3-7-2-16,4-4-1 0,2-7-1 15,3-5 0-15,-1 2-5 0,-1-3 4 0,-4-1-3 16,-5-4 0-16,-3-8 5 0,-7-1-4 0,-1-3 4 15,-5 2 0-15,-4 5 1 0,0 0 2 16,-6 7-4-16,-1 7 2 0,-3 3 2 16,-4 6 2-16,-7 1 1 0,-5 3-4 15,1 0-2-15,-3 7 0 0,1 8-2 16,3 1 3-16,1 3 0 0,2-2-1 0,4 1 1 16,5-4-6-16,1-3 1 0,4-4 1 0,4-4 2 15,-1 1-1-15,4-4 3 0,-1 0 2 16,1 0 3-16,-2 0-1 0,-1 0 1 15,-1-4-3-15,-2-8-1 0,-1-3 1 16,-2-3-1-16,1-5 5 0,0 2 0 31,2 5 1-31,3 6 5 0,1 1-4 0,2 1 2 16,-3 2-1-16,3 2-4 0,0 1-2 0,7-2 2 16,8 0 0-16,8 4 1 0,1 1 0 15,5 9-4-15,0 8 1 0,1 5-2 16,2 6 2-16,-2 2-1 0,-3 5 2 15,-3 2-1-15,-2 7-1 0,-7 4 1 16,-4 5 0-16,-4 6-3 0,-5-1 0 0,-2 5-2 16,-2-8 2-16,-7 2 0 0,-3-6-2 0,-3-7 3 15,-2-3-3-15,1-9 2 0,-3-1-2 16,3-10 1-16,0-2 0 0,4-5-3 16,4-6 3-16,5-6 2 0,-1-2-2 15,1 0 2-15,-2-13-2 0,4-6-3 16,1-6 4-16,12-8 1 0,11-2-3 0,9-4 1 31,5-1-5-31,11-7-1 0,1-3 5 0,2-5 0 0,-1-4 1 0,-6 1-5 0,-5 4 1 31,-5 0-2-31,-6 6-2 0,-3 10 5 16,-7 3 2-16,-6 12-1 0,-2 6 2 16,-6 10 0-16,-2 1-3 0,-2-3 2 15,0 1 0-15,0 2 1 0,0-3 1 0,-2 4-3 16,-1 1 2-16,-7 1-2 0,-1 3-1 0,-8 7 4 15,-3 8-1-15,0 7-1 0,1 7 3 16,2 4-3-16,0 8 3 0,4 6 3 16,4 5-2-16,5 5-3 0,5 5 2 15,1 2-5-15,3 5 3 0,9-3-2 16,6 0 0-16,8-11 2 0,6-5 0 0,7-10-1 16,6-6 1-16,0-11-4 0,0-9 0 0,-2-13 1 15,-5-2-9-15,-4-15-3 0,-8-5-15 16,-6-6-26-16,-6-5-45 0,-10-1-80 15,-4-4-139-15</inkml:trace>
  <inkml:trace contextRef="#ctx0" brushRef="#br0" timeOffset="-137097.15">32220 18248 740 0,'0'0'56'0,"0"0"-8"16,0 0-9-16,0 0-14 0,0 0-7 0,85 67-1 15,-53-40-2-15,2 4-4 0,1 5-4 16,-3 7-5-16,-5-1 0 0,-6 8-2 16,-8 2-3-16,-7 1 0 0,-6-1-3 15,-2-5 1-15,-14-5-3 0,-7-5-4 16,-7-9-10-16,-7-3-6 0,0-15-7 0,-3-5-19 15,-3-5-32 1,1-3-79-16,2-9-128 0</inkml:trace>
  <inkml:trace contextRef="#ctx0" brushRef="#br0" timeOffset="-136812.75">32617 17682 806 0,'0'0'0'0,"0"0"21"16,0 0-21-16,0 0 28 0,0 0 6 16,0 0-14-16,0 0-7 0,0 0-6 15,0 0-3-15,0 0 4 0,37 22-3 16,-29 3 1-16,-4 5-1 0,-2 8-1 0,-1 2 4 16,2 10-6-16,-1 1-1 0,-1 8-3 0,1-5-1 15,-1-1 5-15,3-1-3 0,4-9 1 16,3-1-1-16,4-10-5 0,5-5 3 15,4-12-4-15,5-6-8 0,3-6-9 16,1-3-15-16,2-4-23 0,0-11-27 31,-6-5-39-31,-6-3-72 0,-12-9-81 0</inkml:trace>
  <inkml:trace contextRef="#ctx0" brushRef="#br0" timeOffset="-136612.37">32461 17879 656 0,'0'0'80'0,"0"0"-17"0,0 0-21 0,0 0-9 15,0 0-16-15,0 0-8 0,0 0 0 16,0 0 6-16,110-19-10 0,-58 19 3 16,-1 0-4-16,-1 0-9 0,-3 0 0 15,-5 0-14-15,-4 6-18 0,-4-5-36 16,-8-1-58-16,-10-6-94 0,-13-17-85 0</inkml:trace>
  <inkml:trace contextRef="#ctx0" brushRef="#br0" timeOffset="-136312.33">32833 17299 638 0,'0'0'61'0,"0"0"-15"16,0 0-2-16,0 0-8 0,0 0 1 0,0 0-11 15,0 0-4-15,0 0-5 0,92 96-5 16,-61-53-5-16,2 8 1 0,2 8-4 16,-2 8 2-16,0 5-5 0,2 8 9 15,-4 9-2-15,0 12-1 0,-6 11-3 16,-10 10-6-16,-12 2 3 0,-6 1-1 0,-18-6-3 16,-7-5 0-1,-5-12-5-15,-3-14 2 0,-3-17 1 0,1-18 4 0,2-17 3 0,6-17-1 16,11-10 0-16,5-6-4 0,9-1 5 15,5-2-4-15,-1 0 2 0,1 0-1 16,0 0-9-16,0 0-4 0,3-6-16 31,11-5-25-31,2-5-44 0,1 0-108 0,-2-2-110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9T10:56:09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6612 873 362 0,'-11'-15'62'15,"1"2"-6"-15,10 13-8 0,-20-12-5 0,5 3-5 16,15 9-3-16,-23-9-7 0,3 0-3 15,20 9-8-15,-22-7-4 0,0 6-5 16,1 2-3-16,-1 6-2 0,-3 5-2 0,-1 9 0 16,-4 8 1-16,-2 11 0 0,0 8 1 15,2 11 5-15,1 10-2 0,9 8-4 16,5 5 1-16,5 0-8 0,6 1-2 0,4-2 2 16,11-6 2-16,4-8 0 0,11-10 3 15,9-13 0-15,5-11 0 0,9-7 2 16,6-9 1-16,3-7 0 0,1-7 2 0,-1-7 0 15,1-7-1-15,-5-4-1 0,-3-6 0 16,-8-5-1-16,-4-3 3 0,-6-6-1 31,-5-6 1-31,-6-4-2 0,-5-3 1 0,-7-4 1 16,-7-8-1-16,-7-10-7 0,-5-11 0 16,-7-11-3-16,3-3-1 0,-4 4 7 15,1 10 0-15,-3 17 1 0,3 17-2 0,-4 17 1 16,-2 13-3-16,-1 11 2 0,-6 11-1 15,-3 10 0-15,-1 6 0 0,0 8-1 16,5 4-1-16,2 1-1 0,7 2-1 0,6-1-2 16,5 0-5-16,2-1-12 0,9-4-7 15,0-1-18-15,8-6-13 0,-1-8-36 16,5-5-56-16,5-2-51 0</inkml:trace>
  <inkml:trace contextRef="#ctx0" brushRef="#br0" timeOffset="299.98">6591 695 606 0,'0'0'52'0,"-2"-1"-5"0,-9-13-12 16,11 14-15-16,0 0-8 0,0 0-7 15,0 0 2-15,-2-2-1 0,-18 18-2 0,11 6 2 16,1 13 0-16,5 17-2 0,3 13 5 15,3 19 4-15,0 13-1 0,2 10-3 16,1 7-5-16,-3 6-9 0,3 4 3 0,-2 0 10 16,-2-3 0-16,-1-7 1 0,-1-6-4 15,-3-7-6-15,-1-10-2 0,-2-12 4 16,0-15-2-16,-1-16 2 0,0-11-3 0,1-11 2 16,6-26-2-16,0 0-2 0,0 0-2 15,0 0-10-15,0 1-22 0,0 1-37 16,0-2-91-16,0 0-115 0</inkml:trace>
  <inkml:trace contextRef="#ctx0" brushRef="#br0" timeOffset="650.08">7372 595 658 0,'3'-20'45'0,"-3"20"-1"15,0 0-8-15,0 0-15 0,0 0-13 16,-2-2-2-16,1 2-1 0,-11 16 2 0,3 7 0 16,-5 10-3-16,4 14 0 0,-2 12-2 15,-1 14 0-15,3 15 2 0,-1 9-1 16,-1 6 2-16,8 5-3 0,2-2-3 0,5-7-3 15,10-11 0-15,6-10-2 0,4-15 5 16,4-11 0-16,4-13 1 0,2-8 3 16,3-12-4-1,-1-6 1-15,4-7 0 0,-4-8-6 16,4-4-7-16,-9-8-17 0,6 0-31 16,-13-8-104-16,-4-2-110 0</inkml:trace>
  <inkml:trace contextRef="#ctx0" brushRef="#br0" timeOffset="916.63">7683 794 759 0,'-9'-22'46'0,"9"22"-13"0,-3-21-7 0,3 21-10 16,0 0-8-16,0 0-4 0,0 0-2 15,-1-2-2-15,1 2 1 0,7 28 1 16,3 11-2-16,-3 11 0 0,2 14 1 0,-2 8 6 15,0 5-1-15,2 0 0 0,0-5-3 16,2-9-8-16,5-8 1 0,1-11-2 31,2-9 2-31,3-9 0 0,1-8 0 0,-4-7-1 16,4-8-1-16,0-5-3 0,3-4-3 16,-4-7-10-16,1-4-9 0,-6-8-24 15,2 0-24-15,-6-7-65 0,-10 0-115 0</inkml:trace>
  <inkml:trace contextRef="#ctx0" brushRef="#br0" timeOffset="1116.78">7343 1026 695 0,'0'0'36'0,"0"0"-5"16,-3-2-6-16,26-14-6 0,12-1-7 0,9 3-1 31,10 4-4-31,12-4-2 0,7 5-2 0,1 1-3 0,-1 0-2 0,-6 4-7 16,-8 0-8-1,-8-3-28-15,2 2-43 0,-15-3-120 16,-6-3-69-16</inkml:trace>
  <inkml:trace contextRef="#ctx0" brushRef="#br0" timeOffset="1416.81">8132 657 761 0,'0'0'43'0,"0"0"-15"0,-7-18-10 15,7 18-9-15,0 0-1 0,0 0-2 16,0 0 0-16,26 3 0 0,3 6-2 0,4 6 0 16,5 5-1-16,1 6 0 0,4 7-2 0,2 11-1 15,1 12 0-15,-2 17 0 16,-5 15 2-16,-3 9 1 0,-10 3 0 0,-12 2-4 15,-12-3-1-15,-12-4-5 0,-12-3 1 16,-5-9 2-16,-10-12 0 0,-6-11 14 31,0-10 0-31,-2-11 1 0,3-9 0 0,3-7-10 16,7-8-2-16,6-6-1 0,26-9-3 16,0 0-7-16,0 0-13 0,0 0-27 15,-3-1-57-15,3 1-153 0,3 0-16 0</inkml:trace>
  <inkml:trace contextRef="#ctx0" brushRef="#br0" timeOffset="1816.72">9383 1348 726 0,'0'0'36'0,"3"-2"-7"0,-6 1-2 16,3 1-6-16,-17-8-4 0,17 8-4 15,0 0-3-15,0 0-5 0,0 0-1 0,-2-2-2 16,2 2 0-16,0 0 4 0,2 0-2 15,27-2 1-15,4 0 1 0,12 1-3 16,4-4 0-16,6 0 1 0,3-1-3 0,-2 0 0 16,-4 1-1-16,-7 1 0 0,-6 1 1 15,-10 2-1-15,-6-3 1 0,-23 4 0 16,0 0 0-16,0 0 0 0,0 0-1 0,0 0 0 16,3 0 0-16,-3-1-1 0,0 1-2 15,0 0-4-15,0-2-6 0,-3 2-13 16,3 0-12-16,-27 2-28 0,27-2-35 0,-28 16-97 15,5 4-71-15</inkml:trace>
  <inkml:trace contextRef="#ctx0" brushRef="#br0" timeOffset="2116.67">9392 1745 733 0,'-12'-12'41'0,"12"12"-2"0,0 0-6 0,0 0-13 16,0 0-6-16,-1-1-4 0,1-1-2 15,0 0-2-15,1 2-1 0,21-2-1 16,3 3 1-16,2 4-1 0,5-1-1 0,4 1-2 16,6-1 0-16,3-2 0 0,4-1 0 15,0-1-1-15,-1-1 1 0,-5-2-1 16,-8 0 0-16,-3-2 1 0,-8 2-1 0,-24 3 0 15,20-5-1-15,-20 5 0 0,0 0-3 16,0 0-6-16,0 0-7 0,2-1-21 16,-1 1-35-1,-1-1-121-15,-1 1-99 0</inkml:trace>
  <inkml:trace contextRef="#ctx0" brushRef="#br0" timeOffset="3168.07">12135 980 554 0,'0'0'48'0,"0"0"-3"0,-6-20-4 15,6 20-14-15,0 0-7 0,0 0-8 16,0 0-5-16,-1-1-4 0,1 1 1 31,-2-1-1-31,2 1 0 0,-1 1 2 0,-9 17-3 16,3 2 0-16,1 0 0 0,0 0-1 16,6-20 0-16,-6 22 0 0,6-22-1 15,0 0 1-15,0 0 2 0,0 0-1 0,-4 2 0 16,4-2 0-16,13-21-2 0,-3-11 0 15,3-5 1-15,-3-10 0 0,-1-3-1 16,-2-5 0-16,-1-1 1 0,-3 5 0 0,-3 2 1 16,-3 6 1-16,-4 10-2 0,-2 9 0 15,-4 7 1-15,-4 9 1 0,-6 7 0 16,-6 7 2-16,-9 9-2 0,-7 7 0 0,-11 10 1 16,-8 10-2-16,-7 10 1 0,-1 14 0 15,8 10 1-15,8 14 3 0,15 12-1 16,14 4-4-16,12-1-2 0,12-8-5 0,14-11 1 31,13-10 2-31,15-10 1 0,15-14 0 0,12-10 2 0,11-12-1 0,5-9 0 16,1-10 0-1,-5-8 0-15,0-8 1 0,-7-5-2 16,-9-7-1-16,-3-1-3 0,-11-2-4 16,-12 1-6-16,-11 1-15 0,-8 6-20 15,-17 12-46-15,0 0-60 0,0 0-100 0</inkml:trace>
  <inkml:trace contextRef="#ctx0" brushRef="#br0" timeOffset="3468.03">12582 1623 717 0,'7'-16'56'0,"-7"16"-9"16,7-21-16-16,-7 21-8 0,0 0-6 0,0 0-5 15,0 0-6-15,2-2-1 0,-2 1-4 16,0 1 0-16,0 0 2 0,3 23-2 31,0 10-1-31,1 9 0 0,0 5-2 0,-4 5 14 16,3 5 1-16,-3 0-1 0,0 1 0 0,0-4-14 16,1-2 1-16,2-5 0 15,0-4 1-15,0-7-1 0,0-7 1 0,0-8 0 16,-3-21-1-16,0 0 2 0,0 0-1 15,0 0-1-15,2 1-3 0,-2 1-6 16,1-2-10-16,-1 2-23 0,0-2-64 0,0-2-195 16,-12-12 4-16</inkml:trace>
  <inkml:trace contextRef="#ctx0" brushRef="#br0" timeOffset="4283.52">13594 1498 483 0,'0'0'34'0,"0"0"4"0,0 0 1 0,-1-2-7 15,-1 2-10-15,1-1-6 0,-1 1-3 16,1 0 0-16,1 0-2 0,-3 0 0 0,3 0 0 16,0 0-1-16,0 1 0 0,3-1 2 0,-2 0-1 15,28-6-3-15,0-6 0 16,3-4-3-16,4-7-1 0,3-8 0 0,0-7-1 16,2-6 1-16,-2-6-3 0,-2-3-1 15,-5-4-1-15,-5-1 1 0,-6 2 1 16,-5 2 2-16,-6 11 2 0,-4 6 1 0,-5 7 3 15,-4 5-1 1,-4 4 0-16,-2 5-2 0,-5 3-2 0,-4 8-2 0,-6 5-2 16,-8 8 1-1,-7 12-1-15,-9 7 2 0,-6 11-1 16,-6 11 1-16,0 7 4 0,6 8-3 16,8 9-1-16,9 1-1 0,10-1-5 15,14-6 0-15,7-7 3 0,15-5 0 0,13-6 2 16,15-7 1-16,15-7-1 0,12-7 1 15,8-9 0-15,2-5-2 0,-2-8 1 16,-1-6 0-16,-7-5-2 0,-7-4 2 16,-7-1 0-16,-7-4-1 0,-10 0 2 0,-8 0-2 15,-9 3-3-15,-16 11-3 0,9-17-9 16,-9 17-8-16,0 0-18 0,1-26-24 0,-8 6-70 16,-11 7-138-1,18 13 18-15</inkml:trace>
  <inkml:trace contextRef="#ctx0" brushRef="#br0" timeOffset="4668.02">14806 809 520 0,'0'0'55'16,"-25"-8"-5"-16,25 8-11 0,-26-2-7 15,26 2-8-15,-24 2-5 0,24-2-4 16,-19 8-1-16,19-8-7 0,0 0 4 0,0 0 0 16,0 0 2-16,-2-1 5 0,23 20-4 15,12-10-2-15,12-7-2 0,14-7-2 16,12-5-1-16,10-1-2 0,8-2-1 0,1 2-3 15,0 0 1 1,-6-3 0-16,-9 2-2 0,-10 5 1 0,-14-1 0 0,-11 3-2 16,-11 2 2-1,-29 3-2-15,0 0 2 0,0 0-2 16,0 0 1-16,1-1 1 0,-1 1-2 16,-1 0 1-16,-21 4-2 0,1 1-4 15,3 0-4-15,1 3-13 0,17-8-17 0,-19 14-44 16,19-14-74-16,0 0-126 0</inkml:trace>
  <inkml:trace contextRef="#ctx0" brushRef="#br0" timeOffset="5200.05">16142 452 640 0,'5'-29'58'16,"-5"29"-7"-16,0-24-12 0,0 24-9 15,-2-23-8-15,2 23-4 0,0 0-2 16,-4-18-3-16,4 18-4 0,0 0-4 0,0 0-3 15,0 0-3 1,-2-2-1-16,2 2 1 0,-1 0-1 0,-5 17-1 0,3 4 1 16,0 6-1-16,3 4 0 0,4 1 2 15,1 3-2 1,1-2 2-16,1-2 0 0,6-4 0 16,0-4 1-16,3-4 0 0,1-5 1 15,3-5-1-15,3-3-1 0,1-4 0 0,2-4 0 16,0-2-3-16,-3-6-5 0,-4 0-11 15,-5-3-18-15,1-3-26 0,-15 16-68 16,0-32-143-16,-2 5 19 0</inkml:trace>
  <inkml:trace contextRef="#ctx0" brushRef="#br0" timeOffset="5467.76">15989 229 608 0,'-15'-11'53'0,"15"11"-8"15,0 0-7-15,0 0-9 0,3-21-5 16,-3 21-5-16,16-12-4 0,-16 12-6 31,23-5-3-31,-23 5-5 0,20 5 0 0,-20-5-2 16,14 12-1-16,-14-12 1 0,0 0-1 16,0 0 0-16,-3 25 2 0,3-25-1 15,-14 15 3-15,14-15 0 0,-20 3-1 0,20-3 1 16,-21-6-1-16,21 6 0 0,-16-14-1 15,16 14-2-15,-6-18-4 0,6 18-8 16,0 0-10-16,13-12-21 0,-13 12-23 0,26 7-63 16,-11 2-121-16,5 3 19 0</inkml:trace>
  <inkml:trace contextRef="#ctx0" brushRef="#br0" timeOffset="5983.69">16596 349 740 0,'3'-23'40'0,"-3"23"-8"16,6-18-8-16,-6 18-12 0,0 0-5 16,0 0-4-16,0 0-1 0,1-2-1 15,1 2 1-15,16 17-1 0,-6 6-2 0,-2 3 0 16,-3 1 0-16,-1 3-1 0,-1 1 0 0,-1 0 1 15,2 0-1-15,1-4 1 16,-3-6 1-16,1-2-1 0,-5-19 2 0,0 0-1 16,5 16 2-16,-5-16 3 0,0 0-1 15,0 0 0-15,0 0-1 0,2 2-2 16,-1-25 1-16,-2-3-1 0,-5-2 0 0,-3-3-1 16,-5-1 0-1,4 0 0-15,-6 0 0 0,1-1-1 0,2 1 0 0,0 3 1 16,3 5 0-16,4 8 0 0,6 16-1 0,0 0 0 15,0 0-1-15,0 0 1 0,-1-2-1 16,2 0 2-16,18-4 0 0,6 5 2 31,4 1 0-31,4-2 0 0,5 1 3 0,6-4-1 16,3-1 1-16,3-1 0 0,0-1-1 16,-3 2-1-16,-8 1 0 0,-5 1-1 15,-8 0-1-15,-26 4 0 0,0 0-1 0,0 0-1 16,0 0-2-16,1 0-1 0,1 0-1 15,-1 0-3-15,-1 0-6 0,0 0-16 16,-18 16-19-16,-9-2-48 0,3 1-74 0,-4-5-92 16</inkml:trace>
  <inkml:trace contextRef="#ctx0" brushRef="#br0" timeOffset="6367.69">16590 523 711 0,'-1'2'50'0,"1"-2"-4"16,1 0-12-16,1 0-12 0,24-6-7 0,3 2-4 31,2 0-2-31,4-2-4 0,4 0 0 16,2 3-2-16,1 0-3 0,-3 1 0 15,-2 4 0-15,-3-4-2 0,-4 4 0 0,-4 0-5 16,-4 4-6-16,-22-6-8 0,16 12-10 15,-16-12-14-15,0 0-12 0,-9 17-16 16,-7-4-6-16,-9-1 1 0,-4-1 9 0,-4 0 23 16,-3-3 14-16,0 3 18 0,-2 0 11 15,1 2 12-15,-1 1 8 0,2 0 13 16,4-2 7-16,9-1 6 0,3-1 4 0,20-10 2 16,-13 11 4-1,13-11 1-15,0 0-2 0,0 0-8 0,19 4-9 0,8-5-13 16,6-4-5-16,7-2-6 0,3-2-5 0,3 0-3 15,3 3-2-15,0-2 0 0,-1 2-3 16,-2 0-2-16,-2 0-12 0,-9 3-32 31,1 0-49-31,-9 1-193 0,-7-3 10 0</inkml:trace>
  <inkml:trace contextRef="#ctx0" brushRef="#br0" timeOffset="6684.29">17373 317 730 0,'10'-14'54'16,"-10"14"-5"-16,11-15-14 0,-11 15-13 0,11-14-10 16,-11 14-4-16,0 0-3 0,0 0-1 15,0 0 0-15,23 7-3 0,-9 4-2 0,-2 8 0 16,-5 2-2-16,-3 5 0 0,-2 3 1 15,1 7-2-15,0 4 1 16,0-1-1-16,3 1 1 0,0-7 1 0,3-4 0 16,4-5-1-1,0-3 1-15,4-5 0 0,2-7 0 16,6-8-4-16,2-5-3 0,4-5-4 16,-3-5-9-16,1 0-6 0,-7-3-22 0,4-2-25 15,-11-2-67-15,-11-5-119 0,3-3 23 16</inkml:trace>
  <inkml:trace contextRef="#ctx0" brushRef="#br0" timeOffset="6833.32">17448 420 589 0,'0'0'69'0,"0"0"-7"0,0 0-17 16,1-1-10-16,1 1-11 15,20 0-9-15,9-2-6 0,10-2-4 0,2-1-3 16,8-1-2-16,0 0-4 0,3 1-6 0,0 2-24 15,2-3-34-15,-8-2-111 0,-2-5-94 16</inkml:trace>
  <inkml:trace contextRef="#ctx0" brushRef="#br0" timeOffset="7083.41">18187 264 729 0,'1'-2'57'0,"1"1"-12"0,-2-1-10 0,0 1-12 16,0-1-6-16,0 1-9 0,0-1-3 15,0 1-3-15,-2 1 0 0,1 0 0 0,-21 17 0 16,3 5-1-16,0 9-1 0,-2 6-2 16,-4 10-3-16,-2 5 1 15,-3 6 0-15,-2 6 1 0,0 2 1 0,-1 9 1 16,-1 0-1-16,4 6 3 0,1 0-2 0,3-2 2 16,4-4 0-16,2-8-4 0,4-12-2 15,5-11-7-15,3-11-5 0,0-9-12 0,6-1-17 16,2-23-52-16,0 0-110 0,6 19-67 15</inkml:trace>
  <inkml:trace contextRef="#ctx0" brushRef="#br0" timeOffset="7516.8">18295 771 796 0,'9'-26'36'0,"-2"0"-2"0,-1 3-6 16,0 2-9-16,0 3-6 0,-6 18-4 0,7-17-4 16,-7 17 0-16,0 0-5 0,0 0-1 15,0 0 1-15,1 0-2 0,12 20 1 0,-7 9-1 16,-3 10 1-16,-4 11 0 0,-4 8 1 16,-1 12-1-16,-2 3 3 15,1-2 0-15,1 0-2 0,3-8 1 0,1-7-4 16,4-6-1-16,1-10 1 0,1-10 2 0,2-9 0 15,-6-21 3-15,13 14-1 0,-13-14 0 16,23-3 0-16,-3-6-1 0,3-7 2 0,0-5-1 31,1-8 2-31,0-5-2 0,2-6 0 16,0 2-7-16,0 2 5 0,-1 5-2 16,-3 5 1-16,-2 8 3 0,-6 9-4 15,-14 9 2-15,21 6 0 0,-6 8 1 16,-2 7 3-16,-1 5 1 0,1 6-2 0,-3-2-1 15,-1 0-2-15,1-4-1 0,-1-3 0 0,-2-2 2 16,1-2 0-16,0-4 0 0,-8-15 0 16,8 15-1-16,-8-15 0 15,0 0 1-15,0 0-3 0,0 0-1 0,2 1-10 16,-1-1-12-16,1 0-29 0,-1 0-49 0,1 0-190 16,-2-1 7-16</inkml:trace>
  <inkml:trace contextRef="#ctx0" brushRef="#br0" timeOffset="7750.36">18161 772 695 0,'0'0'49'0,"0"0"-5"16,-2-1-6-16,1 1-11 0,-1 0-5 15,2-2-3-15,2 2-5 0,27-6-4 16,2 3-5-16,7 0-2 0,3-1 0 0,5-3-3 16,2 2-1-16,2-2-10 0,5 3-18 15,-7 2-65-15,-7-4-216 0,3 0 8 0</inkml:trace>
  <inkml:trace contextRef="#ctx0" brushRef="#br0" timeOffset="11633.25">22334 303 596 0,'0'0'17'15,"0"0"1"-15,0 0 1 0,-17-6-1 0,17 6-4 16,-20 5-1-16,6 4-3 0,0 4 0 15,5 4-1-15,1 1 0 0,1 5 0 0,4 3 2 16,3 6-2-16,1 8 2 0,4 10 0 16,1 10-5-16,2 16 1 0,1 18-1 15,3 23 1-15,0 20 0 0,0 16-3 16,1 8 0-16,-3-3-2 0,2 0 11 16,0-5 3-16,0 1-3 0,1-4 3 0,-3-3-5 15,-3-8-3-15,1-6 2 0,-1-8-4 0,-3-4-7 16,-1-11 4-16,0-9-4 0,1-16 1 15,1-16 4-15,2-11-4 0,0-13 5 16,0-6-5-16,1-11-5 0,-2-8-9 16,2-6-13-1,-8-14-26-15,10 12-71 0,-10-12-167 16,0 0 12-16</inkml:trace>
  <inkml:trace contextRef="#ctx0" brushRef="#br0" timeOffset="12117.88">24651 809 612 0,'0'0'53'16,"-1"-25"-7"-16,1 25-11 0,1-24-10 16,-1 24-9-16,0 0-5 0,0 0-5 15,0 0-2-15,1-1-2 0,2 1 1 0,17 22 0 16,1 10 0-16,0 11 2 0,1 9-2 15,4 2-1-15,3 1 1 0,3-2 3 0,3-12 0 16,2-3 1-16,6-9 1 0,4-18-2 16,8-7-6-16,7-18 1 0,11-13-1 15,12-13-1-15,7-11 4 0,4-12-4 16,0-5 2-16,-6 0-1 0,-10 2 2 0,-12 0 1 16,-15 5-1-16,-12 7 1 0,-14 5-1 15,-8 14 1-15,-10 7-1 0,-9 28-2 0,0 0 0 16,0 0-3-16,0 0-1 0,-2-1 1 15,1 1-4-15,-1 0-4 0,-22 9-5 16,5 5-13-16,3 3-9 0,-3 3-30 16,6-2-36-1,-7 1-163-15,-4-2 9 0</inkml:trace>
  <inkml:trace contextRef="#ctx0" brushRef="#br0" timeOffset="12383.7">25251 387 731 0,'0'0'43'15,"7"-17"-6"-15,-7 17-7 0,0 0-10 0,0 0-8 16,0 0-6-16,2-1-1 0,-2 1-1 16,1-2-2-16,1 4 1 0,7 23-1 15,-3 7-5-15,0 11 4 0,2 7-1 16,-3 4-1-16,4 10 0 0,0 14 1 0,1 10-1 15,1 15 4-15,1 8 1 0,0-5-1 16,0-4-1-16,0-13-2 0,1-11-4 0,-1-11 0 16,-2-10 0-16,1-4-4 0,-4-9-7 31,1-6-10-31,-5-12-26 0,5-3-35 16,-8-23-112-16,0 0-78 0</inkml:trace>
  <inkml:trace contextRef="#ctx0" brushRef="#br0" timeOffset="12717.82">26437 617 730 0,'8'-16'40'0,"-8"16"-3"0,8-20-11 15,-8 20-6-15,0 0-9 0,0 0-4 16,0 0-2-16,1-1-3 0,-2 1-2 16,-27 5 2-1,-4 17-2-15,-4 15 0 0,-3 6 1 16,2 14-2-16,3 12 0 0,6 13 2 16,7 15 2-16,5 7 1 0,7-1-3 0,8-9-1 15,7-6-4-15,6-9 0 0,8-9 2 16,7-8-1-16,6-10 1 0,5-11-1 15,4-10 0-15,-2-9-4 0,-2-9-8 16,-2-6-11-16,-5-12-34 0,2-1-51 0,3-5-169 16,-13-5 10-16</inkml:trace>
  <inkml:trace contextRef="#ctx0" brushRef="#br0" timeOffset="13200.06">26525 992 753 0,'19'-29'41'0,"8"1"-6"0,2 1-9 31,4 0-9-31,2 6-6 0,0 5-6 16,-2 5 0-16,-3 4-3 0,-1 5-2 16,-4 5 1-16,-4 3-4 0,-4 7 2 15,-7 4 0-15,-3 8 0 0,-7 7 2 0,-7 11-1 16,-3 9 0-16,-7 6 6 0,-3 0-2 15,-1-5-2-15,-2-4 0 0,2-2-7 0,1-4 2 16,2-6 1-16,3-7 1 0,5-8-2 16,10-22 3-16,-6 16 0 0,6-16 1 15,0 0 3-15,0 0-2 0,16-8 1 16,5-7 1-16,5-6-2 0,3-8 1 0,-1-6 0 16,1-7-11-16,-2-10 4 0,-1-3 0 15,-3 1-2-15,-1 1 10 0,-4 4-3 0,-3 8 0 16,-4 9-1-16,-4 11 1 0,-7 21-1 15,0 0-1-15,0 0 0 0,0 0 0 16,1-1-1-16,-2 1 1 0,-12 18-1 16,-2 7 3-16,1 7 0 0,0 5 0 15,3 7 4 1,2-1-1-16,5 0 0 0,3 0 1 16,2-7-6-16,5 1-1 0,4-2 0 0,6-5 1 15,3-3-1-15,4-2 0 0,3-6-2 16,3-2-2-16,0-6-5 0,1-4-8 15,-2-5-16-15,3-1-22 0,-7-8-43 16,2-8-75-16,-2-1-90 0</inkml:trace>
  <inkml:trace contextRef="#ctx0" brushRef="#br0" timeOffset="13500.03">27238 569 708 0,'0'0'49'0,"0"0"-9"0,0 0-11 15,0 0-8-15,-1-2-8 0,6-19-1 16,-5 21-3-16,16-12 1 0,4 9-2 0,2 6-1 16,7 5 0-16,4 5-1 0,5 2-2 31,1 7 0-31,1 5-2 0,1 6-1 16,-2 11-1-16,-2 8 0 0,-3 6 0 15,-5 12 0-15,-6 10 6 0,-12 5-2 0,-8 3 1 16,-10-4-3-16,-12-6-7 0,-6-8 2 15,-6-6-4-15,-5-9 3 0,1-10-1 0,0-6 0 16,2-8 1-16,4-10-2 0,3-7-3 16,7-5-1-16,19-9-9 0,0 0-10 15,-23-3-38-15,23 3-87 0,0 0-133 16,0 0 10-16</inkml:trace>
  <inkml:trace contextRef="#ctx0" brushRef="#br0" timeOffset="14066.76">25015 2337 532 0,'-20'-10'41'0,"3"2"2"16,-1-1-3-16,18 9-4 0,-14-11-4 0,14 11-5 15,0 0-7-15,0 0-3 0,0 0-5 16,-2-1-1-16,2 1-1 0,2-2 2 0,27-5 0 31,14 2-1-31,22 2-1 0,21 2-1 16,20-4-3-16,22 0 0 0,21-2-3 16,19-2-1-16,18 0 0 0,12-2-1 15,6-1 0-15,4-2-1 0,-3 1 1 0,-9-2-2 16,-15 1 0-16,-21 1 2 0,-21 2 0 15,-25 0 1-15,-24 0 1 0,-24 2 3 0,-21 1 3 16,-16 1 3-16,-29 7 0 0,12-11-3 16,-12 11-2-16,0 0-2 0,-9-16-1 15,-1 3-1-15,10 13-1 0,-19-12 0 16,19 12-1-16,-19-9 0 0,19 9 0 0,0 0-1 16,0 0 0-16,0 0-1 0,-1-1-3 15,-1 1-6-15,1-2-10 0,0 2-14 0,1 0-35 16,-2 0-90-16,2 2-140 0,0-1 10 15</inkml:trace>
  <inkml:trace contextRef="#ctx0" brushRef="#br0" timeOffset="14249.96">28364 2034 903 0,'0'0'23'15,"6"-18"-8"-15,-6 18-5 0,5-20-4 16,-5 20-4-16,6-18-3 0,-6 18 1 0,0 0-6 16,8-16-1-16,-8 16-12 0,0 0-27 15,0 0-79-15,0 0-182 0,15-7 9 0</inkml:trace>
  <inkml:trace contextRef="#ctx0" brushRef="#br0" timeOffset="42250.37">2218 4474 517 0,'-26'-1'56'16,"3"1"-2"-16,-2 0-8 0,2 1-4 15,23-1-8-15,-26 0-7 0,26 0-6 0,0 0-7 16,0 0-3-16,0 0-2 0,-3 0-2 16,36-15 1-16,25 0 1 0,22-1-4 15,30-3-3 1,11 1-1-16,12 0-1 0,10 1 0 16,6 2 2-16,0 3-2 0,-4 4 0 15,-11 5-1-15,-15 3 0 0,-24 3 2 16,-18 3-2-16,-19 1 0 0,-25-2 1 0,-11 2 1 15,-22-7-1-15,0 0 3 0,0 0 0 16,-19 13-2-16,-4-5 2 0,-2-5-4 16,-1-3-3-16,3-3-6 0,23 3-18 0,-27-10-26 15,27 10-64-15,0 0-155 0,0 0 16 16</inkml:trace>
  <inkml:trace contextRef="#ctx0" brushRef="#br0" timeOffset="42700.14">4049 3986 730 0,'0'-30'33'0,"4"1"-1"0,-3 0-8 0,2 1-3 16,3 1-3-16,0 4-4 0,4 3-2 15,3 5-4-15,-1 5-1 0,-12 10-4 16,21 3-2-16,-2 9 1 0,-6 11-1 0,0 12 2 15,-3 7 3-15,-1 10-4 0,-5 7 2 16,-1 8-3-16,-1 7-5 0,-2 4 5 16,0 1-3-16,1-4 3 0,1-8 3 0,-1-9-4 15,3-12 3-15,-1-11-3 0,0-12 0 16,-3-23 2-16,0 0 2 0,6 17 0 16,-6-17 1-16,0 0-1 0,0 0-5 0,16-25 3 15,1-6-3-15,0-5 1 0,2-4 1 16,4-4-2-16,3-4 0 0,2-4 1 15,1 2 0-15,-2 4-2 0,-2 13 0 0,1 13 0 16,-6 16 0-16,-2 10 1 0,-1 9-1 16,-4 9 2-1,3 7 1-15,-6 4-1 0,3-1-1 16,-6 0 1-16,2-2-2 0,-2-3 3 16,0-5 0-16,-1-3-1 0,3-4 0 15,-9-17 1-15,10 17-2 0,-10-17 1 16,16 8-1-16,-16-8-1 0,20 3-6 0,-20-3-9 15,23-3-20-15,-7-5-46 0,0-9-182 16,1 6-22-16</inkml:trace>
  <inkml:trace contextRef="#ctx0" brushRef="#br0" timeOffset="43100.21">3822 4096 596 0,'0'-22'60'0,"0"22"-8"0,0 0-7 16,1-21-10-16,-1 21-7 0,0 0-5 16,0 0-6-16,0 0-5 0,3-2-4 0,-3 0-1 15,0 1-1-15,14-11 1 0,8 6-1 16,10 1-1-16,14 1-1 0,6 1-4 15,5-1-1-15,2 2-3 0,7 2-10 0,-6 0-15 16,5 2-27-16,-13-2-46 0,3-7-156 16,-6 4-7-1</inkml:trace>
  <inkml:trace contextRef="#ctx0" brushRef="#br0" timeOffset="43483.71">4559 3593 727 0,'9'-38'51'0,"5"1"-7"0,5 1-10 16,7 4-9-16,6 0-7 0,8 3-4 16,2 5-3-16,3 4-2 0,1 6-4 0,-1 6-3 15,-3 6-1-15,-3 5-2 0,-7 6-1 16,-2 6 1-16,-8 8-2 0,-6 6 0 15,-5 10-1-15,-8 10 1 0,-11 7-1 0,-2 6 2 32,-8 2-1-32,-5-3 2 0,0-7-1 15,0-5 3-15,1-6 5 0,6-7-6 16,6-7 5-16,7-7-5 0,3-22 1 0,13 19 1 16,10-10 0-16,9-8 0 0,10-3 0 15,9-8-1-15,5 0 0 0,3-4 0 0,2-1-6 16,1 0 5-16,-5 0-5 0,-1 1 4 15,-5 3 0-15,-8 2-1 0,-8 5-6 16,-9 0-7-16,-6 8-16 0,-20-4-18 16,13 15-22-16,-13-15-44 0,-13 28-95 0,-4 6-38 15</inkml:trace>
  <inkml:trace contextRef="#ctx0" brushRef="#br0" timeOffset="43866.7">3811 5132 702 0,'0'0'42'16,"0"0"-1"-16,15-12-4 0,17-2-10 0,20 0-6 15,16-1-7-15,17 0-3 0,15-2-2 16,20 0-3-16,12 1-2 0,12 1-2 16,8 1-1-16,3 2-1 0,-1 1-1 0,-3 2-2 15,-11 1 0-15,-10 3-2 0,-15-2-1 16,-16 1-1-16,-16 2-2 0,-18-1 2 0,-16 2 1 15,-17 0-1-15,-32 3-4 0,0 0-9 32,0 0-13-32,-12-15-15 0,-11 11-34 15,-10 1-80-15,-8 1-90 0</inkml:trace>
  <inkml:trace contextRef="#ctx0" brushRef="#br0" timeOffset="44749.97">4147 5751 322 0,'0'0'68'0,"-16"-10"-8"0,16 10-9 0,0 0-10 16,-9-14-2-16,9 14-5 0,-10-16-1 16,10 16-3-16,-8-18-2 0,0 0-3 0,8 18-3 15,-1-29-2-15,2 4-3 0,5-3-1 16,7 1-1-16,3-2 0 0,10 2-3 16,6 2 0-16,4 4-3 0,3 7-5 0,0 6-1 15,2 4-2-15,-5 9 0 0,-3 7-2 16,-4 8 1-16,-3 7-1 0,-6 8 1 15,-5 6-2-15,-9 6 2 0,-8 3-2 0,-7 3 2 16,-9 2 3-16,-7 0-3 0,-10-2 4 16,-4-2-4-1,-1-5-2-15,-1-5 2 16,2-8 0-16,6-6 0 0,11-8 1 0,6-6 1 16,16-13 0-16,0 0-1 0,0 0 1 15,0 0 0-15,19-3-1 0,16-4 1 16,10-5-1-16,10-1 0 0,7 0 0 0,0-1-1 15,-1 1 3-15,-5 2-4 0,-8 2 0 16,-6 1-1-16,-9 6-3 0,-7-2-3 0,-26 4-7 16,19 0-9-16,-19 0-15 0,0 0-16 15,14 14-34-15,-14-14-59 0,-14 12-104 16</inkml:trace>
  <inkml:trace contextRef="#ctx0" brushRef="#br0" timeOffset="45383.71">4896 5706 751 0,'0'-29'44'0,"3"-2"-5"0,9 3-9 15,3-1-9-15,4 6-8 0,3 6-4 16,4 7-4-16,3 7-3 0,-2 9 0 16,-1 6-2-16,-1 9 0 0,-5 6-1 0,0 5 1 15,-5 3-2-15,-2 0 2 0,-4 3-2 16,-5 0 1-16,-1 0 5 0,0 0-5 0,-6-3 4 16,-3-4-5-16,-1-4-1 0,-1-8 1 15,-3-3 2-15,11-16 2 0,0 0 0 16,0 0 0-16,0 0 0 0,0-2 0 15,-9-15-6-15,9-7 4 0,8-10-4 0,7-3 3 16,3-6 2-16,9-1-2 0,2-1 3 16,3 0-2-1,4 8 1-15,0 8-1 0,-4 11 0 16,-2 10-1-16,-3 9 1 0,-1 10 0 16,-2 7 0-16,-1 7 1 0,-4 3-1 15,-3 3 0-15,-6 0-1 0,-4 3 2 16,-2-2-1-16,-8 0 2 0,1-4 4 0,-4 0-5 15,-2-6 4-15,-2-3-4 0,11-19-1 16,-12 15 2-16,12-15 2 0,0 0-2 16,0 0 1-16,0 0-3 0,-3 0-6 0,6-34 5 15,9 0-4-15,5-2 4 0,3-6 2 16,9-2-2-16,4-1 1 0,2 2-2 16,3 7 3-16,-2 10-2 0,-1 12 2 0,-5 10-1 15,0 10 0-15,-1 9 3 0,-1 9 0 16,-2 8 3-16,-3 3-2 0,-6 3 0 15,-4 0-1-15,-1 0-1 0,-5 0 4 0,-4-1-4 16,1-4 3 0,-4-1-5-16,-4-5-1 0,1-6-1 0,0-1-6 0,3-20-4 31,0 0-9-31,0 0-11 0,0 0-37 0,-1 2-107 16,1-2-112-16,-3-23 13 0</inkml:trace>
  <inkml:trace contextRef="#ctx0" brushRef="#br0" timeOffset="45866.84">6727 3823 523 0,'-15'-7'57'0,"15"7"-5"0,0 0-7 0,0 0-3 16,0 0-9-16,-1-2-5 0,-1 2-6 15,2 0 0-15,0 0-2 0,2-1-1 16,30-2-2-16,5 3-3 0,9 2-2 0,7 3-2 15,6 5-3-15,2 3-2 0,-5 7 2 16,-4 5-4-16,-10 6 1 0,-4 4-4 0,-8 3-1 16,-8 3-1-16,-12 4-1 0,-7 5 1 15,-13 3-3-15,-12 2 3 0,-8-3-1 16,-11-7 2-16,-4-5 0 0,-7-8 1 16,2-10 0-16,2-7 2 0,6-8-1 0,9-10 0 15,8-9-2-15,8-10 1 0,9-8 0 16,8-7-1-16,9-6 2 0,11-3-2 15,6 5 0-15,6 6-1 0,6 9 0 0,2 10-2 16,1 6-3 0,2 6-6-16,-2 6-10 15,-4 0-11-15,5 8-24 0,-3-4-33 16,3 6-72-16,0 1-98 0</inkml:trace>
  <inkml:trace contextRef="#ctx0" brushRef="#br0" timeOffset="46250.33">7691 3462 807 0,'16'-20'34'0,"9"5"-4"0,1 0-4 16,4 3-7-16,5 3-5 0,1 4-4 15,3 5-3 1,-3 6-4-16,-1 8-3 0,-8 5-1 0,-6 9-2 0,-7 8 1 15,-5 9-1-15,-9 8 0 0,-9 6-2 0,-8 1 2 16,-6 2 2-16,-4-2-4 0,-3-4 4 16,0-4-2-16,2-10-1 0,4-6 3 15,7-7-1 1,6-9 1-16,11-20 3 0,0 0 1 16,0 0 2-16,23 6 0 0,11-10-1 15,8-10 1-15,8-3 0 0,5-1-2 16,4-2 1-16,2 2-3 0,1 2 0 0,-1 0-1 15,-7 6-3-15,-7 2 2 0,-12 4-3 16,-9 2-3-16,-26 2-8 0,19 5-10 16,-19-5-12-16,0 0-15 0,-1 30-28 0,-17-6-56 15,-11-1-130-15,-3 6 19 0</inkml:trace>
  <inkml:trace contextRef="#ctx0" brushRef="#br0" timeOffset="46584.55">6860 5050 542 0,'1'-25'62'0,"-1"25"-8"0,0 0-9 16,0 0-7-16,0 0-10 0,2-1-4 15,-2 0-5-15,0-1-1 0,1 2 0 16,-1-1 1-16,33 1-3 0,12 4-1 16,18-3-3-16,19 2-3 0,18-4-1 0,20-3-1 15,17-4-2-15,9-1-1 0,6-2-2 16,-2 1-1-16,-5-2 1 0,-9-1-3 16,-12 3 1-16,-14-2-1 0,-20 1 1 0,-21 2-1 15,-18 0 1 1,-18 4-1-16,-33 5-2 0,0 0-4 0,0 0-5 0,0 0-4 15,1-1-5-15,-35 7-11 0,3 8-27 0,-6-2-51 16,2-5-133-16,7 8-26 0</inkml:trace>
  <inkml:trace contextRef="#ctx0" brushRef="#br0" timeOffset="46983.7">7078 5434 720 0,'6'-26'43'0,"10"5"-4"0,0 0-6 16,5 4-7-16,0 3-6 0,3 5-5 16,1 3-2-16,1 4-4 0,3 5-2 0,0 5-1 15,1 6-3-15,2 4 0 0,0 8-2 16,-2 5 0-16,-1 11-2 0,-3 7 2 15,-6 6-2-15,-4 6 3 0,-9 2-3 0,-7-1 0 16,-8-2 4-16,-8 0-6 16,-6-3 3-1,-3-3 0-15,-5-8-3 0,1-5 2 16,-3-7 0-16,-1-10-1 0,6-9 3 0,2-7 0 16,25-8 2-16,-27-11-1 0,8-7-1 15,10-8-2-15,11-4 1 0,9-3-1 0,8-1 1 16,10 4 3-16,4 2-7 0,2 6 3 15,4 4-4-15,-3 5 0 0,0 7-3 16,-1 3-7-16,1 8-4 0,-4 1-21 16,4 6-21-16,-7-3-47 0,0-3-129 0,1 5-22 15</inkml:trace>
  <inkml:trace contextRef="#ctx0" brushRef="#br0" timeOffset="47434.6">7927 5724 834 0,'23'-31'36'16,"6"2"-8"-16,3 1-6 0,1 2-9 15,2 3-5 1,-3 5-3-16,-3 6-2 0,-3 4-3 16,-5 5 0-16,-21 3-1 0,22 11 0 15,-12 4 0-15,-4 9 0 0,-9 7 0 16,-6 3-1-16,-8 6 0 0,-6 1-1 0,-6 0 2 15,-1 0 3-15,-2-2-4 0,0 0 3 16,3-5-5-16,4-3 1 0,4-7 2 0,5-6-1 16,16-18 3-16,-10 12-1 0,10-12 0 15,0 0 1-15,14-10-1 16,5-7 1-16,10-5 1 0,3-3-5 0,-2-4 5 16,5 0-5-16,-5-1 2 0,-1 1 2 0,-3 0-1 15,-3 3 1-15,2 4 1 0,-8 4 1 16,-1 2-1-16,-16 16 3 0,0 0-1 0,0 0 1 15,0 0-2-15,1-1-1 0,-1 1 0 16,2 0-2-16,-2 1 1 16,-6 26 0-1,-1 1 0-15,3-1-1 0,1 2 0 16,3 1 2-16,1 4-4 0,4-2 4 0,3-1-3 16,2 0-1-16,2-5 0 0,7-2-4 15,1-4-3-15,3-4-5 0,2-5-6 16,2-3-11-16,-4-8-17 0,9-2-30 0,-10-10-49 15,1-11-116-15,4 2-8 0</inkml:trace>
  <inkml:trace contextRef="#ctx0" brushRef="#br0" timeOffset="47800.08">8617 5485 785 0,'0'0'46'16,"-3"-21"-9"-16,3 21-8 0,6-19-7 0,4 5-6 15,4 1-2-15,8 5-2 0,4-2-1 0,6 5-2 16,1 1-2-16,-1 3-2 0,1 2-3 16,-4 3-2-1,-3 0-1-15,-1 4 0 0,-2 3 0 16,-6 5-1-16,-4 0 0 0,-4 6-1 16,-9 4-1-16,-9 4 1 0,-5 3-2 15,-7 5 1-15,-5-1 1 0,-3-2 0 16,-1-3 0-16,1-5 3 0,2-4 0 0,4-4-1 15,7-5 2-15,3-3-2 0,13-11 1 16,0 0 0-16,0 0 1 0,0 0 1 16,30 3 2-16,5-6-2 0,8-5-1 0,5-4-1 15,7-2-2-15,4 1 2 16,2-1 0-16,-3 1 0 0,-8 0 1 0,-8 4-2 16,-10 1-3-16,-9 4-3 0,-23 4-6 0,0 0-9 15,0 0-14-15,0 0-22 0,3-1-42 16,-3 2-98-16,0-1-72 0</inkml:trace>
  <inkml:trace contextRef="#ctx0" brushRef="#br0" timeOffset="48284.71">9905 4525 297 0,'3'-2'-18'0,"-3"0"-4"15,0 1-11-15,1-1-27 0</inkml:trace>
  <inkml:trace contextRef="#ctx0" brushRef="#br0" timeOffset="48699.95">10014 4491 664 0,'0'0'61'0,"0"-27"-9"0,-5 1-10 0,1 5-11 15,-3 0-7-15,0 1-6 0,1 1-3 16,6 19-1-16,-9-22-3 0,9 22-3 16,0 0-3-16,0 0-3 0,0 0-2 0,3-1 0 15,-3 1 0-15,1 0 1 0,18 22 0 16,3 6 0-16,4 2-1 0,7 2 2 16,1 0 2-16,1 0-3 0,3-4 3 0,3-2-5 15,5-5 1-15,3-6 0 16,6-5 0-16,7-9 0 0,5-7 0 0,2-9 2 15,3-11-6-15,-2-7 5 0,-5-8-3 0,-1-8 2 16,-4-6 2-16,-3-7-2 0,-8-5 2 16,-10 2-3-1,-10 8 3-15,-10 10-2 0,-6 12 1 16,-6 12 1-16,-7 23-2 0,0 0-3 16,0 0 1-16,0 0-1 0,1-2-1 15,-1 2 4-15,-1 0-8 0,-14 18-2 16,1 7-6-16,2 0-10 0,1 10-14 0,-5-1-23 15,3 8-54-15,-7 1-112 0,-9-5-34 16</inkml:trace>
  <inkml:trace contextRef="#ctx0" brushRef="#br0" timeOffset="49017.04">10546 4139 816 0,'-4'-23'41'0,"4"23"-8"0,-5-30-5 0,2 10-8 16,3 20-2-16,-4-18-3 16,4 18-4-1,0 0 1-15,0 0-8 0,0 0-2 16,-2-2-2-16,2 2-1 0,-1 2 1 0,1 36 4 16,3 9-3-16,3 9 2 0,1 10-2 15,7 6-2-15,-2 7 5 0,4 1-3 0,-2 4 2 16,2 0-1-16,-1 1-4 0,-1-2 2 15,-1-4-1-15,0-9 1 0,0-11-1 16,-3-9 2-16,0-12-3 0,-2-10 2 16,-3-10-2-16,-5-18-2 0,0 0-1 0,0 0-3 15,0 0-6-15,2 1-10 0,-1-1-22 16,-1 0-54-16,-7-19-205 0,4-3 4 16</inkml:trace>
  <inkml:trace contextRef="#ctx0" brushRef="#br0" timeOffset="52033.15">11866 4009 252 0,'0'0'48'16,"-6"-20"-2"-16,6 20-4 0,-7-20-1 0,7 20-5 15,-4-20 2-15,4 20-5 0,-6-18-3 16,6 18-2-16,0 0-5 0,-10-17-1 16,10 17-4-16,-13-10-2 0,13 10-5 0,-22-5-2 31,22 5 0-31,-32 6 1 0,2 3 3 16,-2 5 1-16,-4 4 1 0,-3 8 1 15,-3 8-2-15,4 9 2 0,2 14-3 16,6 11-1-16,4 10-5 0,6 5 1 0,8 3-3 15,8 3-3-15,8-1 1 0,9 1-5 16,9-2 0-16,7-7 3 0,7-7-2 0,7-9 4 16,2-14-3-16,8-9 1 0,1-11-1 15,-3-8 0-15,-2-7-1 0,-3-8 2 16,-3-2-4-16,-5-7-4 0,-6-1-11 16,-8-4-21-16,-2 2-31 0,-9-7-68 0,-13 12-122 15,0 0 13-15</inkml:trace>
  <inkml:trace contextRef="#ctx0" brushRef="#br0" timeOffset="52483.4">11992 4488 707 0,'14'-29'50'0,"1"1"-9"0,2 2-10 16,-1 2-9-16,1 4-9 0,-2 5-5 15,2 4-5-15,-17 11-1 0,0 0-1 16,28 9-1-16,-8 9 0 0,-7 8 0 0,-7 7 1 16,-3 7 2-16,-5 4-4 0,-4 3 3 15,-1 0-4-15,-3 0 1 0,0-3 0 16,3-3 0-16,-1-6 1 0,1-5 0 0,3-7 1 16,4-23 0-16,0 0 1 0,0 0 1 15,0 0 0-15,20-12-1 0,5-9-1 16,2-9 1-16,6-7-2 0,1-4 2 15,0-5 0-15,0-2-5 0,-4-2 4 0,-4 1-3 16,-3 2 1-16,-5 8 3 0,-3 5-2 31,-6 11 1-31,-9 23 0 0,0 0-2 0,0 0 2 16,0 0 1-16,-1-1 0 0,-8 37 0 16,-2 5 1-16,0 7 0 0,1 2-2 15,2 1 2-15,3 1-5 0,5-2 0 16,5-5 0-16,6-2 0 0,5-5 2 0,9-6-2 15,2-8 1-15,8-7-6 0,1-12-7 16,6-7-11-16,-3-12-19 0,4-1-34 0,-5-11-68 16,-12-6-123-16,6-1 19 0</inkml:trace>
  <inkml:trace contextRef="#ctx0" brushRef="#br0" timeOffset="52766.57">12776 4010 715 0,'-22'-6'52'0,"22"6"-16"0,0 0-11 16,0 0-4-16,0 0-3 0,0 0 1 16,35 8-2-1,11 2-4-15,10 6-3 0,11 2-3 16,7 4-2-16,8 9-1 0,3 8-2 16,-2 10-1-16,-7 10-2 0,-9 6 1 15,-12 8 0-15,-13 3-2 0,-13 4 2 0,-15 5-5 16,-11 4-4-16,-16 0 1 0,-13-1-2 15,-9-11 4-15,-7-11 1 0,-4-13 5 16,-2-12-1-16,-1-12 2 0,4-10 1 16,4-8-2-16,6-8 2 0,7-6 0 0,12-5-4 15,16 8-4-15,-4-21-9 0,8-3-14 16,15 4-29-16,7-4-69 0,5 1-151 0,15 5 6 16</inkml:trace>
  <inkml:trace contextRef="#ctx0" brushRef="#br0" timeOffset="53133.27">15370 4300 667 0,'0'-32'55'0,"4"3"-8"16,1-1-5-16,3 6-7 0,-2 1-7 0,1 6-6 16,-7 17-6-16,9-15-6 0,-9 15-4 15,0 0-4-15,0 0-1 0,13 15 2 16,-4 11 0-16,-2 10 1 0,-4 12-3 0,-2 6 4 16,-1 5-4-16,2 4 1 0,0 0 4 15,0 1-6-15,1 0 2 0,1-4-2 16,1 0-1-16,-1-6 1 0,2-5 1 0,-2-5 0 15,2-10-1-15,-2-9 0 0,2-5-2 16,-6-20 2-16,0 0 0 0,10 12-2 16,-10-12-4-16,0 0-9 0,19-5-19 15,-12-11-39 1,3-1-135-16,-10 17-90 0,-10-38 20 16</inkml:trace>
  <inkml:trace contextRef="#ctx0" brushRef="#br0" timeOffset="53334.59">14806 4611 804 0,'0'0'42'0,"0"0"-4"16,0 0-11-16,-2-1-6 0,2 1-3 0,24-5-4 16,20-1-2-16,20 0-5 0,17-2-5 15,10-1-2-15,7 0-3 0,4 0 4 16,2 0-8-16,3 0-4 0,-1 4-21 15,-11-2-40-15,4-5-184 0,-14 6-53 0</inkml:trace>
  <inkml:trace contextRef="#ctx0" brushRef="#br0" timeOffset="53951.04">17397 4130 736 0,'-7'-20'51'0,"-1"1"-9"16,8 19-11-16,-8-18-9 0,8 18-7 0,0 0-8 15,0 0-4-15,0 0-2 0,-1-2 1 16,18 19 1-16,5 13 1 0,5 11-2 0,5 9 1 16,3 8-3-16,4 1 1 0,-3 0-3 15,2-1 1-15,-2-5 3 0,-3-6-4 16,-1-6 5-16,-2-9-3 0,-4-8 1 15,-1-7 1-15,-4-8 1 0,-21-9 0 0,29-9 2 16,-4-8-2-16,0-9-3 0,-1-7 4 16,-1-10-5-1,-2-4 5-15,-1-5-1 0,-3-3-3 16,-2-6 2-16,0 0-2 0,-3 5 0 16,5 7 0-16,-4 13-1 0,-1 10-1 15,1 11-2-15,-13 15 0 0,0 0-2 0,0 0-3 16,24 13-6-16,-6 7-8 0,2 12-17 15,-7 0-23-15,9 11-51 0,-6 11-147 16,-2-8-3-16</inkml:trace>
  <inkml:trace contextRef="#ctx0" brushRef="#br0" timeOffset="54784.54">19008 3972 433 0,'0'-23'53'0,"0"23"-9"0,0 0-9 0,0 0-8 16,0 0-3-16,2-1 4 0,2-17 3 15,-4 18 2-15,0 0 3 0,6-20-6 0,-6 20-1 16,0 0-11-16,4-18-1 0,-4 18-6 15,0 0 2-15,0 0-3 0,0 0 2 16,1-2-5-16,-6-16-2 0,5 18-1 0,0 0-2 16,0 0 0-16,-10-15 0 0,10 15-1 15,0 0 0-15,0 0-1 0,0 0 0 16,-2-2 0-16,2 1 1 0,-1-1-1 0,1 0 1 16,0 1 0-16,-2 1-2 0,2-1 0 15,0 1 1-15,-1-2 0 0,1 2 1 16,-2-1-1-16,2 1 0 0,0 0 0 15,-1-2 0-15,1 2 1 0,0 0 0 0,0-1 0 16,0 1 0-16,-2 0 0 0,2-2-1 31,0 2 1-31,0-1-1 0,0 1 1 0,0-2 0 16,0 2 0-16,0 0-2 0,0-2 1 16,0 2 0-16,0 0 1 0,0-1 2 15,0 1-3-15,0 0 0 0,0 0 1 16,0 0-3-16,0-2 2 0,0 2 0 0,0 0-1 15,0 0 1-15,0 0 0 0,0 0-1 16,0 0 2-16,-1 0 0 0,1-1 2 0,0 1 1 16,0 0-1-16,-1 0 0 0,1 0 0 15,-2-1-1-15,1 1 0 0,-1-2 0 16,-11-10-1-16,13 12 1 0,-13-14-1 0,13 14 0 16,-14-14 2-16,14 14 0 0,0 0 0 15,-12-13-1-15,12 13-1 0,0 0 0 16,0 0-1-1,0 0-1-15,-1-2 0 0,1 4 0 0,-6 16 1 0,7 5 0 0,5 6 4 16,3 3-4-16,5 3 4 0,4 2-4 16,5 3-1-1,3-1 1-15,6 1 0 0,2-2 0 16,4-5 0-16,5-6 1 0,4-5-1 16,5-8 0-16,4-10 1 0,6-7 0 15,8-11 0-15,5-7 0 0,7-6 0 0,4-7-1 16,-4-2 1-16,-8-4 1 0,-11 0-4 15,-9-2 4-15,-14 2-4 0,-8 0 3 16,-9 5 0-16,-8 6-2 0,-5 8 1 16,-10 21-2-16,0 0 0 0,0 0 0 0,0 0-2 15,0-2 1-15,-2 2-2 0,1 0 1 16,-27 13-6-16,4 4-5 0,2 6-11 0,-2 4-23 16,6 7-34-16,-9-2-80 0,-3 2-120 15,-1-1 22-15</inkml:trace>
  <inkml:trace contextRef="#ctx0" brushRef="#br0" timeOffset="55100.14">19348 3557 757 0,'-13'-23'47'0,"13"23"-6"16,-7-22-9-16,7 22-7 0,0 0-9 15,0 0-7-15,0 0-3 0,-2-1-1 16,2 1-1-16,2 0 2 0,17 24 0 0,-1 11 0 16,-2 11-2-16,2 6 0 0,-4 8 2 15,-1 5-3-15,-1 8 2 0,-3 6-6 16,0 9 0-16,0 6 2 0,0 4-3 16,-1 1 3-16,-2-7 0 0,0-9-3 0,0-10 2 15,0-11 0-15,2-11-1 0,0-6 1 16,-3-12-1-1,1-7 0-15,0-9-1 0,-6-17-4 0,0 0-4 0,0 0-5 0,16 8-19 16,-16-8-44-16,18-21-213 0,-4 3-13 16</inkml:trace>
  <inkml:trace contextRef="#ctx0" brushRef="#br0" timeOffset="55966.78">20535 3502 696 0,'-16'-28'64'15,"5"9"-17"-15,-6 2-13 0,2 4-8 0,15 13-10 16,-26-4-4-16,1 8-3 0,1 9 0 31,-4 8-3-31,-5 12 0 0,0 10-4 0,0 11 2 16,2 12-3-16,4 4 0 0,6 5 3 16,7 5-4-16,7 2 3 0,7 4-2 15,7 4-2-15,7-1 1 0,5-5-2 0,9-9 0 16,5-8 3-16,7-10-6 0,5-12 5 15,1-10-5-15,2-9-7 0,0-11-7 16,-2-6-16-16,-5-11-22 0,-1-1-40 0,-9-9-68 16,-14-6-108-16</inkml:trace>
  <inkml:trace contextRef="#ctx0" brushRef="#br0" timeOffset="56366.9">20764 4010 753 0,'0'0'45'0,"3"-19"-7"0,-3 19-9 0,0 0-9 0,0 0-7 16,20-7-4-16,-20 7-3 0,27 9-2 16,-5 7-3-1,-6 5 0-15,-4 8-2 0,-4 5 1 16,-6 9-1-16,-8 3 0 0,-7 2-2 16,-5-1 3-16,-3-1-2 0,-2-5 0 15,1-6-2-15,5-8 2 0,2-7-2 0,15-20 4 16,0 0 0-16,0 0 1 0,0 0 1 15,15-14-2-15,11-12 1 0,7-10-1 16,6-8 2-16,3-8-2 0,1-2 3 0,-2-1-3 16,-2 5 2-16,-3 6 0 0,-7 7-1 15,-7 10 2-15,-5 6 3 0,-5 7-1 16,-12 14 0-16,0 0-1 0,0 0-3 0,0 0 1 16,1-1-1-16,-8 19 1 0,-2 6-1 15,-2 6 0-15,0 8-1 0,0 2 1 16,-2 4-2-16,3 1 1 0,2 0 0 15,5-3 0-15,5-3-2 0,5-4 1 0,5-4-5 16,4-7 1-16,6-4-8 0,2-7-8 16,9-4-16-16,1-10-26 15,9 0-48-15,-6-12-78 16,-2-6-77-16</inkml:trace>
  <inkml:trace contextRef="#ctx0" brushRef="#br0" timeOffset="56633.21">21484 3648 763 0,'-13'-13'44'0,"13"13"-12"16,0 0-9-16,0 0-6 0,0 0-2 15,4 20-1-15,6 4-4 0,6 5 0 16,6 3-3-16,7 4-1 0,6 4 5 0,5 2-9 16,8 5 4-16,3 7-4 0,2 5-5 15,-1 6 4-15,-9 5-4 0,-8 4 2 16,-10 1-3-16,-14-3-2 15,-15 0-1-15,-12-7-6 0,-13-3-1 0,-10-5-4 0,-6-7-2 16,-1-10 0-16,-2-4 0 0,3-12 1 16,2-6-1-16,4-10-7 0,9-5-26 15,-2-11-72 1,-3-7-142-16,15 1 11 0</inkml:trace>
  <inkml:trace contextRef="#ctx0" brushRef="#br0" timeOffset="56916.56">23511 4289 727 0,'0'0'10'0,"0"0"6"0,0 0 5 16,0 0 0-16,2-1-1 0,0-1-3 0,12-13-4 15,3 3 0-15,5 3-1 0,8 0-1 16,8 1-3-16,9 0 1 0,7 1-4 31,2 1-3-31,-1 0 0 0,-1-2-4 0,-7 2 2 16,-8 2 0-16,-8-1 0 0,-10 2 0 16,-21 3-3-16,0 0-5 0,0 0-13 15,0 0-22-15,2 0-37 0,-2 0-78 16,-2 0-119-16,-24 2 23 0</inkml:trace>
  <inkml:trace contextRef="#ctx0" brushRef="#br0" timeOffset="57100.24">23255 4598 826 0,'0'0'39'15,"-1"1"-1"-15,34 0-11 0,12-2-10 16,10-2-7-16,14 0-3 15,8 2-4-15,5-1-1 0,-2 0-3 0,-1-1-4 0,-3 2-14 16,-4-3-29-16,5 5-123 0,-7 0-138 31,-8-5 7-31</inkml:trace>
  <inkml:trace contextRef="#ctx0" brushRef="#br0" timeOffset="57716.8">25910 3808 526 0,'7'-18'58'16,"-7"18"0"-16,3-23-5 0,-3 23-4 15,0 0-7-15,0-24-5 0,0 24-6 16,0 0-7-16,0 0-6 0,-15-17-8 0,15 17-3 16,-31-3-2-16,-2 10-2 0,-9 6 0 15,-12 10 1-15,-9 10 4 0,-10 10-4 16,-3 7 3-16,-1 9-5 15,1 6-1-15,6 7 1 0,9 2-2 0,17 0 1 0,20-1-1 16,21-6 0-16,21-7 6 0,20-6-5 16,21-10 3-16,17-8-3 0,17-8-4 15,11-10 4 1,9-6 0-16,2-6-1 0,-4-6 2 16,-10-4-2-16,-14-4-1 0,-14-3 1 15,-18-1 1-15,-11 0 0 0,-16 3 3 0,-10 1-4 16,-18 8 0-16,0 0-1 0,11-14-8 15,-11 14 1-15,0 0-6 0,0 0-11 16,0 0-22-16,-21-15-46 0,21 15-136 16,-20-4-57-16</inkml:trace>
  <inkml:trace contextRef="#ctx0" brushRef="#br0" timeOffset="61982.6">26693 3845 448 0,'0'0'52'0,"1"0"-10"16,-1-2-1-16,1 1-8 0,-1-1-3 16,0 1-3-1,0 1-4-15,0-2-4 16,0 2-2-16,2-2-4 0,-2 2-4 0,0-1-2 16,0 1-3-16,0-2-1 0,0 2 1 15,0 0 0-15,1 2 1 0,8 12 5 0,0 1-5 16,1 0 5-16,0 0-5 0,3 1-1 15,0-3 1-15,2-1-1 0,3 0 0 16,2-1-1-16,0-2 0 0,3-1-2 0,0-2 1 16,-2-2-1-16,0-1-1 0,0-1 0 15,-21-2 1-15,29 3 0 0,-4-2 0 16,-3-1 0-16,1-1 0 0,0-2 1 0,3-2 0 16,3-1 0-16,2-1 1 0,3-4-1 15,0 0 0-15,1-1 1 0,-2 0-2 16,-4 0 1-16,-3-2 0 0,-4 2-6 15,-5-1 7-15,-2 1-5 0,-15 12 8 0,13-16-1 16,-13 16 0-16,10-15 1 0,-10 15 0 0,0 0 0 31,0 0 0-31,0 0-1 0,2-1-1 16,-2-1-1-16,1 1-1 0,-1-1 0 16,3 0 0-16,-3 1-1 0,1-1 0 15,-1 1 0-15,0-1 0 0,2 1-2 16,-2-1 0-16,0 1 0 0,1 1-1 0,-1-1 0 15,0 1 0-15,1-2-5 0,-1 2-6 0,0-2-11 16,0 2-14-16,0 0-25 0,0 0-43 16,-1 0-98-16,-15 15-60 0</inkml:trace>
  <inkml:trace contextRef="#ctx0" brushRef="#br0" timeOffset="63901.4">26791 3805 295 0,'1'-21'42'0,"-1"21"-2"0,0 0-8 0,0 0-7 16,0 0-5-16,2-2-6 0,-2 1-3 15,0 0-2-15,1-1-1 0,-1 0-1 16,0 1 2-16,2-1 3 0,-2 1 2 16,0 1 5-1,0-2 0-15,0 2 2 0,0-2 2 16,1 2 1-16,-1-1 2 0,0 1-3 16,0-1-4-16,0-1-3 0,-1 1-5 0,1-1-1 15,-8-18 0-15,8 20-1 0,0 0 0 16,-4-20 0-16,4 20 0 0,0 0 1 15,0 0-1-15,0 0-2 0,-1-1-1 16,1-1-1-16,-2 1-3 0,2 0 0 0,0 1 0 16,-1-2 0-16,1 2 3 0,0 2 1 15,1 23 1-15,2 4 1 0,1 3 3 0,1 5-6 16,1 4 4-16,0 6-6 0,-1 4-2 16,1 7 2-16,0 6-4 0,0 2 2 15,0 1-1-15,2-1 1 0,-2-6-1 16,1-7 2-16,-1-6 1 0,0-6-4 0,-1-6 4 15,0-6-5-15,-2-6 2 0,-3-23 1 16,3 23-1-16,-3-23 1 0,0 0 0 0,0 0 0 31,0 0 1-31,1 1 0 0,-1 1-2 16,1-2-2-16,1 1-9 0,-2-1-12 16,1 0-25-16,-1-1-51 0,5-20-144 15,-5 21-33-15</inkml:trace>
  <inkml:trace contextRef="#ctx0" brushRef="#br0" timeOffset="64733.38">26327 3993 191 0,'-16'-10'31'0,"16"10"2"15,-16-9 3-15,16 9 2 0,-17-11 4 0,17 11 1 16,-12-12 0-16,12 12 1 0,-9-17 0 16,9 17-1-16,-5-22-1 0,5 22-3 15,-3-23-8-15,3 23 0 0,-3-23-8 16,3 23 2-16,0 0-4 0,0 0-5 0,-6-18-4 16,6 18-6-16,0 0-2 0,0 0-1 15,0 0 0-15,-1-2 3 0,1 2 5 0,8 14-5 16,7 1 4-16,4 3-5 0,7 1 0 15,7-3 0-15,9 1-2 0,4-2 1 16,6-1-2-16,4-1 0 0,2-1-2 16,-3-1 1-1,2-2-1-15,-4 0-1 0,-1-1 1 16,-4 1 0-16,0-5 0 0,-6 0 0 16,-3-4-1-16,-6-4 2 0,-7 0-1 0,-4-3 1 15,-8-3 0-15,-1-4-1 0,-4-1 0 16,-2-3 0-16,-1 0-1 0,-6 18-2 15,4-23-1-15,-4 23-4 0,0 0-5 16,0 0-11-16,0 0-15 0,1-1-18 0,-1-1-25 16,-17-7-37-16,17 9-82 0,-24 6-29 15</inkml:trace>
  <inkml:trace contextRef="#ctx0" brushRef="#br0" timeOffset="65016.71">26601 3675 562 0,'-1'-23'56'16,"1"23"-7"-16,0 0-7 0,0 0-10 16,0 0-11-16,-1-2-6 0,1 1-7 15,0 0-4-15,0-1 0 0,0 2 0 0,0 2 2 16,1 23 1-16,-1 7-1 0,0 4 1 15,1 5 1-15,-1 7-4 0,2 3 1 0,1 8-4 16,0 7-3-16,3 5 2 0,1 7-3 16,4 0 0-16,0 0-1 0,1-4-2 15,0-4-3-15,0-9-19 0,3-2-27 16,-4-11-56-16,-2-10-157 0,3-1 15 0</inkml:trace>
  <inkml:trace contextRef="#ctx0" brushRef="#br0" timeOffset="66016.93">27899 3688 156 0,'0'0'34'0,"0"0"0"15,0 0-2-15,0 0 2 0,1-1-1 16,-1-1 0-16,2 1-1 0,-2-1 0 15,1 1-3-15,-1-1-3 0,2 1-7 16,-2-1-5-16,1 1-4 0,-1-1-3 0,0 2-1 16,1-2 0-16,-1 2 3 0,0-1 4 15,0 1 4-15,2-2 7 0,-2 2 3 0,0-1 1 16,1 1-2-16,-1-1-6 0,2 1-6 16,-2-2-4-16,1 1-1 0,1-1-1 15,8-13 0-15,-10 15-1 0,0 0-1 16,0 0-1-1,8-15 1-15,-8 15 0 0,0 0 0 0,8-19 0 0,-8 19 1 0,6-23 1 16,-1 4-1-16,-5 19 2 0,3-24 1 0,-3 24-1 31,0-23 1-31,0 23-2 0,0 0-2 16,0 0-3-16,0 0-2 0,1-2-1 16,-2 2 0-16,-24 18 2 0,0 13-2 15,0 10 2-15,2 7-2 0,0 7 2 0,-1 4 2 16,6 7-3-16,3 4 2 0,5 7-3 15,5 6-3-15,8 3 4 0,8-2-3 0,6-3 2 16,9-9 3-16,9-9-3 0,8-8 2 16,5-10-4-16,3-7-1 0,2-9 0 15,-1-8-6-15,-3-9-6 0,-1-4-15 16,-8-10-19-16,0 1-38 0,-11-10-62 0,-15-7-115 16</inkml:trace>
  <inkml:trace contextRef="#ctx0" brushRef="#br0" timeOffset="66466.93">28249 3977 676 0,'8'-17'48'16,"1"-1"-4"-16,6 4-6 0,3 2-8 0,7 3-8 15,2 4-9-15,1 5-6 0,-1 3-4 16,-1 5-2-16,-3 4-2 0,-3 3 0 15,-3 5 1-15,-5 4-1 0,-6 4 0 16,-4 1 0-16,-7 3-3 0,-4 1 3 0,-5 2 0 16,-1 1 0-16,-2-4 0 0,-1-3 0 15,3-5-1-15,1-7 1 0,4-5 1 0,10-12 2 16,0 0 1-16,0 0 1 0,0 0-2 16,-2-2-1-16,10-25 0 0,6-3-1 15,5-4 3-15,5-2-3 0,2-1 1 16,2 0 0-16,-1 0 0 15,-1 2 0-15,-4 5 0 0,0 4-2 0,-6 8 2 0,-5 6-1 16,-11 12-2-16,0 0 2 0,0 0-1 0,0 0 0 31,2-2 1-31,-2 2-1 0,0 2 1 16,1-1 0-16,-2 30 0 0,-2-2 0 16,-2-1 0-16,2 4 0 0,1 1-1 15,4 1 0-15,1 3-1 0,3-3 2 0,3 0-1 16,4-2 0-16,0-3-1 0,3-7 0 15,3-2-5-15,1-7-6 0,2 0-17 0,-2-10-21 16,6-2-40-16,-6-7-64 0,-8-8-102 16</inkml:trace>
  <inkml:trace contextRef="#ctx0" brushRef="#br0" timeOffset="66816.67">28808 3574 666 0,'0'0'51'0,"0"0"-10"16,-2-21-12-16,2 21-9 0,0 0-7 16,0 0-2-1,17-7-1-15,-17 7 3 0,36 7 0 16,3 7-2-16,4 6-2 0,5 4-1 16,6 6-3-16,2 5 2 0,2 5-3 0,1 5 0 15,-5 4 1-15,-4 5-4 0,-8 4 1 16,-10 3-2-16,-10 5-2 0,-13 5 2 15,-12 2-2-15,-12 2 2 0,-13-4-1 16,-9-5-1-16,-9-8 5 0,-4-7-4 0,0-7 5 16,1-9-3-16,4-6 0 0,6-9 0 15,7-7 0-15,7-4 1 0,25-9 1 0,0 0 0 16,0 0 0-16,0 0-1 0,-1-1-2 16,-1 1 0-16,2-2-3 0,-1 1-2 15,1-1-8-15,0 1-13 0,1-1-31 16,1 1-65-16,-2-1-175 15,0 2 15-15</inkml:trace>
  <inkml:trace contextRef="#ctx0" brushRef="#br0" timeOffset="71218.02">24946 3880 245 0,'0'0'53'0,"0"0"1"16,0 0 4-16,-2-2 1 0,2 1-3 0,0-1-7 16,0 1 0-16,-1-23-7 0,1 24-1 15,0 0-6-15,0 0-4 0,0 0-8 16,-2-1-5-16,2 0-6 0,-1-1-5 16,1 1-2-16,-2-1-2 0,2 2-1 0,-1 0 3 15,1 2 5-15,4 37-4 0,5 2 5 16,7 8-5-16,0 5-3 0,4 7 0 0,-1 7-4 15,3 2 3-15,-1 0-2 0,-2-3 4 16,1-8 4-16,-1-4-4 0,-3-8 4 16,-2-8-4-1,-3-7-1-15,-4-9 0 16,-7-23 1-16,8 16-1 0,-8-16 2 0,0 0 1 16,0 0-1-16,0 0 0 0,2 2 0 15,-1-2-2-15,1 0-3 0,-1-2-1 0,1 1-2 16,4-20-2-16,-6 21-6 0,1-26-7 15,-1 26-10-15,-4-29-16 0,4 29-30 16,-6-37-32-16,3 6-98 0,1 2-57 16</inkml:trace>
  <inkml:trace contextRef="#ctx0" brushRef="#br0" timeOffset="71783.7">25021 3862 577 0,'-17'-7'51'0,"17"7"0"15,0 0-8-15,0 0-7 0,-23-3-8 0,23 3-7 16,0 0-4-16,0 0-3 0,0 0-5 16,-2-2-2-1,1 2-1-15,1 0-1 0,1 0 0 16,28 0 1-16,13-1-2 0,11-2 0 16,13-3-1-16,9 0-2 0,3 0 1 15,4-2-1-15,3 2 0 0,-2 4-1 16,-4-2 1-16,-8 4-1 0,-10 2 0 0,-12 0 0 15,-13-2 0-15,-10 0 1 0,-26 0 1 16,0 0 3-16,0 0 1 0,0 0 0 0,2 0 0 16,-1 1-4-16,1-1-1 0,-1 0-1 15,-1 0-1-15,0-1-2 0,-1 1-2 16,-22-7-6-16,-2 4-4 0,-5 1-4 16,-6 5-8-16,-9 2-3 0,-7 4-7 0,-8 1-6 15,-2 3 2-15,-7 2-7 0,-4 2 11 16,-8 1 6-16,-2-1 13 0,-3-2 11 0,4-3 8 15,5-1 5-15,9-4 2 0,12-2 4 16,9-3 8-16,11-2 11 0,6-3 12 16,30 3 3-16,-26-5-2 0,26 5-10 15,0 0-11 1,0 0-7-16,0 0-3 0,15-12-1 16,9 1 0-16,9 3-1 0,9 1-2 15,10 1 0-15,8 0-3 0,5 1-1 0,3-1-6 16,4 0 4-16,-1 0-7 0,0 0 6 15,-2 0-1-15,-3 0-1 0,-2 1 0 16,-6 0-2-16,-10 3 1 0,-10-1-2 16,-11 1 1-16,-27 2-2 0,0 0-2 0,0 0-2 15,0 0-3-15,1-1-5 0,-1 1-8 16,-22 4-10-16,-9 5-13 0,-15 0-22 0,-2 5-18 16,-9 1-26-16,-2 2-26 0,-5 3-6 15,-9-4 10-15</inkml:trace>
  <inkml:trace contextRef="#ctx0" brushRef="#br0" timeOffset="72383.67">25011 4018 49 0,'-52'10'79'15,"16"0"3"-15,11-5 9 0,25-5 5 0,0 0-9 16,0 0-7-16,0 0-18 0,-1 2-14 0,2-2-5 31,15-9-6-31,4 4-8 0,-1-1-6 16,-19 6-4-16,26-1-2 0,-6 2-4 16,-20-1-1-16,21 11-2 0,-6 2-1 15,-3 7 0-15,-1 4-2 0,-2 6-1 16,-1 6-3-16,-3 7 1 0,2 2-2 0,-2 2 1 15,1 0-2-15,-1-3 2 0,3-1 2 0,0-1-3 16,1-2 3-16,0-2-5 0,1-4 0 16,-2-2 1-16,1-3-1 0,0-5 0 15,1-4-1-15,-3-3 2 0,-7-17 0 16,0 0 0-16,0 0 0 0,7 15 0 16,-7-15-1-16,0 0 2 0,0 0 0 0,0 0 0 15,2 1 0-15,-2-1-3 0,1 2-3 0,-1-2-4 16,0 2-6-16,2-2-10 0,-2 1-10 15,0-1-15-15,-2 2-16 0,-14 5-16 16,1 7-22-16,-6-3-10 0,-2-1-9 16,0-1 15-1,-1-3 35-15,0-1 33 16,2-2 46-16,22-3 35 0,-28-1 32 0,28 1 24 16,-26-9 11-16,26 9-7 0,-22-8-15 0,22 8-18 15,-15-8-15-15,15 8-11 0,0 0-10 16,0 0-7-16,0 0-6 0,-1-2-4 15,1 2-5-15,-2-1-2 0,2 1 0 16,2-2-2-16,28-2 0 0,9 1-2 16,13 1-2-16,12-1 0 0,10 0-1 0,10-1 0 15,7-2-1-15,9-2-1 0,4 0-1 0,-3-1 0 16,-4 0 1-16,-9 2-1 0,-14-3 3 16,-12 5-3-16,-13-1 1 0,-16 1 0 15,-13 2 1-15,-20 3 1 0,0 0 1 16,0 0-1-16,0 0-1 0,2 0-1 15,-4 0-2-15,0 0 1 0,-21 0-2 0,23 0-1 16,-26 3-5-16,26-3-6 0,-23 5-9 0,23-5-8 16,-23 7-18-16,0-4-24 0,5 5-52 31,-7 5-119-31,-5-11-8 0</inkml:trace>
  <inkml:trace contextRef="#ctx0" brushRef="#br0" timeOffset="72950.92">24926 4408 584 0,'-18'-8'49'0,"18"8"-2"16,0 0-6-16,0 0-6 0,-19-6-10 0,19 6-5 15,0 0-5-15,0 0-1 0,0 0-1 0,-1 0 0 16,0 0 0-16,1 0 0 0,0 2-2 15,0-2-2-15,1 1-1 0,18 5-2 16,7-6 1-16,10-1-1 0,13-5-1 16,15-4-1-1,12-2-1-15,11-3-1 16,4 2-1-16,2-1 0 0,-5 3-1 0,-8 5 1 16,-9 2 0-16,-12 0-1 0,-12 3-1 0,-12 0 0 15,-10 1 1-15,-25 0 1 0,0 0 0 16,0 0 1-16,0 0 1 0,1 1-2 15,1-1 1-15,-2 0-2 0,0 1 1 16,-2-1-1-16,-17 5 0 0,19-5-1 16,-28 3 1-16,0 0-1 0,-2-1 0 0,-5 1 1 15,-3 0-4-15,-2 0 0 0,-3 0-1 0,-1 0-2 16,0 1 1-16,-2 1 1 0,3 0 0 16,-2-1 0-16,3 0 1 0,3 1 0 15,0 0 2-15,4-1 0 0,5-1 2 16,3 0 1-16,3 1-1 0,24-4 0 15,-26 1 1-15,26-1 0 0,0 0 1 0,0 0 1 16,0 0 1-16,-1 2-1 0,-1-2 2 0,1 0-2 31,-2 0 1-31,2 0 0 0,-1 0-2 16,2-2 0-16,0 2 0 0,21-9-2 16,12 0 1-16,11 0 0 0,10 1 0 15,8 0 1-15,4 4-4 0,-2 1-1 0,-2 3-3 16,-1 0-8-16,-3 3-13 0,-6-2-17 0,-1 9-35 15,-18-7-44-15,-7 1-80 0,-8 4-58 16</inkml:trace>
  <inkml:trace contextRef="#ctx0" brushRef="#br0" timeOffset="73316.87">24738 4093 536 0,'-3'-25'48'0,"3"25"3"0,3-22-1 16,-3 22-5-16,0 0-10 0,4-18-8 0,-4 18-7 16,0 0-8-16,0 0-5 0,0 0-3 15,2-1 1-15,0 2 1 0,10 20-1 16,1 7 1-16,4 8-3 0,1 8 0 15,3 8-2-15,1 6 0 0,1 2-1 16,-1 2 0-16,-1 2 3 0,1 1-4 0,-3-1 4 16,0-3-3-16,-3-5-1 0,1-7 2 0,-4-6-2 15,-2-10 1-15,-3-8 0 0,-2-6 1 16,-6-19 1-16,0 0 1 0,0 0 2 16,0 0 0-16,1 1-2 0,-1-1-3 15,0 2-2-15,0-2-2 0,0-2-7 16,0 1-8-16,0-1-19 0,-7-18-23 0,7 20-34 15,-8-16-51-15,-3-1-105 0</inkml:trace>
  <inkml:trace contextRef="#ctx0" brushRef="#br0" timeOffset="73616.67">24931 4496 613 0,'-13'-14'63'0,"13"14"-8"0,0 0-11 15,0 0-11-15,0 0-9 0,-1-1-8 16,-1 1-4-16,2-2-3 0,0 2-1 16,16-8 0-16,11 3-1 0,14-5-1 15,14 0-2-15,10-4 0 0,12-1 0 16,8-2 0-16,5 2-2 0,-1 1-1 0,-4 4-1 16,-10 4-1-16,-13 1 1 0,-14 4 0 0,-12 1-2 15,-14 0 0-15,-22 0-1 0,0 0-1 16,0 0 0-1,0 0 1-15,1 1-4 0,-24 11-5 0,-6 0-8 0,-5-5-9 16,1 1-12-16,-6-3-13 0,6 1-21 31,-6-3-30-31,1-1-46 0,9 2-77 0</inkml:trace>
  <inkml:trace contextRef="#ctx0" brushRef="#br0" timeOffset="73884.27">24713 4121 617 0,'0'0'51'0,"0"0"-13"16,0 0-11-16,0 0-8 0,-1-1-2 0,11-18 0 15,6 9 0-15,7 0-1 0,10 3-2 16,12-1 0-16,11-2-2 0,16-3-2 16,11 0-3-16,8-3-1 0,5 1-3 15,0 2-1-15,-3 2-2 0,-9 3 1 16,-9 3-2-16,-11 2 1 0,-11 1-1 0,-12 2-1 15,-14 0 0-15,-27 0-1 0,0 0 0 0,0 0-1 16,0 0 0-16,1 2 0 0,-1-2-3 31,0 1-7-31,-15 11-10 0,0 0-13 16,-5-1-18-16,5 4-23 0,-6 0-36 16,-2 1-78-16,1 6-32 0</inkml:trace>
  <inkml:trace contextRef="#ctx0" brushRef="#br0" timeOffset="74216.63">24958 4494 685 0,'0'0'47'0,"-15"-20"-8"15,15 20-7-15,-14-15-9 0,14 15-6 16,0 0-6-1,0 0-5-15,0 0-1 0,-2-1-2 0,2-1-1 0,13-8 2 16,6 3 1-16,10 6 0 0,11 1 1 16,7 0 0-16,10-2 0 0,8 0 0 0,5-3-2 31,5-1-1-31,-3-1-1 0,-2 0-1 0,-5 1-1 16,-10 0 1-16,-9 3-2 0,-11 0 1 15,-12 1 0-15,-23 2 0 0,0 0 0 16,0 0 0-16,0 0-2 0,1 2-2 15,-1-2-5-15,-1 0-7 0,-22 8-10 16,-5-4-15-16,2 9-27 0,-4-5-45 0,1 4-88 16,2 7-56-16</inkml:trace>
  <inkml:trace contextRef="#ctx0" brushRef="#br0" timeOffset="74551.13">24911 4906 734 0,'0'0'35'31,"-1"-2"-4"-31,1 1-7 0,-2-1-8 16,2 1-5-16,0-1-4 0,0 2-2 16,0-2 0-16,2 2 0 0,14-5-1 15,4 2 1-15,6 1 0 0,6 0 0 0,7-2-2 16,10-3-1-16,6-3 0 0,4-2-3 0,7 0 3 15,4 0-1-15,2-1-1 0,3 5 1 16,-4 1 0-16,-6 4-2 0,-8 2 0 16,-11-1 1-16,-8 2 0 0,-13 2 1 15,-25-2-1-15,0 0-1 0,0 0 0 16,0 0-3-16,1 0-3 0,1 0-2 0,0 0-8 16,-1 0-10-16,1 1-17 0,-2-1-25 0,0 0-41 15,-2 0-74-15,-25-9-62 0</inkml:trace>
  <inkml:trace contextRef="#ctx0" brushRef="#br0" timeOffset="74866.73">24738 4277 408 0,'4'-22'66'0,"-4"22"-3"0,4-22-8 16,-4 22-9-16,0 0-9 0,0 0-4 0,-4-26-5 15,4 26-2-15,0 0-4 0,0 0-5 16,0 0-7-16,0-1-6 0,0 0-3 16,-1 1 0-16,1 0 0 0,5 25 1 15,4 7-1-15,3 6 1 0,5 4-3 16,0 4 2-16,3 2 1 0,2 6-4 0,-1 1 0 15,-1 0-7-15,0 3-9 0,-6-3-8 0,4 4-15 16,-8-4-16-16,0-2-19 0,-6-9-24 16,0-8-27-1,-2-3-49-15</inkml:trace>
  <inkml:trace contextRef="#ctx0" brushRef="#br0" timeOffset="75151.14">24699 4136 532 0,'8'-24'32'0,"5"5"1"15,6 4-2-15,9 2-3 0,8 1-7 16,11-2-3-16,10 2-2 0,9 1-4 15,8 1-2-15,8 0-3 0,10 1-3 16,2 0-3-16,4 0-3 0,-1 2-5 16,-7 1-4-1,-10 6-11-15,-15 0-12 0,-11 6-15 16,-21-2-15-16,-10 5-5 0,-23-9 3 0,0 0-8 16,-11 29-11-16,-17-12-59 0</inkml:trace>
  <inkml:trace contextRef="#ctx0" brushRef="#br0" timeOffset="75433.59">25015 4568 586 0,'0'0'65'0,"-6"-20"-9"0,6 20-11 0,0 0-15 15,0 0-6-15,0 0-7 0,-1-2-4 0,1 1-3 16,0-1-3-16,0 0-5 0,0 1 2 31,13-14 0-31,9 7-1 0,10 4 0 16,7-1-1-16,11 0 1 0,8 1-3 16,3-2 0-16,2 1-1 0,0 3-6 15,-4 2-3-15,-1 5-10 0,-12-2-27 0,0 8-34 16,-15-2-61-16,-12-2-124 0,-4 7 25 0</inkml:trace>
  <inkml:trace contextRef="#ctx0" brushRef="#br0" timeOffset="75667.05">25196 4916 595 0,'0'0'61'0,"0"0"-6"16,-1 2-14-16,-1-2-13 0,1 0-11 16,-1 1-5-1,1-1-5-15,-1 0-2 0,2 0-2 16,2 0-1-16,19-4-2 0,13-2 0 0,8-2-1 16,10-1-3-16,10 0-10 0,4-3-36 15,13 5-101-15,1 3-125 0,-6-5 11 16</inkml:trace>
  <inkml:trace contextRef="#ctx0" brushRef="#br0" timeOffset="139033.46">8466 8034 399 0,'-7'-24'53'0,"3"1"0"16,-2 5-2-16,-1-1-4 0,7 19-8 15,-12-22-7-15,12 22-5 0,-11-20-9 16,11 20 1-16,-9-15-5 0,9 15-4 0,0 0-4 15,0 0-4-15,0 0 2 0,-3-1 1 0,3 2 8 16,-3 17-3-16,3-18-1 0,0 32 2 31,2-3-1-31,2 1 0 0,0 4-1 16,2 4 0-16,1 4-2 0,-1 7 0 16,3 4-3-16,0 4 0 0,2 3-2 15,-1-1 2-15,-1-2 1 0,4 1-4 0,-3-2 2 16,0-1-3-16,0-5-2 0,-4-3 3 15,-2-3-2-15,-1-3 2 0,-1-4-1 0,-1-5 1 16,-1-5-3-16,0-4 2 0,0-23 0 16,0 24 1-16,0-24 1 0,0 0-2 15,0 23 0-15,0-23-1 0,0 0-1 16,0 0-1-16,0 0-5 0,0 1-11 0,0 1-21 16,2-2-43-16,-1 0-120 0,21-5-70 0</inkml:trace>
  <inkml:trace contextRef="#ctx0" brushRef="#br0" timeOffset="139401.06">9049 7945 613 0,'0'0'57'0,"-4"-22"-4"16,4 22-8-16,0 0-10 0,-5-19-11 0,5 19-12 16,0 0-6-16,0 0 0 0,0 0 3 0,-2-2 1 15,0 29 1-15,2 4-4 0,6 4 0 16,-2 6-1-16,2 10-1 0,1 10-2 16,1 7 1-16,0 5-4 0,2 0 2 15,-1-2 2-15,5-3-4 0,-2-4 3 0,-2-3-4 16,2-6-1-16,-5-5 3 0,0-5-2 15,-2-5 1-15,0-7-1 0,-2-6 2 0,0-5-2 16,-3-22 2-16,0 0 0 0,3 20-1 31,-3-20 0-31,0 0-2 0,0 0-1 16,0 0-5-16,1 1-9 0,-1-1-13 16,0 2-40-16,0-2-89 0,-1-2-120 0,-13-19 12 15</inkml:trace>
  <inkml:trace contextRef="#ctx0" brushRef="#br0" timeOffset="139666.87">8138 8558 641 0,'0'0'42'16,"0"0"-8"-16,0 0 2 0,13-20-11 15,12 3-2-15,12 4-8 0,11 1-2 16,11 1-3 0,8 2-2-16,8 1-2 0,0 2-3 15,0 3-2-15,-4 2-2 0,-4-1-1 16,-5 2-2-16,-1 0-3 0,-5 0-6 0,-4 2-10 16,-11-2-12-16,-7 1-11 0,-11-2-11 15,-23 1-10-15,0 0-24 0,18-7-41 16,2 3-78-16</inkml:trace>
  <inkml:trace contextRef="#ctx0" brushRef="#br0" timeOffset="140016.62">8579 7319 606 0,'-11'-16'60'0,"0"1"-8"0,11 15-8 31,-14-16-9-31,14 16-9 0,-16-6-11 16,16 6-7-16,-29 9-1 0,-3 6-2 16,-5 8-1-16,-8 6 0 0,-4 7-2 0,-6 7 0 15,-3 6-2-15,3 3 2 0,2 5-3 16,3-3 3-16,3-2-4 0,6-5 3 0,5-6-2 15,7-6 0-15,6-8 0 0,11-5 1 16,1-6-2-16,11-16 2 0,0 0-1 16,0 0-1-16,0 0-1 0,0-1-5 15,0 1-9-15,3 0-11 0,17-7-19 0,-10-6-28 16,0-1-55-16,-10 14-116 0,9-23 19 16</inkml:trace>
  <inkml:trace contextRef="#ctx0" brushRef="#br0" timeOffset="140333.71">8342 7316 559 0,'0'0'69'0,"0"0"-13"0,0 0-16 16,1-1-14-16,1 1-6 0,-1 0-3 15,1 0 1-15,25 7 1 0,-1 2-4 16,3 3-2-16,4 2-2 0,5 1-2 15,11 2-1-15,2 0 0 0,10 1-3 0,4 1-1 16,7 1-2-16,3 3-1 0,2 0 0 16,-5 1 0-16,-8-1-1 0,-11-5 1 0,-14-1-1 15,-10-4-1-15,-9-3 1 0,-20-10 0 16,0 0 1-16,0 0 1 0,0 0 0 16,2 1-1-16,-1-1 1 0,-1 0-1 15,2 0 0-15,-2 0-1 0,0 0 0 0,0 0-2 16,0-1-4-16,-2 1-13 0,2 0-21 15,-1-2-44-15,1 2-185 0,-2 0-8 16</inkml:trace>
  <inkml:trace contextRef="#ctx0" brushRef="#br0" timeOffset="141533.46">10137 7860 505 0,'4'-19'49'0,"-4"19"-5"15,0 0-6-15,8-18-9 0,-8 18-4 16,0 0-4-16,14-9-4 0,-14 9-2 16,0 0 0-16,0 0-3 0,21 4 1 15,-5 4-1-15,0 6-2 0,-4 4 3 0,-2 6-5 16,4 5 1-16,-1 3-3 0,3 2-2 15,0 0-1-15,4 3-1 0,2-1-1 0,1 1-1 16,5-4 3-16,2-1-2 0,2-3 1 31,4-8 2-31,0-6 2 0,2-9 1 16,4-9 2-16,2-9 0 0,3-10-2 16,2-9 0-16,3-2-2 0,-3-7 0 0,2-1-3 15,-3-3 1-15,-5-5-1 0,-4 1-3 16,-7 1 3-16,-6 3-3 0,-6 6 2 15,-7 8-1-15,-4 7 2 0,-9 23 1 0,0 0-2 16,0 0 3-16,0 0-5 0,1-2 0 16,-1 1 0-16,-1 1-1 0,-1 0 1 15,-15 7-1-15,4 5-1 0,4 5-6 0,0 1-5 16,4 5-10-16,-2-2-19 0,4 7-25 16,-6-4-48-16,0-9-139 0,1 6 3 0</inkml:trace>
  <inkml:trace contextRef="#ctx0" brushRef="#br0" timeOffset="141933.57">10650 7557 604 0,'0'0'65'0,"-2"-25"-9"0,2 25-10 15,0 0-9-15,0 0-10 0,-4-20-6 0,4 20-5 16,0 0-5-16,0 0-1 0,0 0-3 16,-3-2-2-16,3 2-1 0,0-1 0 0,0 1 0 15,0 0 0-15,-2 1 0 0,-1 28 0 16,1 0 1-16,4 5-2 0,3 3 0 16,2 5 0-16,1 5-2 0,-1 4 2 15,6 5 2-15,-3 5-4 0,0 4 2 0,0 5-3 16,-4 6-1-16,3 3 1 0,-2-2-1 15,-1-2 2-15,-2-4 2 0,-1-6-3 0,-2-6 4 16,1-4-4-16,-1-6 0 0,-1-5 1 31,2-6-1-31,-1-2 1 0,2-6-2 16,2-2 3-16,-1-5-2 0,3-5 0 16,-7-18 0-16,7 17-1 0,-7-17 0 0,8 15-1 15,-8-15-2-15,0 0-4 0,10 13-10 16,-10-13-13-16,0 0-28 0,0 0-60 0,0 0-170 15,1 2 11-15</inkml:trace>
  <inkml:trace contextRef="#ctx0" brushRef="#br0" timeOffset="142384.46">11743 7773 497 0,'9'-27'59'0,"-6"-2"0"16,1 5-6-16,-4-1-8 0,0 25-9 15,0-26-10-15,0 26-5 0,-3-21-2 16,3 21-4-16,0 0-2 0,-11-17-2 15,11 17-2-15,-18-8-2 0,18 8-1 0,-29 3 0 16,0 5 0-16,-1 9 0 0,-2 5-1 16,2 6 0-16,1 7-2 0,0 6 2 0,6 9 0 15,1 7-2-15,6 6 1 0,3 10-3 16,3 9-3-16,7 6 3 0,6 3-2 16,7-3 1-16,6-8 5 0,6-6-5 15,5-11 3 1,5-8-3-16,4-9-1 0,2-9 1 0,7-3 1 0,-5-7-1 0,1-7 1 15,-5-5 0-15,1-6-3 0,-5-6 2 16,-3-1 1-16,-4-4-2 0,-2-2-3 0,-1-3-6 31,-5 3-10-31,-17 4-14 0,19-9-37 16,-19 9-82-16,6-20-129 0,-6 20 17 16</inkml:trace>
  <inkml:trace contextRef="#ctx0" brushRef="#br0" timeOffset="142951.24">11880 8188 707 0,'8'-22'51'0,"-1"-1"-7"0,9 2-9 16,-3 2-9-16,9 0-8 0,1 3-4 15,0 2-2-15,3 2-2 0,1 1-3 16,1 4-2-16,-2 0-2 16,-2 4-2-16,-24 3 1 0,28 2-1 0,-11 3-2 0,-2 3 0 15,-7 5 1 1,-3 5-2-16,-7 6 2 0,-2 5-1 16,-5 6 1-16,-5 5-2 0,-1 0 2 15,-2 3-2-15,-2-2 3 0,2-2-2 16,0-4 2-16,2-4 0 0,1-6-1 15,2-3-1-15,6-7 2 0,6-15-1 0,0 0 2 16,0 0 1-16,0 0-2 0,2-2 1 16,24-7-2-16,1-5 0 0,1-4 0 15,5-3 1-15,0-2-1 0,0-4 0 0,-1-2 0 16,-3 0 1-16,-3-3-1 0,-4-1 0 16,-5 1 0-16,-5 2 1 0,-3 6-1 15,-4 6 1-15,-5 18-1 16,0 0 1-16,0 0 0 0,0 0 0 0,2-2-1 0,-2 0 0 15,-13-10 0-15,13 12-1 0,-18 9 2 0,3 6-1 16,1 8 1-16,3 6-1 0,7 4-1 31,2 4 0-31,4 1 1 0,2 0-1 16,7-2 2-16,4-1-1 0,5-3 1 16,6-5-1-16,0-4 1 0,6-3 2 0,1-4-5 15,0-2 6-15,4-5-9 0,0-4-2 16,3-5-2-16,0-5-14 0,-4-4 1 0,0-2-13 15,-7-2-10-15,0 1-26 0,-9-10-58 16,-4-3-133-16,1-1 12 0</inkml:trace>
  <inkml:trace contextRef="#ctx0" brushRef="#br0" timeOffset="143333.23">12634 7524 633 0,'0'-27'64'16,"-1"0"-9"-16,2 7-10 16,-1 20-11-16,6-22-8 15,-6 22-5-15,8-15-4 0,-8 15-4 16,12-10-3-16,-12 10-2 0,26-3 0 0,-2 4-1 16,2 8 1-16,1 3-2 0,5 5-1 15,5 7 0-15,2 8-1 0,8 8-3 16,2 8 4-16,1 8-5 0,1 5 3 15,-2 6 2-15,-4 6-4 0,-5 4 3 0,-10 8-4 16,-9 6-1-16,-5 4 2 0,-12 2-2 16,-7-5 0-16,-10-2 3 0,-4-7-3 0,-8-5 5 15,-4-6-4-15,-2-6 0 0,-1-8 0 16,0-10-2-16,3-9 3 0,6-10-1 16,7-9 2-16,3-8 0 0,13-12 0 15,0 0 0-15,0 0-1 16,0 0 0-16,-1-1 0 0,1 1-2 0,1-2-2 0,2 1-6 15,7-13-9-15,-10 14-18 0,9-14-41 16,3-2-184-16,-12 16-43 0</inkml:trace>
  <inkml:trace contextRef="#ctx0" brushRef="#br0" timeOffset="145466.84">15532 8060 398 0,'0'0'49'0,"0"0"1"0,0 0-2 15,-18-9-4-15,18 9-5 0,0 0-9 16,0 0-5-16,0 0-4 0,-1-2-5 16,-1 2-2-16,1 0-1 0,-2 0 0 15,3 2 4-15,-2-1 3 0,2 1 1 0,23 12 0 16,14-6-4-16,17-3-5 0,12-3-2 15,15-6-3 1,10 0-2-16,5-2-1 0,4-2 0 0,2-1 0 0,-1 0 1 0,-4 0 0 31,-7 3 0-31,-12 0-1 0,-13 5-1 16,-17 1-1-16,-15 0 0 0,-33 0-1 16,0 0-1-16,0 0 1 0,0 0 1 0,2 1-1 15,-2 1 0-15,0-1-1 0,-15 13-1 16,-4-2-1-16,-2-3-4 0,-1 2-8 0,-3-3-11 15,2 6-24-15,-4-3-33 0,6 6-83 16,0 0-110-16,-7-5 22 0</inkml:trace>
  <inkml:trace contextRef="#ctx0" brushRef="#br0" timeOffset="145833.71">15674 8451 600 0,'-28'-4'36'31,"28"4"5"-31,-26 0-3 0,26 0-3 16,-29 2-8-16,29-2-7 0,-22 4-6 0,22-4-3 16,0 0-4-16,0 0 1 0,0 0-1 15,-2 1 3-15,0 1 2 0,2 0 2 16,2-1 0-16,31 7-4 0,7-7-1 15,12-4-4-15,6-1 1 0,11-3-2 0,5 2 1 16,7 0-1-16,5 0-1 0,2-1-1 16,3 2 1-16,-6 1-2 0,-11-1 1 0,-13 3 1 15,-15 1-2-15,-10 0 1 0,-13 0-2 16,-23 0 2-16,0 0 1 0,0 0 0 16,0 0 2-16,2 0-2 0,-1 0 0 15,1 0-3-15,-2 0 2 0,1-1-2 0,-1 1-2 16,0-2-1-16,0 2-8 0,-1-1-13 15,1 1-21-15,-2-2-49 16,1 2-203-16,1 0 5 0</inkml:trace>
  <inkml:trace contextRef="#ctx0" brushRef="#br0" timeOffset="146433.62">18523 7427 576 0,'-18'-19'60'16,"18"19"-11"-16,-17-13-5 0,17 13-6 16,0 0-9-16,0 0-5 15,-12-10-6-15,12 10-5 0,0 0-4 0,0 0-1 0,0 0-1 16,-1-2 1-16,3 26 2 0,4 9 0 16,2 9-1-16,2 9-1 0,-5 10-3 15,1 4 2-15,-3 7-2 0,-3 3-2 0,-1 4 1 16,-1 5-3-16,-1 4-1 0,0 0 0 15,0 2-1-15,2-8 1 16,-2-8 2-16,2-11-2 0,-1-9 3 0,2-11-4 0,0-11 1 31,2-7 0-31,-2-25 0 0,3 20 1 16,-3-20 1-16,0 0 1 0,0 0 0 16,0 0-1-16,1 1-1 0,-1-1-3 0,1-1-4 15,7-21-6-15,1 2-14 0,-5-2-17 16,4 4-43-16,-9-8-86 0,1 0-113 0,1 0 17 15</inkml:trace>
  <inkml:trace contextRef="#ctx0" brushRef="#br0" timeOffset="146783.46">18256 7564 600 0,'0'0'50'15,"-16"-14"-3"-15,16 14-5 0,-13-11-6 16,13 11-8-16,0 0-10 0,0 0-7 0,0 0-1 31,-1-1 0-31,1 1 2 0,1-2 1 16,25-2 0-16,12-1-3 0,14-2-1 0,10-3-3 16,12-2 0-16,10-1-1 0,5 0-2 15,5 0-1-15,-1-1 0 0,-5 4-1 16,-10-1 0-16,-10 2 0 0,-13 1-1 15,-14 2 2-15,-14 3-1 0,-27 3 1 0,0 0 2 16,0 0-1-16,0 0 0 0,2-2-2 16,-1 2 0-16,-1-1-1 15,0-1-1-15,-1 2 1 0,-17-7-2 0,18 7-2 0,-23-5-7 16,23 5-7-16,-24 5-15 0,2 1-24 16,7 15-60-16,1 6-171 0,-6 4 15 15</inkml:trace>
  <inkml:trace contextRef="#ctx0" brushRef="#br0" timeOffset="147084.43">18397 8271 641 0,'-12'-18'43'0,"12"18"3"15,0 0-5-15,0 0-9 0,0 0-12 16,-2-2-6-16,2 1-3 0,0-1 1 16,2 1 2-16,17-7-1 0,4 5-2 15,10 0-1-15,9 0-2 0,7-3-2 0,9-3-1 16,4 0-1-16,2-2-2 0,1 2 0 16,-3 1-2-16,-2 1 0 15,-8 1 0-15,-10-1-1 0,-11 5 0 0,-8 0 0 0,-23 2-1 16,0 0-2-16,0 0-1 0,0 0-5 15,2 0-9-15,-2 0-13 0,1 2-32 16,-14 7-66-16,-20 1-152 0,3 7 14 0</inkml:trace>
  <inkml:trace contextRef="#ctx0" brushRef="#br0" timeOffset="147333.5">18395 8726 757 0,'0'0'46'0,"10"-13"-2"15,6 2-9-15,10 4-13 0,4 2-8 0,8 2-4 0,7 1-3 16,3 2-3-16,2 0-2 0,4 2-1 16,-2-2 0-16,4 0-1 0,6 0-1 15,4-2 1-15,6 1-3 0,-1-2-3 0,-2-2-8 16,-2-1-11-16,-2 1-17 0,-7-3-33 15,1 1-90-15,-6 2-114 16,-14-7 14-16</inkml:trace>
  <inkml:trace contextRef="#ctx0" brushRef="#br0" timeOffset="147849.88">20155 7597 730 0,'-10'-17'48'0,"10"17"-9"0,-10-16-7 0,10 16-8 16,0 0-11-16,0 0-7 0,0 0-3 15,-2-2 0-15,9 19 1 0,5 8 1 16,7 10-2-16,5 5 1 0,5 1-1 15,6 2-2-15,4-1 4 0,3-2-5 0,4-3 2 16,3-4-2-16,2-3 0 0,4-8 2 16,1-5-1-16,2-8 1 15,0-9-1-15,-3-9 0 0,0-8 1 0,-2-5 0 0,-1-10-3 16,-5-3 4-16,-6-6-4 0,-4-5 3 16,-7-2 0-16,-5-2-1 0,-5 1 2 15,-7 5-3-15,-1 8 1 0,-5 5-2 0,-3 12-1 16,-4 19 0-16,0 0 0 0,0 0-2 15,0 0-3-15,2-2-4 16,-2 4-9-16,-15 17-11 0,2 10-28 0,-9-3-48 0,-1-3-175 16,-1 7 7-16</inkml:trace>
  <inkml:trace contextRef="#ctx0" brushRef="#br0" timeOffset="148150.34">20606 7298 828 0,'0'0'38'0,"-1"-27"-6"15,1 27-9-15,1-23-6 0,-1 23-7 0,0 0-6 16,0 0-2-16,0 0-1 0,0-2 0 16,2 4 1-16,10 25 1 15,-1 9-2-15,-1 9 2 0,1 11-2 0,-2 10 1 0,0 12-1 16,-3 7 2-16,1 6 0 0,-3-1-2 15,-1-1 0-15,-2 2 0 0,-1-3-2 16,2-1 1-16,-1-8-2 0,2-11 0 0,0-10-4 31,2-11 4-31,0-9 0 0,4-8-8 16,-2-4 3-16,-1-8-15 0,3-1-13 0,-9-17-29 16,16 15-84-16,9-6-143 0,-25-9 10 15</inkml:trace>
  <inkml:trace contextRef="#ctx0" brushRef="#br0" timeOffset="148483.57">21658 7412 758 0,'5'-31'44'16,"4"6"-5"-16,-5 2-8 0,-4 23-7 15,3-20-8-15,-3 20-5 0,0 0-3 16,0 0-3-16,0 0-3 0,2-2-1 0,-21 9-1 31,-5 13 1-31,-6 13-1 0,-3 12 0 16,-2 14-1-16,2 11 2 0,3 9-1 16,1 5 1-16,4 3 2 0,3 2-3 0,7 2 2 15,4-2-1-15,7-2-3 0,7-5 3 16,6-8-3-16,8-10 2 0,6-11-4 15,7-9 1-15,7-8 3 0,3-7-8 0,8-7 1 16,-2-9-13-16,2-2-13 0,-9-9-24 16,3 0-67-16,-5-3-160 0,-10-8 5 15</inkml:trace>
  <inkml:trace contextRef="#ctx0" brushRef="#br0" timeOffset="149000.99">21682 7879 770 0,'17'-30'52'0,"-1"-2"-13"0,7 2-6 16,5 1-9-16,4 4-6 0,2 5-6 0,6 1-2 16,-3 7-1-16,0 4-3 0,-5 5-2 15,-3 3-1-15,-7 7-3 0,-2 1-1 16,-7 6 1-16,-3 6-1 0,-7 7 0 15,-6 5 2-15,-8 6 2 0,-7 5-4 0,-5 2 2 16,-6 2-2-16,-2 0-1 0,-1 0 1 16,0-3 0-16,2-3-1 0,5-4 0 15,5-7 1-15,4-6-1 0,6-7 2 0,10-17-1 16,0 0 1-16,0 0 1 0,0 0 0 16,1 1 0-16,31-6 0 0,1-10 1 15,3-7-2-15,2-2 0 0,-2-2-1 0,0-1 1 16,-4-5 0-16,-6-3 2 0,-1-5-2 15,-4-2-3-15,-2-1 4 0,-6 4-5 16,-2 4 5-16,-5 8 1 0,-1 7-1 0,-5 20 1 16,0 0 0-16,0 0-2 0,0 0 0 31,-2-2-1-31,1 2 2 0,-25 20 3 16,4 12-3-16,6 9 2 0,2 6-3 0,5 3-1 15,3 5 1-15,5 1-1 0,2 3 2 16,5-1-1-16,3-4 1 0,3-5-2 15,5-8 2-15,3-8-3 0,2-7 1 0,4-7-1 16,3-9-2-16,4-5-1 0,2-8-5 16,4-6-6-16,-3-8-8 0,2-4-13 15,-10-10-26-15,4 1-72 0,-4-8-156 0,-8-14 16 16</inkml:trace>
  <inkml:trace contextRef="#ctx0" brushRef="#br0" timeOffset="149333.57">22468 7095 723 0,'-12'-25'59'0,"12"25"-9"16,0 0-13-16,0 0-11 0,0 0-11 0,-2-1-6 16,2-1 0-16,2 2 1 0,19 2 0 15,5 8-1-15,5 7-1 0,5 4-3 16,4 8 3-16,7 7-4 0,2 9 2 15,4 9-4-15,2 13-2 0,-1 15 1 0,-4 13-2 16,-1 13 3-16,-11 6 0 0,-10 2-1 16,-15 2 0-16,-13 2-1 0,-15-3-3 15,-14-5 2-15,-15-7 1 0,-12-9-3 0,-11-10 2 16,-6-7-1-16,-1-9-1 0,1-10 3 16,5-10 0-16,7-10 1 0,13-10-2 15,9-10 1-15,13-10 0 0,26-10-1 0,0 0-3 16,0 0-9-16,-20-4-12 0,6-7-24 15,14 11-68-15,0 0-192 0,8-21 12 16</inkml:trace>
  <inkml:trace contextRef="#ctx0" brushRef="#br0" timeOffset="180216.93">5992 11138 340 0,'-22'9'50'0,"5"4"-5"0,1-4 0 16,16-9 1-16,-17 12-5 0,17-12-6 16,-12 11-8-16,12-11-3 0,0 0-4 0,0 0 5 15,0 0-2-15,28-23-2 0,11-11-6 0,16-10-7 16,16-17-1 0,17-11-6-16,16-10 3 0,12-9-4 0,5-7-2 0,11-8 1 15,5-9-1-15,-1-4 1 0,3 7 4 16,-9 12-2-16,-13 19 5 0,-17 18-1 15,-16 14-1-15,-18 14 5 0,-18 10-7 0,-12 8 4 16,-14 8-1-16,-22 9 0 0,0 0-1 0,0 0 2 31,0 0 0-31,-3 1-1 0,3-1-1 16,3 0-2-16,-3 0 1 0,-3 1-2 16,3-1-1-16,-3 2 0 0,3-2-1 15,-1 2 1-15,1-2-1 0,-2 0 1 16,2 0 0-16,-1 1 1 0,1-1-1 0,-2 0-3 15,2-1-1-15,-6-19-4 0,-2-1-1 0,-2-4-1 16,-8-2 0 0,-5-5 2-16,-9-4 3 0,-4-5-1 0,-7 1 4 0,-1 4-1 15,-2 7 4-15,1 8 1 0,1 4 0 16,3 8 0-16,3 1 1 0,5 5 0 16,10 3 1-16,23 0 1 0,0 0-1 0,0 0-1 15,0 0 2-15,-3 2 1 0,6-2 0 0,29 8 1 16,7-7-4-1,14-2 0-15,7-3-2 0,3-2-3 0,5 1 3 0,2-3-1 16,-1 0 0-16,-5 2 2 0,-7-1-2 31,-7 1 0-31,-10 1 0 0,-8 2 0 16,-12 4 0-16,-20-1 2 0,12 14-1 0,-12-14 3 16,-12 38 0-16,-5 2 2 0,-8 2-1 0,-4 2 0 15,-1 0-2-15,-2 0-1 0,3-3-2 16,-1 0 0-16,4 0 4 0,-1-2-7 15,3 4-2-15,0-4-20 0,8 8-43 16,0-1-100-16,3 1-111 0,9 3 13 16</inkml:trace>
  <inkml:trace contextRef="#ctx0" brushRef="#br0" timeOffset="180716.69">3265 11703 614 0,'0'0'30'0,"0"0"-5"16,-22 9-1-16,9 8 2 0,6 5-2 16,0 10 2-16,1 8 1 0,6 8-7 15,-3 9-1 1,3 6-7-16,0 8-6 0,3 6 1 16,-3 5-4-16,3 2 2 0,1 0 0 0,2-4-3 15,-3-5 0-15,0-7-2 0,-2-5-1 16,2-8 0-16,-3-7 0 0,3-9 0 15,-3-7-3-15,0-32-5 0,0 27-16 16,0-27-23-16,0 0-94 0,0 0-133 16,0 0 14-16</inkml:trace>
  <inkml:trace contextRef="#ctx0" brushRef="#br0" timeOffset="180983.4">3641 11753 611 0,'0'0'27'0,"0"0"13"16,0 0 8-16,0 0-4 0,0-2-16 0,-3 2-8 31,3 2-6-31,-9 23 1 0,3 6 4 16,6 12-7-16,2 5 2 0,2 7-6 16,-1 6-6-16,3 2 1 0,0 9-4 15,-2 2 2-15,3 1-1 0,-1-1 1 16,3-4 2-16,-2-5-2 0,3-6 2 0,-1-7-4 15,-2-10 1-15,-1-6-3 0,2-6-3 0,-3-9-4 16,2-3-13-16,-7-18-8 16,0 0-21-16,0 0-45 0,0 0-126 0,19-15-37 15</inkml:trace>
  <inkml:trace contextRef="#ctx0" brushRef="#br0" timeOffset="181168.08">2822 12488 635 0,'0'0'40'0,"0"0"10"31,0 0 2-31,0 0-11 0,28 8-13 16,15-7-11-16,18-1-7 0,13-1-5 0,8-3-4 16,3 0-3-16,2-4-3 0,0 0-9 0,4-2-14 15,9 2-33-15,-6-5-57 0,4 1-88 16,5 2-55-16</inkml:trace>
  <inkml:trace contextRef="#ctx0" brushRef="#br0" timeOffset="182634.27">4676 12216 660 0,'-11'-15'45'16,"-7"-3"-4"-16,0 3-4 0,-3-2-7 0,-2 3-9 15,3 0-8-15,5 4-2 0,0 1-2 16,15 9-4-16,-21-8 1 0,21 8-6 15,-26-2 1-15,3 4-2 0,0 6-1 0,-3 5 1 16,-3 7-1-16,-1 7 0 0,-5 7 0 0,5 4 1 31,-1 3-2-31,4 1 2 0,5-1-2 16,3 0 1-16,5-3-1 0,2-3 1 16,5-5-2-16,7-4 1 0,3-5 4 15,3-1-5-15,4-5 7 0,3-4-6 16,-13-11 2-16,23 4 0 0,0-4 0 0,-4-5 2 15,4-8-4-15,-3-4 4 0,1-3-5 0,-3-5 3 16,-2 1 0-16,0-5 1 16,0-3 1-16,0-1 0 0,-3-2 0 0,0 3-1 15,-3 3 0-15,4 7 0 0,-3 6-1 16,-11 16 0-16,0 0 1 0,0 0-2 16,23 11 2-16,-7 6 0 0,-2 4-1 0,-1 4 2 15,-1 3-2-15,-1 1 1 0,1 0-1 0,-1-2 1 16,1 0 0-16,3-1 0 15,0 0 4-15,0-3-4 0,1-3 4 0,-6-4-4 16,3-5-1-16,-13-11 2 0,0 0 0 16,0 0 2-16,17 3 0 0,-17-3-1 15,22-12-4 1,-5-6 3-16,-1-6-4 0,0-3 5 16,-3-3-1-16,4-3-1 0,-1-1 2 0,0 2-3 15,3 3 1-15,0 8 0 16,-2 6 0-16,2 7 1 0,-19 8-1 0,33 5 1 15,-2 5 0-15,-5 5 0 0,-3 5-1 16,-3 2 1-16,-1 2-1 0,-6 0 0 16,1 0-1-16,-5-1 1 0,1 0 5 0,-3 1-5 15,-4-1 4-15,-3-23-4 0,0 26-1 0,0-26 1 16,0 0 2-16,0 0-1 16,0 0 3-16,2 1-1 0,-2 1 0 0,0-2-1 15,1-2-7-15,11-22 6 0,-1-5-5 16,5-3 3-16,0-1 2 0,0-2-1 15,3 3 0-15,0 5-1 0,1 5 1 0,0 9-1 16,-1 6 1-16,-19 7 0 0,30 4 1 0,-8 5-1 31,-2 5 1-31,-1 3 0 0,-3 2-1 16,-3 2 1-16,-2 2-1 0,-2-1 0 16,-3-1 0-16,-3-2 0 0,0 0 6 15,-3-19-6-15,1 24 5 0,-1-24-6 16,0 0 1-16,0 0 1 0,0 0 0 0,2 1 2 15,-2 1-4-15,0-1 4 0,1-1-6 0,12-13 4 16,0-6 0-16,1-3-1 16,0-4 1-16,0-3 0 0,-1-1 0 0,4 1-1 15,-2 1 2-15,-2 6-1 0,3 4 1 16,-6 3-1-16,-10 15 1 0,19-7 1 16,-19 7 0-16,20 8 0 0,-7 3 1 0,2 2-2 15,-3 2 0-15,-1 2 0 0,0 3-2 0,-1 0 1 16,-1 1-1-16,4 2 0 15,-3 0 0-15,0 1 1 0,3 0 3 0,-1 0-5 16,2 1 5-16,2-3-4 0,0 0-1 31,0-7 1-31,4-3 0 0,1-4 0 16,2-8 0-16,1-5 1 0,2-6-1 0,0-7 1 16,-1-6-5-16,-2-7 4 0,0-5-3 0,0-3 3 15,-5-4 2-15,-3 0-2 16,-3 4 1-16,-3 3 0 0,-2 6 1 0,-3 6 0 15,-4 24 0-15,0 0 0 0,0 0 0 16,0 0-1-16,2-1 0 0,-2-1-1 16,0 1-1-16,0-1 0 0,0 2 0 0,0 0 1 15,-2 0-1-15,-5 20 1 0,0 3 0 0,4 3-1 16,0 1 1-16,3 2 0 16,0 1-1-16,0-1 1 0,3-2-1 0,3-1 1 15,1-4-1-15,0-4 0 0,3-3 4 16,5-4-3-16,-1-4 5 0,-14-7-3 15,31-3-6-15,-4-6 5 0,2-6-6 0,1-5 4 16,-1-4 2-16,-1-5-1 0,-4-6 1 0,-2-5 0 16,-3-7 0-16,-6-6-2 15,1-6 2 1,-5-6-3-16,0-2 2 0,-6-6-2 16,-1-6-3-16,-6-6 2 0,0-4 0 15,-2 2 1-15,-1 11 4 0,-2 17-2 16,-1 16 1-16,3 16 0 0,-1 11 0 0,8 16-2 15,0 0 0-15,0 0 0 0,-17 7 0 0,4 10 0 16,2 9 0-16,2 6 1 16,3 7 0-16,3 5 1 0,2 3-2 0,1 3 1 15,3 3 4-15,1 2-3 0,0 3 3 16,1 2-4-16,2 3-1 0,0 0 2 16,3-1-2-16,3 0 3 0,6-8-3 0,4-4 2 15,3-7-1-15,3-8 0 0,3-8 0 0,-2-7 2 16,-1-8-2-16,0-8 1 15,1-5 0-15,-2-7-1 0,1-7 0 0,-3-5-2 16,3-5-2-16,-3-4-7 0,-2 0-8 16,-9-3-12-16,4 4-20 0,-12-2-33 31,6 7-74-31,-3 4-109 0,-7-2 21 0</inkml:trace>
  <inkml:trace contextRef="#ctx0" brushRef="#br0" timeOffset="182816.96">5680 11853 738 0,'0'0'33'0,"0"0"-6"0,0 0-1 0,0 0-7 15,0-1-9-15,0 1-7 0,20 8 2 16,0 2-13-16,2 7-16 0,-5-2-75 15,5 3-186-15,1 0 7 0</inkml:trace>
  <inkml:trace contextRef="#ctx0" brushRef="#br0" timeOffset="183366.56">7201 11454 496 0,'-19'-9'62'0,"19"9"-4"15,0 0-5-15,0 0-9 0,-17-8-11 16,17 8-11-16,0 0-5 0,0 0-2 16,0 0-1-16,-9 21 4 0,5 11-4 0,4 13 0 15,0 10-6-15,0 9-1 0,0 5 2 0,0 5-2 16,0 4 0-16,0 5-1 0,0 6-5 16,0 4 1-16,6 1-3 0,1-3 3 15,0-7 1-15,5-11-3 0,-1-12 3 16,2-11-5-16,-1-11 1 0,-1-7 0 15,-2-9-2-15,-3-8 0 0,-6-15-4 0,0 0-7 16,0 0-22-16,0 0-41 0,0 0-65 0,3-26-103 31,-12-15-12-31</inkml:trace>
  <inkml:trace contextRef="#ctx0" brushRef="#br0" timeOffset="185299.95">6715 12075 517 0,'-16'9'38'16,"16"-9"17"-16,0 0 10 0,0 0-1 16,25 9-17-16,14-6-15 0,12-1-13 15,15-2-9-15,11-2-4 0,1-1-5 16,7-1-1-16,-1-4-1 0,1 0-3 0,-1 1-3 16,-1 1-6-16,-4 1-8 0,-11 1-5 15,-4 0-1-15,-14 3 5 0,-11-1 8 0,-10 2 7 16,-29 0 9-16,0 0 4 0,0 0 3 15,0 0-2-15,15-7 3 0,-15 7 0 16,0 0 4-16,0 0 3 0,-12-20-2 31,2 7-2-31,10 13-3 0,-19-10-3 0,-1 6-2 16,20 4-2-16,-36 6-1 0,1 5-1 16,0 5-1-16,2 5 2 0,1 7-3 0,3 7 2 15,3 6-3-15,3 4 2 0,4 4-3 16,4-1 3-16,6-1-2 0,4-2 2 15,7-8-1-15,4-2-1 0,4-6 1 16,9-6 1-16,2-6-1 0,4-5 1 0,4-8 1 16,7-5 1-16,0-7-1 0,3-4 0 0,-4-5 0 15,-2-4-2-15,-4-5 3 0,-6-3-3 16,-7-4 3-16,-4-2-2 0,-8-4 1 16,-7-4-1-16,-5-1 1 0,-7 0-2 15,-2 3 2-15,-4 6-2 0,-5 5 1 16,-1 7 0-16,-2 6 1 0,3 5 0 0,4 6 0 15,22 6-1-15,0 0 0 0,0 0 0 16,0 0 0-16,-2-1 3 0,2 1 3 0,0 1 1 31,24 8 1-31,11-1 0 0,5-1-2 16,5 1 0-16,4-1-1 0,-1 3 0 16,1 2-2-16,-4 3-1 0,-3 2-2 15,-6 4 0-15,-4 2 0 0,-5 3 0 0,-4 1 0 16,-7 3-1-16,-5 2 0 0,-6 0 1 15,-5 0-1-15,-4-3 2 0,-3-3 0 0,-2-4-1 16,-1-5 1-16,10-17 1 0,-13 15-2 16,13-15 3-16,0 0 0 0,0 0-1 15,0 0 1-15,-3 2-3 0,-3-23 1 16,8-7-1-16,5-5-1 0,9-7 1 0,4-5 1 16,6-1-2-16,3 2 2 0,6 5-1 15,1 8 1-15,3 7-1 0,-3 4 0 0,0 7 0 16,-1 5-1-16,-3 7 1 0,-3 4 0 15,-5 4 0-15,-2 5 1 0,-6 3 0 16,-2 4 1-16,-1 4-2 0,-4 1 0 16,2 3 1-16,-3 2-3 0,-1 0 3 0,-1-2-1 31,1-1 0-31,-1-3-1 0,-2-2 1 16,5-4-1-16,1-4 1 0,0 0-1 0,2-4 1 15,3-2 0-15,-15-7 0 0,29 2 1 16,-3-5-1-16,-1-7 0 0,3-3 1 15,-1-5 0-15,-1-6-1 0,1-7 1 16,-1-4-1-16,0-1 0 0,-2 1-1 0,-1 3 2 16,-6 5-1-16,-1 4 1 0,-3 6 0 15,-13 17 0-15,0 0 1 0,9-13 1 0,-9 13-2 16,0 0 2-16,0 0-1 0,0 0-1 16,1-2 1-16,-1 2-2 0,2-2 0 15,-2 2 0-15,1 0-1 0,-1 0 1 16,0 0 0-16,15 14 0 0,-4 1 0 0,-1 0-1 15,2 3 1-15,-1 1-1 0,1 1 1 0,1 1-2 16,0-2 2-16,7 3 0 0,1-1 0 31,2-2 1-31,4-1-1 0,2-2-2 16,7-3 2-16,3-5 0 0,3-1 1 16,5-6 2-16,0-4-3 0,5-3 0 15,5-6 0-15,1-3-1 0,-1-5 1 0,-2-4 0 16,-4-4 0-16,-8-2 1 0,-5-1 0 15,-6 6-1-15,-6 0 1 0,-6 4 0 0,-7 3 0 16,-2 3 3-16,-11 15-2 0,0 0-1 16,0 0 2-16,0 0-2 0,2-2 1 15,-2 1 1-15,1 0-1 0,-1-1-1 16,0 0 0-16,2 2 0 0,-2-1-1 0,0 1 2 16,0-2-3-16,0 2 0 0,0-2 0 15,-2 2-3-15,-16-4 3 0,-5 6 0 0,-1 5 0 16,-3 5 0-16,-5 5 1 0,-4 3-2 15,1 4 0-15,2 0 0 0,1 2 0 16,5 0 0-16,5-2-2 0,5-1-3 31,5-5 2-31,12-18-3 0,-3 22 3 0,3-22 2 16,9 16 0-16,4-7 2 0,-13-9 1 0,30-1-1 16,-1-5 1-16,-3-5 0 0,0-2 0 15,-1-4 2-15,-5-3-2 0,0-3 0 16,-3-1 1-16,-2 0 0 0,-3-2-1 15,-1 0 0-15,-2 2 0 0,-2 2 1 16,-7 22 0-16,7-18 0 0,-7 18-1 0,0 0-1 16,0 0-1-16,0 0 0 0,3-1 1 15,-3 2 0-15,13 20 2 0,-4 4-1 0,4 0 1 16,-3 4-2-16,0 1 2 0,2 0-3 16,-1 0 2-16,5-1-1 0,0-2 2 15,4-3 1-15,2-2-1 0,0-5-1 16,4-5 1-16,0-6-1 0,1-5 0 0,1-4 1 15,-1-5 0-15,-2-3 0 0,4-8 0 16,-5-5-1-16,-1-5 0 0,-4-6 2 0,-3-3-2 31,-4-3 2-31,-1 0-2 0,-2 5 2 16,1 6-1-16,-1 5 0 0,-1 8 0 16,-8 17-3-16,11-13 2 0,-11 13 0 15,0 0 1-15,23 3 1 0,-3 6-1 0,-1 6 0 16,-2 2 0-16,3 4 0 0,-4 2 0 0,-4-2-2 15,4 3 2-15,-3 2-2 0,0 0 2 16,-3 1-2-16,-3-1 1 0,0-5-1 16,-4-3 1-16,-3-18-1 0,6 20 1 15,-6-20 1-15,0 0-1 0,0 0 2 16,0 0 1-16,1 2 0 0,-1 0 1 0,2-2-3 16,-2-2 0-16,10-25 0 0,1-7-1 15,1-5 2-15,1-2-2 0,3-4 1 0,7 2-1 16,2 3 2-16,-2 5-1 0,6 6 1 15,-2 10 1 1,-1 6-1-16,2 9 0 0,-1 5-2 0,1 9 2 0,-3 5-1 31,-2 5 1-31,-5 5-2 0,-3 4 1 0,-2 3-1 16,-3 3 0-16,-1 1 0 0,-1 4-1 16,2-1 1-16,-1 1 0 0,2-2-1 0,1-4 0 15,0-4 0-15,2-8 0 0,1-8 2 16,2-5 0-16,2-6-1 0,7-7 1 15,3-6-2-15,4-6 1 0,2-8 1 16,1-7-2-16,-6-7 3 0,0-3-3 0,-6-3 2 16,-4 0-1-16,-1 4 0 0,-6 9 0 0,-4 5 1 15,-5 8-1-15,-4 18-1 0,0 0-1 16,0 0-4-16,0 0-4 0,4-2-3 16,-8 2-5-16,-18 5-5 0,-4 4-9 15,2 7-22-15,-10-3-39 0,-2 1-122 16,1 4-53-16</inkml:trace>
  <inkml:trace contextRef="#ctx0" brushRef="#br0" timeOffset="185667.83">8714 11539 632 0,'0'0'51'0,"0"0"-4"0,-8-15-6 16,8 15-11-16,0 0-13 0,0 0-6 0,0 0 0 16,-1-2-2-16,2 2 1 0,18 13-3 0,-3 2-2 15,0 3-2-15,-3 1-3 0,-6 1 0 16,-2 2 0-16,-5 0 0 0,-3-1 0 15,-3-1 1 1,-4-3-1-16,-5-3 1 0,1-5-2 0,14-9 2 0,-25 3 0 16,25-3-1-16,-30-9 1 0,5-6-1 0,5-5 0 31,6-6 0-31,3-4-1 0,3-2-1 16,8 0-2-16,6 1-11 0,5 9-14 0,1 2-29 15,11 15-74-15,16 9-141 0,-3 2 14 16</inkml:trace>
  <inkml:trace contextRef="#ctx0" brushRef="#br0" timeOffset="191417.03">16676 10237 391 0,'-3'-20'37'0,"3"20"4"0,0 0 5 15,0 0-2-15,0 0-5 0,0-2-5 16,-3 1-6-16,3-1-5 0,0 1-2 16,0 0-6-16,0-1-1 0,0 0-2 0,0 1-4 15,0-1-3-15,0 0 1 0,0 2-2 0,0 0 5 16,0 2 0-16,4 20 2 0,2 0-1 16,-2 7 0-16,1 6-2 0,-1 4 0 15,0 5-4-15,1 4 1 0,-2 3 5 16,2 4-6-16,1 4 3 0,1 3-4 15,2 4-4-15,1-1 3 0,-1 0-4 0,0-4 3 16,-1-8-1-16,2-9 1 0,-2-9 1 0,-1-8-1 31,1-7-1-31,-8-20 1 0,8 15-1 16,-8-15 0-16,0 0 3 0,0 0-2 16,0 0-1-16,1 2-2 0,1-2-9 15,-1-2-7-15,-1 0-21 0,7-19-35 0,-1 4-67 16,-6 17-129-16,0-27 24 0</inkml:trace>
  <inkml:trace contextRef="#ctx0" brushRef="#br0" timeOffset="191766.87">17194 10385 569 0,'-2'-24'56'0,"2"24"-3"0,0 0-2 15,2-23-7-15,-2 23-13 0,0 0-6 16,0 0-8-16,0 0-5 0,1-1-5 31,-1-1-3-31,0 2-1 0,0 0 1 0,0 2 1 16,3 31 2-16,1 7-1 0,-1 5-1 0,0 5 3 16,-2 8-5-16,1 3 1 0,1 8-2 15,1 5-2-15,0 0 1 0,2-1-2 16,1-7 2-16,-2-6-4 0,-4-12 4 15,3-7-1-15,-1-8 0 0,0-8 2 16,-3-25-3-16,3 21 6 0,-3-21-4 16,0 0 4-16,0 0-4 0,0 0-9 0,2 2-3 0,-2-2-17 15,-2-2-15-15,-4-21-38 0,-8-5-79 16,-5-4-113-16,2 1 13 0</inkml:trace>
  <inkml:trace contextRef="#ctx0" brushRef="#br0" timeOffset="191966.69">16514 10682 667 0,'0'0'45'0,"0"0"-7"16,0 0-8-16,-2 1-4 0,1-1-1 15,1 0-3-15,0 2-3 0,27 2-6 0,11-3-6 16,17-2-2-16,7-2-2 0,11 0-4 15,7 2-3-15,4 1-8 0,0 3-19 0,-7-3-22 16,0 4-65-16,-4-3-161 0,-8-4 11 16</inkml:trace>
  <inkml:trace contextRef="#ctx0" brushRef="#br0" timeOffset="192383.45">17841 10375 550 0,'-8'-21'61'31,"3"1"-6"-31,-1-2-2 0,6 22-9 0,-4-27-8 16,4 27-6-16,-3-23-7 0,3 23-4 16,0 0-7-16,0 0-4 0,0 0-1 0,3-1-1 15,-3 1 1-15,10 18 1 0,0 8-3 16,2 4 0-16,-2 4-3 0,2 2 0 15,2 1-1-15,1 0-1 0,3 2 4 16,1-2-4-16,4-3 3 0,3-4-3 0,3-4-1 16,3-8 2-16,1-4-2 0,5-9 1 15,7-7 1-15,1-7-2 0,6-7 3 0,1-4-3 16,-2-7-3-16,-2-5 4 0,-4-2-3 16,-2-6 3-16,-6-2 1 0,-7-4-1 15,-4-1 1-15,-4 3-2 0,-5 4 2 16,-3 10-1-16,-5 9 1 0,-9 21-1 0,0 0 0 15,0 0-1-15,0 0-1 0,2-1-1 0,-2 1 0 16,0-2-3-16,0 4-3 0,-15 14-7 31,2 5-12-31,-7-1-14 0,3 6-32 16,-12-5-56-16,-5-1-139 0,5 4 12 16</inkml:trace>
  <inkml:trace contextRef="#ctx0" brushRef="#br0" timeOffset="192666.79">18135 10106 708 0,'-5'-20'54'16,"5"20"-9"-16,0 0-7 0,0 0-8 0,0 0-10 16,-1-1-8-16,1-1-4 0,0 1-2 15,-2 1-2-15,2 0 2 0,3 21 0 0,2 11 1 16,-1 9-3-16,-1 9 1 0,0 9-2 15,0 5 1-15,0 6 0 0,-2 3-2 16,1 4 2-16,2 5-5 0,-1 2-1 16,0 0 3-16,1-2-4 0,2-4 3 0,1-11-2 31,2-11 2-31,-1-9 1 0,0-11-6 16,-1-9 0-16,1-7-10 0,-8-20-7 0,0 0-14 15,14 15-36-15,-14-15-117 0,0 0-99 16,14-11 12-16</inkml:trace>
  <inkml:trace contextRef="#ctx0" brushRef="#br0" timeOffset="193133.33">19909 10534 686 0,'-14'-9'53'0,"14"9"-8"0,0 0-10 16,0 0-8-16,8-17-7 0,10 5-3 0,6 0-3 16,11 0-3-16,10 0-1 0,11 1-3 0,11 2-2 15,6 1-1-15,3 2-3 0,-2 2-1 16,-7-1 0-16,-6 2-3 0,-10 1 3 15,-8 2-1-15,-10 0-1 0,-7 2 1 16,-26-2-3-16,0 0-4 0,0 0-2 31,0 0-7-31,2-2-13 0,-1 2-16 0,-1 0-33 16,-1 2-58-16,-38 0-125 0,3 7 11 16</inkml:trace>
  <inkml:trace contextRef="#ctx0" brushRef="#br0" timeOffset="193317.03">19970 10717 658 0,'0'0'54'15,"0"0"3"-15,-1 1-8 0,1-1-13 0,1 0-11 16,29-8-5-16,11 2-7 0,7 2-5 16,9 1-2-16,8 1-4 0,6 2-2 15,0 0-1-15,0 0-6 0,-1 0-12 16,-3-3-21-16,3 4-57 0,-7-1-129 0,-2-6-61 15</inkml:trace>
  <inkml:trace contextRef="#ctx0" brushRef="#br0" timeOffset="193834.48">21730 10094 790 0,'-12'-17'32'0,"12"17"-2"16,-7-20-3-16,7 20-5 0,0 0-6 16,0 0-7-16,0 0-7 0,-2-1 0 15,2 1-2-15,2 0 0 0,10 15 2 16,3 13 1-16,0 11-2 0,-1 11 3 0,-3 8-4 16,-4 4 2-16,-4 2-2 0,-1-2 0 0,-2 0 3 15,0 0-2-15,-2 1 3 0,0-4-4 16,2-3-1-16,0-5 0 0,0-3 0 15,2-9 2-15,0-10-1 0,0-9 1 16,-2-20-1-16,0 0 1 0,0 0-1 16,0 0 0-16,4-20-1 0,-1-11-2 0,-3-9-2 31,-6-9-4-31,-4-4 1 0,-6-8-3 0,-7-4-3 16,-6-6 1-16,-5-7-1 0,-6-8 4 15,-1-2 7-15,2 0-1 0,4 10 6 16,6 16-2-16,6 15 1 0,7 15 1 15,4 12-1-15,12 20-3 0,0 0 2 16,0 0 1-16,0 0 2 0,31-3 2 0,8 6-1 16,7 2-1-16,9 1 0 0,9-2 2 15,4-2 1-15,7-2 1 0,3-3 0 0,4-1-2 16,2-4-1-16,-4-1-3 0,-5-1 1 16,-10 2-1-16,-13 0 1 0,-9 2-1 15,-12 1-1-15,-12 1-1 0,-19 4 1 16,0 0 0-16,0 0-2 0,0 0-1 0,1-2-8 15,-2 2-7-15,-28 6-14 0,-4 1-22 16,4 6-39-16,-6-1-65 0,0 0-110 0</inkml:trace>
  <inkml:trace contextRef="#ctx0" brushRef="#br0" timeOffset="194083.41">21605 10343 683 0,'0'0'41'16,"0"0"5"-16,0 0-1 0,-2 0-11 15,37-5-12-15,8 4-6 0,4 2-5 16,5 3-1-16,6-2-3 0,1 3-2 0,1-2-1 16,-4 0-3-16,-5 0-2 0,-4-1 0 0,-6 0-2 15,-6 1-3-15,-8 4-7 0,-7-3-8 16,-5 5-13-16,-15-9-10 0,7 15-15 15,-7-15-26-15,-13 24-51 0,-4 1-77 16,-14-5-14-16</inkml:trace>
  <inkml:trace contextRef="#ctx0" brushRef="#br0" timeOffset="194266.84">21640 10896 628 0,'-11'13'70'16,"11"-13"-5"-16,0 0-11 0,14 15-15 15,6-7-12-15,15-4-9 0,5-4-6 16,8-1-3-16,6-2-2 0,-1-2-3 0,0 1-2 16,-2-2-2-16,0 0-2 0,-3-2-1 0,-2 2-1 15,-4-2-8-15,0 4-11 0,-9-7-23 16,3 8-51-16,-10-3-113 0,-8-5-71 16</inkml:trace>
  <inkml:trace contextRef="#ctx0" brushRef="#br0" timeOffset="194699.95">22847 10027 699 0,'-4'-28'45'0,"4"28"-1"16,0-27-3-16,0 27-10 0,0 0-14 16,0 0-8-16,0 0-2 0,2-1-1 15,-1 1 1-15,15 23 1 0,1 5-5 16,-1 7 1-16,3 5-2 0,1 6-1 0,-1 4-3 16,3 1 3-16,-1 2-3 0,3-4 3 0,2-5-1 15,3-6 1-15,3-8-1 0,4-6 1 16,5-8-1-16,6-9 0 0,3-7 1 15,5-7-1-15,0-10 3 0,-1-6-3 16,-1-7 1-16,-2-5-1 0,-6-8 1 0,-6-5-1 31,-3-5 4-31,-10-2-4 0,-4 2 3 16,-5 8-3-16,-7 8 0 0,-3 10 0 0,-2 9 0 16,-5 18-1-16,0 0 1 0,0 0-2 15,0 0-1-15,0-2 1 0,-2 2-3 16,-11 10-4-16,0 7-6 0,-1 3-12 15,2 6-21-15,-8-3-30 0,3 7-90 0,-2 2-107 16,-7-8 19-16</inkml:trace>
  <inkml:trace contextRef="#ctx0" brushRef="#br0" timeOffset="194983.28">23210 9947 797 0,'0'0'43'0,"0"0"-5"0,0 0-8 16,-1-2-9-16,1 1-7 0,0-1-6 31,0 0-4-31,0 1 2 0,1 1-1 16,1 1 3-16,7 31 0 0,-4 8-3 16,0 10-4-16,-1 11 2 0,0 9-5 0,-2 10 3 15,-2 7 3-15,0 2-4 0,0 4 2 16,0 1-1-16,0 2-4 0,0-2 3 0,0-5-3 15,3-7 1-15,1-11 0 0,0-10-7 16,4-11-3-16,-4-12-9 0,5-8-19 16,-9-30-33-16,10 19-141 0,-10-19-83 15</inkml:trace>
  <inkml:trace contextRef="#ctx0" brushRef="#br0" timeOffset="195750.25">16731 9784 429 0,'-2'-27'88'0,"-4"-1"-8"16,2 7-9-16,1 2-16 0,3 19-10 15,-6-20-10-15,6 20-8 0,0 0-9 0,0 0-6 16,0 0-4-16,-1-2-1 0,-21 14 0 16,-1 8-2-16,-4 6-1 0,-4 5-1 0,-3 3-3 15,-6 3 1-15,-3 1 4 0,0 3-4 16,-2-2 3-16,2-1-4 0,2-3-1 15,8-3 1-15,7-6-2 0,7-8 2 16,19-18-1-16,0 0 1 0,0 0 1 0,0 0-1 31,-1 2 0-31,30-21 0 0,5-7 1 16,5-6-1-16,2-4-4 0,-4-7 3 0,0-2-4 16,-3-3 4-16,-5-3 1 0,-3 4-1 15,-4 6 2-15,-6 9-2 0,-3 12 1 16,-3 7-1-16,-10 13 0 0,16 6 1 15,-2 9 1-15,2 10 0 0,2 4 0 0,2 4 2 16,3 3-1-16,4 1 0 0,2 1 4 16,7 0-5-16,3-2 3 0,5-3-6 0,6-2-6 15,1-7-16-15,6 3-53 0,-7 1-214 16,2-11 0-16</inkml:trace>
  <inkml:trace contextRef="#ctx0" brushRef="#br0" timeOffset="196283.31">14997 9579 583 0,'0'0'35'0,"-8"-17"-8"0,8 17-3 16,0 0-2-16,0 0 0 0,0 0 0 0,0 0 4 31,3 30-3-31,3 3-4 0,0 6-4 16,3 10 0-16,2 6-1 0,1 10-4 0,2 8 1 16,-1 12-4-16,0 15-2 0,-3 12 3 15,1 11 2-15,1 9-4 0,3 11 0 16,2 7-1-16,-1 8-1 0,3 3 0 15,-1 1-1-15,2-1-1 0,0-6 0 0,-3-9 0 16,1-17 1-16,-2-15-2 0,-2-17-2 16,-1-15 2-16,0-15-1 0,-3-16 0 0,-4-13-1 15,1-15 1-15,-7-23-2 0,0 0 2 16,0 0-9-16,0 0-14 0,2 2-15 16,-8-42-27-16,3 1-74 0,7-10-140 15,-8-12 14-15</inkml:trace>
  <inkml:trace contextRef="#ctx0" brushRef="#br0" timeOffset="196966.77">15003 9558 515 0,'-22'-11'2'0,"22"11"2"0,-15-10 6 15,15 10 3-15,0 0 6 0,0 0 5 16,0 0 2-16,-1-2 3 0,2 2 0 16,27 5-4-16,-1 1-2 0,7 5-4 15,6-1-3-15,11 1-1 0,12-2-4 0,16-2 0 16,20-2-3-16,21-3-3 0,22-4-1 16,22-4-3-16,23-3 0 0,19-5-1 0,25-2 0 15,19-3-1-15,19 1 0 0,22 1-2 16,11 4-1-16,12 1-1 0,7 0-2 15,4-1-2-15,3 3 0 0,0-2-3 16,-2 1 0-16,-3 0 1 0,-1 2-5 0,-4-2 3 16,-5 1-1-16,-7-2 0 0,-6-1 6 15,-13-2 2 1,-9 0 3-16,-12 0 2 0,-13-2 2 16,-13 1-2-16,-14-1 3 0,-14-1 1 15,-15-1-3-15,-14 0 5 0,-13-2-4 16,-11-1 3-16,-12 3 0 0,-9 2-1 15,-11 2 2-15,-13 2-1 0,-10 2-1 0,-11 1 2 16,-13 3-1-16,-8 0 1 0,-13 3 3 16,-13 1 2-16,-9 0 2 0,-13 3 0 0,-24 0 0 15,0 0-3-15,0 0-1 0,0 0-1 16,2 0 1-16,-1 0-1 0,12 12 1 16,-13-12 0-16,6 23-1 0,-2 0 3 15,-1 3 4-15,1 4-6 0,1 7 3 0,5 6-5 16,1 8-1-16,4 9 3 0,4 13-2 15,4 14 2 1,1 11-1-16,1 12-2 0,1 5-1 0,0 9-3 0,0 12-4 0,-2 6 5 16,-2 7-1-16,0 0 1 0,-2 0 0 31,-2-4-1-31,-3-4 1 0,-1-7-1 16,-3-11 1-16,-4-8-1 0,-4-12-4 0,-1-10 4 15,-4-13-2-15,-2-13 2 0,-2-12-3 16,-2-11 1-16,-3-6 3 0,-2-8-6 0,-3-5 0 15,-4-6-14-15,1-2-22 0,-11-8-36 16,0 0-111-16,-11 0-98 0,-14-7 17 16</inkml:trace>
  <inkml:trace contextRef="#ctx0" brushRef="#br0" timeOffset="197701.14">15072 12272 144 0,'-20'-11'-8'0,"-2"1"25"0,2 1 15 16,4 0 14-16,-1 1 9 0,17 8 0 15,-26-7-9-15,5 4-9 0,21 3-6 0,-30 1 1 16,1 1 2-16,4 3-3 0,1 0-4 15,2 3-5 1,-1-1-5-16,0 4 0 0,0 1 0 0,-1 2 3 0,0-1 0 0,1 2 2 31,1-2-4-31,6-1-1 0,16-12-4 16,-13 15-1-16,13-15 4 0,0 0 0 16,12 18 4-16,8-5 0 0,15-9-3 0,13-2-3 15,20-5-3-15,21-5-4 0,24-3-2 16,20-1-2-16,25-2-2 0,21-2-1 0,22-4 1 15,23-1-1-15,23-4 1 0,24 1-2 16,21 0 0-16,19-2 0 0,17 3 1 16,16 2 0-16,18-2 2 0,9 2-2 15,11 0 1-15,9-2-1 0,3 2 0 0,7 1 0 16,4 3 0-16,3 2 0 0,1 3 0 16,-6 1 0-1,-5 5-1-15,-10 3 2 0,-12 2-1 0,-14 2 0 0,-16 1 1 0,-19 1-1 16,-28 1-2-16,-23 0 4 0,-28-3 1 15,-27 1 2-15,-27-2 4 0,-25 1-4 16,-27-1 0-16,-24-1-1 0,-27-2 1 0,-26-1 1 16,-23 1 2-16,-17 2-1 0,-25 1-2 31,0 0-2-31,0 0-3 0,0 0 1 0,1 1-1 16,1-1 0-16,-1 0 0 0,2 0 0 15,-2-1-2-15,1 1 1 0,-2 0-1 16,1 0-1-16,-1 0-1 0,2-2-7 15,-2 2-9-15,1 0-14 0,-1 0-32 0,0 0-107 16,-1 0-123-16,-27-7 18 0</inkml:trace>
  <inkml:trace contextRef="#ctx0" brushRef="#br0" timeOffset="-203379.97">4718 13476 369 0,'0'-25'83'0,"-1"3"-11"0,1 22-9 16,-3-21-12-16,3 21-13 0,0 0-11 15,0 0-10-15,0 0-3 0,-2-2 0 16,2 2 1-16,0 2 2 0,0-1-1 16,5 33-2-16,1-1-3 0,-1 5-3 15,-2 3-5-15,3 3-1 0,-3 1-2 0,0 2 1 16,0-1-2-16,0-4 2 0,1 0 4 16,3-6-4-16,2-6 4 0,-2-4-5 0,3-8 0 15,0-6 1-15,-10-12 2 0,0 0 0 16,26-1 2-16,-4-10-2 0,1-8-5 15,6-7 2-15,1-6-4 0,4-4 4 16,-1-6 0-16,2-3 0 0,-6-4 1 0,-5 1-2 31,1 2 2-31,-6 11-3 0,-2 11 1 0,-7 12 0 16,-10 12-1-16,0 0 1 0,22 10 1 16,-9 9 1-16,0 5-1 0,-6 5 1 15,2 3-2-15,-1-1 2 0,-2 0-2 16,1-2 1-16,1-2 0 0,0 0 0 15,4-2 1-15,-2-3 1 0,6-4-2 0,-2-2 2 16,2-5 5-16,2-3-5 0,-18-8 2 16,27 0 1-16,-2-5-6 0,-1-6 6 0,-1-6-1 15,-1-4-2-15,0-8 2 0,-4-5-2 16,-3-6 0-16,-5-12-1 0,-4-6 1 16,-8-5-3-16,-6-3 2 0,-5 1-1 15,-3 0-5-15,-2 4 3 0,-2 8-5 0,0 9 3 16,1 12 2-16,-1 11-1 0,1 9 0 15,0 7 1-15,19 5-1 0,-27 8 0 0,4 5-2 16,4 4-7-16,3 6-9 0,6 1-19 31,11 8-28-31,4 0-50 0,5-2-140 16,13 5 17-16</inkml:trace>
  <inkml:trace contextRef="#ctx0" brushRef="#br0" timeOffset="-202630.11">6154 13697 719 0,'3'-35'47'0,"-3"-1"-4"16,0 3-10-16,-3 1-11 0,0 4-9 0,-1 6-3 15,4 22-4-15,-12-21 0 0,1 7-2 16,11 14-3-16,-23-8 0 0,-2 8-3 15,-1 8 1-15,-4 7-1 0,-5 6 0 16,3 10-1-16,-1 5 1 0,4 5-3 0,3 1 0 31,4 1-2-31,6-2-1 0,6-3-2 0,9-3-1 16,5-2 5-16,5-4-3 0,5-3 8 16,5-5-1-16,3-7 1 0,4-6 2 15,1-7 0-15,2-5 1 0,1-7-5 16,-4-4 4-16,-1-5-4 0,-2-5 5 15,-3 0 1-15,-2-3-1 0,-2-4 1 0,-3-2-2 16,-2-2 0-16,-2-1 0 0,-2 3 1 16,-1 9-1-16,-3 7-1 0,-3 18 0 0,0 0-1 15,0 0 0-15,0 0 0 0,17 12 2 16,-5 8 0-16,4 7 1 0,-2 3-2 16,2 0 0-16,4 1 0 0,-2-2 0 15,-1-2 0-15,-1-1 0 0,3-2 5 0,-5-1-5 16,-1-4 5-16,0-3-4 0,-13-16 0 15,13 10 1-15,-13-10 0 0,0 0 1 0,0 0-1 16,22-6 1-16,-5-6-7 0,-5-5 6 16,4-3-6-16,-5-4 4 0,1-5 2 15,2-3-3 1,-2-1 2-16,5 0-1 16,-1 5 1-16,3 7-1 0,0 9 0 0,0 6 1 15,2 9-2-15,1 8 3 0,-2 4-1 16,2 6 0-16,-2 2-1 0,2 1 1 0,-2 2-3 15,0-2 3-15,-2-1-1 0,-4-1-1 16,1-4 7-16,-1-2-6 0,-4 1 4 16,-10-17-3-16,13 12-1 0,-13-12 2 15,0 0 2-15,0 0-1 0,0 0-4 0,19-17 3 16,-6-4-5-16,0-4 3 0,-3-3 3 16,3-5-3-16,-1-5 1 0,1-6-2 0,3-4-1 15,0 4 1-15,1 5 1 0,0 10-1 16,-1 11 1-16,0 9-2 0,-16 9-1 15,22 0 1-15,-2 6-1 0,-4 5-3 16,-2 5-7-16,-3 3-15 0,1 5-25 0,-7-5-38 31,2 7-83-31,-1 3-86 0</inkml:trace>
  <inkml:trace contextRef="#ctx0" brushRef="#br0" timeOffset="-201996.41">7386 13878 658 0,'0'0'42'0,"3"2"7"0,-3-2-15 15,0-2-10-15,3 2-10 0,-2-2-2 16,1 1-2-16,11-11-3 0,-13 12-2 16,14-17-2-16,-2 2-2 0,4 0-1 15,-2-3 0-15,2-2 0 0,2-4 0 0,-3-4 0 16,0-2 0-16,-2-5-1 0,-4-6 3 15,-5 1-3-15,-1 4 2 0,-3 4-1 0,0 32-1 16,-3-26 0-16,3 26 0 0,-12-13-1 31,12 13 2-31,-27 4-1 0,-2 10 1 16,3 4 1-16,0 8-2 0,1 4 2 16,5 4-1-16,3 2 0 0,5 4 0 0,3-1 0 15,5 2-1-15,4-1 1 0,4-2 2 16,7-2-3-16,2-4 5 0,7-6-4 0,4-6 2 15,7-5-2-15,8-8 0 0,8-5-1 16,7-8-2-16,7-8-7 0,5-4-16 16,-4-10-6-16,-1-1-16 0,-4-7-2 15,-5 0-1-15,-6-9-5 0,-6-3 1 0,-6-9 3 16,-5-9 17-16,-6-4 18 0,-9-1 29 16,-5 6 15-16,-2 7 12 0,-3 13 4 0,-8 8-1 15,4 10 8-15,-7 6-4 0,7 21 2 16,-7-22-5-16,7 22-7 0,-9-17-6 15,9 17-5-15,0 0-5 0,0 0-4 16,0 0-5-16,-3-1-3 0,3 1-2 0,0-1-1 31,-3 1 2-31,3 0 1 0,0 1 1 0,-4 29 2 16,2 4 1-16,0 5-4 0,0 7 0 16,1 10-4-16,-1 12-4 0,-1 13 2 15,-1 10-2-15,1 6 2 0,-1 2-1 16,-1-2 1-16,4 0 0 0,2 0-1 15,4-3-1-15,2-6-1 0,5-9-3 0,2-11 0 16,-1-10 1-16,1-11-7 0,0-9 1 16,-3-10-11-16,-1-9-9 0,-10-19-9 0,9 15-26 15,-9-15-79-15,0 0-147 0,-6-18 16 16</inkml:trace>
  <inkml:trace contextRef="#ctx0" brushRef="#br0" timeOffset="-201479.9">8070 13605 784 0,'9'-40'49'0,"5"2"-10"0,-1 5-12 16,3 4-10-16,3 5-8 0,4 3-3 0,3 4-2 15,3 5 0-15,3 6-1 0,0 3-1 0,1 6 0 16,-1 6-1-16,0 5-2 0,-2 7-1 15,0 5 2-15,-2 5-2 0,-2 8 2 16,-6 1-3-16,-4 2 0 0,-3-2-3 16,-6-5-2-16,-7-1-2 0,0-7 0 15,-5-4 1-15,-3-5 2 0,8-18 3 0,0 0 4 16,0 0 2-16,0 0 1 0,-1 2 1 0,-12-15-2 16,8-8 0-16,7-8-1 0,4-8 1 15,2-9-1-15,5-4 1 0,3 0 0 16,3 4 1-16,0 10-1 0,1 8 1 15,3 10-1-15,-2 9 0 0,0 6 1 0,2 8-1 16,2 4-1-16,-2 6 0 0,2 4-1 0,-1 4 0 31,1 3 0-31,-3 0 0 0,1 0 0 16,0 0 0-16,0-4 0 0,-1-4-1 16,1-4 2-16,-2-6-1 0,1-6 1 15,-3-9 1-15,4-5-2 0,-3-8 1 16,2-5-1-16,-2-6 1 0,0-1 0 0,-4-1 0 15,0 0 0-15,-1-1 0 0,-5 4-2 0,-2 4 2 16,-3 8-2-16,-5 18 1 0,0 0-2 16,0 0-1-16,0 0-1 0,1-2-2 15,-1 2-8-15,-1 2-12 0,-12 18-19 16,6 5-37-16,-11-2-55 0,-2 3-134 16,1 7 17-16</inkml:trace>
  <inkml:trace contextRef="#ctx0" brushRef="#br0" timeOffset="-201329.89">8757 14036 756 0,'14'-18'37'0,"-5"4"-12"16,-9 14-15-16,14-10-10 0,-14 10-5 0,0 0-13 15,15-7-32-15,-15 7-121 0,23 3-99 16,-23-3 7-16</inkml:trace>
  <inkml:trace contextRef="#ctx0" brushRef="#br0" timeOffset="-201162.06">9204 14039 897 0,'1'1'40'0,"1"-1"-5"0,-1 0-15 15,1 0-13-15,-1-1-4 0,1 1-3 16,-1 0 0-16,-1-2-2 0,3 2-1 15,-3 0-5-15,3 0-9 0,-2 0-15 0,1 0-37 16,-2 0-122-16,0 2-114 0,-2-2 18 0</inkml:trace>
  <inkml:trace contextRef="#ctx0" brushRef="#br0" timeOffset="-200663.2">5340 14282 605 0,'-23'-7'58'0,"23"7"-8"0,-29-8-6 0,7 5-10 15,22 3-7-15,-21-3-5 0,21 3-9 16,0 0-5-16,0 0-4 0,0 0-2 31,-2 0 2-31,2 0 4 0,2 1 2 16,25 16 1-16,12-5-3 0,15-1-2 0,18-1-3 16,16 1 1-16,22-2-2 0,17 2-1 0,19 1 0 15,18-2-1-15,15 1 0 0,19 0 0 16,18-1 0-16,12 1-1 0,18 0 1 15,10-5 0-15,16-5 0 0,10-5-1 16,4-7 2-16,2-3 0 0,-9-1 0 16,-14-2 1-16,-24 2 0 0,-21-2 0 0,-35 2 4 15,-25 3 2-15,-35 1 3 0,-33 6 2 0,-30-2 1 16,-27 4-1-16,-35 3 0 0,0 0-3 16,0 0-7-16,0 0-3 0,3-1 0 15,-20-7 0-15,-4 4 0 0,-3-1 0 16,4 1 0-16,20 4 0 0,-18-7-10 15,18 7-13-15,0 0-35 0,-21-10-155 0,6-2-105 16,5-3 11-16</inkml:trace>
  <inkml:trace contextRef="#ctx0" brushRef="#br0" timeOffset="-197563.03">14300 13353 737 0,'-15'-12'38'0,"15"12"-4"15,0 0-3-15,0 0-6 0,0 0-12 16,-1-2-7-16,-1 2-3 0,1 0 1 16,1 2-2-16,-2 28 2 0,7 7-1 0,5 5 1 15,6 8-2-15,3 7 2 0,4 3-3 0,3 0 0 16,3 2-2-16,3-5 3 0,2-5 4 16,4-7-4-16,11-8 6 0,3-10-7 15,9-12 2-15,10-12 0 0,7-10 0 16,9-14-3-16,5-13-5 0,4-10 5 15,-2-9-5-15,-3-8 5 0,-6-8 2 0,-10-6-3 16,-10-1 3-16,-13 5-2 0,-8 7 3 0,-11 6-2 31,-11 10-3-31,-5 10 7 0,-8 11-5 16,-5 8 6-16,-4 19-2 0,0 0-2 16,0 0-3-16,0 0-1 0,0-1 0 15,-1 1 1-15,-1 1 3 0,-8 22-10 16,3 1-5-16,-2-1-17 0,5 4-25 0,-6-2-39 15,4 2-116-15,-7 2-65 0</inkml:trace>
  <inkml:trace contextRef="#ctx0" brushRef="#br0" timeOffset="-197130.12">15024 13145 655 0,'-1'-30'54'31,"2"5"-1"-31,-2 1-8 0,1 24-12 0,-3-27-10 16,3 27-5-16,-5-26-5 0,5 26 1 16,0 0-3-16,0 0-2 0,0 0-3 0,-2-2-3 15,-1 1-1-15,3-1-1 0,-1 1 0 16,-1 1 1-16,1 0 1 0,-1 0 0 15,-11 18-1-15,3 2 0 0,4 3-2 16,3 2 4-16,2 4 0 0,-1 6 2 16,2 5 3-16,2 7-5 0,-1 7 1 0,1 12-4 15,-2 10-2-15,0 9 2 0,0 9-2 0,-2 3 3 16,2 1 1-16,3 1 0 0,0 0 0 16,3-2-2-16,-2-3-3 0,0-4 2 15,-1-11-1-15,-3-10 1 0,0-6 4 16,-1-9-4-16,-1-7 4 0,2-9-5 15,0-8 0-15,0-30-3 0,2 25-3 0,-2-25-3 16,0 0-3-16,0 0-3 0,0 0-11 0,1 2-31 16,1-2-91-16,-1 0-145 0,11-19 6 31</inkml:trace>
  <inkml:trace contextRef="#ctx0" brushRef="#br0" timeOffset="-196663.14">14713 13332 442 0,'-6'-21'68'0,"6"21"-1"0,-8-20-6 0,8 20-11 15,-9-17-8-15,9 17-8 0,0 0-5 16,0 0-4-16,0 0-3 0,-1-2-5 15,-1 1-3-15,1 1-2 0,-1-2-5 16,1 2 1-16,-1-1-8 0,2 1 5 16,-1-2 0-16,1 2-2 0,0-1 8 0,13-8-7 15,12 1-6-15,12 1 4 0,15-2-6 0,9 1 5 16,9 2-1-16,-2 2 0 0,-6 0-1 16,-10 3 1-16,-13 1 0 0,-9 0-3 15,-30 0-2-15,23 0-4 0,-23 0-4 16,0 0-3-16,0 0-9 0,0 0-9 15,2 0-13-15,-2 1-32 0,0 1-45 0,-15 22-86 16,-2-7-27-16</inkml:trace>
  <inkml:trace contextRef="#ctx0" brushRef="#br0" timeOffset="-196163.13">14611 14449 529 0,'0'0'73'0,"0"0"-6"0,-2 1-19 31,1-1-15-31,-2 2-9 0,3-2-5 16,-1 0-1-16,-1 2 0 0,1-2-2 0,-1 0-3 16,1 1-3-16,-1-1-1 0,1 0-4 0,1 2 3 15,-2-2-1-15,2 0 2 0,2 1 0 16,30 2-1-16,7-2-3 0,8 1-2 15,8-4 0-15,7 1 0 0,6-1 2 16,6 0 0-16,3-3 2 0,0 0-2 16,-4 1-2-16,-2 0 0 0,-7-1-2 0,-8 1 1 15,-11 3 0-15,-10-1 1 0,-11 1-1 0,-24 1 0 16,0 0 2-16,0 0-1 0,0 0 0 16,2 0-1-16,-1 0 0 0,1 0-2 15,-2 0-1-15,0 1-2 0,0-1-6 16,-2 0-8-16,1 0-16 0,-1 2-25 15,1-1-69-15,1 1-173 0,-2 0 18 0</inkml:trace>
  <inkml:trace contextRef="#ctx0" brushRef="#br0" timeOffset="-187463.1">16479 13071 144 0,'-1'-2'19'0,"1"1"2"0,-2-1-1 0,2 1-2 16,0-1-1-16,-1 0 2 0,1 1 2 0,-2-20 4 15,2 21 2-15,0 0-1 0,0 0-5 16,0 0-2-16,-1-2-6 0,1 1-2 0,0-1-1 31,0 2-1-31,-2-1-1 0,2 1 0 16,-1 0-1-16,-1 0 3 0,-16 13 3 16,2 4 4-16,-2 3 1 0,1 4 1 15,0 6 1-15,-2 8-7 0,3 5 1 0,-3 7-5 16,2 5-3-16,-3 4 1 0,1 7-4 15,4 6 2-15,1 5-5 0,4 2 2 0,4-1 2 16,6-2-5-16,7-4 4 0,7-2-4 16,7-8-3-16,11-9 2 0,4-6-1 15,4-10 0-15,1-7-1 0,-2-8-1 16,7-7-5-16,-1-10-5 0,1-7-16 0,-1-9-22 16,1-4-44-16,-2 0-50 0,-12-11-42 15</inkml:trace>
  <inkml:trace contextRef="#ctx0" brushRef="#br0" timeOffset="-186913.25">16813 13408 427 0,'0'0'32'0,"13"-20"6"0,4 6 1 16,0 4-5-16,0 4-8 0,3 1-6 15,2 3-4-15,4 1-4 0,3 2-1 0,1 2-5 16,2 4-3-16,-2 1-3 0,-1 6-1 16,-4 4 0-16,-5 4 0 0,-6 5-1 15,-6 3 1-15,-5 4 0 0,-6 2 1 16,-6 1 0-16,-3 1 2 0,-4-4-3 0,0 0 2 15,-1-5-1-15,-1-5 2 0,1-4 1 16,3-7 4-16,14-13 2 0,0 0-1 0,0 0-2 16,0 0-3-16,-1-1-2 0,15-31 0 31,4-3 1-31,6-1-2 0,3-5 2 16,4-3-3-16,1 0 1 0,1 1 0 15,-1 5 0-15,-2 3 1 0,-7 5 1 0,-4 4-1 16,-7 5 3-16,-12 21 0 0,7-15 3 15,-7 15 0-15,0 0-2 0,0 0-2 0,0 0-3 16,1-2-1-16,-2 2-1 0,-12 12 3 16,-6 6-3-16,3 4 3 0,-1 4-2 15,1 3 1-15,3 5-1 0,3 3 1 16,4 2-1-16,4 1 2 0,4-1-2 0,2-1 0 16,5-4-1-16,4-2 1 0,4-5-2 15,5-3 1-15,0-4-4 0,2-5-3 0,4-3-13 16,1-7-15-16,2-1-27 0,0-7-41 15,1-4-40 1,10 2-68-16</inkml:trace>
  <inkml:trace contextRef="#ctx0" brushRef="#br0" timeOffset="-186662.1">17695 13689 564 0,'0'1'11'0,"0"0"15"0,1 1 7 16,-1-2-2-16,0 1-9 0,2-1-9 15,-2 2-5-15,1-1-1 0,11 18 0 0,0-3-2 16,4 3 1-16,-2 2-4 0,3 3 1 16,-1 3 2-1,-4 5-5-15,-3 2 3 0,-4 4-4 0,-3 0-2 0,-6-1 0 16,-5 5-2-16,-6-3-2 0,-4-1-5 0,-2-6-2 15,0-3-5-15,0-8-9 0,4-4-14 16,0-7-25-16,17-10-59 0,0 0-94 0</inkml:trace>
  <inkml:trace contextRef="#ctx0" brushRef="#br0" timeOffset="-186296.36">18333 13221 498 0,'1'-23'22'0,"-1"23"11"16,9-20 3-16,-9 20-1 0,0 0-10 15,0 0-11-15,0 0-6 0,1-1-1 0,1 1 7 16,11 10-2-16,-4 7 5 0,1 9-6 15,-5 4-3 1,1 7-1-16,-3 4-3 0,0 3 2 0,-1 7-3 0,-2 4 1 16,0 4-1-16,1 2-1 0,1 0-2 0,3-5 0 31,2-3 3-31,5-6-3 0,4-7 4 16,3-7-4-16,4-8 0 0,3-8-1 0,1-7 0 15,4-10-2-15,-1-7-2 0,2-8-7 16,-2-3-15-16,-4-8-11 0,0 2-30 15,-8-5-28-15,-3 2-44 0,-1 7-81 16</inkml:trace>
  <inkml:trace contextRef="#ctx0" brushRef="#br0" timeOffset="-186029.09">18132 13605 537 0,'0'0'23'16,"0"0"13"-16,0 0 8 0,-2-1 3 31,1 1-12-31,1-2-11 0,1 2-9 16,25-12-5-16,9 1-3 0,7 2-1 15,12 0-1-15,6-2-3 0,8 1-1 0,6-1-2 16,3 2-2-16,-3 0-2 0,-2 3-4 15,-10-1-10-15,-5 6-18 0,-11-5-25 0,-6 5-42 16,-9-4-48-16,-16-4-77 0</inkml:trace>
  <inkml:trace contextRef="#ctx0" brushRef="#br0" timeOffset="-185713.49">18806 12958 638 0,'-2'-1'18'0,"4"1"9"0,20-9 4 0,2 10 1 31,2 4-6-31,4 7-7 0,4 3-4 0,3 8-3 16,8 4-1-16,1 5-1 0,5 6-2 16,1 4-1-16,-3 5 1 0,0 7-6 0,-5 6 1 15,-4 12-3-15,-5 8-3 0,-9 10 4 16,-6 7 2-16,-11 1-2 0,-9-2 1 15,-7-2-2-15,-9-1-3 0,-6-3 3 16,-5-4-2-16,-4-4 3 0,-3-7-2 0,-1-10-1 16,0-10 5-16,3-7-3 0,3-9 4 15,5-7-4-15,5-9-4 0,7-9-4 0,12-14-8 16,0 0-6-16,0 0-18 0,0 0-23 16,25-10-42-16,1-5-74 0,0-12-67 15</inkml:trace>
  <inkml:trace contextRef="#ctx0" brushRef="#br0" timeOffset="-185462.09">20245 13721 667 0,'21'-2'16'15,"5"-1"9"-15,2-4 1 0,2 2-2 0,0-3-6 16,7 2-5-16,2 2 0 0,7 0-2 16,3 3-3-16,6-1-1 0,0 2-5 15,-2 0-1-15,-5 0-1 0,-6 0-1 16,-9 0 0-16,-11 0-3 0,-22 0-1 0,0 0-6 16,0 0-12-16,0 0-23 0,2-2-40 15,-4 1-58-15,-21-18-73 0,-3 11-16 0</inkml:trace>
  <inkml:trace contextRef="#ctx0" brushRef="#br0" timeOffset="-185229.1">20052 14022 635 0,'23'5'36'16,"-23"-5"11"-16,37 0 2 0,-6-6-16 15,3 0-14-15,3-2-9 0,8 1-2 16,6 2-1-16,7-1-3 0,4 0-1 0,5 0-2 16,0 0-2-16,-2 1-3 0,-1 2-1 15,-6-2-10-15,-5 4-14 0,-11-2-21 0,-4 6-43 16,-14-3-63-16,-24 0-101 0</inkml:trace>
  <inkml:trace contextRef="#ctx0" brushRef="#br0" timeOffset="-184363.37">22042 13153 381 0,'0'0'23'0,"7"-23"12"16,2 8 10-16,-9 15 0 0,0 0-7 15,10-14-12-15,-10 14-4 0,0 0-3 0,0 0 2 16,16 7-1-16,0 6-4 0,-2 2-5 15,4 4-2-15,-1 6 1 0,5 4-4 0,2 4 2 16,2 4-6-16,2 0 0 0,6 1 0 16,6-1-2-16,3-2 1 0,8-3 0 15,3-7-1-15,6-8 3 0,5-12-2 16,3-12 1-16,6-8-1 0,5-9 0 0,1-6 0 16,2-8 0-16,-2-3-1 0,-7-3-5 15,-6 0 4-15,-9 0-4 0,-8 0 4 0,-9 4 2 16,-11 6 0-16,-8 5 0 0,-7 8 1 15,-7 5 1 1,-8 16-2-16,0 0 0 0,0 0-2 0,0 0-3 0,1-1-2 31,-1 1-1-31,0-2-3 0,-1 2-10 0,-18 9-19 16,4 6-46-16,-5 3-90 0,-5-2-61 16</inkml:trace>
  <inkml:trace contextRef="#ctx0" brushRef="#br0" timeOffset="-184063.4">22500 12822 561 0,'0'0'10'0,"0"0"11"16,0 0 12-1,0 0 3-15,-1-2-5 0,1 2-7 0,0 0-7 0,1 2-2 16,10 13-4-16,-1 6 0 0,3 5-1 0,-2 7 1 15,0 7-3-15,1 6 1 0,-1 4-2 16,1 5-1-16,-1 9 3 0,-1 8-4 0,0 8 0 31,-3 10-3-31,-1 7-4 0,0 1 2 16,0 0 3-16,1-6-3 0,-2-7 2 16,1-6-4-16,2-9-1 0,-1-11 1 15,3-10-3-15,-1-13 1 0,1-7-6 0,0-11-8 16,0-4-15-16,-10-14-23 0,0 0-45 15,0 0-75-15,23-15-71 0</inkml:trace>
  <inkml:trace contextRef="#ctx0" brushRef="#br0" timeOffset="-183696.53">24174 12819 521 0,'0'0'29'0,"1"-23"11"16,-1 23 8-16,-3-23-2 0,3 23-13 16,-7-18-13-16,7 18-8 0,0 0-7 0,0 0-2 15,0 0-1-15,-23 4-1 0,3 10 3 16,-2 12-1-16,-4 9 1 0,-2 10-1 15,-2 10 2-15,0 6-2 0,-2 4 3 16,3 3 1-16,1 7-4 0,5 1 1 0,3 7-3 16,1 2-3-16,5 0 2 0,7-2-3 15,7-7 3-15,7-6 3 0,9-8-4 0,7-7 2 16,7-8-6-16,6-10-3 0,5-10-5 16,5-6-19-16,-4-12-28 15,8-3-69-15,1-1-126 0,-3-14 13 0</inkml:trace>
  <inkml:trace contextRef="#ctx0" brushRef="#br0" timeOffset="-183238.52">24424 13359 575 0,'6'-21'32'0,"5"1"12"15,7 5 6-15,2-2-5 0,7 2-12 0,3 1-12 16,8 4-7-16,3 2-4 0,0 6-6 16,-4 6-1-16,-6 2-2 0,-5 4-1 15,-6 5 0-15,-6 5-2 0,-5 4 0 16,-8 4 0-16,-5 2 1 0,-8 2 0 0,-5 2 1 16,-3 1-1-16,-2-1 0 0,-3 1-1 15,2-4 2-15,3-4 0 0,4-6 0 0,4-7 1 16,12-14 0-16,0 0 0 0,0 0 0 15,0 0 1-15,9-15-1 16,9-10 2-16,9-5-3 0,5-5 1 0,3-3 0 31,2 0-1-31,-1 0 0 0,-1 2 2 0,-2 2-2 16,-3 4 2-16,-2 3 0 0,-7 2 2 16,-3 6-1-16,-5 4-4 0,-13 15 5 0,0 0-2 15,0 0-1-15,0 0 5 0,-2-2-6 16,2 4 0-16,-14 26 1 0,1 4-1 15,0 2 1-15,3 2-2 0,3 0 0 16,2 4 0-16,3 1 1 0,6 0-2 0,1 0 2 16,6-5-1-16,4-4-1 0,5-4-1 15,3-8-2-15,2-3-4 0,4-7-9 0,5-5-19 16,-2-7-27-16,5-1-51 0,1-8-81 16,-6-9-49-16</inkml:trace>
  <inkml:trace contextRef="#ctx0" brushRef="#br0" timeOffset="-182880.18">25369 12847 647 0,'0'0'28'16,"0"0"5"-16,0 0 6 0,0 0-1 15,2-22-9-15,-2 22-12 0,9-17-7 0,-9 17-4 16,21-11 1-16,4 7 0 0,1 7-2 15,4 5 2-15,6 3-1 0,3 9 0 0,6 7-1 16,6 8 0-16,4 9-4 0,3 6 3 16,1 9-3-16,-2 3 2 0,-5 3 5 15,-6 6-6-15,-12 8 2 0,-12 8-3 16,-9 5-5-16,-13 2 4 0,-9 0 2 0,-9-4-2 16,-8-6 3-16,-8-9-3 0,-3-5-1 15,-2-6 2-15,-3-9-1 0,3-8-1 0,2-11 1 16,4-8 0-16,7-10 0 0,9-9 3 15,17-9-2-15,0 0 1 16,0 0-2-16,0 0-4 0,-1-2-2 0,12-15-8 16,5 2-12-16,0-3-25 0,7 8-59 0,-4 0-130 31,-4-6-39-31</inkml:trace>
  <inkml:trace contextRef="#ctx0" brushRef="#br0" timeOffset="-181880.1">27521 12750 540 0,'0'0'21'0,"0"0"1"0,0 0 3 0,0 0 1 15,-16-12-1-15,16 12-5 16,-20-9-4-16,20 9-3 0,-30-1-2 0,2 5-2 31,-2 5-2-31,-5 7 0 0,-5 6 0 0,-5 8 1 16,-6 10-2-16,-1 5 2 0,4 7-3 16,4 3 2-16,6 2 1 0,9 4-3 0,9 2 1 15,7 0-4-15,11 1-3 0,11-4 2 16,13-2-3-16,10-5 4 0,12-4-2 15,10-10 2-15,11-7-2 0,9-9 0 16,1-12-1-16,3-10 1 0,-3-11 0 0,-1-13-1 16,-6-9 2-16,-4-8-3 0,-8-4 1 15,-7-2-1-15,-7-6 1 0,-9-3-2 0,-11-6-4 16,-6-4 5-16,-10-6-3 0,-6-10 3 16,-6-2 4-16,-3 1-3 15,-4 9 3-15,2 14-1 0,-5 15 1 0,0 10-2 16,-3 9 1-16,0 8-1 0,-2 5 0 0,-2 4-1 15,-2 4 1-15,0 2-2 0,1 2 1 16,2 3-1-16,6 3-3 0,16-6-2 0,-20 11-6 16,4-3-8-16,16-8-11 0,-13 10-13 31,13-10-12-31,0 0-8 0,0 0 4 16,0 0 11-16,-2 0 10 0,1 0 18 15,0 1 9-15,1-1 9 0,-2-1 12 0,1-1 5 16,-9-16 8-16,10 18 9 0,-8-19 14 15,8 19 8-15,0 0 5 0,0 0-6 0,0 0-10 16,-1-2-8-16,1 1-8 0,-2-1-6 16,2 1-5-16,-1-1-4 15,1 2-2-15,-1-2 3 0,1 2 1 0,-5 20 2 16,4 6-4-16,4 7-2 0,0 10-3 0,-2 9 2 16,0 10-3-16,-1 9 1 0,-2 8-3 15,-3 5 3-15,-1 5-1 0,-2 4-2 0,1 5 1 16,-2 2-3-16,0 2-2 0,-1-3 2 15,1-7 2-15,2-5-4 16,3-8 4-16,0-6-6 0,4-9-4 0,4-8-2 16,1-6-13-16,3-12-9 0,5-5-26 0,-3-13-37 31,5-8-77-31,5-3-80 0</inkml:trace>
  <inkml:trace contextRef="#ctx0" brushRef="#br0" timeOffset="-181528.86">28889 12518 598 0,'0'-29'23'16,"-1"5"9"-16,1 24 8 0,-3-28 1 0,3 28-7 15,0 0-15-15,0 0-10 0,0 0-9 16,-2-1 1-16,-13 16 6 0,-1 16-4 0,-3 11 4 31,1 10-3-31,0 8-2 0,-1 9 2 16,3 8-2-16,-1 8 2 0,-1 5-4 16,1 1 2-16,2 0 2 0,1 0-2 15,5-2 2-15,6 0-4 0,5-4-3 0,7-10 1 16,5-8-2-16,5-12 1 0,5-13-4 15,4-10-7-15,5-9-15 0,0-14-27 0,9-3-56 16,-3-7-117-16,-4-14-22 0</inkml:trace>
  <inkml:trace contextRef="#ctx0" brushRef="#br0" timeOffset="-181263.04">29288 12733 657 0,'9'-13'21'16,"-9"13"8"-16,0 0 5 0,0 0-4 0,0 0-9 31,2-2-10-31,-2 4-1 0,-2 21 0 0,1 7 1 16,-2 8-3-16,0 9 0 0,-2 6-3 16,0 7 0-16,-4 2-3 0,0 0 0 0,2 0 2 15,3-3-3-15,4-4 4 0,6-5-5 16,5-6-1-16,6-8 2 0,5-5-2 15,1-10 0-15,5-7-1 0,2-5-2 16,2-10-6-16,1-10-10 0,3-5-13 0,-5-11-19 16,2 2-30-16,-10-7-43 0,0-3-72 15,-1 3-36-15</inkml:trace>
  <inkml:trace contextRef="#ctx0" brushRef="#br0" timeOffset="-181029.06">28759 13021 681 0,'0'0'28'0,"0"0"12"0,-1 0 5 16,2-2-8-16,37-6-16 0,12 2-10 15,12 0-5-15,11 0-2 0,12 0-1 0,6-2-3 16,5 0 1-16,-1 0-1 0,-5 0-4 15,-7-1-6-15,-6 0-12 0,-7-6-20 0,0 4-37 16,-10-7-72-16,-9-3-116 0,-1 0 18 16</inkml:trace>
  <inkml:trace contextRef="#ctx0" brushRef="#br0" timeOffset="-180696.35">29927 12360 652 0,'0'0'53'15,"0"0"-6"-15,0 0-9 16,0 0-12-16,-1-1-7 0,1 1-11 0,0-2 1 31,0 2-3-31,1 2 3 0,14 14 0 0,7 7 0 16,5 4-3-16,3 7-2 0,5 7 4 16,1 7-5-16,4 7 3 0,1 10-2 0,1 11-3 15,0 11 3-15,-3 7-5 0,-8 2 4 16,-12-1 0-16,-10-1-3 0,-12 0 3 15,-9 2-2-15,-10-2-2 0,-4-3 3 16,-9-6-4-16,-1-9 3 0,0-11 3 0,0-10-4 16,1-11 4-16,5-9-3 0,4-11-1 15,6-9-1-15,20-15 2 0,-14 10-2 0,14-10-1 16,0 0-2-16,0 0-5 0,0 0-7 16,-1-2-10-16,1 0-17 15,6-16-38-15,-6 18-84 0,3-21-117 0,4 6 22 16</inkml:trace>
  <inkml:trace contextRef="#ctx0" brushRef="#br0" timeOffset="-179179.83">20213 15898 223 0,'0'0'37'0,"-2"2"9"0,-11 9 0 0,13-11-4 16,0 0-8-16,0 0 2 0,0 0 1 15,-1 1-3-15,-1 0-3 0,1 1 0 0,1 0 0 16,0-1 3-16,6 18 1 0,8-11-6 16,12-1-6-16,12-6-7 0,13-1-8 15,8-1-1-15,9-3-3 0,5 0-2 0,1 1 0 16,-1 0-3-16,-3 0-1 0,-8 3-1 16,-11 0-1-16,-8 2-2 0,-11-1-1 15,-11 2-7-15,-21-3-5 0,0 0-10 0,0 0-24 16,0 0-59-16,1 2-78 0,-17 5-48 15</inkml:trace>
  <inkml:trace contextRef="#ctx0" brushRef="#br0" timeOffset="-178896.5">20356 16252 506 0,'0'0'47'16,"0"0"6"-16,-2 2-6 0,1-2-10 15,1 1-14-15,0-1-2 0,1 1 0 0,30 6-4 16,2-4-4-16,6 0-4 0,7-2-2 16,4-2-3-16,6-2 1 0,5-2-3 15,2-1-2-15,3 2 0 0,1-1-3 0,-3 0 0 16,-5 1-1-16,-9 1-2 0,-10 0-2 15,-9 1-2-15,-31 2-3 0,0 0 1 16,21 0-10-16,-21 0-26 0,0 0-63 0,0 0-106 31,-19 7-32-31</inkml:trace>
  <inkml:trace contextRef="#ctx0" brushRef="#br0" timeOffset="-178213.02">22685 16061 384 0,'-4'-21'44'0,"4"21"0"16,-2-25-6-16,2 25-3 0,0-27 0 16,-2 4 0-16,2 23-3 0,-3-24 0 15,3 24-5-15,-3-24-2 0,3 24-5 0,-6-24-2 16,6 24-3-16,-10-22-4 0,-1 9-2 15,-2 2-7-15,13 11 1 0,-28-8-4 16,2 5 5-16,-3 6 3 0,-3 6-4 0,-4 6 4 16,-3 7-6-16,-4 5 0 0,1 6 0 31,3 7-1-31,3 5 2 0,9 7-4 16,6-2 2-16,7 4-3 0,6-4 1 0,8-3 0 15,10-5 1-15,8-4-1 0,11-6 3 16,10-7-1-16,8-5 1 0,7-5-1 15,1-8 0-15,3-4-1 0,3-3 1 0,-4-6 0 16,1-5-2-16,-3-3 1 0,-4-2-2 16,-5-1 0-16,-10 2 1 0,-7-2 0 15,-9 2-1-15,-7 3 0 0,-13 12-6 0,0 0-3 16,0 0-10-16,0 0-13 0,2-2-16 16,-2 0-15-16,-2 1-14 0,1 1-24 15,-1 0-17-15,-26 0-37 0</inkml:trace>
  <inkml:trace contextRef="#ctx0" brushRef="#br0" timeOffset="-177746.36">22920 16369 446 0,'0'0'66'0,"0"0"-8"16,0 0-9-16,1-1-8 0,1 1-5 0,-1-2-4 15,1 2-6-15,-1-1-3 0,2 1-5 16,-2-2-3-16,1 2-2 0,-2 0-3 15,1-1-3-15,-1 1-1 0,2 0-2 0,-2 0 0 16,1 0-2-16,-1-2 0 0,2 2 0 16,-2 0-2-16,0 0 1 0,1 0 0 15,-1 0 0-15,0 0 2 0,0 0 2 0,0 0 0 16,2 0-1-16,-2 0 1 0,0 0-1 16,0 0 1-16,0 0 1 0,0 0-3 15,0 0 0-15,0 0 0 0,0 0-2 0,0 0 3 16,-2-2 0-16,2 2-1 0,0 0 1 15,0 0-2-15,0 0-1 0,0 0-1 16,0 0-2-16,0 2 1 0,-1 0 3 0,1 22-2 31,-2 2 3-31,1 2 3 0,-2 7-5 16,1 5 4-16,1 1-4 0,-3 2 0 16,2-3 0-16,1 4 0 0,1 5-1 0,0-2 0 15,0 4-1-15,0 3 0 0,0-11 2 16,1-3-2-16,2-11 1 0,1-8-1 15,-4-21 2-15,0 0-1 0,8 16 3 0,-8-16-3 16,0 0-1-16,0 0-1 0,0 0-3 16,17-7-3-16,-17 7-7 0,16-10-13 15,-16 10-20-15,13-11-41 0,-13 11-85 0,0 0-112 16</inkml:trace>
  <inkml:trace contextRef="#ctx0" brushRef="#br0" timeOffset="-176396.79">23767 15800 552 0,'-4'-20'59'0,"4"20"-9"16,0 0-17-16,0 0-14 0,0 0-8 0,-2-1-2 15,2 1 2-15,2 1 1 0,7 27 4 16,1 0-6-16,4 1 3 0,4 1-4 15,3 1-1-15,4-2-1 0,4 1-2 0,4-3 1 16,6-2-3-16,7-4 0 0,2-7 0 16,5-7-1-16,7-7 0 0,5-7-1 15,4-9 1-15,6-3-1 0,1-6-1 0,-1-2-1 16,-4-3-1-16,-9-4 1 0,-11 1-4 16,-11 0 5-16,-11-1-5 0,-12 2 6 15,-5 5 0-15,-8 2-2 0,-4 25 1 0,-3-22-2 16,3 22-2-16,0 0-3 0,0 0-6 15,-17-6-7-15,17 6-17 0,-23 9-21 16,5 9-38 0,-2 0-70-16,-4-1-74 0</inkml:trace>
  <inkml:trace contextRef="#ctx0" brushRef="#br0" timeOffset="-176079.72">24146 15449 675 0,'0'0'57'0,"-3"-21"-5"0,3 21-13 16,0 0-15-16,0 0-11 0,0 0-5 16,-1-2-2-16,1 2 1 0,0 0 1 15,0 0 0-15,6 23 2 0,-1 6-5 0,4 8 0 16,-2 6-3-16,0 8 0 0,-1 5-2 15,0 5 1-15,1 2 2 0,-1 4-2 16,0 4 0-16,0 5-1 0,-2 3-3 16,-1 0 2-1,1-3-2-15,0-5 3 0,1-6 0 16,-1-4-5-16,-1-6 3 0,0-8-8 16,-1-9-1-16,-1-11-7 0,2-7-12 0,-3-20-16 15,10 15-32-15,-10-15-63 0,0 0-132 16,13-15 25-16</inkml:trace>
  <inkml:trace contextRef="#ctx0" brushRef="#br0" timeOffset="-175763.12">25323 15528 662 0,'-10'-28'48'0,"4"6"-5"16,-4 1-3 0,10 21-9-16,0 0-12 0,0 0-9 15,-8-16-5-15,8 16-5 0,0 0 4 16,-15 27 1-16,-1 10-2 0,2 13 4 16,-4 8-6-16,1 6 3 0,-2 4 1 0,2 5-5 15,1 4 3-15,-1 3-4 0,4 3-2 16,2 0 3-16,4 1-4 0,7-8 3 15,7-7 5-15,6-6-8 0,9-9 6 0,7-8-12 16,7-10-9-16,3-11-13 0,9-7-29 16,-3-15-43-16,4-10-104 0,0-4-52 15</inkml:trace>
  <inkml:trace contextRef="#ctx0" brushRef="#br0" timeOffset="-175296.59">25410 15950 724 0,'0'0'47'0,"9"-20"-5"0,2 7-7 0,2-1-10 31,6 2-7-31,5 0-6 0,10 1-2 16,3 2-2-16,3 5-3 0,-1 4-3 0,-3 4-3 15,-5 7 0-15,-4 4-1 0,-4 5 2 16,-6 4 0-16,-8 5-1 0,-8 3 3 15,-8 4-3-15,-9 2-1 0,-4 2 1 0,-6 0 1 16,-3-3-1-16,0 0 5 0,3-6-5 16,4-7 1-16,5-4 0 0,4-6-3 15,13-14 3-15,0 0 0 0,0 0 0 0,0 0-1 16,0-2 1-16,0 2-2 0,19-14 3 16,5-5-2-16,4-7 2 0,2-4 0 15,0-4 0-15,-1-1-1 0,-1 0 1 0,-3 2 0 16,-2 3 0-16,-5 3 1 0,-3 4-1 15,-2 6 0-15,-13 17 0 0,0 0-2 16,0 0 0 0,0 0 1-16,1-2 0 0,-1 2 0 0,0 2-1 0,-3 28-1 0,-1 2 1 31,0 6 0-31,1-1 0 0,0 2 2 16,0 4-2-16,3-3-1 0,3 0 0 15,3-3 0-15,4-4-1 0,0-4 1 0,5-4-9 16,3-5-11-16,7-3-14 0,-2-10-20 15,7 3-26-15,-6-12-57 0,0-11-92 0,3-1-18 16</inkml:trace>
  <inkml:trace contextRef="#ctx0" brushRef="#br0" timeOffset="-174996.61">26149 15569 643 0,'-12'-14'57'0,"12"14"-11"0,0 0-9 15,0 0-10-15,0 0-6 0,0-1-4 16,18 9-3-16,5 5-1 0,6 9-3 0,4 5-1 31,5 6 0-31,5 8 1 0,2 3 2 16,2 5-7-16,-2 4 2 0,0 3-5 16,-6 8-5-16,-7 4 5 0,-10 5-4 0,-14 3 1 15,-11-1-2-15,-11 2 2 0,-9-3 3 16,-10-1-3-16,-6-6 5 0,-6-6-6 15,-6-7-1-15,1-8 4 0,3-6-2 0,8-8 1 16,9-9-1-16,8-9-5 0,22-14-3 16,0 0-6-16,0 0-10 0,0 0-12 15,13-11-25-15,5-7-47 0,6-3-123 0,8 2-34 16</inkml:trace>
  <inkml:trace contextRef="#ctx0" brushRef="#br0" timeOffset="-174446.66">27365 16182 468 0,'0'0'70'0,"1"2"-8"0,-1-2-16 0,2 2-12 16,-1-2-8-16,1 0-6 0,25-7-3 16,-3 0-6-16,-1-2-3 0,1-3-1 15,2-2-2 1,0-3-4-16,2-1 2 0,-1 0-1 0,2-2-1 0,0 3 1 0,-1-7-1 15,-2 1 1-15,-3-2 1 0,-6-3-1 16,-3 1 4-16,-5 0 2 0,-4 0-4 0,-5 5 8 31,-5 2-8-31,5 20 4 0,-14-18-2 16,-2 9-1-16,-4 4-1 0,-2 5 2 16,-6 6-1-16,-1 5 0 0,-1 4 7 0,0 5-9 15,1 4 6-15,1 5-5 0,1 4-1 16,1 7 0-16,3 4-2 0,1 4 0 15,2 7-1-15,5 1 2 0,2 2-4 0,8-5 3 16,5-6 0-16,8-5-2 0,10-6 1 16,9-6 1-16,8-1 4 0,8-5-3 15,9-6 4-15,7-9-3 0,5-7-3 0,3-8 0 16,2-7-6-16,-1-2 2 0,-4-1-8 16,-8-3 5-16,-11 3-4 0,-12 0-7 15,-8 5-10-15,-14-3-25 0,-11 14-64 0,0 0-159 16,0 0 8-16</inkml:trace>
  <inkml:trace contextRef="#ctx0" brushRef="#br0" timeOffset="-173812.1">27722 15297 498 0,'0'0'44'0,"-17"-13"6"16,17 13-6-16,-17-14-5 0,17 14-5 15,0 0-6-15,0 0-6 0,0 0-6 0,-2-1-5 16,1 1 0-16,1-2 1 0,-2 2 3 16,2 0 3-16,2 0-1 0,24 5-2 15,8-2-2-15,10-1-3 0,11 0-2 0,11-4-1 16,11 0-2-16,7-3-1 0,6 2-2 15,1 0-1-15,-3 0 0 0,-7 3-1 16,-12 0-1 0,-11 1 1-16,-12 1-2 0,-10-1 2 15,-14 1 0-15,-22-2 1 0,0 0-1 16,0 0 1-16,0 0 0 0,2 2-1 16,-2-2 0-16,0 0-1 0,-2 0-2 0,-25 0-4 15,5 1-7-15,0-4-16 0,22 3-27 16,-24-2-58-16,24 2-173 0,0 0 16 15</inkml:trace>
  <inkml:trace contextRef="#ctx0" brushRef="#br0" timeOffset="-173495.64">28931 14768 701 0,'7'-21'43'0,"6"4"-3"0,-4 2-4 0,-9 15-10 31,14-13-11-31,-14 13-7 0,0 0-4 16,0 0-1-16,0 0-1 0,12 13 0 16,-6 6-1-16,-4 7 1 0,-2 7-3 0,-5 6 2 15,1 1-2-15,-2 3 1 0,0-1-1 16,0 1 0-16,2-4 0 0,3-2 0 15,2-5-1-15,5-5 0 0,1-4 5 0,2-5-5 16,4-4 3-16,0-4-5 0,7-3-2 16,0-7-4-16,8-2-9 0,-1-8-15 15,4 0-28-15,-7-8-37 0,2-4-77 0,0 3-80 16</inkml:trace>
  <inkml:trace contextRef="#ctx0" brushRef="#br0" timeOffset="-173163.48">28622 14457 596 0,'11'-14'45'15,"1"0"-3"-15,5 7 0 0,-1-1-11 16,3 2-8-16,-19 6-9 0,30-1-3 15,-5 2-5-15,-6 5-2 0,-1 2-3 0,-4 0-1 16,-3 5-1-16,-11-13 0 0,7 21 1 16,-7-21-2-16,-1 27 6 0,-5-6-7 15,-5-4 5-15,-3-3-3 0,0-3-1 0,14-11 2 16,-20 5 0-16,20-5 0 0,0 0 1 16,-23-4-1-16,23 4-5 0,-15-15 3 15,15 15-7 1,-3-21 1-16,3 21-5 0,12-22-8 0,2 12-10 0,2 0-15 0,-16 10-24 15,26 0-43-15,-5-2-84 0,0 11-21 16</inkml:trace>
  <inkml:trace contextRef="#ctx0" brushRef="#br0" timeOffset="-172412.27">29422 14676 493 0,'9'-16'34'0,"-9"16"8"0,0 0 1 15,0 0-9-15,0 0-13 0,2-2-9 0,-1 1-4 16,-1 1 3-16,2 0 5 0,-2 0 3 16,6 19-1-16,-5 7-3 0,-1 6-1 15,-1 4-4-15,-1 6 0 0,1 0-3 0,-1 2 0 16,1-1-4-16,-1-1 1 0,1-2-3 16,1-4 2-16,0-2 2 0,0-2-4 15,1-5 4-15,1-4-7 16,-2-23 4-16,3 20-1 0,-3-20 2 0,0 0 2 0,0 0 0 15,0 0 1-15,1 2-2 0,-1-2-2 16,2-2-6-16,4-17 5 0,-4-5-8 0,-3-3 3 16,-3-5-1-16,-2-3-1 0,-3-5 3 31,-1-2-1-31,0-5 2 0,0-3-2 16,-2 0 3-16,3 3-1 0,1 5 3 0,-1 12-1 15,5 7 1-15,4 23-1 0,0 0 0 16,0 0-1-16,0 0-1 0,0-1 1 15,0-1 0-15,1 1 3 0,17-12 1 0,3 8 0 16,4 1 1-16,5 1-1 0,2-1 4 16,4-2 1-16,2-2 0 0,2 1-1 15,2-3-3-15,-1 3-2 0,-5 1-1 0,-6 1-1 16,-5 2 0-16,-25 3 0 0,20-3-2 16,-20 3-1-16,0 0 0 0,0 0-1 15,0 0-1-15,2 0 0 0,-2 2-8 0,-2-1-7 16,-10 17-16-16,-5-4-24 0,4 3-43 15,-4-2-75-15,-4-3-72 0</inkml:trace>
  <inkml:trace contextRef="#ctx0" brushRef="#br0" timeOffset="-172162.08">29359 14934 556 0,'-1'2'62'16,"1"0"-9"-16,-2-1-14 0,2 1-10 15,-1-1-2-15,1 1-1 0,0-1-4 0,1 1-5 16,20 4-6-16,0-5-4 0,4-1-3 16,4 0-2-16,3 0-1 0,0 0-1 15,1 0-2-15,1 0-1 16,-3 2-2-16,-5-1-1 0,-2 3-6 0,-24-4-8 0,23 5-13 15,-23-5-12-15,15 8-12 0,-15-8-15 16,0 0-28-16,-4 20-36 0,-12-8-77 0</inkml:trace>
  <inkml:trace contextRef="#ctx0" brushRef="#br0" timeOffset="-171963.26">29332 15273 560 0,'1'2'77'0,"20"-8"-13"0,2 1-22 16,1-1-13-16,5 2-7 0,1-1-8 16,2 0-2-16,1 1-5 0,1 1-3 15,-1-2-4-15,-3 3 0 0,-2-1-2 0,-2 1-3 16,-4 0-5-16,-22 2-14 0,30-1-26 16,-11-7-47-16,-2 1-111 0,2 0-47 15</inkml:trace>
  <inkml:trace contextRef="#ctx0" brushRef="#br0" timeOffset="-171429.76">30212 14596 655 0,'3'-21'53'0,"5"5"-4"16,-8 16-13-16,7-18-4 0,-7 18-16 0,0 0-2 15,0 0 1-15,0 0-10 0,1-1-2 16,-1 1-1-16,0 0 0 0,2 0 0 15,2 21 5-15,-1 7-3 0,-2 5-3 0,-1 5 1 16,-1 6-3-16,1 4 3 0,-2 4-2 16,1 3 1-16,-1-1-2 0,2-1 1 15,0-6-1-15,2-5 2 16,2-7-1-16,2-8-1 0,2-7 2 0,1-5-2 0,-9-15 5 16,19 10-5-16,-19-10-2 0,29-1-1 15,-3-7-7-15,-3-5-3 0,0-2-12 0,-5-7-18 16,3 4-26-16,-7-9-33 0,1 1-57 15,3 0-90-15</inkml:trace>
  <inkml:trace contextRef="#ctx0" brushRef="#br0" timeOffset="-171196.8">29876 14862 646 0,'0'0'70'16,"0"0"-3"-16,0 0-19 0,33 0-21 16,6-3-10-16,6-2-9 0,4 1-4 15,3-2-1-15,1-2-3 0,2 2 0 0,-2 1-1 16,-3 2-3-16,-6-1-3 0,-6 2-12 16,-9-4-15-16,-4 6-33 0,-25 0-57 15,16-18-144-15,-16 18 7 16</inkml:trace>
  <inkml:trace contextRef="#ctx0" brushRef="#br0" timeOffset="-170846.47">29349 15533 564 0,'0'0'77'0,"0"0"-19"0,0 0-17 15,0 0-14-15,0-2-8 0,0 1-2 0,10-16-1 16,5 8 2-16,8 5-1 0,8 0-4 15,9 1-3-15,5-2-2 0,8 1-3 16,8 1 0-16,4 2-3 16,3-1-1-16,-3 0-1 15,-7 1 0-15,-8-2-2 0,-9 0 0 16,-11 0-2-16,-30 3-4 0,20-5-7 16,-20 5-15-16,0 0-20 0,0 0-42 0,-11-18-72 15,-15 3-103-15</inkml:trace>
  <inkml:trace contextRef="#ctx0" brushRef="#br0" timeOffset="-170378.95">29422 15668 655 0,'12'-16'63'0,"2"8"-9"0,-14 8-18 0,0 0-9 0,14-11-8 15,-14 11-4-15,0 0-5 0,0 0-2 16,17 14-4-16,-4 1 0 0,-4 6-3 0,-3 6 2 31,-3 4-1-31,-2 4 1 0,-2 1 3 16,-1 3-4-16,-1 3 2 0,0-3-4 16,0 2-1-16,2-2 1 0,2 1-2 0,2-4 2 15,0-2-3-15,2-9 2 0,1-3 0 16,-6-22 1-16,8 17 1 0,-8-17-1 15,0 0 1-15,0 0-1 0,20-11 1 0,-1-6 0 16,-3-4 0-16,1-2 0 0,1-3-1 16,-1-3-1-16,3 2 2 0,-1 0-2 15,1 2 2-15,0 7-2 16,-2 3 1-16,-1 6 0 0,-17 9-1 0,19-3 1 0,-19 3-1 16,19 8 1-16,-7 2 0 0,-12-10 1 15,11 19-1-15,-4-3 1 0,1-1-2 16,-8-15 1-16,8 22 0 0,-2-7 1 0,-6-15-2 15,0 0 0-15,10 15 0 0,-10-15 0 16,0 0-1-16,17 6-2 16,-17-6-9-16,0 0-13 15,21-6-23-15,-11-8-33 0,-10 14-75 16,0 0-107-16,0 0 7 0</inkml:trace>
  <inkml:trace contextRef="#ctx0" brushRef="#br0" timeOffset="-170112.2">29270 15850 656 0,'0'0'60'15,"0"0"-9"-15,0 0-15 0,0 0-17 16,1 1 4-16,-1-1-4 0,3 0-2 0,17 2 0 15,8 0-11-15,6-4-6 0,10 2 2 16,4-2-2-16,6 1 0 0,7-1-3 0,1 1-3 31,5 1-16-31,-6-6-28 0,4 8-74 16,-2-2-173-16,-9-8 13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9T11:01:54.1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5301 1338 424 0,'-9'-22'26'16,"-2"-3"3"-16,1 3 0 0,-5-1-2 31,2 3-7-31,0 2-3 0,2 3-5 0,-1 3-3 16,12 12-4-16,0 0-2 0,-23 13-1 0,4 13 0 15,0 7 0-15,-1 9-1 0,0 3 0 16,-2 8-1-16,2 6 0 0,5 8 1 15,0 3-1-15,3 1 0 0,3-1 11 16,6-3-1-16,6-4-1 0,7-3 1 16,3-7-12-16,6-6 0 0,3-7 3 0,2-7-1 15,1-3 2-15,1-4 0 0,3-5 2 0,3-7 1 16,0-10 3-16,-2-10 1 0,2-7 0 16,-3-7-1-16,-2-4-2 0,-1-5-1 15,-3-1-3-15,-4-5 2 0,-2-3-14 16,-5-6 1-16,-5-5-1 0,-7-6-1 15,-4-7 11-15,-2-8-1 0,-7-7 1 0,-6-5 0 16,-4-2 1 0,-3 1 0-16,-6-1-5 0,-1 7-3 15,-3 17 1-15,3 17-2 0,-2 25 5 16,3 21 3-16,2 15 4 0,4 14 1 16,3 9-2-16,8 3-1 0,6 3-5 15,6-2-1-15,6 0 2 0,6-3-2 16,10-2 1-16,3-3 1 0,7-3 1 0,7-4-1 15,7-4 1-15,8-6-2 0,5-10-3 0,5-5-3 16,1-11-7-16,5-6-2 0,-3-8-3 16,-5-4 4-16,-9-4 5 0,-9 0 6 15,-11-4 6-15,-10-7 3 0,-11-6 3 16,-5-8 2-16,-5-4 0 0,-5-2 2 16,-1 11 5-16,-5 7 4 0,4 12 5 0,-3 13 1 15,11 16 0 1,-10-16-7-16,10 16-2 0,0 0-3 0,0 0-6 0,0 0-2 0,0-1-1 15,0 1-2-15,0 1 3 0,-7 25 2 16,6 11 3-16,2 8 0 0,3 11-3 16,-1 12-2-16,0 14-5 0,-3 16-1 31,0 11 10-31,-3 12 0 0,0 10 1 0,3 10-3 16,-1 6-6-16,-2 5 7 0,6-5 0 0,-2-7 1 15,5-8-2-15,1-7-10 0,4-13 2 16,1-10 4-16,0-14-3 0,5-14 3 15,-2-10-6-15,-1-11-2 0,-2-11-1 16,-2-7-4-16,-3-9-5 0,-4-5-10 16,-3-21-4-16,0 0-15 0,0 0-31 0,0 0-63 15,0 2-104-15</inkml:trace>
  <inkml:trace contextRef="#ctx0" brushRef="#br0" timeOffset="349.84">5635 1971 474 0,'-6'-30'47'0,"2"1"-9"16,1 2-4-16,-1 1-10 0,5 4 2 15,3 2-4-15,5 3-5 0,1 2-2 16,6 3-3-16,3 1-3 0,4 2-2 0,6 4-2 15,6 4-2-15,1 2-1 0,1 4-1 0,-2 4 0 16,4 3-2-16,-4 3 0 0,-2 2 0 16,-5 0-1-16,-5 1-1 0,-9 1 12 15,-4 5-1-15,-10-2 0 0,-10 3 1 16,-7-1-12-16,-14-1-1 0,-7-2 1 16,-7-1-1-16,-4-5 0 0,-2-3 1 0,0-2-1 15,3-5 1 1,2-5-1-16,6-3-2 0,6-4-3 0,4-6-5 0,11 3-8 0,5-2-13 15,14 12-14-15,0 0-19 0,0 0-20 16,0 0-21-16,13-11-84 0</inkml:trace>
  <inkml:trace contextRef="#ctx0" brushRef="#br0" timeOffset="1999.58">6121 2095 534 0,'0'0'49'0,"0"0"-5"0,-10-22-7 16,10 22-8-16,-3-20-8 0,3 20-6 16,3-21-4-16,4 3-3 0,0 1 0 15,3 1-4-15,5-3-1 0,-1-1-13 16,2-2-1-16,0-4-1 0,3-3 1 15,-2-1 10-15,2-2 0 0,-4-1 1 0,-1-4-1 16,-5-2 0 0,-5-4 1-16,-1 2 0 0,-7-1-1 15,-4 7-1-15,-5 8-1 0,-1 7-1 16,-2 11 1-16,16 9 0 0,-32 4 1 16,3 10 0-16,3 8 0 0,3 7 1 15,0 6-1-15,8 5 1 0,1 1-1 16,8 3 0-16,3 0 1 0,5-2 11 0,4 1 0 15,5-4 1-15,2-2-1 0,9-6-10 0,-1-4 0 16,3-8 1-16,5-4 0 0,4-4 1 16,6-5-1-16,1-5 1 0,4-5 0 15,2-5 0-15,-4-5-1 0,1-2 0 16,-7-4 1-16,-1-3-13 0,-3-1-1 16,-5-5 1-16,-2-3-2 0,-6-1 14 0,-2-4-2 15,-4-2 2 1,-3-2 1-16,0 4 1 0,-2 7 0 0,-4 7-1 0,-4 23-2 0,0 0-4 15,0 0 3-15,0 0 0 0,0-1 0 16,0 1 3-16,19 12 1 0,-5 1 0 16,2 1 2-16,6-3 1 0,1-2 0 31,6-1 0-31,11-4-1 0,5-4-1 0,7-2-1 16,7 1 1-16,2 0-1 0,1 2-3 0,-5 3 2 15,-1 4-3-15,-8 3 2 0,-10 1 0 16,-7 3-2-16,-6 2 1 0,-9 1 0 15,-2 2-1-15,-8 3 2 0,-6-1-3 16,-6 3 15-16,-5 2 0 0,1-1-1 16,-2 1 2-16,-1-1-15 0,3-2 0 0,3-1-2 15,2-4 1 1,5-19 0-16,5 25 1 0,3-7 0 0,7-6 1 0,4-4 0 0,8-7 0 16,9-4-1-16,6-4 1 0,6-7 0 15,5-2-2-15,1-4 2 0,-2-3-1 16,-3-1 1-16,-2-5-15 0,-6-3 2 15,-6-3-1-15,-9-1-1 0,-4-3 16 0,-6 5 0 16,-9 2 1 0,-4 4-1-16,-3 6 0 0,0 22 1 0,-6-24-2 0,-6 7 1 0,-3 5 0 31,-3 5-2-31,-5 4 1 0,0 5-2 16,0 3 0-16,-2 3 0 0,2 5-2 15,0 4 1-15,3 1-1 0,2 3-3 16,3 2 2-16,4-1-3 0,4 0 0 0,4-1 0 15,3-21-1-15,3 27 13 0,1-7-14 0,4-5 17 16,-1-1 2-16,-7-14-10 0,22 8 3 16,-22-8 0-16,24-2-12 0,-2-4-2 15,-3-4 15-15,-1-4-12 0,0-3 12 16,2-3 2-16,-1 0 0 0,-3-2-1 16,1-4 1-16,-2-1-2 0,-1 1 1 0,-2 3-1 15,-2 3 0 1,0 7-2-16,-10 13-2 0,0 0-1 0,0 0 2 0,19 3 0 0,-5 7 1 15,-1 6 0-15,0 3-1 0,0 2 1 16,0 2 0-16,3 2 0 0,6-1-2 31,-2-1 1-31,6-1 0 0,3 1 13 16,4 0 3-16,2-4-1 0,8 0-1 0,-1-7-12 16,0-4 1-16,0-5 0 0,0-5 2 0,-4-4-12 15,-1-3-2-15,-4-5-1 0,-4-4 0 16,-8-3 9-16,-7-5 2 0,-5-6-2 15,-6-7 1-15,-6-10 0 0,-6-11 0 16,-1-10 3-16,0-12-1 0,-2-8 1 16,1-10-4-16,1-10-3 0,2 4 0 0,1 8 0 15,3 17 5-15,1 18 1 16,0 17 0-16,0 17 0 0,-1 9 0 0,4 20-1 0,0 0-2 16,0 0 1-16,0 0-2 0,1-1 2 15,-11 16 0-15,2 9-1 0,2 11 2 16,1 9-1-16,1 8 2 0,0 10 1 15,-2 8 0-15,-1 7 0 0,1 5-4 0,0 1-1 16,2 3-4-16,1 2 1 16,3-4 0-16,3-2 0 15,1-12 1-15,8-12 14 0,2-9 0 16,6-10 1-16,4-7 1 0,2-6-14 16,4-9 2-16,0-7 1 0,2-6 1 15,1-9 1-15,2-7-14 0,2-7 0 16,-2-5 0-16,0-5-1 0,-2-3 13 0,-1-3 1 15,0-2 0-15,-2-5 0 0,-1 0 1 0,-3-2-1 16,-4 2 0-16,-2 5 0 0,-8 8-1 16,-1 9 0-16,-11 20-2 0,0 0-2 15,0 0 1-15,0 0 0 0,2-1 0 16,-15 22 1-16,0 5-1 0,-2 4-1 16,-1 2 0-16,3 3 0 0,-1 0 0 0,4-2-1 15,2-1 1-15,3-3-1 16,2-1 1-16,6-4 12 0,2-1 1 0,4-3 1 0,3-2-2 15,4-5-9-15,1-4-1 0,5-3 2 16,2-4 0-16,2-4 1 0,2-4-12 16,-2-3-2-16,6-4 2 0,-3-3-1 31,0 0 15-31,-5-4 0 0,-4-1 1 0,-4-4-1 16,-4-2 0-16,-8-5-1 0,-4-3 0 0,-3-4-1 15,-8-1-1-15,-4 5 0 0,-6 6-1 16,-7 8 1-16,-4 9-1 0,-4 7-1 15,-3 12 0-15,0 5-2 0,-1 6-3 16,3 7-4-16,4 0-8 0,6 5-13 16,-1-1-29-16,11 6-36 0,4 12-98 0,0-4-31 15</inkml:trace>
  <inkml:trace contextRef="#ctx0" brushRef="#br0" timeOffset="2399.71">9308 1651 622 0,'3'-24'49'0,"4"0"-9"0,-1-1-6 16,3 3-13-16,1 0-8 0,4 4-4 15,1 3-3-15,3 4-2 0,4 7-1 16,1 4-4-16,6 4 2 0,2 10-2 0,2 6 0 15,3 7 1-15,-3 6-2 0,-1 2 1 0,-3 2-2 16,-4-1 0-16,-2 0-2 0,-5-2 0 16,-3-4 0-16,-2-2-1 0,-7-4 14 15,-5-1 1-15,-1-23 0 0,-6 24 2 16,-4-10-12-16,10-14 3 0,0 0-10 16,-22-2 0-16,4-5 0 0,5-9 1 0,1-5 11 15,5-5 1-15,4-5 2 16,3-8-1-16,6-6-1 0,4-8 0 0,6-8-1 0,5-2-1 15,4-1 0-15,4 3-2 0,3 9 0 16,4 8-1-16,-3 8-3 0,-1 12 1 31,-3 7-4-31,-4 8-5 0,-1 9-3 16,-4 4-12-16,-5 4-6 0,-15-8-13 0,16 18-15 16,-16-18-30-16,3 21-44 0,1 2-91 0</inkml:trace>
  <inkml:trace contextRef="#ctx0" brushRef="#br0" timeOffset="2615.65">8797 859 618 0,'0'0'40'0,"-3"-21"-7"0,3 21-5 16,9-25-8-16,6 6-11 0,8 2-3 15,6 2-3-15,7 1-2 0,7 3-2 0,5 2-4 16,4 3-16-16,4 3-21 16,-2 0-46-16,4-1-74 15,3 2-88-15</inkml:trace>
  <inkml:trace contextRef="#ctx0" brushRef="#br0" timeOffset="3099.79">10809 1333 327 0,'-13'-17'47'0,"0"3"13"31,0 2 0-31,13 12-5 0,-17-14-6 16,17 14-14-16,-18-6-7 0,18 6-9 0,-20 6-5 16,1 8-3-16,0 4-1 0,-1 7-3 0,0 5-1 15,1 5-2-15,0 2-1 0,3 6-2 16,2 6 1-16,4 1-1 0,4 3 1 15,6-3-1-15,7-3 1 0,8-3 1 16,5-1 14-16,10-2 1 0,5-4-2 16,3-2 1-16,2-3-15 0,2-3 0 0,-3-3-1 15,-4-3 1-15,-6-4-2 16,-6-2 1-16,-6-2-1 0,-8-1 1 0,-9-14 1 0,-10 18 1 16,-12-4-1-16,-11-3 0 0,-15-4-2 15,-11-4-1-15,-6 0-1 0,-12-3-4 16,-2 0-3-16,-5 0-8 0,1 2-10 15,-2-1-18-15,8 10-47 0,-1 5-95 0,0 1-64 16</inkml:trace>
  <inkml:trace contextRef="#ctx0" brushRef="#br0" timeOffset="3794.88">4438 2789 515 0,'-22'-2'-2'15,"22"2"0"-15,0 0 2 0,-22-5 1 16,22 5 4-16,0 0 4 0,0 0 5 15,0 0 5-15,-1-1 6 0,-1-1-1 16,1 0-2-16,-2 1-2 0,3-1-3 16,0 2 1-16,0-1-1 0,3 1 0 0,23-6-2 15,6 3-2-15,7 1-2 16,7 1 0-16,9-2-3 0,16 0-1 0,10 0-1 0,13-2-3 16,13 0 0-16,16 1-2 0,14-2 0 15,12-2-1-15,13-1 1 0,16-1-1 16,13-1 1-16,11-3-1 0,8 1 0 15,18-2 1-15,10 0 1 0,13-2-6 0,8-3-6 16,11 0 6-16,5 0-6 16,0 2 11-16,4 2 0 0,0 2-1 0,0 0 2 0,0 2-2 31,-7 2 2-31,-4 0-2 0,-11 1 0 16,-11 2 2-16,-13-1-2 0,-15 0 0 15,-14 1 1-15,-16-1 0 0,-16-1-1 16,-17 2 0-16,-19-2 1 0,-16-1-1 0,-19 2 3 15,-13-2-1-15,-13 1 2 16,-13-2 1-16,-14 2 0 0,-10 0 0 0,-6 0 2 0,-9 2-2 16,-6-1 0-16,-17 8-2 0,15-8-2 15,-15 8 1-15,0 0-3 0,0 0-1 16,0 0-1-16,1-1-5 0,1 1-8 16,-1-1-17-16,1 1-39 0,-2 0-54 0,2-2-110 15,0 0-16-15</inkml:trace>
  <inkml:trace contextRef="#ctx0" brushRef="#br0" timeOffset="73665.34">19137 1517 355 0,'0'0'61'16,"0"0"-2"-16,0 0-9 0,-6-18-9 0,6 18-14 15,0 0-5-15,0 0-10 0,0 0-5 16,2-1 0-16,-2 1 1 0,0 1 2 15,6 21 2-15,3 5-3 0,2 5-2 0,-1 3-3 16,3 0 0-16,1-2-1 0,3 0-2 16,5-1 2-16,0-2-1 0,7-2-1 15,3-4 3-15,3-4-1 0,3-6 1 0,4-8 3 16,9-6-1-16,4-10-1 16,7-5 1-16,6-7-3 0,0-7 1 0,-1-5 1 15,-7-5 0-15,-6-2 1 0,-11-5 1 0,-7 0 0 16,-8 0 1-16,-7 5-1 0,-4 6-2 15,-6 9 2-15,-5 5-2 0,-6 21-1 16,0 0 1 0,1-21-3-16,-1 21-1 0,0 0-3 15,0 0 0-15,0 0-4 0,0-2-2 16,-7-16-12-16,7 18-13 0,0 0-30 16,0 0-37-16,-20 18-136 0,-3 0-14 0</inkml:trace>
  <inkml:trace contextRef="#ctx0" brushRef="#br0" timeOffset="74015.57">19324 1266 571 0,'7'-25'42'0,"-2"3"-1"0,4 4-6 16,0 2-15-16,-9 16-2 0,14-14-5 15,-14 14-4-15,13-9 8 0,-13 9-9 16,0 0-9-16,0 0 7 0,18 8-2 0,-18-8-1 31,10 18 10-31,-3 0-8 0,-3 1 1 16,-4-19-1-16,2 30 0 0,-2-4-2 16,0-5 0-16,0-21-1 0,0 24-1 0,0-24 0 15,0 0-1-15,0 22 1 0,0-22 0 16,0 0 0-16,0 0 0 0,0 0 1 15,1 1 0-15,-1 1 0 0,0-2 0 0,2 1-1 16,-2-1-1-16,0 1-1 0,1-1-3 16,-1 0-9-16,0 0-14 0,0 0-25 15,1 2-36-15,-1 0-142 0,-5 24-33 0</inkml:trace>
  <inkml:trace contextRef="#ctx0" brushRef="#br0" timeOffset="74981.95">19133 1469 395 0,'0'0'62'15,"-3"-24"-5"-15,3 24-13 0,0 0-8 0,0 0-10 16,0 0-4-16,-2-2-8 0,4 1-5 16,-1-1-2-16,1 2-1 0,-1 0 1 15,1 0 1-15,13 19 1 0,-3 3-1 0,-1 6 1 16,-2 2-3-16,1 3-2 0,3 1 0 15,2-2-1-15,6-2 0 0,5-3 0 16,5-1-1 0,5-5 1-16,3-3-1 0,2-4 0 15,3-6 0-15,3-5-1 0,2-5 0 16,1-5 1-16,1-6-1 0,0-5-1 16,-6-3 2-16,-5-5 0 0,-7-6-1 0,-5-4 3 15,-6-5-1-15,-4 0 0 0,-5 2 0 16,0 4 0-16,-4 4 0 0,0 2 3 15,-2 5 2-15,-3 6 2 0,-4 18 1 0,0 0-3 16,0 0 1-16,0 0-4 0,1-2-2 16,-1 1-1-16,0-1-2 0,0 1-1 15,0-1 2-15,0 1 0 0,0 1-1 0,0 0 4 16,-1 0-3-16,1 1 2 0,1 20 1 16,1 1-2-16,1 1 1 0,0 6-1 15,-2 7 0-15,1 6 0 0,-2 9 0 0,-2 3-1 16,1 4-1-16,-1 1 13 15,-2 2-1-15,-2-1 1 0,-4 2-2 0,0 5-11 16,-3 2-2-16,-4 1 2 0,-3-2-2 0,-2-6 4 31,-4-8-3-31,-2-8 2 0,-1-10 0 16,-1-8 0-16,-2-11 0 0,0-10 0 16,0-7 1-16,2-9-2 0,0-6 1 0,2-8-2 15,4-5 0-15,1-7-3 0,5-4-3 16,2 2-4-16,6 5-3 0,1 7-7 15,9 25-12-15,0 0-13 0,0 0-18 0,0 0-24 16,14 12-55-16,6 10-108 0</inkml:trace>
  <inkml:trace contextRef="#ctx0" brushRef="#br0" timeOffset="75332.17">20603 1338 620 0,'13'-33'53'0,"2"3"-4"15,-8 4-6-15,-1 6-10 0,-6 20-8 16,0 0-8-16,0 0-5 0,0 0-6 15,0-1-2-15,-2-1-5 0,1 2 0 0,-22 11 0 16,-1 16-2-16,1 11 0 0,0 8 0 16,6 7 0-16,1 6 1 0,4 5 2 15,5 4-3-15,5 0 1 0,5-2 1 0,6-5 10 16,4-4 4-16,8-5-1 0,6-4-3 16,3-5-10-16,5-7-2 0,3-6 1 15,1-4-4-15,1-7-7 0,2-4-11 0,-4-8-18 16,4 1-28-16,-8-8-54 0,-2-15-142 15,1 3 13-15</inkml:trace>
  <inkml:trace contextRef="#ctx0" brushRef="#br0" timeOffset="75815.32">20916 1638 632 0,'3'-22'60'15,"-3"22"-11"-15,3-27-11 0,3 4-9 0,3 3-12 16,4 2-3-16,6 0-3 0,1 4-2 16,1 5-4-16,-1 5-2 0,-20 4-2 15,26 3-2-15,-7 6 1 0,-4 6-2 0,-3 8 0 16,-2 4 0-16,-6 5-1 0,-2 3 2 16,-4 1-1-16,-2 2 0 0,-6-1 2 15,0-2-1-15,-3-3 0 0,1-4 1 0,4-5 11 16,-2-5 0-16,10-18 3 0,-8 17-11 15,8-17-1-15,0 0-11 0,0 0-3 16,0 0 11-16,22-21-10 16,4-7 10-16,3-2 3 15,1-5 0-15,2-3 0 0,0-1 0 16,-2-1-1-16,-1 1 1 0,-3-1-1 16,-5 7 1-16,-3 6-1 0,-4 8 0 0,-14 19-1 15,0 0-2-15,0 0 0 0,0 0 0 16,1-1-1-16,0 1 2 0,6 16-2 15,-5 9 3-15,-4 7-2 0,-3 3 1 0,1 1 0 16,-1 0-1-16,2-1 1 0,3-1 0 16,3-2 0-16,3-2 1 0,5-3 10 15,4-1 2-15,5-3-1 0,6-3-2 0,3-7-17 16,4-2-10-16,0-5-12 0,8-3-19 16,-3-6-24-16,5-3-32 0,-8-5-55 15,-15-5-91-15</inkml:trace>
  <inkml:trace contextRef="#ctx0" brushRef="#br0" timeOffset="76082.14">21773 1266 631 0,'0'0'60'0,"0"0"-12"16,0 0-9-16,0-2-14 0,2 2-7 0,-1-1-4 15,16-6-3-15,-17 7-3 0,31 5 1 16,-1 7-3-16,3 5 0 0,3 6-1 15,4 4-1-15,0 3-2 0,3 5 0 0,-1 8-2 16,2 7-2-16,-7 6 0 0,-5 5 0 16,-6 1 0-16,-10 2 12 0,-6 0 0 15,-10-2-1-15,-8-2 1 0,-7-3-12 0,-10-4 1 16,-3-2-1-16,-6-2 2 0,-2-5-2 16,0-6-1-16,1-6-1 0,5-9 0 15,2-7-5-15,5-5-3 0,5-5-9 0,18-6-11 16,0 0-31-16,-24-6-72 0,8-6-140 15,16 12 4-15</inkml:trace>
  <inkml:trace contextRef="#ctx0" brushRef="#br0" timeOffset="76515.58">23036 1701 494 0,'0'0'45'0,"1"-1"-9"16,-1 1-5-16,0-2-6 0,0 2-1 0,1 0 1 31,-1 0 1-31,2 0 1 0,24 5-3 16,3 0-6-16,6-3-3 0,7 0-4 16,7-2-2-16,7 0-4 0,2-2-1 0,1 1-2 15,-5-2 0-15,-2-2-1 0,-5 1-1 16,-5-1 1-16,-4-1-2 0,-6 1 1 15,-6 2 1-15,-26 3-1 0,21-4-1 0,-21 4 1 16,0 0-3-16,0 0 0 0,0 0-1 16,2 0-10-16,-2 0-7 0,0 0-20 15,-2 0-19-15,-32 6-36 0,2 2-49 0,6 7-96 16</inkml:trace>
  <inkml:trace contextRef="#ctx0" brushRef="#br0" timeOffset="76815.61">23014 2037 618 0,'0'1'71'16,"1"-1"-19"-16,1 0-19 0,-1 0-13 0,19-6-5 15,-2 0-4-15,-18 6-1 0,23-9-1 16,-1 1-3-16,2 4-1 0,4 0-1 15,5-1-3-15,6 2 0 0,7 1 0 0,4-1-1 16,3 2 1-16,3-2-1 0,1 0-1 16,-5 1 0-16,-3 1 1 0,-7-1-1 15,-6 2 1-15,-5 0-1 0,-8 0-2 0,-23 0 2 16,0 0-1-16,0 0-1 0,0 0 0 16,1 0-3-16,1 0-8 0,-1 0-11 15,0 0-31-15,-1 2-64 16,-23 5-154-16,4 2 11 0</inkml:trace>
  <inkml:trace contextRef="#ctx0" brushRef="#br0" timeOffset="78015.3">26492 1464 524 0,'-16'-13'46'0,"-2"1"-9"0,-3 0-6 16,0 1-7-16,-6 2-4 0,-2 1-3 15,-6 4-6-15,-1 4-3 0,-6 6-4 0,0 6-3 16,-2 5 0-16,0 7-2 0,1 6-1 16,1 7 0-16,4 4-1 0,5 1 0 15,7 0 1-15,6 0 1 0,10-3-2 0,5-6 1 16,7-2 0-16,5-7 1 0,9-4 2 16,4-5 1-16,6-6 0 0,5-4 0 15,0-7 0-15,1-5 0 16,2-6 1-16,1-5-1 0,0-4 1 0,-2-4-1 0,-1-6 2 15,-1-3 0-15,-6-6 1 0,-2-3 2 16,-6-3-1-16,-4 0 2 0,-3 4 2 0,-4 8 0 31,-2 8 0-31,-4 27-3 0,4-20-5 16,-4 20-1-16,0 0-2 0,0 0 0 16,0 0 2-16,9 30 0 0,1 7 0 0,0 4-2 15,1 5 2-15,1 2 0 0,1-1-3 16,5-3 2-16,1-4 0 0,4-5-1 15,1-5 1-15,2-4 1 0,0-5-1 0,2-7-1 16,-1-5 1-16,2-6 0 0,-1-3-2 16,-2-6-5-16,-2-2-4 0,-2-4-18 15,-2-1-16-15,-3-7-39 16,4-2-56-16,1 3-109 0</inkml:trace>
  <inkml:trace contextRef="#ctx0" brushRef="#br0" timeOffset="78731.98">27089 1448 566 0,'16'-14'51'0,"1"0"-7"0,5 2-8 31,1 0-7-31,3 1-9 0,0 3-2 16,0 1-6-16,-4 7-5 0,-1 5-2 16,-2 5-3-16,-4 6-2 0,-2 2 0 0,-5 5-1 15,-3 4 0-15,-2 5 1 0,-5 4-2 16,-4 5 0-16,-4 0 1 0,-4-2-3 15,-2-3 3-15,-4-4 1 0,0-5-1 0,3-6 0 16,3-4 1-16,14-17-2 0,-10 14 3 16,10-14 1-16,0 0 1 0,0 0 1 15,0 0 0-15,29-18-1 16,1-9 0-16,3-5 0 0,2-7 0 0,0-8 1 0,-2-3-1 16,-2 3 0-16,-2 3 0 0,-4 6-2 15,-2 6 1-15,-3 6 2 0,-5 8-1 0,-15 18 1 16,9-14-1-16,-9 14-3 0,0 0 2 15,0 0-1-15,0 0 1 0,0-1 2 16,-4 27-3-16,-2 1 0 16,-2 3-1-16,-1 5-1 0,0 5 0 0,-1 2 0 15,1 2 0 1,3-1-1-16,5-5 2 0,4-3-1 16,5-5 1-16,4-3 0 0,4-4 0 0,4-5 0 15,5-4 1-15,4-6-2 0,5-5 2 16,4-6-1-16,1-5-2 0,1-1-2 15,-2-3-5-15,-5-3-6 0,-1-1-5 0,-6 0-7 16,-3 2-14-16,-10-1-34 16,3 4-45-16,-16 11-134 0</inkml:trace>
  <inkml:trace contextRef="#ctx0" brushRef="#br0" timeOffset="84332.08">19688 4956 506 0,'-3'-23'40'0,"6"1"4"0,0-5 1 16,7 0-6-16,0 0-8 0,9 3-8 16,1-2-1-16,9 2-3 0,3-1 0 15,8 3-3-15,4 0-3 0,6 5-1 0,0 4-3 16,1 4-2-16,-3 3 1 0,-3 6-5 0,-6 4-1 15,-4 5 0-15,-5 6-3 0,-4 7 2 16,-4 3-1-16,-9 7 0 0,-5 6-1 16,-6 5 1-16,-9 2-2 0,-5 3 3 15,-5-1-2-15,-3 0 1 0,-5-4 0 16,1-1 0-16,-2-5 4 0,2-3-5 0,1-4 5 16,3-7-4-16,7-6 2 0,13-17 0 0,0 0 1 15,0 0 2-15,0 0-2 0,-2-2 1 16,14-18-6-1,7-7 3-15,4-8-5 0,6-4 3 0,4-4 1 0,5-4 0 16,-1 0 1-16,1 0-2 0,-3 2 2 16,-5 2-1-1,-4 5-1-15,-3 8 2 0,-7 7 0 16,-4 6 0-16,-12 17 4 0,0 0-3 0,0 0 2 16,0 0 0-16,1-1 0 0,-1-1-1 15,0 2-1-15,0-1-1 0,0 1-1 16,-1 0 0-16,-17 15 1 0,4 5-1 15,-1 7-1-15,2 6 2 0,1 5-2 16,1 4 3-16,4 3-3 0,1-1 3 0,6 0-2 16,4-3 2-16,5-3 2 0,4-5-4 0,8-3 5 15,3-4-4-15,5-6 1 0,4-5-1 16,3-4-1 0,4-5-1-16,1-6 1 0,0-3-2 0,-3-5-3 0,-4-1-2 15,-2-3-10-15,-6-3-2 0,-1 2-18 16,-10-3-17-16,1 5-58 0,-16 11-126 0,0 0-30 15</inkml:trace>
  <inkml:trace contextRef="#ctx0" brushRef="#br0" timeOffset="86015.51">22926 4960 361 0,'-2'-25'65'0,"-2"1"-6"0,4 24-7 15,-9-28-6-15,3 5-6 0,-4 2-4 16,3 6-5-16,-3 1-7 16,10 14-7-16,-22-14-5 0,1 7-3 0,-3 5-2 15,-5 7-1-15,-4 5-1 0,-7 9-1 16,-4 6-1-16,-2 7 0 0,3 3-3 0,2 3 0 15,6 2-1-15,8-1 1 0,5-1-3 0,9-4 2 16,6-4 3-16,7-3-4 0,10-2 7 16,5-6-4-16,5-4 0 15,4-6 2 1,5-4-2-16,3-5 0 0,1-6 1 16,4-4 0-16,-3-6-4 0,-2-2 5 15,-1-3-6-15,-4-4 3 0,-4-1 1 0,-4-1 0 16,-3-2 0-16,-6-1-1 0,-3-2 1 0,-2 0-1 15,-3 2 1-15,0 4-1 0,-2 26 2 16,-2-23 0-16,2 23-2 16,0 0-1-16,0 0-2 0,0 0 1 0,2-1 1 15,-2 2 3-15,1 25-1 0,2 3 1 16,3 1-2-16,3 1 1 0,2-3 0 0,1 0 0 16,2-2-1-16,4-2 1 0,2-4 0 0,-1-5-1 15,1-3-1-15,0-5 1 0,-1 0 1 16,3-3 0-16,-22-4 2 15,33-3-2-15,-3-3-1 0,-1-3 0 0,-1-3 1 16,-1-3-1-16,-2-4 2 0,1-2-1 16,0-5 0-1,1-4-2-15,-2-4 2 0,-2 0-2 16,-3-1 3-16,0 4-3 0,-3 4 2 0,-3 6-2 16,-4 7 1-16,-10 14 0 0,0 0 0 15,0 0 1-15,13-10-1 0,-13 10 0 16,0 0 0-16,0 0 0 0,0 0 0 15,1-2 0-15,1 2 2 0,-1 0-1 16,1 0 2-16,-1 0-1 0,1 0 1 0,-1 0 1 16,1 0 1-16,-2 0 1 0,1 0 0 0,-1 0 0 15,1-1-4-15,-1 1 0 0,0 0 0 16,-1-2-3-16,-11-8 2 16,12 10 0-16,-18-8-2 0,18 8 2 0,-20-6-1 15,20 6 0-15,0 0 2 0,-22 0-3 16,22 0 1-16,0 0 0 0,-21 9-2 0,21-9 2 15,-8 13 1-15,8-13-1 0,3 22 2 0,4-4 0 16,7-1-1-16,5 0 2 0,6-2-2 31,7 0 0-31,2 0 1 0,5 0-1 16,5 0 0-16,-1-1 0 0,2 2-1 16,-3 1 1-16,-3 0 0 0,-4 0-1 15,-6-1 0-15,-6 1 0 0,-8 0-1 0,-6-1 0 16,-9-16 3-16,-1 24-3 0,-8-6 0 0,-7-3-1 15,-5 0 3-15,-4-1-4 0,-6-4 4 16,-4-2-6-16,0-2-3 16,0-5-3-16,3-1-7 0,2-1-6 0,7 1-14 15,1-4-24-15,22 4-40 0,0 0-51 16,-26-5-93-16</inkml:trace>
  <inkml:trace contextRef="#ctx0" brushRef="#br0" timeOffset="87081.96">24662 4951 456 0,'0'0'54'0,"8"-20"0"0,-8 20-7 0,0 0-11 15,-3-25-6-15,3 25-6 0,-6-22-2 16,6 22-2-16,-10-16 0 16,10 16-3-16,-10-14-2 0,10 14-2 0,0 0-2 15,-15-9-2-15,15 9 0 0,0 0-1 16,-16-8-2-16,16 8 0 0,0 0-3 0,0 0-2 15,0 0 1-15,-1-1-2 0,1 1 0 0,-2 0-1 16,2-2 0-16,0 2 0 0,0 0 0 31,0-1 1-31,0 1-1 0,0 0 1 16,0 0 1-16,0 0 0 0,0 0 0 16,0-2 1-16,0 2 0 0,0 0-1 15,-1-1 1-15,1 1-2 0,-2-2 0 0,1 2 1 16,0-1-1-16,-18-7-1 0,19 8 1 0,-27 2 0 15,2 5-1-15,-3 7 1 0,2 5 0 16,0 6 0-16,3 2-1 16,4 2 1-16,3-1-1 0,5-1 0 0,4-3-1 15,5-1 1-15,6 0-2 0,2-5 2 16,4-3 1-16,6-5 0 0,2-2 0 0,2-3 1 16,4-5 0-16,1-3-2 0,1-3 1 0,2-4 0 15,-2-5 0-15,0-1 1 0,-2-4-1 16,-3-3 0-16,-3-3 1 15,-3-3-2-15,-1-4 1 0,-2-2-1 0,-2 3 2 16,-2 5-1-16,-2 7 1 0,-6 20-1 16,0 0-1-1,0 0 0-15,0 0-1 0,2-1 1 16,-2 1-2-16,1 1 3 0,8 27-1 0,-1 0 2 16,-2 1 0-16,0 3-1 0,2-2 0 15,1-1 1-15,2-1-1 16,0-4 1-16,4-5-1 0,-2-2 1 0,1-5 0 15,1-4 0-15,-15-8-1 0,26 2 2 16,-3-6-1-16,-1-2 1 0,2-3 0 0,1-4-1 16,1-4 1-16,-2-3-2 0,2-4 1 0,-2-4-1 15,1-3 2-15,0-4-3 0,-1 0 2 16,-3 3-1-16,1 8 0 16,-4 6 0-16,0 7-1 0,-18 11 1 0,23-3 1 15,-3 6 0-15,-4 6-1 0,-2 6 1 16,-1 3 0-16,-1 7-1 0,-1-1 0 0,-2 2 1 15,0 1-2-15,-2-1 1 0,-1-2 0 0,-2-1-1 16,-4-23 1-16,3 23 0 0,-3-23-1 31,0 0 1-31,0 0 0 0,0 0 2 16,2 1 3-16,-2 1-1 0,0 0 0 16,1-2-2-16,1 0-2 0,15-13 1 15,0-6 0-15,3-6-1 0,5-4 1 0,4-2-2 16,6-4 2-16,4-1-1 0,5 6 1 0,3 7-1 15,0 10 0-15,-3 8 1 0,-6 8 0 16,-5 5 2-16,-4 7-2 16,-3 8 2-16,-2 3-1 0,-1 4 0 0,-4 2-1 15,-1-2 0-15,-4 1-2 0,-1-2 2 16,-1-4-1-16,-2-3 0 0,0-4 1 0,0-4 0 16,2-4-2-16,-12-10-1 0,27 5-4 0,4-7-9 15,7-3-16-15,0-8-30 0,13 1-65 16,4-6-161-16,-2-10 19 15</inkml:trace>
  <inkml:trace contextRef="#ctx0" brushRef="#br0" timeOffset="87964.75">27300 4857 586 0,'6'-20'44'0,"-6"20"4"0,-2-23-5 15,-8 5-10-15,-1 8-9 0,-7-1-6 0,-1 3-5 16,-4 4-4-16,-1 2-3 0,-5 7-2 0,-3 6-1 15,-1 5-3-15,-3 7 1 0,-1 4-2 16,3 4 1-16,2 1-2 0,6 3 2 16,7-2-2-16,7 0 1 0,8-2-1 15,4-7 1-15,4-4 0 0,7-5 2 16,4-5 1-16,6 0 1 0,5-7 1 0,3-5-1 16,3-6 0-16,1-3-2 0,-1-5 2 0,-2-2-2 15,-4-3 1-15,-4-3-1 0,-6-4 1 16,-2-5-2-16,-7-5 1 0,-2-5-1 15,-7-4 0-15,-4 0-1 0,-4 0 1 16,-7 2-2-16,-5 2 2 0,-5 7 0 16,-3 7 1-1,-5 9 0-15,-1 6 1 0,1 7-1 16,3 5 0-16,5 4-2 0,8 3 0 0,19-5 1 16,0 0-2-16,0 0 3 0,11 22-2 15,14-7 1-15,11-4 0 0,13-2-1 16,11-4 0-16,5-2-2 0,4-3-3 15,-2-3 0-15,-2-4-2 0,-6-1 1 16,-4-5 1-16,-9-3 3 0,-8-5-2 0,-6-6 7 16,-8-5-3-16,-5-4 3 0,-9-5 4 0,-3-3 2 15,-5 0 5-15,-2 3 1 0,-3 5 3 16,0 4-3-16,-3 6 2 0,6 26-4 16,-6-20-4-16,6 20-1 0,0 0-6 15,0 0-2-15,0 0 0 0,-1 2 1 16,5 19-1-16,7 13 5 0,4 11-3 0,4 10 3 15,3 7 2-15,-1 6-3 0,0 7 3 0,-1 10-2 16,-1 7-4-16,-3 7 1 0,1 3-2 16,-2-4-1-16,0-5 4 0,-3-8-4 31,-1-8 3-31,-3-5-2 0,-1-8-4 16,-3-7 1-16,1-7-3 0,-2-7 0 15,-2-9-3-15,-1-7-2 0,0-27-6 0,0 0-1 16,0 0-4-16,0 0-12 0,3 1-31 0,-3-1-58 15,-3 0-150-15,-6-18 12 0</inkml:trace>
  <inkml:trace contextRef="#ctx0" brushRef="#br0" timeOffset="89883.04">27660 4784 690 0,'0'0'43'0,"7"-20"-4"15,8 4-7-15,9 2-7 0,7 2-5 16,6 4-3-16,5 1-3 0,4 2-3 16,-1 2-5-16,1 3-1 0,-5 3-4 0,-5 2 0 31,-7 1-2-31,-6 1 0 0,-5 3 0 0,-4 0 0 16,-14-10-1-16,7 20 0 0,-7-20-1 15,-10 29-1-15,-7-5 0 0,-9-1 0 16,-4 0 1-16,-7-4 0 0,-2-2 0 15,-1-2 1-15,1-2 1 0,6-3 1 16,5-1 0-16,9-1 1 0,19-8-2 0,0 0 0 16,0 0 1-16,0 0 2 0,12 20 0 0,9-7 0 15,10-4 0-15,5-3 0 0,5-3-1 16,5-4-1-16,0-2 1 0,2-3-1 16,2-2 0-16,3-4 1 0,1-3-1 15,3-5-2-15,-2-3 0 0,-4-2-1 16,-5-4-1-16,-6-3-1 0,-5-2-1 0,-6 0-1 15,-6-1 3-15,-7 1 1 0,-5 5 3 0,-6 3 1 16,-5 26-1-16,-3-24-1 0,3 24 0 31,-14-15 0-31,14 15 2 0,-22-8-1 16,22 8 1-16,-31 7 0 0,7 3-1 16,4 5 1-16,3 3-1 0,5 4 1 15,6 0 0-15,4 0 1 0,7 1-1 0,5-1 1 16,4 1-2-16,6-2 1 0,4-3 0 0,6-2 0 15,3-6 1-15,6-2-1 0,3-5-1 16,4-5 0-16,2-3 0 0,1-5 0 16,1-2 0-16,-1-3 1 0,-6-3 0 15,-1-4-1-15,-7-3 0 0,-6-5-1 16,-5-2 0-16,-6-3-1 0,-4-2-3 0,-5 2 6 16,-6 3-5-16,-3 5 5 0,-3 6 0 0,3 21 2 15,-9-17-2-15,9 17 0 0,0 0-1 16,0 0-1-16,0 0 2 0,-2-2 0 15,0 2 2-15,2 0 1 0,0 2 1 16,19 15 1-16,5-2 4 0,8-2-4 16,7 0 6-16,7-3-6 0,4 2-2 0,1 1-1 31,-2-1-2-31,-5 2-1 0,-6 1 0 0,-8-2-1 16,-5 2 0-16,-7 2 1 0,-5 1 0 15,-5 2 1-15,-5 0-1 0,-3-20 1 16,-3 30-1-16,-2-6 0 0,-2-2 0 15,1-4 1-15,2 0-1 0,4-18 0 16,-4 20-1-16,4-20-1 0,4 19 1 0,-4-19 1 16,14 17 0-16,5-7 1 0,3-6-2 0,7-4 1 15,3-3-1-15,1-6-1 0,3-5-1 16,-3-4 0-16,-3-3 1 0,-3-4 0 16,-1-3 2-16,-5-1-1 0,-1-2 2 15,-5 2-3-15,-6 4 3 0,-2 2 0 16,-7 23 0-16,0-26 1 0,0 26-2 0,-8-19 0 15,8 19-1-15,-17-14 0 0,-3 6-1 0,20 8-2 16,-34 3 3-16,3 6 0 0,4 5-1 31,1 4 3-31,5 3-3 0,1 2-1 16,7 1 0-16,2 3 0 0,5-4-1 16,3 1 2-16,3-24-1 0,6 25 1 15,1-8 1-15,-7-17 0 0,20 11 0 0,-1-9 2 16,-19-2-1-16,30-4 1 0,-2-4 0 0,-4-4-1 15,2-3 3-15,2-3-1 0,-1-4-1 16,-1 0 1-16,-1-4-1 0,-2 0-2 16,-1 3 3-16,-4 5-3 0,-3 4 1 15,-15 14-1-15,16-10 0 0,-16 10 0 16,0 0 0-16,0 0 0 0,17 7 1 0,-2 4 0 16,-5 5 0-16,0 2 2 0,1 1-2 0,0 1-1 15,0 1 1-15,4 1 1 0,-1-3-1 16,2 1 2-16,-1-4-1 0,2-2 0 15,0-4 1-15,5-5-1 0,3-3 0 16,2-5 3-16,2-3-3 0,0-6 0 16,-2-5 0-1,1-4-3-15,-3-5 3 0,-2-3-1 16,-2-6 1-16,-5-4-1 0,0-6-2 0,-3-6 3 16,-2-5-4-16,-3-8 3 0,-4-4 0 15,-1-5-2-15,-4 5 1 0,-4 10-2 16,-1 11 3-16,-3 14-2 0,0 12 2 15,9 21 0-15,-12-13-2 0,12 13 1 16,-19 6 1-16,3 9-1 0,-1 9 1 0,0 7 0 16,2 10-2-16,4 6 2 0,-1 6-1 0,5 4 1 15,1 0 0-15,2 1 0 0,1-1 3 16,1 1-4-16,5-3 4 0,3-5-4 16,6-6-1-16,6-5 1 0,5-3 0 15,4-8 3-15,3-3 0 0,3-9 0 16,5-5 0-16,-1-8-3 0,4-6 0 0,1-5 0 15,0-4 0-15,0-5-1 0,0-2 0 0,-3-5-2 16,-2-4 0-16,-3-2 0 0,-4-2 0 16,-3-2 2-16,-3 4-3 0,-4 3 6 31,-7 5-5-31,-4 7 5 0,-9 15-1 16,0 0-1-16,0 0 0 0,0 0 1 15,-15-9 4-15,15 9-6 0,-30 9 6 0,2 6-5 16,2 4 0-16,2 1 2 0,5 1-2 0,1 0 0 15,7 2 0-15,1 0 0 0,6-1-1 16,1 1 2-16,4-2 0 0,3-1 0 16,5-4 0-16,1-2 0 0,2-1 0 15,3-3 0-15,3-4 0 0,2-3 1 16,-20-3-1-16,31-4 0 0,-7-4 0 0,-5-1 1 16,-2-2-1-16,-4-1 0 0,-1-1 1 0,-5-4-2 15,-2-3 1-15,-4-1 0 0,-2-2 1 16,-2 0-1-16,-2-1 2 0,1 1-1 15,1 1-3-15,3 22 5 0,3-31-5 16,1 9 5-16,4 5-2 0,-8 17 1 16,17-15 0-1,0 7 0-15,3 3 1 0,3 5 6 16,1 5 0-16,5 4 0 0,0 5 4 0,0 4-10 16,1 4 3-16,0 5-5 0,2 1-1 15,-2 6 0-15,-2-1-1 0,-2 1 0 16,-3-1-1-16,-6-1 0 0,-2-2-1 15,-8-1 1-15,-4-3 0 0,-3-26 0 16,-6 24 2-16,-3-11 0 0,9-13 0 0,-21 4 2 16,21-4 0-16,-28-9-1 0,8-8 2 0,7-6-2 15,4-2 1-15,6-3-1 0,8-1 2 16,5-1-3-16,7-2 2 0,7-3-3 16,4-2 1-16,7 0 0 0,7-1-5 15,1 3 5-15,2 3-5 0,-4 6 3 16,-5 8 0-16,-4 6 0 0,-6 6 1 0,-3 3-1 15,-23 3 1-15,23 3-2 0,-23-3-6 0,16 7-8 16,-16-7-11-16,0 0-16 0,3 20-27 31,-3-20-55-31,-23 12-139 0,1 2 10 16</inkml:trace>
  <inkml:trace contextRef="#ctx0" brushRef="#br0" timeOffset="90098.98">31219 4109 786 0,'22'-13'50'0,"5"0"-9"0,8 3-9 16,5-3-14-16,4 4-5 0,2 1-5 0,2 3-4 16,-2 1-3-16,-4 1-1 0,-4 2-1 0,-7-1-2 15,-5 2-4-15,-26 0-6 0,23 0-14 16,-23 0-16-16,0 0-29 0,0 0-70 15,-21 6-140 1,-2 3 18-16</inkml:trace>
  <inkml:trace contextRef="#ctx0" brushRef="#br0" timeOffset="91299.97">19250 7310 616 0,'-16'-11'51'15,"16"11"-13"-15,0 0-10 0,-9-18-5 0,9 18-4 16,9-24-1-16,4 1-8 0,10 2 5 0,6 0-7 15,8 4 3-15,6 3 2 0,3 5-3 16,2 4-1-16,2 7-4 0,0 4-3 16,-6 6-2-16,-6 5 3 0,-6 8-3 0,-9 3 5 15,-9 6-5-15,-7 2-2 16,-10 3 2-16,-8 3-4 0,-5-2 4 0,-7 0-1 16,-3-2 2-16,-2-3 1 0,1-6-1 0,3-3-1 15,6-8 3-15,6-8 0 0,12-10 2 16,0 0 5-16,0 0-4 0,0 0-1 15,7-25-3 1,8-9-2-16,10-4 1 0,6-6 1 0,7 0-3 0,5-2 3 16,1-1-4-16,0 0-2 0,-3 4 4 0,-3 0-4 31,-5 7 4-31,-6 5 0 0,-5 7 0 0,-7 7 0 16,-15 17 3-16,0 0 0 0,0 0 0 15,0 0 2-15,-2-1-3 0,4 1 0 16,-2 0 1-16,0 1-2 0,-9 33 2 15,-3-1 4-15,-1 2-6 0,3 1 3 16,1-1-3-16,2 0-6 0,6-2 6 0,4-2-3 16,5-1 2-16,4-1-1 0,7-5 0 0,1 2-3 15,3-5-1-15,3-3-7 0,2-2-6 16,0-4-8-16,0-6-18 0,4 3-30 16,-5-9-50-16,2-14-150 0,3 9 13 15</inkml:trace>
  <inkml:trace contextRef="#ctx0" brushRef="#br0" timeOffset="91899.89">20788 6991 582 0,'0'0'50'0,"-10"-20"-3"0,10 20-3 15,0 0-12-15,0 0-10 0,0 0-10 16,-1-1-6-16,1 1 0 0,0 0 2 15,0 1 0-15,11 27 2 0,3 1-4 16,0 0-2-16,2 1-2 0,1-2 0 0,3-1-2 16,2-2 1-16,6-2 5 0,2-3-6 0,5-6 4 15,2-5-3-15,4-6 0 0,1-8 1 16,5-5-5-16,4-5 3 0,1-7-4 16,1-2 3-16,-5-5 3 0,-5-3-2 15,-5-2 3-15,-5-2-3 0,-5-2 2 16,-7 0-3-16,-4 3 2 0,-6 6 0 0,-5 8 0 15,-6 21 2-15,0 0-2 0,0 0-2 0,0 0-3 16,1-1-3-16,-1-1-2 0,0 1-5 16,-1 1-9-16,-1 0-13 0,-9 14-26 31,-2-1-36-31,3 5-82 0,0 7-69 16</inkml:trace>
  <inkml:trace contextRef="#ctx0" brushRef="#br0" timeOffset="92248.73">21115 6643 678 0,'0'0'44'0,"0"0"-5"0,0 0-7 0,0-22-4 15,0 22-8-15,0 0-5 0,0 0-4 16,0 0-5-16,-2-1-1 0,2 1 0 15,2 0 0 1,-2 0 2-16,7 25 2 0,-1 5-2 0,-3 7 1 0,0 8-5 16,-1 9 1-16,-2 9-3 0,1 9 2 0,0 5 1 31,-1 4-3-31,0 1 2 0,0 0-3 0,0 0-2 16,0 0 2-16,0-2-2 0,0-4 1 15,0-6-3-15,0-11 2 0,0-9-3 16,0-11-1-16,0-5 3 0,0-10-8 15,0-24 1-15,2 21-5 0,-2-21-5 16,0 0-4-16,0 0-12 0,0 0-33 0,1 2-89 16,25-2-113-16,-10-12 15 0</inkml:trace>
  <inkml:trace contextRef="#ctx0" brushRef="#br0" timeOffset="92566.35">21981 6835 676 0,'-1'-26'52'0,"1"26"-5"0,-2-25-7 15,2 25-10-15,0 0-10 0,0 0-6 0,0 0-7 16,-1-2-3-16,-1 0-3 0,-18 6 0 0,-4 16-1 15,-4 17 2-15,-1 13-1 0,2 9 3 16,2 5-3-16,4 3 0 0,2 1 2 16,6 2-4-16,5-1 3 0,4-1-3 15,8-2-2-15,4-3 2 0,6-6-2 16,6-7 2-16,6-7-3 0,3-8-1 0,5-9-4 16,-1-9-4-16,2-6-5 0,-2-6-6 0,0-2-11 15,-4-9-18-15,2 0-38 0,-8-8-65 16,-7-6-97-16</inkml:trace>
  <inkml:trace contextRef="#ctx0" brushRef="#br0" timeOffset="93031.85">22038 7190 710 0,'0'0'42'16,"0"-24"-5"-16,2 1-5 0,10 4-6 15,5-3-4-15,7 2-5 0,5 2-3 16,3 4-4-16,-1 4-3 0,0 4-3 0,-4 6-2 16,-2 4-2-16,-5 8 0 0,-3 5 0 0,-2 6-1 15,-8 4 2-15,-4 3 3 0,-5 4-8 16,-5 2 6-16,-6 1-6 0,-1-2 1 16,-5-3 2-16,1-3-1 15,1-4 0-15,3-4-1 0,1-5 1 0,13-16 1 16,-12 12 3-16,12-12 0 0,0 0 1 0,0 0-1 15,0 0-4-15,7-21 3 0,6-4-2 0,5-2 2 16,6-5 1-16,2-1-5 0,2-4 3 16,-1-1-3-16,-2 4 4 0,-2 2 0 31,-4 6 0-31,-5 7-1 0,-2 7 0 16,-12 12 1-16,0 0-1 0,0 0 0 15,0 0 0-15,0-1 0 0,0 2 2 0,-3 22-1 16,-1 3-1-16,-4 3 4 0,0 2-5 0,0 3 4 15,1-1-3-15,4-1-2 0,2 0 2 16,4-2-2-16,3-2 2 0,2-4-1 16,2-2 2-16,2-4-3 0,4-6-2 15,0-3-4-15,-16-9-6 0,29 3-5 16,-6-7-12-16,1-1-23 0,-4-9-41 0,3-1-84 16,0 1-89-16</inkml:trace>
  <inkml:trace contextRef="#ctx0" brushRef="#br0" timeOffset="94416.51">19442 7571 571 0,'-1'-1'17'0,"-1"1"11"15,2 0 7-15,16-11 2 0,19-6-1 16,22-3-7-16,23-5-5 0,26-1-8 16,19-3-3-16,21 0-3 15,18-1 0-15,12 1-2 0,12 2 0 0,6 3-3 0,3 0 1 16,2 5-1-16,-6 1 1 0,-7 3-1 15,-12-1-5-15,-17 1 5 0,-16 1-6 0,-18 2 4 16,-21 3-2-16,-21 2-1 0,-20 2 0 16,-18 2-1-16,-18 2-4 0,-25 1-2 31,0 0-7-31,0 0-10 0,-32 1-9 16,-20 0-12-16,-13 6-11 0,-20-2-14 0,-11 3-29 15,-15 2-46-15,-18-8-56 0</inkml:trace>
  <inkml:trace contextRef="#ctx0" brushRef="#br0" timeOffset="94816.63">19724 7480 581 0,'-94'14'57'0,"25"-4"-12"0,19-4-7 0,20-1-8 0,30-5-2 16,0 0-2-16,0 0-4 0,38-5-1 0,24-2-7 16,26-2-4-16,24-3-4 0,22 0-1 15,18-2-1-15,13-2-1 0,14 0-1 16,10-1 0-16,8 3-1 0,5 2 0 15,0 3 0-15,-7 3 0 16,-13 3-2-16,-14 0 1 0,-21 4-2 0,-24 3 1 0,-26 0-2 16,-28 2-3-16,-22 2-5 0,-22 1 0 15,-25-9-2 1,-11 23-1-16,-19 1-3 0,-23 0-1 16,-19 2-1-16,-16-1 3 0,-13 2 0 15,-13 0 2-15,-9 2 2 0,-10 3 6 16,-12 0 5-16,-7 0 6 0,-1-1 4 15,7 0 6-15,10-4 2 0,23-1 1 0,23-6 0 16,25-2-9-16,24-6 1 0,20-3-3 16,21-9 4-16,0 0 4 0,39 5-5 0,19-7 1 15,17-5-10-15,19-6 2 0,18 0-2 16,11-2 0-16,11-2-1 0,12 0 0 16,7 0-1-16,5 1-5 15,3 4-17-15,-11-5-36 0,-4 6-89 0,-4 1-142 0,-24-10 18 16</inkml:trace>
  <inkml:trace contextRef="#ctx0" brushRef="#br0" timeOffset="95565.58">23988 6571 611 0,'-4'-20'33'0,"4"20"6"0,12-27-4 15,8 4 0-15,3 0-5 0,9 1-5 0,4-3-2 16,8 3-3-16,5 0-3 0,1 6-5 16,5 4-4-16,-3 7-4 0,-5 10-3 0,-7 5 0 15,-7 7-1-15,-7 7 1 0,-7 7 1 16,-6 6-3-16,-9 6 4 0,-5 4-4 16,-9 3 2-16,-5 2-1 0,-3-2-3 15,-4 0 2-15,-3-3 0 0,1-3 1 0,-1-6 0 16,5-9 1-16,4-10-1 0,16-19 1 15,0 0 2-15,0 0 0 0,0 0 0 0,12-21 0 16,11-11 0-16,10-9-2 0,9-5 2 16,3-2-3-16,5-2 1 0,1-2-1 31,0-1-2-31,-5 2 3 0,-7 1-4 16,-7 3 2-16,-6 5 3 0,-7 7-2 0,-5 10 5 15,-5 8-1-15,-9 17 2 0,0 0-2 0,0 0-2 16,0 0-1-16,0 0 1 0,0 0 0 15,-8 24 0-15,-3 7 1 0,-1 6-1 16,-2 6-1-16,-1 3 2 0,5 2-3 16,0-2 1-16,5-1-1 0,3 0-2 15,4-5 1-15,3 0-1 0,8-4 2 0,3-4-2 16,6-4 0-16,5-7-3 0,7-9-1 16,5-5-7-16,2-5-7 0,6-4-12 0,-4-7-21 15,1 2-44-15,-10-9-93 0,-3-3-83 16</inkml:trace>
  <inkml:trace contextRef="#ctx0" brushRef="#br0" timeOffset="96315.43">25296 6258 743 0,'0'0'47'0,"-6"-23"-8"16,6 23-11-16,0 0-8 0,0 0-9 0,0 0-4 16,2-1-1-16,-1 1-3 0,22 8 2 15,-1 10-2-15,-2 7 0 0,0 7-1 16,0 2-1-16,-1-1-2 0,3 0 2 16,1-2-1-16,1-2-1 0,3-2 4 15,3-4-4-15,5-5 5 0,1-6-5 0,3-6 1 16,3-6-1-16,6-6-4 0,-2-6 5 0,2-6-6 15,-3-5 6-15,-2-3 3 0,-4-3-3 16,-4-3 1-16,-6 1-2 0,-5-3 0 31,-2 2 1-31,-6 4 1 0,-4 5 0 16,-3 6 1-16,-9 17-1 0,0 0 0 16,0 0-1-16,0 0 1 0,2-2-1 0,-2 2 1 15,0-1-1-15,-2 1 0 0,1 0-1 16,-1 1 1-16,-12 13 0 0,14-14-1 0,0 0 1 15,-10 13 0-15,10-13 1 0,0 0-1 16,0 0 0-16,0 0 0 0,-2 1 0 16,2-1 1-16,-1 1-2 0,1-1 1 15,-2 2 0-15,2-2 0 0,-1 1 0 0,1-1 2 16,0 2-2-16,-1-2 2 0,1 0-1 0,0 0-1 16,0 0 2-16,-2-2 0 0,2 1-1 15,-7-22 1-15,1 5 1 0,6 18 0 16,0 0 3-16,-6-20 2 0,6 20-1 15,0 0-1-15,0 0-2 0,0 0-3 16,-1-2-1-16,1 1 0 0,-2 1 0 0,2 0 1 31,-4 23 0-31,3 6-1 0,1 7 2 0,1 6-1 16,3 4 1-16,1 4 2 0,1 5-3 16,1 4 2-16,-1 4-4 0,-2 3-1 15,0 4 2-15,1 1-2 0,-2 1 2 16,0-3-1-16,-3-3 1 0,0-5 3 15,-3-7-4-15,-3-6 2 0,-2-5-4 0,-3-6 1 16,-2-7 0-16,-2-6 0 0,-2-4 0 16,-4-6-1-16,-3-5 0 0,-5-3 0 0,0-3-2 15,-1-6-1-15,0-5-5 0,1-4-3 16,0-5-5-16,4-1-3 0,1-3-1 16,6 3-3-16,1 1-11 0,17 17-22 15,-13-15-40-15,13 15-88 0,0 0-66 0</inkml:trace>
  <inkml:trace contextRef="#ctx0" brushRef="#br0" timeOffset="96648.67">26683 6117 765 0,'0'0'43'0,"0"-24"-7"15,0 24-9-15,0 0-11 0,0 0-7 0,0 0-5 16,0-2-1-16,-2 2-1 0,-12 9 1 16,-7 17 0-16,-2 14 1 0,0 8-1 0,-2 8-1 15,2 5-1-15,4 0 1 0,4 0 0 16,4-1-3-16,7-1 4 0,4-3-4 15,7-2 0-15,5-6 0 0,8-2 0 16,6-7 0-16,6-2-3 0,3-8-2 0,2-4-7 31,0-8-9-31,4-5-14 0,-4-11-24 16,5-1-47-16,-8-5-88 0,-5-13-74 0</inkml:trace>
  <inkml:trace contextRef="#ctx0" brushRef="#br0" timeOffset="97098.55">26866 6446 686 0,'-8'-21'55'0,"8"21"-9"15,0 0-12-15,7-23-9 0,6 8-7 16,3 6-2-16,5 3-2 0,4 5-2 16,2 4-3-16,1 2-2 0,-3 5-4 15,-2 3-1-15,-2 6-1 0,-5 3 0 0,-3 6 2 16,-6 2-5-16,-4 3 5 0,-6 3-4 15,-5-2 0-15,-5 0 0 0,-3-4-2 0,-3-3 1 16,2-2 0-16,-1-6 0 0,4-5 0 31,14-14 2-31,-15 11 2 0,15-11 0 16,0 0 1-16,0 0-1 0,0 0-1 16,3-26-1-16,10 0 0 0,5-3-1 0,6-1 2 15,5-2 0-15,2-3-4 0,-1 0 4 0,-1-1-5 16,-2 1 3-16,-1 4 2 0,-4 4-1 15,-3 6 1-15,-5 4-1 0,-14 17 0 16,0 0 0-16,0 0 0 0,0 0 0 16,2-2 0-16,-1 4 1 0,3 18 0 15,-6 4-1-15,-4 5 1 0,0 3-2 0,0 3 4 16,3 1-4-16,2 1 4 0,2-1-3 0,4-1-2 16,2-3 2-16,6-2-3 0,0-4 1 15,4-3-4-15,1-5-2 0,3-3-7 16,1-4-7-16,4-3-9 0,-1-8-17 15,4 3-25-15,-6-13-36 0,3-2-61 16,5-1-79-16</inkml:trace>
  <inkml:trace contextRef="#ctx0" brushRef="#br0" timeOffset="97382.89">27504 6052 733 0,'0'0'54'0,"0"0"-19"15,0 0-11-15,0 0-9 0,1-2-3 0,1 2-1 16,30 9-1-16,-2 6-1 0,2 7-1 16,1 5 0-16,6 6-1 0,0 8-2 0,3 8 2 15,1 5-4-15,-4 6 2 0,-2 2 0 16,-8 2-3-16,-8 3 1 0,-11 2-4 16,-11 4-1-16,-11 2 1 0,-12 1-3 15,-10-5 3-15,-6-4-3 0,-3-9 1 0,-1-8 3 16,-2-8-4-16,5-7 3 0,5-8-4 0,6-9-1 15,7-8 0-15,23-10-6 0,0 0-7 16,0 0-14-16,-20-13-36 0,20 13-108 31,0 0-110-31,10-29 15 0</inkml:trace>
  <inkml:trace contextRef="#ctx0" brushRef="#br0" timeOffset="97815.25">28487 6575 511 0,'-6'-16'49'16,"6"16"5"-16,0 0-1 0,0 0-8 15,0 0-4-15,3-25-12 0,-3 25 0 16,11-16-5-16,4 8-4 0,-15 8-5 15,29-6-2-15,2 1-2 0,3 1-3 0,5 1-2 16,9-1-1-16,3-3-3 0,7 1 1 0,1 0-2 16,0 0-2-16,-3 0 2 0,-5 2-2 15,-6-3 1-15,-10 3-2 0,-8 1 1 16,-5 0 0-16,-22 3-2 0,0 0-2 16,0 0-8-16,0 0-11 0,1-2-16 15,1 2-15-15,-1 0-33 0,-1 2-61 0,-24 8-109 16</inkml:trace>
  <inkml:trace contextRef="#ctx0" brushRef="#br0" timeOffset="98165.59">28554 6832 691 0,'-18'-8'52'0,"18"8"-11"16,0 0-10-16,0 0-7 0,0 0-7 15,-1-1-3-15,1 1-1 0,14-8-2 0,9 2 0 16,9 1-2-16,6 1-1 0,9 1-2 0,9 0-2 16,7-2-1-16,8 2-1 0,3-1-1 15,1 1-1-15,-4 1 1 0,-5 1-1 16,-6-1 1-16,-11-1 0 0,-10 0-3 15,-10 2 2-15,-29 1-1 0,22-2 2 16,-22 2-1-16,0 0 0 0,0 0-1 0,0 0-1 16,2 0-2-16,0 0-4 0,-2 0-4 15,1 0-12 1,-1 0-18-16,-1 0-38 0,-1 0-89 16,-19 7-115-16,6 5 19 0</inkml:trace>
  <inkml:trace contextRef="#ctx0" brushRef="#br0" timeOffset="98998.55">30522 6519 568 0,'7'-16'56'0,"-7"16"-6"0,7-28-4 0,-5 6-11 16,-2 22-10-16,0-25-7 0,0 25-5 16,-7-24-2-16,1 7-1 0,-4 4-1 15,10 13-2-15,-21-15-2 0,0 5-2 16,-4 6-1-16,-5 5 0 0,-8 5-2 15,-4 8 2-15,-3 4-1 0,-2 7 1 0,2 5 3 16,2 6-5-16,5 5 5 0,5 3-5 0,7 0-2 16,9-1 2-16,6-2-2 0,7-2 1 15,7-2-1-15,4-5 3 0,9-7-2 16,1-3 2-16,6-9-1 0,3-5-1 16,2-7 2-16,1-4 0 0,1-7 1 15,0-6 0-15,1 0-1 0,-2-4-1 0,-2-1 1 16,-2-2-1-16,-2-3 1 0,-1-1 1 15,-4-4 0-15,-3-1-2 0,-2-4-3 0,0-2 1 16,-1-1-1-16,-1-2 2 0,-2 3 2 16,-2 7 0-16,-1 9 0 0,-6 22 0 31,0 0-1-31,0 0 0 0,0 0 1 16,1-2 2-16,8 19 0 0,-3 7-1 0,-1 8 5 15,1 6-5-15,0 1 2 0,3 1-2 0,-2-1-3 16,3-1 1-16,4-1 1 0,4-5 1 15,2-5-1-15,2-3 3 0,-2-7-6 16,2-5 1-16,-2-6-5 0,-20-6-5 16,33 0-11-16,-7-6-18 0,4 3-44 15,-9-7-98-15,-1-6-97 0</inkml:trace>
  <inkml:trace contextRef="#ctx0" brushRef="#br0" timeOffset="99631.89">30906 6445 693 0,'-12'-14'50'0,"12"14"-11"16,0 0-9-16,0 0-9 0,-3-21-5 15,3 21-5-15,8-21 0 0,7 4-1 0,2 4-1 16,6 0-1-16,6 1 1 0,6 3-3 0,1 1-1 16,4 4-1-16,-3 4-4 0,-4 3 0 15,-4 5 0-15,-3 5 3 0,-6 5 0 16,-1 4 0-16,-6 2-1 0,-6 3-1 16,-7 2-1-16,-8 2-3 0,-6-1 3 15,-3-2-3-15,-3 0 2 0,-2-2 2 0,-1-4-1 16,1-2 0-16,1-3 1 0,2-5-2 15,19-12 2-15,-16 9 1 0,16-9-1 0,0 0 3 16,0 0-2-16,0 0-1 0,-2-1 0 16,11-16-1-16,4-3 0 0,7-1 1 31,2-3-5-31,4-3 3 0,0-4 2 16,5-1 0-16,1-1 3 0,-1 0-2 0,0 1-3 15,-4 2 0-15,-5 5 2 0,-5 6-1 16,-5 6 1-16,-12 13 0 0,0 0-2 0,0 0 2 15,0 0 0-15,1-2 0 0,1 1 2 16,-2 1-2-16,1-2-1 0,-1 2 1 16,0 0 0-16,-9 14 1 0,-3 4 1 15,-2 4-3-15,1 3 0 0,-1 4 1 0,4 2-2 16,2 1 1-16,1-1 5 0,4 3-7 0,5-2 6 16,1-2-4-16,7-3-2 0,3-1 2 15,4-5-1-15,4-3 0 0,3-5 0 16,2-4 0-16,3-3-1 0,1-5 0 15,2-2-3-15,-2-4-1 0,1-1-3 16,-4-3-5-16,1-2-4 0,-6-1-7 0,-2 2-11 16,-7-4-17-16,3 5-39 0,-16 9-74 15,4-20-104 1</inkml:trace>
  <inkml:trace contextRef="#ctx0" brushRef="#br0" timeOffset="100615.47">31677 5927 494 0,'0'-1'57'16,"2"-1"-11"-16,-2 0-12 0,0 1-10 15,0 0-5-15,0-1-3 0,0 1-1 16,-2-1-2 0,2 1-3-16,0-1-1 0,0 0-2 0,0 2-2 0,-1-1-2 0,1 1-1 15,0-2 1 1,-3 2 0-16,3 0 0 0,-1 0 1 16,-1 0 0-16,1-1 0 0,-1 1 0 15,1 0 1-15,-1 0 0 0,1 0 1 16,-17-6-1-16,18 6 1 0,-15-14-7 15,15 14 5-15,-11-18-5 0,11 18 4 0,-7-24 1 16,5 2-1-16,2 22 0 0,1-31-2 16,6 2 1-16,2 2-1 0,1-1 1 0,6 4-2 15,0 2 2-15,2 3-2 0,0 5 1 16,1 4 1-16,1 2 1 0,-20 8 1 16,30 0 0-16,-4 4 0 0,-5 6-3 15,0 3 1-15,-2 6-1 0,-2 2 0 0,-1 5-1 16,-3 2 1-16,-2 4-2 0,-2 2 8 0,-4 1-3 15,-4 1-4-15,-2 2 4 0,-5 0-10 16,-7-1 6-16,-2-1 0 0,-5 1 0 31,-6 2 1-31,-3-3-1 0,-2 1 0 16,-1-3-1-16,0-5 2 0,2-5-2 16,5-7 2-16,6-6 1 0,19-11 0 0,0 0 1 15,0 0-1-15,0 0 1 0,-13-12-3 0,13 12 1 16,4-32-1-16,5 2 1 0,6 1-1 15,3 4 0-15,2 4-1 0,2 5-1 16,1 2 1-16,2 3 1 0,1 8-2 16,-3 6 1-16,3 3 1 0,-1 8-2 15,1 3 6-15,1 2 0 0,1 4 0 0,1 0 0 16,-1-2-5-16,-1-1-1 0,2-5 0 16,0-4 0-16,1-4 1 0,0-5 0 0,1-5-2 15,-1-3 1-15,-1-4-1 0,-4-2-1 16,-5-3-1-16,-4-1 0 0,-2-3-4 15,-2 1-3-15,-3-2-8 0,0 5-15 16,0-4-26 0,-9 19-72-16,20-16-133 0,-11 1 13 15</inkml:trace>
  <inkml:trace contextRef="#ctx0" brushRef="#br0" timeOffset="103898.88">28577 8412 404 0,'0'0'59'0,"-2"0"-12"16,1 0-7-16,-1 2-6 0,1-2-4 16,0 0-2-16,-1 0-2 0,1 0-3 0,-1 0-1 15,0 0-2-15,2 1-1 0,-2-1 0 16,2 0 0-16,0 0 0 0,0 0 0 16,20-8-1-16,12 1-4 0,10-2-3 15,12-3-4-15,8-2-2 0,4 2 0 0,3-1-2 16,-1 5-2-16,-5 3-1 0,-7 2-2 15,-12 1 2-15,-13 2-2 0,-9 0 1 0,-22 0 0 16,0 0-1-16,0 0-2 0,0 0-1 16,1 0-4-1,1 0-6-15,-2 0-6 16,0 0-20-16,-2 0-28 0,1 0-53 16,-22 7-98-16,23-7-26 0</inkml:trace>
  <inkml:trace contextRef="#ctx0" brushRef="#br0" timeOffset="104215.47">28726 8700 646 0,'-2'0'60'15,"1"-1"-9"-15,1 1-12 0,0-2-10 16,0 1-8-1,12-11-2-15,-12 12-4 0,28-8-1 0,3 2-4 0,2 3-2 16,5 0-2-16,3 0-2 0,6 2 0 0,3-2-3 16,1-2 0-16,1 0-1 0,-1 1 0 15,-8-1 1 1,-4 2-1-16,-7 1-1 0,-7 1 0 16,-25 1-2-16,21-1 0 0,-21 1 1 15,0 0-2-15,0 0-1 0,0 0-3 16,2 0-6-16,-1 0-7 0,1 0-17 15,-2 0-24-15,1 0-58 0,-1 1-152 0,0-1 11 16</inkml:trace>
  <inkml:trace contextRef="#ctx0" brushRef="#br0" timeOffset="105298.98">30499 8310 444 0,'8'-16'50'0,"-2"-4"-10"0,1 2-8 0,-1-3-1 16,2 1-2-16,-3-2 0 0,-1 3-5 15,-4 19-3-15,3-28-4 0,-4 6-2 16,1 22-2-16,-7-25 0 0,-2 9-3 16,9 16-1-16,-13-20-2 0,0 5-2 0,2 3 0 15,-3 1-2-15,-1 3-1 0,15 8-2 16,-25-4 0-16,5 5-1 0,0 6 1 15,-2 6-1-15,1 9 2 0,-2 5-2 0,2 6 1 16,2 4-1-16,2 0 0 0,5 1-1 16,4 1 2-1,2-6 0-15,4-3 0 16,2-4 0-16,3-6 0 0,-3-20-1 0,11 18 2 16,0-8 1-16,-11-10 0 0,24 3 0 15,1-4 0-15,-2-6-1 0,2-6-1 16,-1-2 2-16,-1-3-2 0,-2-3 3 0,-3-2-1 15,-2-3 2-15,-1-4 3 0,-5-1 2 16,-3 2 2-16,0 1 4 0,-2 6-1 16,-5 22 1-16,0 0 0 0,0 0-4 0,0 0-2 15,0-22-3-15,0 22-4 0,0 0-1 16,0 0 0-16,0 0-1 0,1-2 1 0,-10 29-1 16,2 7 2-16,4 4-1 0,3 4 1 15,2 7-2-15,2 1 1 0,3 6 4 16,1 5-4-1,-1 3 4-15,2 4-6 0,-1 2 0 0,-2 2 0 0,0 4-1 0,-2 2 4 16,1-4-3-16,-4-4 2 0,-1-6 2 16,-1-8-3-16,-4-6 4 0,-1-6-4 15,-3-5-1 1,-3-5 2-16,-1-4-2 0,-5-4 1 16,2-3 0-16,-4-4 1 0,0-5 0 15,-5-3-1-15,-1-6 0 0,-3-5 0 16,-3-5 0-16,-1-6 0 0,-2-5 0 0,1-7 0 15,-1-6 1-15,3-6-2 0,5-6-3 16,2-8 4-16,6-6-4 0,8-8 4 16,6-5 0-16,10-5-1 0,6 2-1 0,11 4-2 15,7 7 1-15,9 9-4 0,7 8 0 16,8 7-4-16,6 7-5 0,2 6-7 16,3 10-10-16,-4 1-19 0,6 7-43 0,-7 1-74 15,-4-2-98-15</inkml:trace>
  <inkml:trace contextRef="#ctx0" brushRef="#br0" timeOffset="105715.22">31183 8093 555 0,'0'0'53'16,"0"0"-12"-16,-3-22-10 0,3 22-6 0,0 0-6 15,0 0-6-15,0 0-4 0,3-2-3 16,-22-4-1-16,19 6 2 15,-32 12 1-15,0 8 1 0,2 7 0 0,-3 11-2 0,1 9 3 16,0 6-3-16,3 8 2 0,3 1 3 16,5 4-5-1,4-1 0-15,8-1-4 0,4-2-3 16,8-5 0-16,7 0-1 0,5-6 1 16,8-4-2-16,4-6 3 0,8-8-2 15,4-5 1-15,4-10-1 0,-1-5-2 16,-1-8-1-16,-1-5-2 0,-1-4-5 0,-4-8-13 15,-2 1-23-15,-8-7-36 0,-2 1-76 16,0 2-99-16</inkml:trace>
  <inkml:trace contextRef="#ctx0" brushRef="#br0" timeOffset="106233.14">31219 8477 575 0,'0'0'52'0,"6"-24"-9"16,5 6-6-16,4 0-1 15,4 2-6 1,4 1-6-16,6 3-3 0,-1 0-6 0,3 3-1 16,-1 1-2-16,3 5-2 0,1 5-3 15,-2 4-3-15,-3 4-3 0,-5 4-1 0,-2 1-2 16,-8 5 3-16,-3 3-3 0,-5 1 3 15,-7 3 3-15,-7 4-4 0,-4 1 3 16,-7 0-3-16,-1-2 0 0,-5-5 0 16,-2 0 0-16,1-2 0 0,1-5 0 0,6-4 0 15,4-5 0-15,15-9 1 0,0 0 1 16,0 0 1-16,0 0-1 0,-2-2 0 16,11-15-2-16,9-4-1 0,6-3 0 0,4-2 0 15,4 0 2-15,2-1-1 0,-1-2-4 16,-3 2 4-16,-1 1-5 15,-4 3 5-15,-6 3 1 0,-2 4-1 0,-7 2 3 0,-10 14-1 16,0 0 0-16,0 0-1 0,0 0 0 16,2-2-1-1,-2 2 0-15,0 0 0 16,0 2 0-16,-11 23 1 0,0 0 2 0,2 4-3 16,2 1 4-16,1 2-5 0,3 0 0 15,3-1 1-15,3-4-2 0,3-1 2 16,4-2-2-16,4-1 1 0,2-4-2 0,3-2 0 15,4-3-4-15,-1-5-4 0,3-2-7 16,1-5-12-16,2 1-16 0,-3-8-37 0,4 1-60 16,1 7-103-16,-8-14 3 0</inkml:trace>
  <inkml:trace contextRef="#ctx0" brushRef="#br0" timeOffset="106600.01">31907 8087 602 0,'0'0'58'0,"0"0"-12"31,0 0-8-31,0 0-11 0,-1-1-6 16,1-1-6-16,0 1-3 0,0 1-2 0,-2-2-2 16,2 2 0-16,2 0 7 0,-1 0 0 15,25 18 0-15,3 4-1 0,3 5-8 16,1 5-3-16,2 6 2 0,0 7-2 0,1 5 0 15,1 4 0-15,-3 3-2 0,-4 4 2 16,-5 1-4-16,-7 4 1 0,-6 0 1 16,-8 2-3-16,-9 1 3 0,-7-1-1 0,-5-1 1 15,-7-5-2-15,-5-7 2 0,1-8 0 16,-4-9 0-16,4-8 5 0,4-9-6 16,8-7 4-16,16-14-3 0,0 0 0 0,0 0-1 15,0 0-4-15,-2 1-2 0,-5-19-8 16,7 18-6-16,5-22-17 15,-1-3-34-15,7 10-100 0,1 3-120 0,-1-5 22 0</inkml:trace>
  <inkml:trace contextRef="#ctx0" brushRef="#br0" timeOffset="167450">20902 10436 282 0,'-5'-25'55'0,"-4"3"3"16,-1 0-2-16,1 4-3 0,-5-1-12 0,2 4-6 15,-4 0-9-15,2 2-5 0,-6 1-4 16,-2 1-2-16,-4 3-2 0,-5 5-1 15,-4 3 0-15,-5 9-3 0,-2 7-3 0,-2 5-1 32,0 8-3-32,1 4 1 0,-2 5-2 0,4 5 0 0,4 1 3 0,1 9-34 31,12 3 1-15,9-1-1-16,12-4-1 0,9-15 33 0,9-11 5 15,11-7 2-15,6-12 0 0,7-7 0 16,6-12-1-16,6-9-3 0,2-9 0 0,5-5-4 15,-1-8-5-15,1-6 4 0,-5-8-3 16,-7-7 3-16,-7-8 3 0,-8-5-4 16,-7-4 3-16,-9-2-2 0,-8-1-2 0,-4-4 2 15,-6-1-1-15,-3-8 0 0,-4 4 5 16,-3 11-2-16,1 15 4 0,4 22-1 16,-1 17-1-16,3 11-2 0,6 18-1 0,0 0-3 15,0 0 1-15,-11 21 1 0,2 9-1 0,0 8 2 16,2 6-2-16,0 10 2 15,-1 3-2-15,0 4 4 0,1 4 3 0,-2 8-3 16,-1 10 2-16,1 11-2 0,-1 8-6 31,3 2 4-31,1-5 1 0,6-6-2 16,6-7 2-16,4-12-2 0,6-9-2 0,6-10 2 16,7-8 0-16,2-9 0 0,7-13-2 15,4-11 1-15,0-13-1 0,0-6-3 16,1-8-6-16,-4-6-14 0,2 1-25 0,-5-5-23 15,-2 0-43-15,0 11-89 0</inkml:trace>
  <inkml:trace contextRef="#ctx0" brushRef="#br0" timeOffset="169566.47">19944 16281 730 0,'-32'16'-9'16,"6"-5"4"-16,1 3-1 0,6-6-11 0,19-8-25 15,0 0-41-15,0 0-59 16,0 0-64-16</inkml:trace>
  <inkml:trace contextRef="#ctx0" brushRef="#br0" timeOffset="171716.6">9512 13921 749 0,'-30'15'0'16,"6"2"-1"-16,2-3 0 16,10 2-1-16,12-16-4 0,0 0-3 0,-15 17-9 15,15-17-8-15,0 0-10 0,0 0-10 0,0 0-10 16,0 2-22-16,0 1-25 15,-4-3-32-15,4 0-45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9T11:05:21.3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19999 11544 234 0,'0'0'30'16,"-12"-17"2"-16,12 17-2 0,-10-17-3 15,10 17-2-15,-8-17 2 0,8 17 0 16,0 0-2-16,0 0-5 0,0 0-5 0,6-16-4 16,-6 16 1-16,21-12-1 0,5 4 2 15,6 2 1 1,5 1-1-16,12-1 1 16,11 1-2-16,11-2-1 0,11 1-3 0,12-3-1 15,12 0-2-15,9 0 0 0,10 0 0 16,4 3-1-16,2-1-1 0,-5 3 0 15,-5 1-1-15,-9 0-1 0,-11 1-1 0,-14 1 0 16,-11 1 0-16,-15 1-1 0,-13 2 1 16,-9 1 0-16,-14-1-3 0,-25-3-1 0,0 0 0 15,0 0-3-15,0 0-3 0,-2-2-9 16,4 2-16-16,-1 2-31 0,1-2-43 16,-2 1-102-16</inkml:trace>
  <inkml:trace contextRef="#ctx0" brushRef="#br0" timeOffset="734.11">20166 12275 354 0,'8'-17'30'0,"-8"17"4"0,7-19 1 0,-7 19 0 15,8-23-1-15,-8 23-4 0,6-23-4 16,-6 23-4-16,3-24-3 0,-3 24-3 15,-1-25-4-15,1 25-2 0,-11-23-3 16,0 4-1-16,-1 4 1 0,-2 4-3 0,14 11-1 31,-26-5-1-31,3 5-1 0,-3 5 0 16,0 8 0-16,-2 5 0 0,1 9-1 0,0 8 2 16,-1 6-2-16,3 4 1 0,4 3-1 15,1-1 1-15,6 0-2 0,7-2 1 16,3-2 2-16,7-1-3 0,2-3 3 15,6 0-3-15,2-6 0 0,9-6 3 0,1-5 1 16,5-6 1-16,3-7 1 0,1-7-2 16,2-11 1-16,3-6-3 0,0-8 0 0,2-8 1 15,-1-7-4-15,-4-9 3 0,0-7-4 16,-2-7 1-16,-3-7 3 0,-5-7-2 16,-6-2 2-16,-4-2 0 0,-5 2 2 15,-3 2-2-15,-1 4-1 0,-4 5 3 0,-1 9-3 16,-1 10 8-16,-3 9 4 0,3 11 1 15,-4 5 0-15,5 22-3 0,-7-18-2 16,7 18-3-16,-11-13 0 0,11 13-2 0,0 0-1 16,0 0-1-16,0 0-2 0,0-2 0 31,-1 2 0-31,-19 18 2 0,7 9-1 16,1 8 1-16,5 9 3 0,3 6-4 0,2 7 1 15,4 2-2-15,1 5-1 0,3 2 2 16,1 3 0-16,3-1 0 0,1-1-4 0,5-7 3 15,2-3-3-15,2-7 4 0,4-4 0 16,1-4-5-16,4-4 1 0,0-5-7 16,1-6-4-16,-1-7-5 0,2-3-9 15,-4-7-12-15,2 0-18 0,-5-7-29 0,-2-2-55 16,9 2-76-16</inkml:trace>
  <inkml:trace contextRef="#ctx0" brushRef="#br0" timeOffset="1284.33">20758 12211 520 0,'23'-24'27'0,"6"5"8"16,3-3 6-16,1 5-5 0,-1 4-8 15,1 2-6-15,0 4-6 0,-1 2-5 0,-3 3-4 16,-3 5-4-16,-3 4-2 0,-4 2-1 16,-2 3-2-16,-3 2 0 0,-6 4-1 0,-1 4 2 15,-5 5-1-15,-4 3 0 0,-5 2 1 16,-1 0 0-16,-6-1-1 0,-3 0 2 16,-2-3-1-16,-2-1 2 0,0-5-1 15,2-4 0-15,2-3-1 0,6-4 1 0,11-11 2 16,0 0 1-16,0 0 0 0,0 0 0 15,-2-1-2-15,2-1-1 0,15-28 1 0,3-2-2 16,6-4 2-16,5-3-2 0,5-1 2 31,1-2-1-31,0 2 1 0,-1 3 0 16,-2 2 3-16,-3 5-1 0,-4 3 2 16,-6 5 3-16,-5 9 4 0,-14 13 1 0,0 0 1 15,0 0-3-15,0 0-5 0,1-2-3 16,-1 2-4-16,0 0 1 0,0 0 0 0,-14 21 1 15,-1 4-1-15,-2 2 0 0,3 5-1 16,-2 4 1-16,3 4-1 0,4 0 2 16,2 2-1-16,4-2 0 0,5 0-1 15,2-2 0-15,7-3 3 0,4-3-5 0,5-5 4 16,4-3-5-16,5-2 1 0,5-9-1 16,6-2-7-16,8-8-10 0,6-5-15 15,2-8-16-15,8-4-21 0,-7-6-33 0,-2-5-60 16,0 3-56-16</inkml:trace>
  <inkml:trace contextRef="#ctx0" brushRef="#br0" timeOffset="5550.7">22638 10633 236 0,'0'0'28'0,"4"-25"17"0,2 9 10 16,-6 16 5-16,0 0-5 0,0 0-10 0,0 0-9 15,2-2-8-15,-2 1-8 0,2-1-7 16,-2 1-3-16,0-1 0 0,2 2 2 15,-2 0 1-15,1 0 0 0,15 19-2 16,0 2-3 0,-3 3 0-16,4 3 0 0,-1 3-2 15,4 2 2-15,3 2-3 0,1-1 0 16,3 0-3-16,2-1 1 0,3-1-2 0,1-5 2 16,6-5 0-16,2-6 0 0,2-6-1 15,5-6 0-15,1-6-1 0,6-7-1 16,1-7 1-16,1-4-1 0,-4-6 1 15,-3-5 0-15,-6-3 0 0,-6-2 1 0,-5-1 0 16,-5-3-2-16,-5 2 2 0,-6 0-1 16,-3 5 2-16,-2 7 1 0,-4 6-4 15,-8 21 5-15,7-17-7 0,-7 17 3 0,0 0-3 16,0 0-3-16,0 0 1 0,2-2 2 16,-2 2 4-16,-2 2-5 0,-8 16 3 15,-1 0-10 1,0 2-5-16,-2-2-7 0,0 3-17 0,-6-1-19 0,0 1-34 0,-3 0-39 15,-7-9-74-15</inkml:trace>
  <inkml:trace contextRef="#ctx0" brushRef="#br0" timeOffset="6000.7">23330 10689 425 0,'0'0'53'0,"9"-17"0"0,-9 17-6 16,0 0-13-16,0 0-5 0,0 0-5 15,2-1-9-15,-1-1-2 0,-1 1-5 0,2-1 0 16,-2 2 2-16,1-1 1 0,0 1 2 16,1 0 1-16,-1 0-1 0,1 1-1 0,11 18 0 15,-6-1-3-15,0 1-2 0,-1 6 0 16,1 3-1-16,-3 9-2 0,1 7 2 15,1 6-4-15,-2 5 2 0,1 2-4 16,-3 4 2 0,1 3 1-16,1 1-1 0,-1 2 1 15,-1 1-2-15,1 2-3 0,-3 0 0 16,-2 0 0-16,-1-4 2 0,-4-3-1 16,-3-7 1-16,-3-5 3 0,-6-5-4 0,-2-6 4 15,-3-8-4-15,-2-9 0 0,0-4 3 16,0-10-2-16,2-6 0 0,0-6-1 15,-2-8-3-15,0-7-5 0,1-6 3 0,0-6-8 16,-1-7 1-16,6-1-6 0,-1-1-7 16,10 5-2-16,1 4-6 0,10 30-8 0,-5-25-14 15,5 25-4-15,0 0-4 0,0 0-6 16,0 0-13-16,2-1-44 0</inkml:trace>
  <inkml:trace contextRef="#ctx0" brushRef="#br0" timeOffset="6318.69">24162 10557 593 0,'9'-15'27'0,"-9"15"1"0,5-21 6 0,-5 21 0 16,0 0-7-16,0 0-9 0,0 0-5 16,2-2-7-16,-4 1-2 0,1 1 4 15,-16 8-4-15,2 15 5 0,1 12-4 0,2 8-2 16,0 5 0-16,3 9-3 0,1 5 1 16,4 6-2-16,4 2 2 0,4-1-3 0,5-2 2 15,7-5 3-15,4-3-7 0,2-8 5 16,2-4-7-16,4-6-8 0,-1-6-9 15,5-6-16-15,-3-11-21 0,4-3-35 16,-4-9-60-16,-6-12-82 16</inkml:trace>
  <inkml:trace contextRef="#ctx0" brushRef="#br0" timeOffset="6800.94">24367 10932 567 0,'6'-23'49'16,"6"6"2"-16,-2-1-2 0,6 3-10 16,0 0-10-16,8 4-5 0,5 4-5 15,4 3-5-15,4 6-4 0,-1 4-4 0,-4 6-3 16,-3 7-2-16,-6 3 1 0,-5 9 0 16,-5 4-3-16,-4 1 2 0,-3 0-4 15,-6 1 3-15,-4-1-1 16,-4 0 0-16,-2 1 4 0,-3-4-5 0,-1-1 5 0,-3-4-5 15,-3-4 1-15,2-4 1 0,2-3 0 0,1-4 0 16,15-13 0-16,0 0 2 0,0 0 0 16,0 0 0-16,-1-1 0 0,1 1-1 31,6-22-1-31,11-7 1 0,8-6-6 16,6-4 4-16,4-4-4 0,0 4 3 0,-3 0 4 15,-5 2-2-15,-4 5 1 0,-4 2 0 16,-5 7 1-16,-5 7-1 0,-9 16 0 0,0 0-1 15,0 0-1-15,0 0-2 0,2-2 2 16,-2 2 0-16,-9 17 2 0,-1 5 0 16,1 4-2-16,0 5 2 0,2 1-4 15,0 1 4-15,4 1 2 0,2 0-4 0,4 0 5 16,4-2-6-16,3-1-1 0,5-3 0 16,5-3-4-16,1-3-5 0,5-4-11 15,-1-6-9-15,4-1-15 0,-3-11-21 0,6-2-41 16,-3-5-72-16,-5-12-54 0</inkml:trace>
  <inkml:trace contextRef="#ctx0" brushRef="#br0" timeOffset="7183.94">25163 10434 543 0,'3'-23'45'16,"-3"23"-3"-16,7-17-3 0,-7 17-4 0,0 0-11 15,11-13-6-15,-11 13-2 0,0 0-2 16,0 0-1-16,26 8 1 0,-4 3-1 16,1 6-3-16,3 6 1 0,2 6 2 15,2 4-5-15,0 7 3 16,2 5-4-16,-1 7-4 0,-1 9 0 0,-3 10-2 0,-5 9 0 15,-3 10-2-15,-6 4 1 0,-3 3 1 0,-7 0-3 16,-5-3 2-16,-5-6-2 0,-9-9-1 31,-4-10 2-31,-2-13-1 0,-2-9 1 16,-2-11-1-16,0-7 1 0,1-9 0 16,5-6 0-16,3-7 0 0,17-7-2 0,0 0-2 15,-22-1-4-15,22 1-5 0,-17-14-3 16,17 14-10-16,-16-21-13 0,16 21-20 15,-10-23-36-15,10 23-52 0,4-23-92 0</inkml:trace>
  <inkml:trace contextRef="#ctx0" brushRef="#br0" timeOffset="7509.04">26227 11208 618 0,'0'-1'35'0,"1"-1"12"16,-1 1-6-16,8-19-9 0,-8 20-10 0,13-15-5 16,4 4-2-16,7 5-1 0,7 0 0 15,8 2-3-15,9-1 0 0,10 3-4 16,4 2-3-16,4 2-2 0,1 1-3 15,-2 1 2-15,-2-1-1 0,-3 2 1 0,-7 0-2 16,-6-1 1-16,-10 0-1 0,-9 1 0 16,-28-5 0-16,0 0 0 0,0 0 0 15,0 0-4-15,1 0-6 0,1 0-7 0,-1 0-10 16,-1-1-7-16,0 1-11 0,-16-12-14 16,16 12-21-16,-32-7-36 0,3 6-43 15,5 9-57-15</inkml:trace>
  <inkml:trace contextRef="#ctx0" brushRef="#br0" timeOffset="7767.24">26364 11510 521 0,'0'0'62'0,"0"0"0"0,0 0-5 0,0 0-9 15,-1 2-9-15,2-1-7 0,20 8-6 16,2-6-7-16,10-3-5 0,5-3 0 0,5-1-5 15,8-2-3-15,3-1-1 0,3 2-4 16,2 0 0-16,1 0 0 0,-5 2-2 16,-6 1 1-16,-10 2-1 0,-6 0 1 15,-7 0-1-15,-26 0-1 16,23-2-2-16,-23 2-3 0,0 0-5 0,0 0-10 0,0 0-17 16,1 0-26-16,-1-2-45 0,-17-14-166 15,-3 5 18-15</inkml:trace>
  <inkml:trace contextRef="#ctx0" brushRef="#br0" timeOffset="9250.86">29037 11178 155 0,'0'0'26'0,"10"-14"-2"0,-10 14 3 16,0 0 1-16,0 0 4 0,11-15-1 0,-11 15 0 15,0 0-2-15,0 0 0 16,11-14-1-16,-11 14 2 0,0 0-3 0,0 0-1 16,0 0-6-16,1-1-5 0,-1-1-3 15,1 0-1-15,-1 1 0 0,0 0 3 0,-4-19-2 16,4 20 0-16,-11-18 0 0,0 4-3 15,1 0 2-15,10 14-1 0,-20-19 1 0,4 1-1 16,-3-2-1-16,-1-2-2 16,0 1-1-1,-3 0-1-15,-3 1 0 0,0 3 1 16,-3 4-2-16,-1 2 1 0,-1 5 0 16,2 4 0-16,3 6-1 0,-2 3 1 0,2 6-3 15,3 5-1-15,0 6 1 0,3 5-1 16,0 4-2-16,3 5 3 0,5 2-3 0,3-1 1 15,3 1 3-15,2 0-6 0,4 0 6 16,3-1-5-16,0-2 1 0,3-6 0 16,2-3 0-16,1-5 2 0,4-7-1 0,3-2 3 15,1-4-1-15,5-6 3 0,-2-4-2 16,3-3 0-16,2-7-1 0,1-1-1 16,-1-5 1-16,2-2 0 0,-1-5 0 0,-1-2-2 15,-2-4 2-15,-3-4-1 16,-1-4-5-16,-5-1 5 0,-1 2-5 0,-2 1 3 15,-2 3 2-15,-1 3-1 0,-2 5 1 16,-1 5-1-16,-5 19 1 0,0 0 0 0,0 0-1 31,0 0 0-31,0-1 1 0,2 1 1 16,-2 0 1-16,0 1 2 0,1 30-4 0,2-1 1 16,3 0 4-16,0 4-6 0,1 1 6 15,3 1-6-15,3-1 0 0,2 0 0 16,2-1-1-16,0-4 0 0,3-3-1 15,2-1 1-15,-1-5 0 0,2-1 1 0,0-5-2 16,0-4 0-16,-1-5-2 0,-1-3-1 16,2-5-1-16,-2-3-4 0,0 1-4 0,-1-3-4 15,-2-1-4-15,-2 0-4 16,-16 8-8-16,17-11-9 0,-17 11-22 0,19-12-44 16,-19 12-112-16</inkml:trace>
  <inkml:trace contextRef="#ctx0" brushRef="#br0" timeOffset="28318.7">17977 1360 188 0,'13'15'0'0,"-13"-15"-1"15,0 0 0-15,13 12 0 0,-13-12-2 16,0 0 0-16,0 0 0 0,0 0 2 0,1 1 1 15,1 1 1-15,-1 0 1 0,1-1 3 16,-1 1 7-16,1-1 11 0,-1 1 8 0,11 8 4 16,-12-10 0-16,0 0-5 0,0 0-1 15,0 0-2-15,1 2-4 0,-1 0-5 16,2-1-4-16,-2 0-7 0,-3 19-1 16,3-20-2-16,0 0-2 0,0 0 1 15,-10 14 1-15,10-14 1 0,0 0 3 0,0 0 1 16,0 0-1-16,-2 1 0 0,1-1-2 0,-1 2 0 15,2-1 0-15,-1 1 2 0,-4 18 0 16,5-20 0-16,-1 28-1 0,2 3-1 31,1 2-1-31,1 4-2 0,0 2-1 16,1 4-2-16,1 5 9 0,-1 2-2 0,4 2 1 16,0 4-1-16,-1 2-9 0,3 4 2 15,0 8-3-15,-1 4 3 0,1 8-3 0,0 2 3 16,-1 4 5-16,0 1-2 0,-2 8 1 15,1 5-2-15,0 7-4 0,-1 5 5 16,2 3 1-16,2 6 1 0,1 5 3 16,2 5 0-16,1 5-1 0,2 5-3 15,0 3-1-15,2 4-3 0,-3 3 0 0,0 5-1 16,0 4 0-16,1 4 0 0,0 3 1 0,0 3 0 16,0 4-1-16,-3 5 2 0,1 6-1 15,-4 6 1-15,0 6 1 0,-3 1-4 16,-4 6 1-16,-2 4 2 0,-2 2 2 15,-3 9-1-15,-3-2 0 0,1-1-2 16,-1 2 0-16,0 0 2 0,0-3 0 0,2 1-2 31,0-4-1-31,2-6 0 0,2-2 0 0,4-3 1 16,0 0 0-16,2-2 0 0,2 3 0 16,1 4 1-16,0 3 1 0,-1 8-2 15,-2 0-1-15,-2-5 0 0,-3 0 0 16,-1-3 1-16,-1-3 2 0,-3-2-2 15,-1-4 0-15,1-8 0 0,-2-6 0 0,-1-6-1 16,1-4 1-16,0-5 0 0,3-6 0 0,2-4 1 16,2-7 0-16,4-3 1 0,4-4 1 15,3-3-2-15,4-8 2 0,6-3-4 16,4-3-2-16,3-4 4 0,0-3-1 16,3-4-1-16,-4-8 0 0,-2-2-1 15,-2-6-3-15,-1-8 4 0,-2-6 0 0,-3-7-3 16,-2-9 2-16,-3-6-4 0,1-6-3 0,-2-8 0 15,1-5-10-15,-2-9-18 0,4-4-48 16,4-7-83-16,-6-18-55 0</inkml:trace>
  <inkml:trace contextRef="#ctx0" brushRef="#br0" timeOffset="29834.92">3467 4529 258 0,'0'0'45'0,"-4"-23"2"0,4 23 1 16,-3-20-3-16,3 20-5 0,0 0-9 15,0 0-3-15,0 0-7 0,-1-1-4 16,1 0-5-16,0-1-2 0,0 1 0 15,0-1 2-15,1 2 1 0,1 0 1 0,9 24 1 16,-1 10-7-16,-4 5 2 0,1 10-6 0,-1 4-1 16,-2 6 0-16,-2 6-3 0,1 6 3 15,0-2-5-15,1 1 4 0,3-5 2 16,0-1-4-16,-1-5 3 0,3-3-3 16,-2-4-1-16,0-5 2 0,-1-2-2 15,-3-5 1-15,1-5-1 0,1-8 1 0,-2-5 0 16,-3-22 1-16,0 0-2 0,0 0 2 0,0 0 1 15,1 1-2-15,-1 1-5 0,0-2-19 16,2 0-28-16,-2 0-48 0,1-23-82 16,3 4-40-16</inkml:trace>
  <inkml:trace contextRef="#ctx0" brushRef="#br0" timeOffset="30200.82">3862 4643 422 0,'0'0'41'16,"-10"-21"1"-16,10 21-6 0,-10-22-5 16,10 22-7-16,0 0-6 0,0 0-6 15,0 0-6-15,-2-1-4 0,2 1 1 16,-1 0 2-16,-6 17 2 0,4 10 0 15,3 10 0-15,0 8 0 0,0 8-1 0,0 6 2 16,0 7-3-16,3-1 1 0,1-1-3 0,0-5 2 31,2-4 0-31,0-2-5 0,3-6 6 16,1-3-7-16,-3-6 1 0,5-6 1 16,-1-7-1-16,-1-3 2 0,-4-7-2 15,-6-15 1-15,0 0 0 0,0 0 0 16,0 0 2-16,3 1-1 0,-3 1-2 0,3 0-3 15,-3-2-10-15,0 1-16 0,3-1-25 0,-3 0-42 16,-3-1-64-16,3 1-60 0</inkml:trace>
  <inkml:trace contextRef="#ctx0" brushRef="#br0" timeOffset="30451.04">3304 5170 430 0,'0'0'41'0,"0"-2"2"0,3-17-4 16,8 5-12-16,1 3-5 0,8 2-2 0,9 1-1 15,3 0-4-15,7-2-4 0,7 0-4 16,5-2-3-16,4-1-3 0,0 3-1 15,-6-1-1-15,-4 2-4 0,-8 3-5 16,-6 0-15-16,-4 4-26 0,-27 2-43 16,25-1-68-16,-6 5-51 0</inkml:trace>
  <inkml:trace contextRef="#ctx0" brushRef="#br0" timeOffset="30834.98">3564 4069 364 0,'-6'-24'40'0,"-2"4"4"0,8 20-2 16,-9-23-10-16,9 23-6 0,-6-21-6 0,6 21-5 15,0 0-3-15,0 0-5 0,0 0-5 0,-1-1 0 16,-1 1-3-16,-16 9 2 0,0 9-1 16,-2 6 0-16,-3 5-1 0,-3 3 1 15,0 4-1-15,-2 1 2 0,2 3-1 16,-3-4 1-16,3-3-1 0,2-2 0 16,4-6-1-16,2-3 2 0,8-6-2 0,10-16 0 15,-13 16-1-15,13-16 1 0,0 0 1 0,0 0 1 16,0 0-2-16,0 1-4 0,0-1-4 15,13-17-11-15,-3 1-16 0,0-4-21 16,3-1-19-16,0-4-17 0,-1-4-8 16,10 2-18-16</inkml:trace>
  <inkml:trace contextRef="#ctx0" brushRef="#br0" timeOffset="31050.65">3496 3987 315 0,'0'0'55'15,"0"0"-2"-15,13 11-3 0,-13-11-9 16,12 12-7-16,-12-12-6 0,16 17-3 16,-2-2-3-16,5 2-2 0,4 1-5 0,7 1-4 15,4 1-1-15,3 0-1 0,4 0-3 0,5 1 0 16,-1 0-5-16,1-1-1 0,-1-2 0 16,1-1-2-16,-7-2 0 0,-4-1-1 15,-3-1-4-15,-6-2-12 0,-6 3-27 16,-20-14-55-16,0 0-127 0,3 26 5 15</inkml:trace>
  <inkml:trace contextRef="#ctx0" brushRef="#br0" timeOffset="38134.94">4556 4675 278 0,'-9'-23'34'0,"1"5"7"0,8 18 0 0,-4-26 0 15,4 26-8 1,-3-28-10-16,1 4-1 0,2 24-3 16,2-24 2-16,-2 24 1 0,4-19-3 0,-4 19-5 15,0 0-6-15,0 0-4 0,0 0-2 16,0-2 4-16,32 11-2 0,-6 6 3 15,1 8-4-15,1 3-2 0,1 3-1 16,1 1 0-16,3 2 1 0,2 0-1 16,4 0 0-16,3-2 0 0,0-3 1 0,7-2 0 15,0-5 1-15,2-7 1 0,-1-4 2 0,0-9 0 16,2-6 0-16,-4-8 1 0,2-4 0 16,-4-5-1-16,-1-2-1 0,-4-6 0 15,-4-1-2-15,-2-1 1 0,-5-2-2 16,-6-1-3-16,-4-1 3 0,-5 4-4 15,-3 4 3-15,-2 6 1 0,-1 6-1 0,-9 17 0 16,0 0-1-16,0 0 0 0,0 0-2 0,1-1-2 31,-1-1 0-31,0 2-1 0,0 0-1 16,0 0-6-16,-14 13-15 0,5 4-19 16,-5-1-39-16,-1 2-61 0,1 5-57 15</inkml:trace>
  <inkml:trace contextRef="#ctx0" brushRef="#br0" timeOffset="38535.06">4931 4377 395 0,'-9'-20'44'0,"9"20"3"0,-3-21 0 16,3 21-5 0,0 0-9-16,0 0-8 15,-3-21-8-15,3 21-6 0,0 0-4 16,0 0-4-16,0 0-1 0,-1-1-1 0,1 1 0 16,0 0 2-16,0 0 1 0,7 20 2 0,-1 2 0 15,1 6 2-15,-1 4-4 0,5 2 2 16,-3 7 2-16,-1 8-4 0,4 6 2 15,-2 5-6-15,0 7-2 0,1 6 2 16,-3 3-1-16,5 1 3 0,-1-4-3 16,-1-6 1-16,1-6 4 0,0-6-5 0,-1-6 3 15,2-4-2-15,1-9 0 0,-3-4 1 0,-1-7-1 16,-1-2-1-16,1-5-1 0,-9-18 0 16,9 20-1-16,-9-20-2 0,10 15-12 15,-10-15-17-15,11 12-38 0,-11-12-73 16,0 0-91-16</inkml:trace>
  <inkml:trace contextRef="#ctx0" brushRef="#br0" timeOffset="40568.28">6767 5004 365 0,'0'0'45'16,"-11"-15"-6"-16,11 15 2 0,0 0-5 0,0 0-6 15,0 0-4-15,8-23-5 0,5 8 1 16,12 6-1-16,8 0-2 0,11 0-1 15,11-2-3-15,8 1 0 0,9-2-2 16,7-1-1-16,3 1-1 0,1 3-4 16,-1 1-3-16,-6 2-2 0,-8 4-2 0,-8 0 0 15,-14 2 1-15,-10 2-1 16,-10-2 1-16,-26 0-1 0,22 1-1 0,-22-1 2 0,0 0 1 16,0 0 1-16,0 0 0 0,1-1-3 15,1 1-1-15,-2 0-2 0,1 0-6 16,-1 0-6-16,-1 0-12 0,-1 1-16 15,-21 8-21-15,-6-1-30 0,-2 1-49 0,-1 7-72 16</inkml:trace>
  <inkml:trace contextRef="#ctx0" brushRef="#br0" timeOffset="40901.01">6863 5298 508 0,'0'0'55'15,"0"0"-10"-15,-2 1-13 0,1-1-8 16,-1 0-6-16,1 0-4 0,-1 0-2 16,2 0-1-16,0 0 0 0,0 0 0 0,0 0-1 15,2 1-1-15,25 5-3 16,1-3-1-16,8 1-1 0,3-3 0 0,13-2 0 0,5-3-2 15,9 0-1-15,3-3 0 0,5-1 0 16,3-1-2-16,-2-1 0 0,0 2 1 31,-4-2-1-31,-7 3 0 0,-11-1 0 16,-8 2-1-16,-10 1-1 0,-9 2-2 0,-26 3 0 16,0 0-4-16,0 0-4 0,0 0-10 0,1-1-18 15,1 1-34-15,18-3-49 0,-10-9-90 16,-10 12-6-16</inkml:trace>
  <inkml:trace contextRef="#ctx0" brushRef="#br0" timeOffset="41634.33">9228 4505 328 0,'-1'-2'36'0,"1"1"4"0,-2-1 1 16,2 1 3-16,0 0-7 0,0-1-1 15,0 0-7-15,0 1-7 0,0-1-3 0,2 1-4 16,-1-1-3-16,1 0 0 0,-1 2-2 16,1 0 2-16,12 13 2 0,-1 6-5 15,-4 9 3-15,-2 6-5 0,-1 3-2 16,1 6 1-16,2 6-3 0,-3 6 0 0,-2 6-3 16,2 5 2-16,-1 0-5 0,-2 0 5 15,0-7 3-15,-1-5-4 16,1-6 6-16,0-8-6 0,-2-5-1 0,2-8 3 0,1-5 0 15,-4-22 1-15,0 0 0 0,0 0 1 16,0 0 4-16,5 18 3 0,-5-18-1 16,0 0-2-16,0 0-3 0,0 0-6 0,0-30-7 31,-2-3 4-31,1-6-8 0,-5-1 5 0,3-6 0 16,-4-6-6-16,-2-4-1 0,-2-9-5 15,0-4 0-15,1 0 2 0,-1 3 8 16,-1 7 1-16,2 5 2 0,-3 4 5 15,3 7-4-15,-3 6 5 0,1 9 1 16,2 5-1-16,0 6 1 0,10 17 0 0,-13-14 0 16,13 14 1-16,0 0 1 0,0 0 1 15,-14-10 2-15,14 10 1 16,0 0-2-16,0 0-1 0,0 0-2 0,-2-2 0 0,15-14-1 16,5 0 0-16,9 1 0 0,9-1 1 15,7-1 0-15,7 0 1 0,3 2 0 16,2 0 0-16,7 3 0 0,-1 1-3 0,-2 2 0 15,-5 3-1-15,-11 0-1 0,-11 3 0 16,-6 1 0-16,-26 2 1 16,0 0-2-16,0 0 1 0,0 0-1 0,0 0-2 0,3 0-2 31,-2 0-1-31,1 0-4 0,-1 0-7 16,1 0-13-16,-2 0-21 0,0 2-32 15,0 0-38-15,-16 16-104 0</inkml:trace>
  <inkml:trace contextRef="#ctx0" brushRef="#br0" timeOffset="41934.31">9133 4888 541 0,'0'0'56'0,"0"0"-15"15,-3 1-10-15,3-1-9 0,0-1-1 16,0 1 0-16,19-10 0 0,7 0-2 31,7 1-4-31,6-1-4 0,7 2-3 0,2-2-3 16,3 3-3-16,-2-1 0 0,-4 1-2 16,-6 0-1-16,0 3 0 0,-9 1 1 0,-2 1-1 15,-5 2-2-15,-23 0 0 0,0 0-3 16,0 0-7-16,26 3-16 0,-26-3-15 15,0 0-20-15,0 0-29 0,0 0-55 16,-3 25-78-16</inkml:trace>
  <inkml:trace contextRef="#ctx0" brushRef="#br0" timeOffset="42234.28">9094 5440 588 0,'3'0'36'15,"-3"0"10"-15,23-6-5 0,-3-3-9 16,6 0-10-16,3-2-6 0,12 2-2 16,5-2-3-16,9 2-3 0,4-1-1 15,5 0-4-15,1 3-2 0,2 1 0 0,0 1-1 16,-5 3 0-16,-6 2 1 0,-9 0-2 15,-9 0-1-15,-6 2 0 16,-8 0-2-16,-24-2-2 0,25 3-2 0,-25-3-12 0,19 6-14 16,-19-6-17-16,0 0-28 0,0 0-36 15,0 0-78-15,2 1-26 0</inkml:trace>
  <inkml:trace contextRef="#ctx0" brushRef="#br0" timeOffset="42684.18">10580 4357 469 0,'0'0'57'0,"0"0"-4"16,0 0-7-16,0 0-14 0,-2-1-9 15,2 0-8-15,0-1-2 0,2 1 1 16,-2-1-1-16,2 2 1 0,-1 0-2 0,14 12-3 16,-2 5-2-16,-6 1-3 0,3 2-1 15,-1-1-1-15,2 0-1 0,3-1 0 16,1 0 1-16,4 1 2 0,4-1-4 0,2-1 5 16,4-2-6-16,3-5 3 0,2-4-1 15,7-4 1-15,8-4 1 0,4-6-5 16,3-4 5-16,0-6-4 0,2-3 3 0,-3-5 1 15,-5-2-2-15,-3-4 1 0,-7-5-1 16,-3-1 1-16,-5-1-3 0,-8 1 3 16,-6 3-1-1,-6 4 1-15,-5 9 2 0,-7 22 1 16,4-20 0-16,-4 20 0 0,0 0-1 16,0 0-3-16,0 0-1 0,0-1-2 15,-1 1-1-15,1-2-1 0,-3 2-2 0,3 0-1 16,-4 2-5-16,-8 16-14 0,-1-3-13 15,3 5-21-15,-3-4-25 0,0 4-40 16,-1 5-71-16,-9-10-15 0</inkml:trace>
  <inkml:trace contextRef="#ctx0" brushRef="#br0" timeOffset="43000.77">11026 4178 522 0,'0'0'63'0,"-9"-18"-7"0,9 18-8 16,-11-15-8-16,11 15-8 0,0 0-9 31,0 0-7-31,0 0-5 0,-2-2-5 0,1 2-1 16,-1-1-1-16,1 1 1 0,1 0 0 0,-6 18 1 16,6 8-1-16,0 6 1 0,7 7 0 15,1 6-2-15,2 3 2 0,0 5 0 16,0 5-4-16,1 1 3 0,0 5-5 15,-4 4 0-15,4 4 2 0,-3 5-4 16,-1 3 2-16,0-1-2 0,2-6 2 0,-5-9 4 16,-1-9-4-16,-3-11 3 0,0-8-7 0,0-7-4 15,-3-8-7-15,3-21-9 16,-4 20-14-16,4-20-27 0,0 0-44 0,0 0-157 16,0 0 15-16</inkml:trace>
  <inkml:trace contextRef="#ctx0" brushRef="#br0" timeOffset="46217.27">4720 4543 132 0,'-3'-23'22'0,"3"23"-1"16,0 0-3-16,-6-18 4 0,6 18 1 15,0 0 1-15,-10-14 0 0,10 14 1 16,0 0-4-16,0 0 2 0,-22-7-3 0,22 7-1 16,0 0-3-16,0 0-1 0,0 0-3 15,0-2 0-15,-1 2-2 16,-1 0 2-16,1 0-1 0,-1 0-2 0,-21 0 0 0,23 0-1 16,0 0 0-16,0 0 1 0,0 0 0 15,-1 2 1-15,-1-2 1 0,1 0 1 16,-1 1 1-16,1-1 1 0,-1 0-1 0,1 0-1 15,-2 0-4-15,3 0-4 0,-4 0 0 16,4 2 0-16,0-2 1 16,4 0 2-16,12-8 2 15,9 2 0-15,2-1 0 0,6-1-1 16,5 2-2-16,1-2-2 0,3 2-2 16,-3 2-2-16,-3 1 0 0,-4 1 0 15,-6 4-1-15,-26-2 1 0,26 1-2 0,-26-1-1 16,0 0 2-16,0 0-1 0,0 0 0 15,0 0 0-15,3 0-2 16,-2 2 0-16,1-2-2 0,-1 0-8 0,1 0-13 0,-1 0-22 16,1 0-42-16,-1 1-57 0,-1-1-58 15</inkml:trace>
  <inkml:trace contextRef="#ctx0" brushRef="#br0" timeOffset="47564.51">5791 4373 246 0,'0'0'51'0,"-1"-2"-4"16,1 2-3-16,-2-1-7 0,2 1-4 0,-1-2-3 15,1 1-2-15,-2-1-3 0,2 1-3 16,-1-1-5-16,-1 2-4 0,1-1-3 15,-2 1-3-15,3 0-1 0,-3 0 3 16,-16 13 1-16,1 10 3 0,-1 6-2 0,-3 8 0 16,-1 5 1-16,4 8-3 0,2 5 1 15,1 5-3-15,0 9-5 0,4 6 2 16,1 9-5-16,7 3 4 0,2-1-1 0,5 0-4 16,10-5 3-16,0-5-5 0,9-6 0 15,0-9 2-15,2-6-2 0,2-7 2 16,3-9-1-16,-3-5-1 0,-3-9-1 0,-1-8-5 15,-2-5-12-15,-20-12-15 0,23 5-34 0,-23-5-55 16,0 0-94-16</inkml:trace>
  <inkml:trace contextRef="#ctx0" brushRef="#br0" timeOffset="48065.3">5647 5028 485 0,'8'-24'44'0,"7"3"4"0,-1 0-6 0,2 2-10 16,1 6-14-16,1 2-6 0,2 3-5 15,0 4-3-15,-20 4 0 0,22 0-3 16,-2 4-1-16,-8 6 2 0,-4 4 1 0,-3 4 1 15,-4 3-1-15,-1 2-1 0,-1 1-3 16,-4 2 2-16,0 0-3 0,-1 0 2 31,0-2 0-31,0-1 0 0,0-4 3 0,1 0-2 16,5-19 1-16,0 0-1 0,-6 19 0 0,6-19 1 16,0 0 2-16,0 0 1 0,0 0-5 15,3-1 3-15,17-13-4 0,-1-6 1 16,-3-4 4-16,1-2-3 0,-1-3 0 15,1-1 0-15,-5-2-1 0,2 0 1 16,-5 3 1-16,0 5 1 0,-9 24 3 0,6-19 1 16,-6 19-1-16,0 0-1 0,0 0-4 15,0 0 0-15,1-2-1 0,-1 2 1 16,0 2 0-16,-1 26 0 0,2 1-1 0,1-2 0 16,0 1 0-16,4-4 0 0,0 0-1 15,1-3 0-15,-1-1-2 0,5-3 1 16,0-2-2-16,0-3-2 0,2-1-9 0,-13-11-10 15,22 7-18-15,-22-7-20 0,23 2-37 16,-23-2-50-16,17-12-61 0</inkml:trace>
  <inkml:trace contextRef="#ctx0" brushRef="#br0" timeOffset="48383.89">5869 4468 546 0,'0'0'53'16,"0"0"-11"-16,0 0-8 0,0 0-13 0,0-1-8 16,0 0-5-16,0-1 0 0,0 1 2 15,3-1 1-15,13-4 2 0,9 10 2 16,-1 8 0-16,8 8 0 0,1 6 3 0,2 7-8 16,6 5 2-16,2 6-6 0,0 6-4 15,0 7 1-15,-5 8-4 0,-6 6 1 16,-9 7-4-16,-11 1 2 0,-9 1 2 0,-12 2-4 15,-11-3 4-15,-8-2-4 0,-5 1-4 16,1-6 2-16,0-3-3 0,-1-7 4 31,4-7-3-31,0-11 1 0,5-8-2 0,3-7-3 16,4-7-7-16,7-11-8 0,10-11-15 16,0 0-26-16,0 0-58 0,10 13-116 15</inkml:trace>
  <inkml:trace contextRef="#ctx0" brushRef="#br0" timeOffset="49400.59">12064 4116 256 0,'6'-24'48'15,"-6"24"2"-15,0 0-3 0,1-23-7 0,-1 23-6 16,0 0-5-16,0 0-4 0,0 0-5 16,2-1-3-16,-2-1-3 0,-2 1-2 15,1-1-2-15,-2 2-2 0,3 0 1 16,-29 11 0-16,6 8 4 0,-1 11 1 0,2 9 5 16,-4 9-2-16,0 10 2 0,1 4-5 15,4 4-4-15,3 4-2 0,4 4-6 0,2 3 0 16,6 7-2-16,3 2-2 0,5 2 3 15,5-1-4-15,9-7 4 0,6-8 2 16,10-9-3-16,8-9 5 0,6-7-5 31,6-9 0-31,3-9 2 0,-1-8-2 0,-1-8 1 16,-2-5 0-16,-6-5-3 0,-5-5 0 16,-5-4-5-16,-6-1-6 0,-10-2-13 0,-19 9-20 15,14-13-28-15,-14 13-53 0,0 0-71 16,0 0-14-16</inkml:trace>
  <inkml:trace contextRef="#ctx0" brushRef="#br0" timeOffset="50100.86">12229 4473 531 0,'3'-20'32'0,"-3"20"-2"15,0 0-8-15,7-18-5 0,-7 18-7 16,0 0-4-16,13-12-2 0,-13 12 2 0,0 0-1 16,0 0 3-16,19 1 0 0,-19-1-1 31,17 11 1-31,-5 0 2 0,-12-11 0 16,14 13 2-16,-14-13-4 0,11 12 0 15,-11-12-2-15,0 0-2 0,0 0 0 0,0 0-1 16,1-1-1-16,-1 2 1 0,0 1 0 0,3-1-1 15,-3-1 0-15,1 2 0 0,-1-2-1 16,0 2-1-16,0-2 0 0,0 0 0 16,-1 0 1-16,1-2 0 0,-3 0 0 15,3 1 2-15,0-1-2 0,0 1 0 16,3-1 1-16,7-13-1 0,-10 15 2 0,0 0 0 16,27 2 1-16,-3 7 0 0,-1 5 4 15,-2 6-8-15,-2 2 5 0,0 4-5 0,-2 1-1 16,-5-1 3-16,-5 2-3 0,-4-1 0 15,-3 0-1-15,-4 2 2 0,-4-2-2 16,-2-1 4-16,-4 0-3 0,-2-4 1 31,-1-2-2-31,-2-3 1 0,6-5 2 0,13-12 1 16,0 0 0-16,0 0 0 0,0 0-1 16,-2 1-2-16,-8-20 1 0,10-5-1 0,10-3 1 15,5-5 0-15,5-3 1 0,5-5-3 16,-1-1 3-16,1-2 0 0,1 3-4 15,-3 1 6-15,-3 4-6 0,-2 7 3 16,-4 6 1-16,-7 6 1 0,-7 16-1 0,0 0 0 16,0 0-1-16,0 0-1 0,2-2 1 15,-2 2-1-15,-12 11 1 0,-2 4 1 0,2 5-1 16,1 4-1-16,2 5 5 0,3 3-6 16,6 0 5-16,0 0-2 0,6-2-1 15,1-1 3-15,3-2-4 0,5-1 1 16,2-3-1-16,-1-4-1 0,6-4 2 0,-1-2 0 15,1-4-2-15,3-4-1 0,2-4-2 0,-1-4-7 16,4-3-9-16,-4-6-14 0,3 0-24 31,-8-6-35-31,2-4-53 0,0 2-87 16</inkml:trace>
  <inkml:trace contextRef="#ctx0" brushRef="#br0" timeOffset="50417.56">12777 4010 462 0,'0'0'61'0,"0"0"-13"16,0 0-11-16,0 0-9 0,-13-9-5 15,13 9 0-15,0 0 1 0,0 0 0 16,0 0-1-16,16 8 0 0,1 2-3 0,4 5-1 16,6 2 0-16,8 6-3 0,5 3-3 0,8 4-2 15,7 6-3-15,0 8-1 0,-1 8-4 16,-1 6 0-16,-6 4 0 0,-7 6-5 15,-10 5 3-15,-10 6-3 0,-10 9 0 16,-8 6 3-16,-11 3-5 0,-7-1 3 31,-8-6 2-31,-5-10-3 0,-3-9 3 0,-1-8-4 16,1-9-1-16,2-7 0 0,2-7 0 16,5-8 1-16,3-8-2 0,6-9 0 0,14-15-6 15,0 0-7-15,0 0-17 0,0 0-31 16,-2 0-78-16,19-9-126 0,-7-15 17 15</inkml:trace>
  <inkml:trace contextRef="#ctx0" brushRef="#br0" timeOffset="75067.31">3670 5974 395 0,'-9'-20'42'16,"9"20"-6"-16,-14-18-1 0,14 18-2 0,-15-16-1 15,15 16-6-15,-14-11-7 0,14 11-8 16,0 0-6-16,0 0-4 0,-21 6-2 16,6 9 2-16,0 9 0 15,-2 13 1-15,-1 11-2 16,-3 9 2-16,-2 10-4 0,-3 5 3 16,-1 6-3-16,-3 2 5 0,-4 1 3 15,-1-1-1-15,-1-2 5 0,-2-1-3 0,2 0-1 16,-2-2 2-16,4-2-1 0,-1-5 0 15,2-9-2-15,2-9 1 0,4-10-3 16,8-12 1-16,3-8 5 0,6-6-5 16,10-14 7-16,0 0-3 0,0 0-6 15,0 0 4-15,-2 1-7 0,10-28 0 0,2-6 0 16,3-8-6-16,3-8-1 0,1-10-6 0,3-8-5 16,2-7-9-16,1-6-8 0,2-7-12 15,2-7-10-15,-1-16 2 0,2-4 13 16,4 2 19-16,-2 8 20 15,-1 19 8-15,0 16 5 0,-5 16-5 0,-2 15 2 16,-6 9 8-16,-2 11 1 0,-2 6 9 0,-12 12 1 31,0 0-1-31,13-11 0 0,-13 11-1 0,0 0 0 16,0 0 1-16,0 0-3 0,1-1-2 16,-1 1-1-16,0 0-4 0,2 0-2 15,-2-2-4-15,0 2-3 0,-2-1 0 16,1 1-3-16,-1-2-1 0,0 1-2 15,0 1 0-15,-14-8-1 0,16 8 2 0,0 0-1 16,-21 3-1-16,21-3 0 0,-18 8-3 0,18-8 3 16,0 0 0-16,-11 10 1 0,11-10 1 15,0 0-2-15,0 0 0 0,0 0 1 16,-2 2 1-16,2-1 0 16,-1 1 2-16,1-1 5 0,-9 16-7 0,9-17 6 15,-10 17-5-15,-6-4 0 0,3 0 1 0,-6-3-1 16,-1 1-1-16,-2 1-1 0,-1-1 0 0,-1 1 1 15,-2 0 0-15,-2 0 0 0,-1 0 0 16,3-1-1-16,-3 0 1 0,3-1-1 31,0 0 1-31,3 0 0 0,0-1 2 0,8-3-2 16,15-6 1-16,0 0-1 16,0 0 1-16,0 0 0 0,-1 2 1 0,1-2 0 15,1-2-1-15,21-16 1 0,8-5-3 0,8-1 3 16,7-5-2-16,7-2-4 0,0-1 4 15,-3 2-6-15,-1 5 5 0,-9 6 0 16,-3 7 1-16,-10 4 0 16,-26 8 0-16,23 0-1 0,-23 0 0 0,18 7 0 15,-18-7 1-15,11 13 0 0,-11-13 1 0,12 20 5 16,-5-3-5-16,0-2 5 0,-7-15-6 0,9 20-1 16,0-4 1-16,-1 0 0 0,5-3 0 15,-1 1 0-15,5-1-1 0,5 3 0 16,1-1 0-16,3 1-1 15,3 1-2-15,3 1-11 0,-6-1-19 0,0 6-40 16,-7 4-110-16,-5-2-57 0</inkml:trace>
  <inkml:trace contextRef="#ctx0" brushRef="#br0" timeOffset="76267.67">4338 7428 316 0,'0'0'57'15,"0"0"5"-15,-2-1-1 0,1 1-14 16,1-2-9-16,1-19-9 0,11-2-4 16,11 0-7-16,9-2-5 15,4-4-5-15,7-1-8 16,2-2 1-16,-1-1-4 16,-1-2 3-16,-4 0 2 0,-4 0 0 0,-8 0 0 15,-5 1 0-15,-9 1 1 0,-2 2 0 0,-8 6 0 16,-4 2-1-16,1 23-1 0,-13-21-1 15,3 8 0-15,10 13 0 0,-28 0-1 16,-2 10 0-16,0 6 1 16,-5 7-2-16,0 7 1 0,-1 7 0 0,0 4 0 15,8 3 1-15,2 1 5 0,5 2-5 0,6 0 5 16,8 2-5-16,7-2-1 0,7-4 3 0,6-7-2 16,7-5 2-16,4-7 0 0,6-8 2 15,5-5 0-15,5-7 2 0,2-6-1 16,4-6-2-16,1-7 1 15,0-7-4-15,1-1 2 0,1-7-1 0,1 0 1 16,-3-2-1-16,-6-3-5 0,-6-1 4 0,-8 0-4 16,-4 1 5-16,-4 3 2 0,-6 3-2 0,-4 6 1 31,-4 6 0-31,-5 17-2 0,0 0-1 16,0 0-1-16,0 0 0 0,0-1 0 15,0 2 3-15,-5 24-1 0,0-1 1 0,1 5 5 16,1 3-5-16,0 1 5 15,3 3-5-15,0 1-1 0,0-2 0 0,6-3-1 16,3-2 1-16,2-4 1 0,5-3 1 0,3-5 0 16,1-5 1-16,0-5-1 0,5-6 0 15,-1-5 0-15,2-5-1 0,-1-4-2 16,0-5-2-16,-1-1-5 16,-2-6-11-16,0-1-11 0,-5-3-22 0,0 0-36 15,-8-2-59-15,-15-5-79 0</inkml:trace>
  <inkml:trace contextRef="#ctx0" brushRef="#br0" timeOffset="76451.85">4876 6604 533 0,'7'-21'49'16,"-7"21"-9"-16,10-15-11 0,-10 15-14 15,15-9-16-15,-15 9 2 0,0 0-6 16,0 0-2-16,27 9-9 16,-11 4-40-16,-3 6-88 0,0 6-86 0</inkml:trace>
  <inkml:trace contextRef="#ctx0" brushRef="#br0" timeOffset="77768.48">5778 7293 368 0,'15'-27'59'15,"-1"0"2"-15,-5-1-9 0,-2 3-6 0,-1 0-10 16,-3 4-4-16,-3 21-4 15,-3-27-6-15,-6 4-3 0,2 5-5 0,-9 3-3 16,1 3-3-16,-6 2-4 0,-4 4-1 0,-5 5-3 16,-2 4-1-16,-3 4-1 0,-1 7 0 15,3 6-1-15,1 5 1 0,6 6 0 16,3 1 0-16,5 1 5 16,4 1-5-16,7-1 5 0,4-1-6 0,6-5 1 15,6-3 1-15,6-2-1 0,3-6 0 0,5-4 0 16,6-4 2-16,1-6 0 0,2-4 1 0,1-6 0 15,-2-2 1-15,-4-4 0 0,-1-1 1 16,-4-5 1-16,-3-1 0 0,-5-3-5 16,-1-2 5-16,-7 0-5 15,1 0 8-15,-3 5 3 16,-4 21 3-16,0-23 1 16,0 23-3-16,0 0-4 0,0 0-4 0,0 0-4 15,2-1 1-15,-2 1 1 0,0 1 1 0,-2 31 4 16,2 5-4-16,3 2 5 0,2 5-4 15,-1 5-2-15,3 7 2 0,-1 9-4 16,1 8 4-16,-1 7-4 16,1 2 3-16,1 2 2 0,0 0-3 0,-1-4 3 15,-1-1-3-15,-1-4-3 0,-1-1 3 0,2-6-2 16,-2-7 2-16,-3-8-1 0,-2-11 0 0,-6-7-1 16,1-8 2-16,-6-7-1 0,-2-6 1 15,-5-5 0-15,-4-3-2 0,-7-3 1 16,-11-6-1-16,-8-4-1 0,-6-6 1 15,-4-2-1-15,-3-4 0 0,5-4 2 16,5-3 0-16,6-3 0 0,11-2 0 0,11-3-1 31,12-7-2-31,9-5 2 0,16-4-3 0,12-3 1 16,11 0-3-16,13-3 0 0,10-4-4 16,11-5-4-16,8-6 4 0,3-9-2 15,4-7 4-15,-4 0 4 0,-6 7-1 16,-8 10 6-16,-12 12-1 0,-13 13 3 15,-8 10 0-15,-13 8-5 0,-7 4 6 0,-7 6-5 16,-7 17 4-16,0 0-1 0,0 0 0 0,-10-13-2 16,10 13 0-16,0 0 6 0,-30 4-6 15,7 5 5-15,1 5-6 0,6 4 0 16,0 4 0-16,3 1-1 0,2 4 2 16,5-2-2-16,3 2 2 0,3-1-1 15,7 1 0-15,3 0 1 0,5-5 0 0,2-4 0 16,5-4 0-16,5-6 1 0,2-5-1 0,3-6 1 15,0-5 0-15,3-4 0 0,-2-5 0 16,4-3 0-16,-5-2-2 0,-3-4 3 31,0-3-2-31,-4-1 2 0,-2-2-1 0,0-3-6 16,0-3 5-16,-1 0-3 16,4 3 3-16,-2 6 2 0,1 8-1 0,-3 8-1 15,-2 5 0-15,-20 8 0 0,32 6 0 0,-8 6 0 16,-1 5 1-16,-4 6 6 0,0 2-5 15,-3 6 4-15,0 0-6 0,-6 3-1 16,1-1 1-16,-3-1-1 0,-4-2 2 16,-1-3-1-16,-3-5 0 0,0-22 0 15,-3 25-1-15,3-25 2 0,0 0 2 0,0 0 1 16,0 0 0-16,0 1 0 0,0-1-2 0,0-1-1 16,10-24-1-16,3-1 1 0,0-1 0 15,3-4 0-15,6-2 0 0,1-3-5 16,0-1 3-16,3 4-5 0,0 6 5 15,-1 5 1-15,-2 7 0 0,-3 6 2 16,-20 9-1-16,26 0 0 0,-7 5 1 0,1 3-2 31,-4 3 2-31,0 5 4 0,-1 4-5 0,-1 1 5 16,-1 1-6-16,1 3 0 0,-2-1 1 16,2 0-2-16,-5 0 1 0,1 1 0 15,-1-1 0-15,-2-3 0 0,3-1 1 16,-1-5-2-16,-9-15 2 0,19 11-2 15,-1-6 1-15,-18-5 1 0,32-8 0 0,-3-4 0 16,-1-3-1-16,1-7 2 0,0-2-3 0,1-4 3 16,2 1-1-16,0 0 0 0,0 2 0 15,-5 4-5-15,-4 3 4 0,-4 3-5 16,-6 4 4-16,-13 11-4 0,0 0-6 16,0 0-16-16,0 0-57 0,1-1-184 15,-1 2 4-15</inkml:trace>
  <inkml:trace contextRef="#ctx0" brushRef="#br0" timeOffset="78684.1">8368 7161 554 0,'10'-29'54'16,"-1"7"-9"-16,-2 0-3 0,-7 22-9 16,0 0-6-16,0 0-7 0,0 0-8 15,-3-1-5-15,3-1-4 0,-1 1-2 16,-2 1-1-16,-19 15 1 0,-4 10 6 0,3 8-6 15,0 5 5-15,2 6-5 0,3 0-3 16,3-2 3-16,5-1-2 0,7-3 1 0,6-3-1 16,5-3 2-16,6-5 0 0,2-5 1 15,4-7 1-15,5-8 0 0,-1-8 1 16,5-8 0-16,0-8 1 0,-3-4-3 16,0-5 0-16,-1-3-2 0,-7-3 1 15,-3-1-1-15,-6-3 1 0,-5-3-2 0,-7 0-4 16,-7-4 4-16,-5-2-5 0,-11-3 4 0,-7-1 1 15,-10 0 0-15,-8 2 2 0,-4 6-2 16,-4 8 2-16,0 7-2 0,5 9 1 31,11 9-1-31,8 8 0 0,12 7-2 0,11 2 1 16,12-9 0-16,0 0 1 16,9 26 2-16,11-8 0 0,13-4 0 0,15-7 0 15,15-4-1-15,13-3 1 0,7-4-1 0,3-5-1 16,0-3 0-16,-7-5 0 0,-7-1-2 15,-8-1 1-15,-8 1 0 0,-12 0 1 16,-11-2 1-16,-10-1 1 0,-11-4-1 16,-4-5 1-16,-8-5-1 0,-8-5-3 15,1-3 4-15,-4 0-2 0,3 5 4 0,-2 6 2 16,1 10 0-16,2 4 1 0,7 18 0 0,-10-14 1 16,10 14-2-16,0 0-2 0,0 0-1 15,0 0-2-15,-2 1 1 0,-2 27 5 16,4 5-3-16,6 6 5 0,2 10-5 15,-2 7 0-15,4 14 3 0,-4 15-4 16,1 12 5-16,-4 11 1 0,1 8-2 0,-1 5 0 16,-1 8-3-16,1 1-5 0,0-2 4 0,1-7 1 31,7-9-2-31,1-8 2 0,2-7-3 16,-2-9-2-16,4-9 2 0,-3-12-2 15,0-13 1-15,0-11 0 0,-6-11 0 16,-1-11-4-16,-6-21-2 0,6 15-7 15,-6-15-7-15,0 0-24 0,0 0-45 0,-10-15-119 16,-7-2-67-16</inkml:trace>
  <inkml:trace contextRef="#ctx0" brushRef="#br0" timeOffset="80617.52">8727 7210 665 0,'17'-23'42'0,"3"0"-7"31,5 5-8-31,4 3-3 0,4 3-7 16,6 4-7-16,0 5-3 0,2 5-6 16,-4 3 0-16,-1 7-1 0,-7 1 0 0,-4 4-1 15,-6 3 0-15,-9 4 5 0,-7 4-6 0,-9 1 5 16,-4 3-6-16,-9 0-4 0,-7-3-3 15,-4-2-6-15,-8-2 0 0,-1-3-1 16,-5-4 5-16,0-4 5 0,2-4 3 16,5-6 3-16,7-5 3 0,6-4-1 15,24 5 4-15,-18-8 0 0,18 8-1 0,0 0 1 16,0 0 0-16,0 0 1 0,22-14 3 0,1 7 2 16,6 4 1-16,3 2 0 0,1 1-3 15,6 0-1-15,2 0-2 0,2 0-2 16,-1-2 1-16,4 0-1 0,-4-1-2 15,-1-1-1-15,-1-2 0 0,-1-2-2 16,0-1 2-16,-1-3-1 0,-1-3 0 0,-2-3 0 16,-3-4-1-16,0-3 1 0,-3-4 0 0,-6-3-6 31,0-4 5-31,-4-3-4 0,-9-2 2 16,-1 4 2-16,-5 2-2 0,-8 4 4 15,-1 8-2-15,5 23 1 0,-10-16-1 16,10 16-1-16,0 0-1 0,-27 8 0 15,4 8 3-15,2 8-1 0,1 6 2 0,7 4-1 16,0 1 0-16,9 0 4 0,1 2-4 0,6-3 4 16,1 1-5-16,10-4 1 0,2-4 1 15,6-4-2-15,4-4 2 0,6-5-1 16,4-5 0-16,3-4 1 0,2-5-1 16,-1-5 1-16,-1-3 0 0,-3-4 0 15,-2-3 0-15,-4-3 0 0,2-5 0 0,-3-3 0 16,-2-2-1-16,1-4-5 0,-4-3 5 0,2 1-4 15,0 4 6-15,2 4-1 0,-1 5 0 16,-1 4 0-16,0 7-1 0,-1 5 0 31,-2 7 1-31,0 3 0 0,0 8-1 16,0 4 0-16,-2 3 1 0,-1 4-2 16,-3 1 1-16,-4 3 5 0,0 1-5 0,-3-1 4 15,-1 1-4-15,-3-3-1 0,4-2 1 0,-1-1-1 16,-2-5 2-16,4-1-1 0,1-5 0 15,4-4 0-15,4-4 0 0,6-4 0 16,3-4 0-16,9-4-1 0,1-5 1 16,4-6 0-16,-1-4 0 0,-1-2 1 0,-4-4-2 15,1-3-3-15,-8 0 4 0,-1 0-5 16,-6 2 6-16,-5 2 0 0,-4 4 1 0,-5 3 0 16,-9 21 1-16,4-25 0 0,-4 25-1 15,-6-20 0-15,-3 4-3 0,9 16 1 16,-24-11 0-16,-1 7-1 0,-1 5 1 15,-4 7-1-15,3 4-1 0,-1 5 0 0,5 4 1 16,0 3-1-16,1 4 2 0,3 1 3 31,5 3-5-31,2-1 4 0,5 1-6 0,6-3-3 16,5-6-1-16,3-3-2 0,2-5 1 16,5-3 1-16,2-4 2 0,-16-8 3 15,29-2 2-15,0-4 1 0,-3-4 1 16,-2-4 0-16,-2-3 0 0,0-2 2 0,1-6-2 15,-2-1-5-15,-1-2 5 0,-2-3-6 16,-3 2 5-16,-1 5 2 0,-2 3-2 0,-3 5 1 16,-9 16-1-16,0 0-1 0,0 0-1 15,0 0 1-15,1-1 0 0,1 2 1 16,10 18 1-16,-3 1 0 0,-3 0 0 16,0 2 4-16,1 1-5 0,-1-1 5 0,-2 1-5 15,2 0 0-15,1-5 1 0,3-1-2 16,2-2 2-16,2-4 1 0,4-1 0 0,2-3 1 15,3-6-1-15,2-2-1 0,5-6 0 16,5-3 1-16,4-4-1 0,-3-7-4 16,-1-5 4-16,-5-6-4 0,-3-6 4 31,-2-6 0-31,-6-6-1 0,-3-6 1 0,-6-9-2 16,-3-7 3-16,-3-2-3 0,-2 1 3 15,-4 5-2-15,-2 5-2 0,0 10 4 0,-5 12-4 16,3 13 5-16,-4 8 0 0,10 20-3 15,0 0-1-15,0 0 0 0,0 0-1 16,-19 8 2-16,5 11 4 0,5 10-6 16,3 7 5-16,3 9-5 0,2 3 1 0,-2 5 1 15,3 5-1-15,3 4 2 0,0 3-2 16,1 2 2-16,2-2-2 0,3-3 1 0,5-3 5 16,5-7-6-16,3-5 6 0,7-7-4 15,4-8-2-15,7-8 3 0,1-9-1 16,1-9 0-16,1-7 0 0,1-8-1 15,-4-5 2-15,0-6-1 0,-2-4 2 0,-5-4-2 16,-2-3-5-16,-4-6 3 0,-4 0-3 16,-5-3 3-16,-4-1 2 0,-2 0 0 0,-5 4-1 31,0 6 0-31,-4 7 1 0,-3 24-1 16,0 0-1-16,0 0 0 0,0 0-1 15,-3-2 0-15,3 2 0 0,-23 13 1 16,1 11 0-16,2 4 0 0,1 6 0 0,1 1 1 15,0 2 3-15,5 1-3 0,0-1 3 16,7-1-4-16,1-4-1 0,3-3 2 0,5-5-2 16,6-4 1-16,2-4 0 0,8-3 1 15,0-7 1-15,4-5 0 0,3-4-1 16,0-4-1-16,-3-6 1 0,-1-2-1 16,0-3 1-16,-8-1-1 0,-1-3 1 0,-6-2-1 15,-4-2-6-15,-4-1 3 0,-5-2-2 16,-3 0 5-16,-4 0 1 0,2 2 1 0,-4 1-1 15,4 4 0-15,0 2 2 0,3 3 0 16,8 17 2-16,-6-18 1 0,6 18 0 31,0 0 0-31,6-22 0 0,8 9-1 16,1 2 2-16,5 5-1 0,3 3-1 0,3 4 0 16,2 6-2-16,6 3 1 0,4 5-2 15,1 5 0-15,7 3 0 0,-1 4 0 0,1 2-1 16,-2 3 0-16,-4 1 4 0,-3 2-4 15,-2 2 4-15,-3 1-4 0,-4-2-1 16,-9-3 0-16,-8-6 0 0,-7-8 1 16,-4-19 1-16,-9 20 2 0,-5-9-2 0,14-11 1 15,-24 1 0-15,2-5-1 0,6-6 1 16,2-4 0-16,10-5 1 0,4-5-1 0,4-6-5 16,10-6 4-16,6-3-3 0,7-5 2 15,7-5 2-15,4-4-2 0,2-1 1 16,1 2-1-16,4 6 1 0,-6 9-2 15,-3 9 1 1,-4 12-1-16,-6 6 0 0,-5 7-1 0,-21 3-1 0,23 2-1 0,-23-2 0 31,15 11-1-31,-15-11-6 0,0 20-9 0,-4 4-19 16,-12-8-27-16,0 5-50 0,-7 2-96 16,-8-9-34-16</inkml:trace>
  <inkml:trace contextRef="#ctx0" brushRef="#br0" timeOffset="80817.33">12111 6714 722 0,'4'-20'49'0,"9"3"-13"16,4-1-6-16,11 1-7 0,5 0-8 0,13 2-5 15,2 2-2-15,7 1-5 0,0 1-1 16,-2 3-3-16,-3 3-2 0,-3 1-4 0,-2 4-17 15,-10-1-26-15,-1 5-63 0,-13 10-159 16,-21-14 0-16</inkml:trace>
  <inkml:trace contextRef="#ctx0" brushRef="#br0" timeOffset="81667.34">3388 9365 544 0,'-6'-26'55'0,"0"-1"-8"0,6 4-2 0,-3-1-9 15,3 24-4-15,3-26-11 0,-3 26-5 16,0 0-6-16,0 0-4 0,0 0 2 31,3-1-5-31,6 14 6 0,-2 13-4 16,-1 11-3-16,1 7 2 0,-3 8-1 0,1 5 1 16,-4 5-2-16,5 3 2 0,-3 1-4 15,3-5 3-15,-1-6 3 0,0-3-3 0,-1-6 3 16,3-7-3-16,-1-7-2 0,0-9 1 15,-6-23 1-15,4 17 2 0,-4-17 4 16,0 0-1-16,0 0 1 0,0 0-5 16,0 1-2-16,3-30-3 0,-6-4-7 0,-4-5 6 15,-3-5-4-15,-3-4 3 0,-6-4 4 16,-1-7-4-16,1-4 1 0,-7-5 0 0,3-1 2 16,0-1-2-16,1 3-5 0,2 0 2 15,5 4-2-15,5 7 3 0,10 10 4 16,9 8-3-16,4 12 0 0,7 8 0 15,9 8 1 1,4 5 1-16,5 4 0 0,1 1 1 0,13 2 1 0,3-2-1 0,4 1 1 31,6-2 0-31,-4-2 0 0,-7 1-1 0,-8 0 0 16,-10-1 1-16,-7 2-2 0,-29 0 1 16,23 0 0-16,-23 0-2 0,0 0 1 15,0 0-3-15,0 0-7 0,1 0-11 16,-1 2-16-16,-17 3-19 0,1 6-29 0,-7-3-52 15,-13 1-103-15</inkml:trace>
  <inkml:trace contextRef="#ctx0" brushRef="#br0" timeOffset="82068.45">3253 9523 558 0,'0'0'74'0,"0"2"-12"15,0-2-17-15,22-6-18 0,7 0-9 16,7 0-6-16,6-2-5 0,0 1-2 16,7 0-2-16,-1 3-2 0,1 2-1 31,-1 2 0-31,-5 2-2 0,-2 1-2 0,-8 1-5 16,-3 5-9-16,-8 2-8 0,-5 6-14 15,-10 0-13-15,-4 8-13 0,-13 1-20 0,-4 5-10 16,-11 1-8-16,-8-1 2 0,-6 4 24 15,-9 0 29-15,0 1 26 0,-2 2 28 16,2 2 16-16,2-1 10 0,4-4 20 16,7-5 11-16,6-6 12 0,6-6 3 0,6-3-5 15,17-15-4-15,0 0-3 0,0 0-2 16,0 0-5-16,0 1-8 0,20 7-15 0,6-8-11 16,9-5-7-16,4-2-4 0,10-4-4 15,3 0-1-15,3 1-3 0,3-1-3 16,-2 0-2-16,-2 4-1 0,-6-1-3 15,-4 2-8-15,-6 0-12 16,-2 5-29-16,-4-2-31 0,-3 3-78 0,-3 3-94 0</inkml:trace>
  <inkml:trace contextRef="#ctx0" brushRef="#br0" timeOffset="82400.67">5146 9578 490 0,'-23'-6'44'0,"23"6"4"0,0 0-1 0,0 0-6 15,0 0-11-15,-1-2-8 0,-1 2 0 16,1 0 2-16,1 0-1 0,0 0-1 0,1 0-6 15,37-3-4-15,5-3-4 0,5-3-2 16,1-1-2-16,3-1-2 0,-4 2-1 31,-2 1-2-31,-5 2 0 0,-7 0-3 16,-5 1-5-16,-7 1-8 0,-22 4-16 0,0 0-9 16,21 1-9-16,-21-1-16 0,0 0-31 15,0 0-29-15,-23 20-29 0,-1 1-13 0</inkml:trace>
  <inkml:trace contextRef="#ctx0" brushRef="#br0" timeOffset="82551.6">5133 9778 393 0,'-13'17'87'0,"13"-17"-3"0,0 0-5 15,0 0-11-15,13 20-10 0,5-13-16 16,9-4-13-16,12-6-11 0,7-4-6 0,6-2-4 16,2-2-2-16,4-1-5 0,-2 3-3 15,-1 1-5-15,0 0-14 0,2 7-39 16,-7-5-89-16,-1 3-133 0,-1 4 8 15</inkml:trace>
  <inkml:trace contextRef="#ctx0" brushRef="#br0" timeOffset="83351.82">7143 9513 568 0,'-20'-8'29'15,"20"8"5"-15,-16-11-1 0,16 11-2 0,0 0-6 16,-11-15-3-16,11 15-7 0,0 0-6 15,5-26-2-15,5 6-4 0,5 2-1 16,4 0-1-16,2 0 0 0,3 0-2 16,2-4 2-16,1 1-1 0,2-3 1 0,1-3-1 15,-4-2-3-15,-3-3 3 0,-8-2-3 16,-2 2 3-16,-7 2 1 0,-5 3 0 0,-4 6 0 16,3 21 0-16,-13-17-1 0,13 17-1 15,-27-3 0-15,2 9 1 0,-5 8-1 16,-4 6 2-16,0 4 0 0,2 3 0 15,7 4 5-15,4 4-5 16,5-1 4-16,10 4-5 0,5-1-1 0,5-1 0 0,7 1 0 31,4-3 2-31,8-2 0 0,6-4 2 0,3-7-2 16,4-6 3-16,5-6-2 0,3-7 0 16,1-9 1-16,4-3-2 0,1-7 1 15,-1-4-2-15,0-3 1 0,-6-4 0 16,-4-1 1-16,-5 1-1 0,-8-2 2 0,-6-4-2 15,-7-1-3-15,0 0 3 0,-9 2-4 16,2 2 5-16,-6 9 1 0,0 22 1 0,0 0 0 16,0 0-1-16,0 0-3 0,0-2 0 15,0 1-2-15,0 1 3 0,-3 1 0 16,-1 23-1-16,-1 4 6 0,4 2-6 16,1 1 5-16,1-1-3 15,4-3-2-15,2-1 0 0,2-5 0 0,2-1 0 0,4-5 0 16,2-3 1-16,-1-2-1 0,7-6 1 0,0-3-1 15,6-5-2-15,0-4-2 0,-2-2-4 16,-2-2-9-16,-5-5-13 0,2 0-25 31,-9-4-26-31,1-1-56 0,-3 1-108 16,-11-9 26-16</inkml:trace>
  <inkml:trace contextRef="#ctx0" brushRef="#br0" timeOffset="83517.48">7606 8717 547 0,'-16'-14'43'0,"16"14"-12"0,0 0-9 0,0 0-9 15,0 0-10-15,10-13-4 0,-10 13-2 16,26 3-3-16,3 9-10 0,-4 6-21 0,4 9-58 16,0 13-127-16,-3 1 5 0</inkml:trace>
  <inkml:trace contextRef="#ctx0" brushRef="#br0" timeOffset="84667.45">8349 9218 618 0,'3'-33'43'0,"3"2"0"0,-6 2-3 0,4 5-7 15,-4 1-8-15,0 23-8 0,-4-27-4 16,-2 9-7-16,-4 4-4 0,10 14 0 0,-29-6-2 16,2 6 0-16,-5 8 0 0,-3 6-1 15,-1 4 0-15,1 3 0 0,6 5-1 16,3 1 1-16,6 2 2 0,7 1-3 16,3 1 4-16,9-1-4 15,2-4-2-15,6-3-2 0,5-7-1 0,5-4-3 0,2-4 2 16,1-5 1-16,6-3 4 0,-4-4 2 0,1-6 2 15,0-3 0-15,0-4 1 0,-2-1 1 16,-3-4-5-16,-2 0 7 0,-1-1-4 31,-2 0 6-31,-3 4 2 0,-3 0 3 16,-7 19 1-16,6-16-1 0,-6 16-1 0,0 0-5 16,0 0-5-16,0 0-2 0,-2-2 1 15,2 4 2-15,-1 23-1 0,1 6 1 0,3 5 4 16,3 5-4-16,2 6 5 0,4 7-4 15,-2 8-2-15,6 9 2 0,-3 7-4 16,1 2 2-16,-1 0 3 0,3-3-3 16,-1-2 3-16,0-1-2 0,0-2-3 0,2-3 1 15,-1-2-2-15,0-4 0 0,-3-9 1 16,-4-9 2-16,2-10-1 0,-6-10 2 0,-5-25-1 16,0 0 1-16,0 0 0 0,-9 18-1 15,9-18-1-15,-29 2 1 0,-4-10-1 16,-7-9-1-16,-7-7 2 0,-9-8-3 15,-6-5 2-15,-5-6-1 16,3-3 1-16,5 2 0 0,6 3 0 0,9 4-2 0,8 0 3 31,11 2-2-31,11 0-4 0,13-2 3 0,11 0-5 16,13-6 2-16,19-1 2 0,10-4-2 16,16-6 0-16,16-3-1 0,7-5 2 15,3-4-2-15,-3 3 3 0,-7 3-1 16,-10 7 3-16,-14 7 1 0,-11 6-5 0,-14 5 5 15,-10 5-4-15,-9 2 4 0,-6 5 1 16,-6 5 0-16,-4 18 3 0,-8-21-3 0,-1 7-1 16,9 14 0-16,-23-7-2 0,1 5 1 15,-3 5 0-15,-2 6 1 0,1 6-2 16,-3 5 2-16,7 4 6 0,2 7-7 16,1 0 5-16,8 4-5 15,5-1-2-15,7-2 4 0,8-1-3 0,7-4 2 0,4-5 0 16,5-2 0-16,4-7 1 0,1-2 0 0,6-6 0 15,3-8-1-15,3-5 1 0,3-4-1 16,1-6 2-16,-2-2-1 0,-2-3 0 31,-2-4 0-31,-5-3-5 0,-5-4 4 16,-4-4-4-16,0-3 4 0,-4-1 1 0,4-2-1 16,-3 3 1-16,3 3 0 0,-4 8 0 15,-2 6-1-15,2 9 3 0,-3 10-3 0,-19 5 0 16,27 10 1-16,-4 7-2 0,-3 7 2 15,-1 4-1-15,0 2 0 0,-3 3-1 16,0 1 2-16,-6 1 4 0,3-1-5 16,-7 1 5-16,-2 0-4 0,-4-5-3 15,0-5 3-15,0-25-2 0,-1 23 1 0,1-23 1 16,0 0 1-16,0 0 2 0,0 0 0 0,0 1-1 16,1-1-2-16,22-19 0 0,0-8-1 15,2-1-2-15,1-6 2 0,3-2-5 16,1-3 4-16,2-1 1 0,3 3-1 15,-2 7 1-15,-1 8 0 0,-3 8-1 16,-3 8 0-16,-3 7 0 0,0 8 1 0,-4 5-1 16,-2 6 2-16,2 3 0 0,-2 2 0 0,-1 1 0 31,2 3-1-31,-1 0 5 0,-1-1-4 16,1 1 3-16,4-3-4 0,0-2-2 15,2-4-1-15,3-2-6 0,2-4-11 16,3 0-25-16,0-8-38 0,8 0-73 0,6-3-109 15,-6-9 23-15</inkml:trace>
  <inkml:trace contextRef="#ctx0" brushRef="#br0" timeOffset="85167.24">10873 9045 641 0,'3'-21'39'0,"-3"21"-11"0,4-17-6 16,-4 17-4-16,0 0-4 0,0 0-2 16,0 0 0-16,30 5 1 0,-4 5-1 15,2 8-2-15,1 5-6 0,1 4 1 0,2 2-4 16,-2 2 1-16,-1-1 4 0,1 2-5 0,-4-3 4 16,0-2-5-16,-4-2 0 0,3-7 1 15,-2-5 0-15,0-4 1 0,-3-4 1 16,2-7-1-16,1-2 0 0,-1-7 0 15,1-6 0-15,0-4 0 0,2-6-5 16,-3-5 4-16,-1-4-5 0,-1-5 4 0,-2-2 1 31,-1-1-1-31,1 0 1 0,-3 3-2 0,-3 6 1 16,4 8-2-16,-6 8-1 0,-10 19 0 16,0 0-3-16,0 0 1 0,23 7-2 15,-10 6-7-15,0 12-15 0,-6 1-16 16,4 7-27-16,-6-1-37 0,2 1-67 0,4 5-56 15</inkml:trace>
  <inkml:trace contextRef="#ctx0" brushRef="#br0" timeOffset="86517.61">12094 9175 585 0,'-4'-30'51'0,"0"9"-7"16,-2 0-4-16,6 21-7 0,-9-26-8 15,2 6-5-15,1 3-7 0,6 17-3 16,-13-16-5-16,13 16-3 0,-21-11-2 16,0 8 0-16,-6 6-1 0,-5 6 0 15,-4 7-1 1,-3 2 1-16,1 4-1 0,2 4 1 16,3 2-1-16,4 0 0 0,6 1 5 0,8 0-6 15,4-1 4-15,8-6-4 0,3-22-1 16,7 23 1-16,6-10 1 0,2-5 1 15,5-5 1-15,3-6 0 0,3-3 1 16,-1-3 0-16,2-3 0 0,2-4 0 16,-1-2-5-16,-1-1 6 0,-2-2-6 15,-4-1 4-15,-2 0 2 0,0-3-2 0,-6 2 1 0,3 2-1 16,-6 3 0-16,-1 3 0 0,-9 15 0 16,0 0-1-16,0 0 1 0,0 0-1 15,1-2 1-15,18 8 0 0,-6 7 1 16,0 3 0-16,-3 4 0 0,1 0 0 15,0-1-2-15,-1 1 2 0,1 0 4 16,-2 0-5-16,1-1 6 0,2-1-6 0,-1-3 1 0,1-3 0 16,-12-12 0-16,19 5 0 0,-19-5 1 31,26-1-1-31,-2-5 1 0,-3-5-1 16,0-4-5-16,-1-5 4 0,-2-4-5 15,-1-5 4-15,-2-6 1 0,-1-4-1 16,-4-7 2-16,-2-7-3 0,-4-6 3 0,-4-5-2 15,0-3 2-15,-4 4-2 0,-2 2 2 0,-2 5-1 16,0 5-3-16,-4 11 3 0,-1 7-3 16,0 6 3-16,2 9 1 0,0 4-1 15,11 14-1-15,0 0 0 0,0 0-2 16,0 0 2-16,-21 16 0 0,9 5 0 16,5 6 5-16,6 6-6 0,4 7 6 15,2 4-4-15,4 5-2 0,0 2 3 0,-1 6-2 0,4 0 1 16,-2 2-2-16,0 1 3 0,3-6-2 15,-1-4 1-15,3-4 5 0,2-5-5 16,0-6 5-16,2-5-5 0,1-5 1 31,1-7 0-31,0-6 1 0,2-6-1 16,4-6 1-16,1-4-1 0,-1-6 1 0,1-4-1 16,-2-4-5-16,-1-3 5 0,-1-6-5 0,-1-4 2 15,0 0 3-15,-4-6-2 0,1-1 2 16,-1 2 0-16,-1-1 0 0,-1 4-1 15,-4 6 1-15,0 5 0 0,-3 7 0 16,-10 15-1-16,0 0 0 0,0 0 0 16,0 0 0-16,23 12-1 0,-7 6 1 15,0 4 0-15,-3 3 0 0,1 3 1 0,1 1-1 0,-2 1 0 16,1 0-1-16,-2-1 1 0,-1-1-1 16,-2-3 1-16,0 1 5 0,-3-1-5 15,1-4 4-15,-1-4-3 0,-6-17-1 16,8 13 2-16,-8-13 0 0,0 0 0 15,0 0 0-15,26-12 0 0,-4-3-7 16,-6-5 6-16,3-3-5 0,-5-1 3 0,2-5 2 0,3-1-2 31,1-4 1-31,0 1-1 0,-1-1 2 16,0 6 0-16,-3 1 0 0,0 4-1 16,-3 4 0-16,0 7 0 0,-13 12 0 15,0 0 0-15,0 0-1 0,0 0 0 16,20 9 0-16,-4 5 0 0,-4 3 1 0,-1 1 0 15,-1 1 0-15,1 3 2 0,-2-1-3 0,2 0 2 16,0-1-2-16,2-2 1 0,-1-1 1 16,1-3 0-16,-2-2-1 0,3-3 1 15,-14-9 0-15,24 8 0 0,-1-6 0 16,0-2-1-16,3-2 1 0,-1-4 0 16,7-2-1-16,0-3 0 0,-2-2 1 15,4-4-1-15,-2-1 1 0,-1-5 0 0,-1-3 0 0,-2-4-2 16,-2-5 2-16,-2-5-1 0,-2-2 1 15,-5 1-1-15,-1 2 2 0,-4 2-2 16,-4 4 2-16,-5 6-2 0,-3 27 2 16,-5-29 0-16,-3 11-1 0,-2 4-1 31,10 14 1-31,-24-8-1 0,-1 7 2 0,-1 5-1 16,0 5 0-16,-2 6 1 0,4 5-1 0,1 5 0 15,4 3-2-15,2 7 2 0,5 6-3 16,2 4 4-16,4 4-3 0,3 0 2 15,6-3-1-15,3-4 1 0,11-5-1 16,5-7 3-16,8-5-3 0,8-5 1 16,7-5-1-16,8-5-1 0,2-6-1 15,4-4-1-15,1-3-4 0,-7-6-5 0,1-2-8 0,-7-4-8 16,-5 0-9-16,-10-3-11 0,-6 4-13 16,-13-1-19-16,-13 15-55 0,15-14-91 15</inkml:trace>
  <inkml:trace contextRef="#ctx0" brushRef="#br0" timeOffset="89334.96">3262 11257 461 0,'0'-26'42'0,"-3"0"-6"0,6 2 2 15,-3 1-2-15,0 23-5 0,0-26-3 16,0 26-8-16,3-21-7 0,-3 21-6 16,0 0-4-16,0 0-2 0,0 0-1 15,24 11 2-15,-3 7-2 0,-1 6 1 16,3 5 4-16,0 3-5 0,-4 1 6 0,4 2-5 15,0-2 0-15,-2-2 0 0,2-4-2 0,0-3 2 16,3-2 0-16,1-6 1 0,5-5 2 16,4-6 2-16,3-9 0 0,6-6-1 15,0-8 0-15,1-7-2 0,2-5 0 16,4-3-1-16,-3-4-6 0,-1-1 4 16,-9-1-3-16,-3 0 2 0,-7-1 3 0,-6 2-1 15,-4 5 0-15,-6 2-1 0,-3 7 1 0,-3 6-2 16,-7 18-1-16,0 0-2 0,0 0-2 15,0 0-1-15,-1-2 0 0,1 2-3 16,0 2-11-16,0-1-22 0,-6 25-34 16,-4-5-60-16,-5-4-91 0</inkml:trace>
  <inkml:trace contextRef="#ctx0" brushRef="#br0" timeOffset="89668.57">3751 10856 552 0,'0'0'48'15,"0"0"-11"-15,0 0-7 0,0 0-9 0,-2-2-7 16,1 1-3-16,-1 1 0 0,2 0 2 16,-1 0 3-16,1 1-2 0,3 31 0 15,1 0-3-15,2 1-2 0,0 4-2 16,1 3 1-16,0 4-3 0,-1 1 1 15,1 5 3-15,-2 5-7 0,-1 1 4 0,0 5-5 32,-1 1-2-32,1 3 3 0,-1 2-3 0,0-3 0 15,2-5 0-15,-1-6 1 0,2-8-1 16,1-3 3-16,0-8 2 0,-1-2-5 16,4-6 1-16,0-3-8 0,0-5-9 15,-10-18-11-15,16 18-19 0,-16-18-26 16,16 13-63-16,9-8-111 0,-25-5 15 0</inkml:trace>
  <inkml:trace contextRef="#ctx0" brushRef="#br0" timeOffset="90001.79">4523 11020 587 0,'4'-23'53'15,"4"5"-4"-15,-4-2-8 0,-4 20-8 16,7-23-8-16,-7 23-9 0,0 0-6 31,0 0-3-31,0 0-4 0,1-1-1 16,-1 1-1-16,0 1 1 0,-12 34-1 0,-3 6 1 16,-2 7-1-16,1 3 2 0,-3 5 2 0,4 3-5 15,1 4 4-15,5 1-4 0,2 1-3 16,7 2 4-16,6-2-3 0,4-6 2 15,7-9-1-15,4-9 0 0,5-9 1 16,4-6 1-16,5-8-1 0,2-6-1 16,1-6-1-16,1-7-5 0,-1-6-4 0,-5-6-13 15,4-1-18-15,-10-7-28 0,3 1-45 0,-7-2-74 16,-6-9-44-16</inkml:trace>
  <inkml:trace contextRef="#ctx0" brushRef="#br0" timeOffset="90450.96">4802 11279 632 0,'4'-24'45'16,"7"8"0"-16,0-1-14 0,2 5-4 16,4 1-9-16,2 4-2 0,6 2-4 15,2 3-3-15,2 2-1 0,0 5-4 16,3 5 3-16,-5 6-7 0,-4 5 4 0,-5 4-4 15,-7 5-2-15,-5 0 2 0,-6 1-2 0,-4-1 1 16,-5-2-1-16,-1 1 2 0,-3-3 0 16,-3 0-1-16,0-5 0 0,-1-4 1 15,4-5-1-15,13-12 3 0,0 0 1 16,0 0 1-16,0 0 0 0,-3-2-2 16,2 1-1-16,-1-23-3 0,9-1 2 0,6-2 0 15,6-1 3-15,3-2-3 16,7 0 1-16,-2 1-1 0,-1 2 0 0,-1 0 0 0,-5 1-5 15,-1 4 4-15,-2 6-4 0,-5 4 5 16,-12 12-3-16,0 0 1 0,0 0-1 31,0 0 0-31,1-2 8 0,-1 4-5 16,3 18 5-16,-4 4-5 0,-4 2 0 0,-2 1 0 16,3-1 0-16,-3 3 0 0,2-1-1 0,1-1 1 15,4 1-2-15,3-2 1 0,1-3 0 16,6-1 0-16,2-2-1 0,5-3-2 15,2-2-6-15,4-7-8 0,3 0-18 16,0-8-26-16,9 2-46 0,-3-5-77 16,1-9-57-16</inkml:trace>
  <inkml:trace contextRef="#ctx0" brushRef="#br0" timeOffset="90759.28">5579 10953 654 0,'0'0'30'16,"0"0"-1"-16,0 0 3 0,-2-2-2 15,2 2-6-15,12 11-2 0,5 3-6 16,9 6-2-16,9 1-1 0,4 5-1 16,11 1-4-16,5 6 1 0,6 7 2 15,4 4-5-15,0 6 3 0,-4 5-6 16,-2 6-4-16,-11 5 2 0,-8 7-4 0,-9 3 4 15,-11 3-2-15,-7-5 2 0,-10-4 2 0,-9-8-3 16,-10-8 3-16,-4-9-4 0,-2-7 0 16,-2-8 0-16,1-6-1 0,2-7-1 15,3-5-2-15,18-12-3 0,-22 5-4 16,22-5-7-16,-19-6-8 0,3-8-17 16,16 14-27-16,-7-30-42 0,7-4-111 0,9 2-26 15</inkml:trace>
  <inkml:trace contextRef="#ctx0" brushRef="#br0" timeOffset="90959.32">6837 11415 686 0,'1'1'49'0,"-1"-1"4"15,3 0-8-15,-3 0-16 0,26-1-9 16,3-3-9-16,6 1-5 0,4 0-3 15,1 1-6-15,2-2 2 0,-3 1-1 16,-4 0-7-16,-3 3-8 0,-6-3-20 16,0 5-31-16,-8-7-37 0,-18 5-97 0,21-6-54 15</inkml:trace>
  <inkml:trace contextRef="#ctx0" brushRef="#br0" timeOffset="91135.35">6773 11696 647 0,'0'0'82'16,"10"13"-19"0,10-5-20-16,8-8-19 0,8-5-10 0,9-6-6 0,7-1-5 0,6 0-3 31,-2-3-5-31,3 1-11 0,-1-4-35 16,6 6-114-16,-2 0-122 0,-3-8 10 15</inkml:trace>
  <inkml:trace contextRef="#ctx0" brushRef="#br0" timeOffset="91756.09">8677 11003 677 0,'-15'-18'45'16,"15"18"-5"-16,-11-18-10 0,11 18-5 16,0 0-8-16,0 0-8 0,0 0-6 0,-1-2-1 15,1 2 0-15,-3 20 3 0,6 10 0 0,3 10 1 16,3 4-4-16,2 3 0 0,-1 3 4 16,-1 1-5-16,2 1 2 0,-2 0-3 15,0-2-1-15,-1-1 1 0,1-1 0 16,-2-6 1-16,-1-3-1 0,-1-11 0 15,-1-8 1-15,-4-20 1 0,0 0 0 0,0 0 3 16,0 0-2 0,0 2 0-16,0-4-1 0,-10-30-3 0,-3-8 1 0,-3-3-1 0,1-7 0 31,-2-4 0-31,2-3-4 0,1-5 4 16,5-5-2-16,2-9 1 0,4-8 3 15,6-2-2-15,4-1 1 0,7 8-2 16,9 13 3-16,7 11-3 0,8 14 2 0,9 8-1 15,8 10 2-15,10 6-1 0,5 6-4 0,1 5 5 16,2 5-1-16,-3 4 0 0,-7 1 5 16,-5 4-5-16,-9-2 0 0,-7 2-2 15,-7-2 0-15,-9 0-3 0,-6 0-4 16,-20-6-7-16,19 7-13 0,-19-7-13 16,14 10-20-16,-14-10-39 0,0 0-105 0,0 0-35 15</inkml:trace>
  <inkml:trace contextRef="#ctx0" brushRef="#br0" timeOffset="92000.65">8770 11100 621 0,'0'0'52'0,"0"0"4"16,0 0-9-16,0 0-15 0,26-10-11 15,9 0-5-15,10 2-5 0,8-2-3 16,9 3-5-16,-1 1-2 0,1 1-3 16,-4 2-2-16,-3 0-3 0,-6 3-6 0,-4-2-10 15,-6 7-18-15,-6-2-18 0,-2 8-23 0,-13-2-31 16,-6 3-47-16,-3 8-62 0</inkml:trace>
  <inkml:trace contextRef="#ctx0" brushRef="#br0" timeOffset="92400.78">8832 11563 597 0,'0'0'64'15,"0"0"-2"-15,0 0-6 0,0 0-14 16,26 6-12-16,10-6-12 0,12-2-6 16,10-5 0-16,6 0-6 0,5-4-1 15,2-3-3-15,0 1-1 0,0-1-3 16,-4 0 0-16,-4 0-3 0,-4 1-6 0,-8-4-3 15,-5 4-6-15,-10-2-4 0,-7 1 0 0,-10 0 0 16,-6-1 6-16,-7-2 4 0,-6 17 7 16,-2-29 5-16,-4 7 3 0,0 4 4 15,-3 3 5-15,9 15 5 0,-11-17 5 16,11 17 2-16,0 0 0 0,0 0-2 16,-10-15-6-16,10 15-5 0,0 0-4 0,0 0-4 15,0 0 0 1,0-2 2-16,0 4 0 0,0-1 3 0,3 23-2 0,3 1 1 0,-3-1-3 15,0 0 1-15,1 2-2 0,-1 3 1 16,4 0-1-16,-3-2-1 0,-1 0-1 16,2-5 0-16,-2-2 0 0,-3-20 2 15,0 0-2 1,1 19 2-16,-1-19 0 0,0 0-1 16,0 0-1-16,0 0-6 0,3 1-9 0,-3-2-14 15,0 0-33-15,-3-30-67 0,-9 2-151 16,4-1 12-16</inkml:trace>
  <inkml:trace contextRef="#ctx0" brushRef="#br0" timeOffset="92550.81">9600 10835 650 0,'0'0'28'16,"0"0"-9"-16,0 0-10 0,-3-2-6 15,3 2-7-15,0 0-4 0,9 14-11 16,1 3-34-16,9 7-84 0,4 9-103 15</inkml:trace>
  <inkml:trace contextRef="#ctx0" brushRef="#br0" timeOffset="93734.04">10575 11475 708 0,'-6'-36'25'0,"-3"-4"4"0,0 2 0 15,-2 3-4-15,1 3-9 0,-2 2-10 16,-1 5 2-16,0 2-6 0,-4 4 4 16,-1 6-1-16,-3 4-2 0,-5 3-2 0,-6 1-2 15,0 5 1 1,-7 5-1-16,4 4 0 0,-2 5 1 0,5 5 3 0,3 6-4 0,4 1 2 15,4 5-3-15,5-1-2 0,6 1 0 16,4-1-2-16,9-3-1 0,4-1-3 31,6-5-3-31,5-4-3 0,3-6 0 16,5-5 1-16,2-6 4 0,-2-5 6 0,4-4 3 16,-1-4 5-16,0-4 1 0,-3-3 4 0,-3-3 1 15,-3-1 3-15,-2 0 2 0,-4 0 3 16,-1 4 1-16,-4 1 3 0,-9 19 1 15,8-15-5-15,-8 15-4 0,0 0-6 16,0 0-8-16,0 0 2 0,2-1 0 16,-2 2 2-16,-4 27 1 0,1 4-1 0,3 5 0 15,3 9-2-15,4 7 3 0,0 7-3 0,2 5 3 16,2 4-5-16,-2 3 2 0,3-1 3 16,-1 2-5-16,1-1 4 0,-2 0-3 15,3 0-3-15,0-1 3 0,1-4-3 16,-2-6 3-16,0-7-2 0,-4-10-1 15,-1-9-1-15,-4-7-1 0,-3-28 1 0,0 0 1 16,-4 21 0 0,4-21-1-16,-22 1-3 0,-4-8-3 15,-5-8 1-15,-7-9 0 0,-6-3 2 16,-6-6 0-16,-6-5 2 0,-5-3-1 16,-4-3 4-16,-2 1 0 0,2 4 3 15,4 3 0-15,8 5 1 0,9 4-1 16,11 3 0-16,10 1-1 0,16-1-1 0,8-4 1 15,12-1-5-15,13-3 4 0,12-1-4 0,11 0 1 16,13-2 1-16,8-4-1 0,9-4 0 16,5-4-2-16,3-5 0 0,-2-1-4 15,-4 2 3-15,-6 0-1 0,-5 6 6 16,-9 7 1-16,-12 6 5 0,-13 8-1 16,-13 4 4-16,-10 5-1 0,-13 15 2 0,0 0-1 15,0 0-2 1,0 0-1-16,0-2-2 0,-16-9-2 0,16 11 2 0,-32 11-1 0,5 7 0 15,2 7 1-15,4 5-2 0,0 3 0 16,5 6-2-16,3 0 2 0,3 0-1 16,6 0 0-16,5-5 0 0,5-3 1 31,6-6-1-31,2-2 2 0,6-7-1 0,3-6 1 16,2-7-1-16,4-6 0 0,2-7 1 0,2-9 0 15,1-5 0-15,1-8 0 0,-2-4 0 16,-1-4-1-16,1-2 2 0,-2-3-2 15,-1 0 3-15,3-2-2 0,-1 0-3 16,0 1 7-16,1 4-5 0,1 5 5 16,-3 7 0-16,0 10-2 0,-2 8 0 0,-3 8-1 15,-2 6-1-15,-1 10 0 0,-1 6 4 0,-2 7-6 16,-2 6 6-16,-2 4-6 0,-6 1 1 16,0 0 1-16,-6 2-2 0,-1 0 1 15,-3 0-2-15,-4 0 2 0,-5-3-2 16,0-3 2-16,-1-5 0 0,1-6-1 15,1-4 1-15,8-17 0 0,0 0 1 0,0 0 3 16,0 0 0 0,-3 2 0-16,3-2-1 0,14-17-3 0,4-6 2 0,5-4-2 0,4-5 2 31,4-1-2-31,2-1 2 0,5-1-2 16,-1 3 2-16,2 7 0 0,-3 7 1 15,-2 7 1-15,-4 5 0 0,-3 6-2 16,-2 5-2-16,-6 3 1 0,3 9-1 0,-6 3 2 15,-2 4-2-15,-4 4 1 0,0 0-2 0,-4 1 0 16,0 0 0-16,-2 0 1 0,1-2-2 16,-1-2 0-16,0-3-7 0,-4-22-10 15,10 25-29-15,-10-25-61 0,0 0-178 16,0 0 9-16</inkml:trace>
  <inkml:trace contextRef="#ctx0" brushRef="#br0" timeOffset="94200.58">12672 10463 698 0,'-12'-24'43'0,"9"4"-11"0,3 20-2 16,-4-19-3-16,4 19-5 0,0 0-8 15,0 0-6-15,0 0-3 0,1 2-1 0,-1 0 4 16,3 30 0-16,7 7 2 16,3 10 0-16,3 10-5 15,4 9 2-15,2 11-4 0,0 10-2 16,1 9 2-16,0 5 1 0,0 0-3 16,-4 0 2-16,1 0-2 0,-5 1-4 15,-1-4 5-15,-4-4-4 0,1-10 1 16,-2-8 3-16,-1-11-5 0,-1-10 1 0,-1-10-5 15,1-9-9-15,-4-12-5 0,-3-26-3 0,0 0-9 16,7 15-21-16,-7-15-43 0,0 0-94 16,-1-26-73-16</inkml:trace>
  <inkml:trace contextRef="#ctx0" brushRef="#br0" timeOffset="94750.75">12423 11078 657 0,'10'-18'43'0,"-1"-2"4"16,9 1-4-16,1-2-5 0,10 0-8 31,6-2-9-31,8 0-3 0,5 2-6 0,11 6-3 16,2 4-3-16,0 8-4 0,-2 9 0 0,-3 6-2 15,-4 8-1-15,-7 5 0 0,-4 0-2 16,-4 7 2-16,-9 1-2 0,-2 1 2 15,-7 1-2-15,-8-2 1 0,-5-1 5 16,-6-2-6-16,-4-2 5 0,-5-4-6 16,2-5 1-16,7-19 1 0,-15 15 1 0,15-15 1 15,0 0-1-15,0 0 1 16,-17-10 0-16,4-8 0 0,9-8-4 0,5-7 3 0,5-9-1 16,10-5 1-16,2-7 3 0,4-6-2 15,6-3 2-15,4 2-2 0,2 7 4 16,4 10-3-16,-2 9 0 0,-1 11-1 15,-4 10-2-15,0 8 2 0,-2 8 0 0,-2 6 1 16,-1 9-1-16,-2 6 0 16,0 7-1-16,-1 5 1 15,-4 4 0-15,0 0 0 0,-2-1 2 16,-2-2-1-16,0-4-2 0,-3-6 1 16,1-5-1-16,1-6 2 0,-14-15 1 15,22 8-1-15,-1-8 1 0,3-6-1 16,3-6-1-16,4-8 0 0,2-7 1 0,2-4-1 15,-2-5 1-15,-2 0-1 0,-4-1 0 0,-3 2-1 16,-2 6 0-16,-4 8 0 0,-4 4 0 16,-14 17-3-16,0 0-3 0,0 0-4 15,0 0-5-15,1 0-9 0,1 23-21 16,-11 0-31-16,2 9-80 0,4 5-112 16,-13-3 24-16</inkml:trace>
  <inkml:trace contextRef="#ctx0" brushRef="#br0" timeOffset="94935.27">13392 11510 818 0,'0'-2'25'0,"0"1"-6"0,0-1-5 0,7-20-5 15,2 7-6 1,-9 15-3-16,15-14-4 0,0 5-8 0,-15 9-17 15,26-2-37-15,-26 2-64 0,0 0-150 16,33 0 15-16</inkml:trace>
  <inkml:trace contextRef="#ctx0" brushRef="#br0" timeOffset="95100.82">13839 11495 813 0,'0'-2'46'0,"-2"1"-16"0,2-1-8 15,0 1-10-15,3-19-6 0,-3 20-4 0,0 0-2 16,7-15-3-16,-7 15-3 16,0 0-11-16,0 0-13 15,0 0-39-15,3-1-84 0,-2 1-135 16,28 1 14-16</inkml:trace>
  <inkml:trace contextRef="#ctx0" brushRef="#br0" timeOffset="95900.56">15675 10933 768 0,'-3'-27'27'15,"-1"0"5"-15,-1 1-6 16,-3 0 1-16,2 5-6 0,-1 2-6 0,7 19-4 0,-9-19-4 15,9 19-2-15,-11-14-2 0,11 14-3 16,0 0-1-16,-22-1 0 0,-1 10 0 16,-2 12 0-16,-1 11-1 0,0 9 1 15,0 6-2 1,3 4 3-16,1 3-2 0,4-2 3 16,4-2 2-16,6-3-4 0,5-4 2 0,4-3-2 15,6-5-1-15,5-6 2 0,7-5 2 16,2-4-2-16,4-8 0 0,4-6 1 15,3-6-2-15,5-8 1 0,1-6 0 16,-2-4-1-16,-1-4 1 0,-3-6 1 16,-5-4-5-16,-5-4 4 0,-9-7-5 0,-4-2 3 15,-8-7 1-15,-4-8-2 16,-7-7 2-16,-3-3-2 0,-6 0 2 0,-5 1-1 0,-4 3-2 16,-1 4 4-16,-1 7-3 0,1 11 2 15,4 11 2-15,2 8-2 0,5 10 0 16,1 8 0-16,17 7-1 0,0 0-1 15,-20 9 1-15,10 4 2 0,10-13-1 0,4 31 1 16,7-4 3-16,6 1-5 16,9-3 4-16,6-2-5 0,8-3-4 0,5-5-4 0,6-3-3 31,1-5-2-31,-1-5 1 0,-1-3-1 16,-1-5 5-16,0-6 3 0,-4-3 5 15,-6-7 4-15,-7-4-4 0,-2-4 6 16,-7-5-3-16,-5-4 2 0,-1-4 3 0,-5-3 2 15,-4 1 2-15,-5 1 0 0,-4 3 5 0,-5 8-3 16,-2 7 2-16,-1 6 0 0,0 6-2 16,9 14-3-16,0 0-2 0,0 0-4 15,0 0-1-15,-14 10 0 0,6 9 0 16,5 13 1-16,3 11-1 0,5 7-1 16,4 7 0-16,3 7 1 0,3 8 3 0,1 6-1 15,0 12 2-15,-2 9-2 16,-2 9-4-16,0 4 3 0,-3 0 3 0,-1 0-3 0,-1 1 1 15,-1-2-2-15,1-4-3 0,-1-6 2 16,0-11 4-16,-2-9-3 0,-1-10 0 31,1-7-1-31,1-9-2 0,0-10 0 16,1-9 1-16,-2-11-5 0,1-7-4 0,-5-18-4 16,0 0-8-16,0 0-17 0,0 0-43 0,-2-1-94 15,8-23-107-15,0-5 22 0</inkml:trace>
  <inkml:trace contextRef="#ctx0" brushRef="#br0" timeOffset="96068.61">16039 10871 751 0,'0'0'22'0,"0"0"10"15,26 5 0-15,5-2-5 0,5-3-9 16,7-2-8-16,8 1-5 0,4-1-3 15,3-1-4-15,-5 0-6 0,1 3-15 0,-9-4-36 16,4 7-116-16,-6-2-115 16,-8-7 13-16</inkml:trace>
  <inkml:trace contextRef="#ctx0" brushRef="#br0" timeOffset="96584">16933 10425 728 0,'0'0'40'15,"1"-1"-4"-15,-1-1-5 0,-1 0-8 16,1 1-8-16,-1-1-5 0,1 2 0 0,0 0-1 16,5 19 3-16,6 6 1 0,1 8-7 15,2 7 3-15,0 4-6 0,-1 3-1 16,-1 3 0-16,1 3-2 0,-2 1 0 0,1-1-1 16,-4 0 2-16,0 0-3 0,-1-4 4 15,0-6-4-15,-1-3 2 0,-2-8-1 16,-1-7 0-16,0-6-2 0,-3-19-2 0,0 0-5 15,0 0-5-15,0 0-7 0,2 1-13 16,-1 1-33-16,-1-2-59 0,0-2-149 16,13-19 5-16</inkml:trace>
  <inkml:trace contextRef="#ctx0" brushRef="#br0" timeOffset="96834.2">17294 10431 670 0,'0'0'35'16,"0"0"3"-16,0 0-3 0,-2-2-4 0,2 2-8 16,0 2-2-16,0-1-2 0,11 28-2 15,-2 2 0-15,5 2-7 0,-2 5 1 16,1 4-6-16,1 3-2 0,0 2 2 0,0 1-4 16,-2 2 0-16,-2 0-2 0,0 1-1 15,-2-3 0-15,0-4 3 0,0-6-3 16,-2-6 2-16,-2-5-3 0,-1-7-1 0,-3-20-5 15,0 0-2-15,3 18-6 0,-3-18-4 16,0 0-13-16,0 0-26 0,0 0-58 31,0 2-116-31,-20-9-28 0</inkml:trace>
  <inkml:trace contextRef="#ctx0" brushRef="#br0" timeOffset="97034">16719 10897 630 0,'-1'2'51'16,"1"-2"-3"-16,5-17-10 0,14 3-12 15,6-1-6-15,9-1-5 0,5 1-4 16,4 0-4-16,3 0-6 0,-1 0-5 0,-1 3-4 16,-5 0-9-16,-1 4-18 0,-9-4-26 15,3 6-57-15,-5 0-97 0,-7-8-34 16</inkml:trace>
  <inkml:trace contextRef="#ctx0" brushRef="#br0" timeOffset="97234.31">17143 10014 644 0,'-19'-11'44'0,"19"11"-11"0,-30-8-4 16,2 7-6-16,-2 4-5 0,-2 4-5 15,-4 6-5-15,0 6-2 0,-2 6-4 16,-1 3-1-16,3 4-2 0,1 2-1 0,5 2-1 16,1 2 0-16,4 1-8 0,3 0-12 15,5-2-21-15,0-6-29 0,10-6-46 16,1-3-56-16,6-22-51 0</inkml:trace>
  <inkml:trace contextRef="#ctx0" brushRef="#br0" timeOffset="97435.12">16891 9933 682 0,'10'-14'51'0,"-10"14"-13"16,0 0-11-16,0 0-7 0,28 6-3 0,-1 8-2 31,6 6-3-31,2 3-5 0,1 2 0 16,2 4-3-16,1 3-1 0,4 1-2 0,-1 2-2 15,2 3-1-15,-4-2-1 0,-1 0-6 16,-2-6-10-16,1 2-30 0,-6-11-62 15,-8-4-169-15,7-3 5 0</inkml:trace>
  <inkml:trace contextRef="#ctx0" brushRef="#br0" timeOffset="124850.71">2562 12715 246 0,'-16'-13'26'16,"16"13"-5"-16,0 0-2 0,-8-15-6 15,8 15-2-15,0 0-1 0,1-20 3 0,-1 20 3 16,10-19 3-16,-10 19-1 0,16-15-1 15,0 8 0-15,-16 7-5 0,26-6 3 0,-4 1-3 16,2 2-2-16,2 0 2 0,2 0-5 31,2 2 1-31,6-1-1 0,5 2-2 16,6 0-1-16,10-2-1 0,5 2-2 16,3 2 0-16,3 1-1 0,3 2-2 0,4 0 1 15,2 3 0-15,5 0 0 0,11 1 0 16,2 0 1-16,8 0-1 0,7 0-1 0,1 1 0 15,2-1 1-15,13 0 1 0,0-2 0 16,8-1 0-16,5-1 1 0,8-5-2 16,5-2 2-16,10-1 1 0,7-1-2 15,2-1 0-15,5 1 0 0,2-1-1 0,4 1 0 16,2-3 1-16,1 3 0 0,6-2 0 16,3-2-1-16,4 2 0 0,7 0 0 0,8 0 1 15,-2 0 0-15,3 1 0 0,9 1-1 16,-2-1 1-16,12 2 0 0,2 0 0 15,-3-1-1-15,8-1 0 0,0 2 0 16,1 0 1 0,8 1 0-16,-5 1 1 0,1-1 1 0,-2 1-1 0,-6 0 0 0,3 1 0 31,1 0 0-31,-5 2-1 0,7 1 0 0,-1-1 0 16,1 1-1-16,2-1 1 0,-3-1 0 15,-1-1-1-15,1 0 2 0,-3 0-1 16,2 0 0-16,-1-1 1 0,-3-1-1 15,-4-1-1-15,0 0 1 0,-6 1-1 0,3 1 0 16,-8 0 0-16,-6 1-1 0,-5 0-1 16,-5 0 0-16,-6 0 0 0,-3 0 2 0,-7 0 0 15,-7 0 0-15,-6 0 1 0,-5 1 0 16,-9 2 0-16,-7 0 0 0,-8 0 0 16,-12 0 0-16,-7 0-2 0,-8 0 2 15,-8 0 0-15,-8-1 1 0,-5-2 0 0,-11 0-1 16,-7 1 0-16,-6-1-1 0,-9 2 1 15,-8-2-1-15,-10 1 2 0,-7-1-2 0,-10 0-1 16,-8 0-2-16,-24 0-12 0,0 0-22 31,0 0-70-31,19 2-86 0</inkml:trace>
  <inkml:trace contextRef="#ctx0" brushRef="#br0" timeOffset="126418.68">4367 13101 308 0,'-10'-14'23'0,"10"14"-4"0,-6-19-1 16,6 19 0-16,3-22 3 0,-3 22 4 15,7-23 3-15,-7 23 3 0,6-18 2 0,-6 18-2 16,0 0-2-16,0 0-9 0,0 0-2 15,-2-1-3-15,2 0-2 0,0-1 1 0,0 2 0 16,0 0-1-16,-1 0 0 0,1 0 0 16,-3 20-2-16,1 0-3 0,2 7 0 15,2 3-3 1,2 5 1-16,1 7 1 16,-1 7-4-16,3 6 2 0,-2 5-5 0,2 7-3 15,-3 3 3-15,5 4-4 0,0-1 4 16,-1-2-4-16,1-4 2 0,-2-6 5 0,6-5-5 15,-3-7 5-15,-1-8-3 0,0-9-2 16,-1-10 2-16,-8-22 0 0,10 17 2 16,-10-17 1-16,0 0 2 0,0 0 1 15,0 0 1-15,2 1-1 0,-1-1-1 0,22-3-2 16,-5-1 0-16,-18 4-2 0,26-9-1 16,-3 1 1-16,4 2-3 0,1-2 3 0,2 0-1 15,2-2 1-15,7 1-1 0,6-1 0 16,1-1-1-16,5 2 0 0,-2-2-1 15,0 2 2-15,-4 0-1 0,-5 1 1 16,-6 2 0-16,-7 0-1 16,-8 3 2-16,-19 3-1 0,0 0 0 0,0 0 1 0,0 0-1 31,3-1 1-31,-3 1 0 0,3 0 0 0,-3 0 1 16,4 0-1-16,-3 0 1 0,1 0-2 15,-1-2 0-15,1 2-5 0,11-14 4 16,-3 1-5-16,-10 13 3 0,9-23 0 15,-5 2-1-15,2 0 0 0,-2-1 0 0,-2-2 1 16,-2-2 0-16,-2-3 2 0,1 1 0 16,-2-1 2-16,-3 1 1 0,2 6 2 0,4 22 1 15,-9-23 4-15,9 23-1 0,0 0 0 16,0 0 0-16,0 0-2 0,-3-2-1 16,2 1 0-16,-2-1-1 0,3 1-2 15,0-1-2-15,0 2-2 16,-3-1 2-16,3 1 0 0,0 1 1 0,0 1 1 0,3 30 0 15,4-2-1-15,-1 1 1 0,1 1-2 0,-1-1 1 16,1 1-2-16,0 0 1 0,-1-3 0 31,3-2 1-31,-2-3 4 0,0-2-6 16,-1-4 5-16,-6-18-6 0,7 17 0 16,-7-17 1-16,0 0-1 0,0 0 2 0,0 0-3 15,2 1-3-15,-1 1-10 0,1-2-22 16,-1 0-37-16,-1-2-77 0,-4-25-110 0,-1 3 19 15</inkml:trace>
  <inkml:trace contextRef="#ctx0" brushRef="#br0" timeOffset="126584.23">5081 13197 593 0,'-6'-22'20'16,"6"22"8"-16,0 0 1 0,2-22-4 15,-2 22-15-15,0 0-13 0,0 0-16 16,0 0-15-16,-2-2-24 16,2 2-51-16,2 0-115 15,8 15 7-15</inkml:trace>
  <inkml:trace contextRef="#ctx0" brushRef="#br0" timeOffset="127835.26">5278 13702 544 0,'-3'-27'29'0,"3"1"8"0,3 6 3 0,0-1-6 0,4 3-12 15,0 0-8-15,3 1-2 0,6 0-1 0,2 5 1 16,2 1 0-16,3 7-1 0,1 2-2 31,1 7-3-31,1 3-2 0,2 2-1 16,-4 5-1-16,2 2-2 0,-4 6-1 16,1 1 1-16,0 4-3 0,-4 0 1 0,-3-1-2 15,-6 1 0-15,-3-1-1 0,-4-1 0 16,-3 0 1-16,-3-2 0 0,-5-1 4 0,-1 0-4 15,-1-4 7-15,-3-2-3 0,1-5 2 16,12-12 3-16,0 0 1 0,0 0 0 16,0 0-2-16,-10-12 0 0,10 12-5 15,3-34 3-15,4 0-3 0,9-3 2 0,6-2 1 16,2-3-3-16,5-4 3 0,3-2-2 16,0 6 0-16,1 6 2 0,-1 7-1 0,-3 11 0 15,-3 9 1-15,-2 6 1 0,-3 6-1 16,-4 6 2-16,-1 4-1 0,-3 5-1 15,-4 2-1-15,-2 2 0 0,0 2-1 16,-1 2 0-16,-2 1 0 16,-1 0 0-16,0 1-1 15,0-3 0-15,0 0-2 0,0-1 0 16,0-1 0-16,2-4 1 0,0-2 5 0,-5-17-6 16,11 18 4-16,2-5-3 0,-13-13-5 15,24 1 7-15,-1-7-4 0,1-5 3 16,2-5 1-16,6-5-2 0,3-6 1 15,2-1-1-15,1-3 1 0,1-2-1 0,-3-2 3 16,-3 0-2-16,-4 0 2 0,-6 2-1 16,-4 4 2-16,-3 3 0 0,-4 5 1 0,-5 3 0 15,-7 18-1-15,3-21 1 0,-3 21 1 16,0 0-1-16,-6-22 2 0,6 22-4 16,-16-12 0-16,16 12-1 0,-20-4 0 15,20 4-1-15,-26 4 2 16,7 4-2-16,0 2-1 0,2 4 1 0,5 4-2 0,-1 5 2 15,2 4 0-15,2 7 0 0,3 2-1 0,2 2 1 16,2 3-2-16,4-3 2 0,2-1-2 16,2-4 0-16,6-4-1 0,2-5 3 31,1-3 5-31,3-3-4 0,1-4 4 16,3-2-4-16,1-4 0 0,0-5 1 0,2-6-4 15,-2-5 4-15,0-3-4 0,3-2 4 16,1-2 1-16,-1-2-1 0,-2-4 0 0,-1-3-2 15,-2-4 0-15,-3-4 0 0,2-3 2 16,-3-6-2-16,-5-4 2 0,0-2-1 16,-4 1 1-16,1 2-1 0,-5 5 1 15,-1 6 0-15,-1 6 3 0,-2 27-1 0,0 0 0 16,0 0-1-16,-3-21-3 0,3 21 1 16,0 0 0-16,0 0 0 0,-15 10 0 0,2 0 0 15,3 5 1-15,3 0 0 0,-2 2 0 16,5 1 2-16,4-18-2 0,-3 25 2 15,3-25 0-15,3 21 1 0,-3-21 3 16,13 19 0-16,-3-6 3 16,6-6-1-16,3-2-1 15,4-3 0-15,6-2-1 0,4-2 0 16,8-1 0-16,6 1-2 0,4 1-3 0,2 1 0 16,-2 1-4-16,-3 3 3 0,-5 0-1 15,-7 5 1-15,-7 2 0 0,-6 2 0 16,-8 4-3-16,-5 3 2 0,-3 1 0 15,-6 2-1-15,-6 1 3 0,-1 3-2 0,-6 3 0 16,-5 0 0-16,-2-2-2 0,-4 1 1 16,0 2 3-16,7-2-3 0,2-2 4 0,2-3-4 15,6-6 1-15,6-18 0 0,0 0 1 16,9 20 0-16,3-11 2 0,-12-9 0 16,33 0-2-16,4-4 1 0,4-6-2 15,4 1 0-15,5-1 2 16,7-2-2-16,2-1-4 0,0 1 3 0,-1 0-5 0,-7 1 3 15,-7 3 0-15,-10 1-2 0,-12 4-7 0,-22 3-5 16,0 0-15-16,0 0-24 0,0 0-56 31,-2-1-119-31,1 1-31 0</inkml:trace>
  <inkml:trace contextRef="#ctx0" brushRef="#br0" timeOffset="129568.57">7055 13620 340 0,'-4'-23'63'16,"-1"1"-6"-16,-2-1-7 0,0 1-7 16,0 1-2-16,7 21 0 0,-9-23 2 15,9 23 0-15,-9-21-7 0,9 21-6 16,0 0-8-16,0 0-6 0,-13-12-3 0,13 12-3 15,0 0-4-15,0 0-1 0,0 0-3 0,-30 5-1 16,4 4 0-16,4 3 1 0,-4 6-1 31,3 3 0-31,0 7-1 0,4 3 0 16,-1 6-2-16,3 1 2 0,2 3-1 16,8-2 0-16,2 0-2 0,3-5 2 0,7-2 5 15,4-1-5-15,3-6 7 0,5-2-5 16,2-3-1-16,7-6 3 0,3-7-1 0,3-2 1 15,2-9 1-15,5-3-1 0,-1-7-6 16,-2-4 5-16,2-3-5 0,-5-4 5 16,-3 0 1-16,-4-2-3 0,-7-3 2 15,-3 0-2-15,-5-3 2 0,-5-1-1 16,-3-1 0-16,-3 3 0 0,-1 2 1 0,-2 5-1 16,-2 2 3-16,5 23 0 0,-8-20 1 0,8 20-2 15,0 0-2-15,0 0 0 0,0 0-2 16,-13 8 1-16,0 10 0 0,1 7 0 15,5 7 0-15,3 3 0 0,2 5-1 16,4 1 2-16,2 2-2 0,3 0 1 16,3-2 4-16,-1 0-4 0,4-4 5 0,1-5-5 31,1-5 0-31,8-4 1 0,0-4 0 0,3-2 0 16,-1-4 0-16,1-6 0 0,1-4 0 15,4-8 0-15,1-2 1 0,2-5-2 16,3-5 2-16,1-4-1 0,0-7 1 15,1-4-1-15,-1-4-6 0,-2-5 5 0,-6-3-5 16,-8-4 3-16,-2-3 2 0,-5-2-1 16,-4 1 2-16,-5 5-1 0,-3 8 1 0,-2 10-1 15,-2 5 2-15,1 24-1 0,-6-24 0 16,0 6-1-16,6 18 1 0,0 0-1 16,-14-14 0-16,14 14-1 0,0 0 0 15,-23-3-1-15,23 3 0 0,-24 9 1 16,4 3-1-16,6 5 1 0,1 1-1 0,4 0 0 15,5 2 0-15,4-20 0 0,3 29 1 0,4-5 1 16,6-3-1-16,6-4 2 0,5-4-1 31,8-3-1-31,9-6 2 0,9-2 0 16,8-4 0-16,10-4 0 0,3-3 0 16,8-2-1-16,1-2 1 0,1 1 0 0,0 1 1 15,-9 5 1-15,-7 3-1 0,-10 5-1 16,-10 2 0-16,-9 5 0 0,-11 3 0 0,-6 3 2 15,-11 4-1-15,-6 4 1 0,-8 0-1 16,-4 4-3-16,-6 1 1 0,-3 1 0 16,-3 0-1-16,1 0 3 0,0-2 1 15,3 0-4-15,2 1 3 0,7-2-4 16,5-2 1-16,4-24 0 0,4 29 1 0,5-11 2 16,10-6-1-16,2-4 0 0,8-7 0 0,6-2 0 15,8-7-1-15,11-2 0 0,8-6 0 16,6-2-1-16,10-1-8 0,-4-3 2 15,1 1-12-15,-7 1-5 0,-3 5-18 16,-9-4-41-16,-3 2-127 0,-4 6-73 16</inkml:trace>
  <inkml:trace contextRef="#ctx0" brushRef="#br0" timeOffset="130417.67">10457 13493 705 0,'-12'-13'51'16,"12"13"-11"-16,-18-13-12 0,4 5-6 0,14 8-8 15,-28-1-2-15,1 4-6 0,-2 6-2 0,3 6-2 16,-2 9-1-16,2 8 0 0,5 6 0 15,5 6-1-15,3 0 0 0,4 0-1 16,5-3-1-16,2-3 1 0,5-5 1 16,3-1 5-16,4-4-3 0,7-6 4 15,5-2-5-15,4-6 1 0,5-5 0 16,3-6 0-16,4-6-1 0,-1-8-6 0,0-5 6 0,-7-5-6 16,-1-6 5-16,-9-3 1 0,-2-5 0 15,-7-5 0-15,-7-9-3 0,-4-6 2 16,-4-7-4-16,-7-3 3 0,-7-2-1 15,-2 0 1-15,-9 2 0 0,-6 3-5 16,-5 5 4-16,-5 10-2 0,0 14 4 16,9 12 2-16,5 10-2 0,8 5 0 0,23 6-1 0,0 0-1 31,-17 7 2-31,17-7-1 0,0 0 0 16,16 26 2-16,10-6-1 0,10-5-1 15,9-6 0-15,10-3-2 0,6-4-1 16,2-2-3-16,1-4-4 0,-3-4 0 15,-5-4 0-15,-1-3 3 0,-9-4 2 16,-4-1 4-16,-3-2 1 0,-7-6 2 0,-6-4 1 0,-3-7 0 16,-7-7 1-16,-4-1 4 0,-4 2 0 15,-3 7 6-15,-1 7 2 0,-4 8 1 16,0 23 1-16,0 0-3 0,0 0-4 16,0 0-5-16,0-2-3 0,0 0-1 15,0 2 1-15,0 2 2 0,0 33-1 16,3 9 0-16,1 11 0 0,2 10-2 0,1 6 1 0,-1 11 3 15,-3 8-2-15,1 13 1 0,-4 11-2 16,-1 9-4-16,-2 6 4 0,3 0 0 31,3-3-1-31,3-3 3 0,1-5-4 16,4-5-3-16,0-12 3 0,1-10-2 16,2-10-3-16,-1-11-2 0,0-12-9 0,0-9-8 15,-3-14-9-15,0-8-21 0,-10-27-25 0,7 17-89 16,-7-17-104-16,0 0 25 0</inkml:trace>
  <inkml:trace contextRef="#ctx0" brushRef="#br0" timeOffset="132117.29">10780 13590 655 0,'16'-35'44'0,"9"6"2"15,5 0-4-15,7 8-11 0,4 3-9 16,4 4-7-16,4 6-5 0,-1 5-4 16,-2 5-3-1,-2 6-2-15,-6 5-1 0,-3 2 0 0,-6 5-3 16,-6 3 2-16,-5 3-2 0,-8 2 1 16,-5 4-1-16,-5 0 0 0,-7 0-2 15,-4-3 2-15,-8 0-3 0,-6-3 0 16,-5-2-2-16,-9-3-3 0,1-1 0 15,-4-5-1-15,-1-2 2 0,1-2 3 16,6-5 3-16,5-1 3 0,8-3 3 0,23-2-1 0,0 0-2 16,0 0 2-16,0 0 1 0,-1-2 1 15,2 2 2-15,33-6-1 0,2 1-2 16,3 1 2-16,0 1 0 0,1-2 1 16,1-1 0-16,5 0-2 0,1-3-1 15,2-5 0-15,-2-1-2 0,4-4 0 0,-1-3 2 16,0-1-3-16,-1-2 1 0,-3-6 0 0,-4 0-1 15,-3-4 1-15,-7-4 1 0,-2 1-1 16,-8 1 2-16,-7 3-2 0,-7 5 2 16,-5 5 1-16,-3 24 0 0,0 0 0 31,-6-23-2-31,6 23-1 0,0 0 0 16,0 0 0-16,-27 11-1 0,5 7 2 0,3 6-1 15,5 7 0-15,2 3-1 0,5 6 1 0,4 4-3 16,5-1 3-16,6-1-2 0,4-4 2 15,5-4 0-15,6-4 1 0,6-6-2 16,3-4 1-16,1-5 0 0,4-6 1 16,1-5 1-16,0 0-2 0,1-8 0 15,0-3 0-15,0-5-1 0,-3-5 0 0,-1-4 3 16,-5-5-3-16,-1-4 2 0,-3-5-1 0,-1-6 1 16,-2-2 1-16,2-1 1 0,-1 5 0 15,1 4 3-15,-1 8 0 0,-2 7 2 16,1 5 2-16,0 6-2 0,2 4 0 15,-3 5-1-15,4 5-1 0,3 4 1 16,1 3-1-16,3 6-2 0,1 3 0 0,-1 5-3 16,-4 3 0-16,-2 3-1 0,-4 1 0 0,-4 1-1 31,0-2 2-31,-3-1-2 0,-3 0 0 16,-1-2 0-16,-1-2 1 0,1-3-2 15,2-2 2-15,-1-6-1 0,7-2 0 16,2-5 1-16,7-3-1 0,4-5 0 15,6-6 0-15,2-5-1 0,2-3 0 0,3-4 0 16,-1-3-1-16,0-4 3 0,-3-2-1 0,-3-4 0 16,-3 0 2-16,-7-2 1 0,-4-2-2 15,-5 3 3-15,-3-1-2 0,-5 6 0 16,-5 2 1-16,-4 4 0 0,-3 20-2 16,0-26 2-16,-6 6-3 0,6 20 1 15,-16-16-1-15,-4 6 0 0,-3 7 0 0,-3 5 0 16,-4 2-1-16,-2 7 1 0,-2 4-1 0,0 5-2 15,0 4 0-15,4 5-1 0,3 0-1 16,2 4-3-16,5 0 0 0,4-1-4 31,6-1 4-31,5-5 1 0,5-26 3 16,6 25 3-16,6-9 1 0,5-7 0 16,2-6 1-16,7-3 0 0,-3-5 0 0,4-1 1 15,-1-4-1-15,-1-4 2 0,0-1-1 0,-1-5 0 16,1-2 0-16,-1-1 0 0,1-6 0 15,-2-2 1-15,0 1-2 0,0 3 2 16,-4 7-1-16,0 6 0 0,1 7-1 16,-20 7 0-16,21 1 2 0,-4 5-1 15,-4 5 2-15,1 4-3 0,-1 3 1 0,3 5-2 16,0 1 1-16,1 2 0 0,1 1 1 0,1 1-1 16,1-2 0-16,-3-4-1 0,3-2 1 15,2-4 0-15,0-2 1 0,1-4-1 16,4-6 2-16,1-4-1 0,2-4 1 15,1-4 0-15,0-6-2 0,0-4 2 16,-4-4-1-16,-1-9 0 0,-4-7-1 0,-2-5 2 31,-4-7-3-31,-1-4 3 0,-4-3-3 0,-1-2 2 16,-2-1-2-16,-4-5-2 0,-1-4 2 16,0-1-2-16,-2 0 3 0,1 6 4 15,-2 13 0-15,-2 12 3 0,1 13-1 16,1 26-3-16,0 0-1 0,0 0-3 15,0 0 1-15,-2-2 0 0,-11 19 0 0,-1 9-1 16,1 7 2-16,-3 7-2 0,6 2 1 0,-2 2 1 16,4 3 0-16,-1 2 3 0,0 4-3 15,6 3 1-15,0 2-3 0,1 4-2 16,4 0 1-16,3 2-1 0,5-2 1 16,7-6-2-16,5-6 1 0,7-8-2 15,6-9 1-15,5-9 0 0,2-7 0 0,4-6 0 16,-1-7 1-16,0-7 2 0,-2-6 0 0,-1-8 1 15,-3-3 1-15,-1-5-1 0,-4-5 1 16,-3-5 1-16,-4-7-1 0,-5-5 2 16,-3-3-2-16,-3 0 2 0,-5 4-2 31,-2 7 1-31,-2 6 1 0,-1 5 2 16,-6 28-1-16,3-21-1 0,-3 21-2 0,0 0-3 15,0 0 0-15,0 0 1 0,-2-1 1 0,-19 22 1 16,2 6-1-16,3 5-2 0,3 3 2 15,3 6-3-15,3 3 3 0,2 0-2 16,4 2 2-16,2-6-2 0,2-2 2 16,2-3-3-16,2-6 3 0,6-4-1 15,0-7 0-15,4-4 2 0,4-6-1 0,2-3 0 16,0-5 0-16,1-5 0 0,0-3 0 0,-1-6 2 16,-2-4-1-16,-5-5 0 0,-1-4 0 15,-8-2 0-15,-3-5-2 0,-5-4 4 16,-8-3-5-16,-4 2 3 0,-3 1-3 15,-4 6 1-15,-3 6 1 0,-2 8 0 16,1 7-1-16,-4 5 0 0,-1 8 0 0,-1 4-3 31,-2 5 1-31,3 4-6 0,0 2-8 0,3 6-14 16,-1 1-27-16,8 7-43 0,-4 3-73 16,0-4-76-16</inkml:trace>
  <inkml:trace contextRef="#ctx0" brushRef="#br0" timeOffset="132551.67">14842 13505 672 0,'20'-28'53'16,"5"7"-2"-16,0 0-7 0,1 2-10 16,-3 4-11-16,0 5-7 0,-1 4-5 15,2 4-3-15,2 4-2 0,0 4-2 0,1 4-3 16,0 5 1-16,-1 5-2 0,0 6 1 0,-2 5 0 15,-1 2-2-15,-2 3 0 0,-1 2 1 16,-3 1-2-16,-5-3 1 0,-2-2 0 31,-4-2 1-31,-2-2-2 0,-3-8 2 16,-1-22-3-16,-1 23 2 0,1-23 1 16,0 0 0-16,0 0 3 0,0 0 0 0,-2 2-1 15,2-2 1-15,0 0 0 0,0-2-1 0,6-30 1 16,6-1-1-16,4-4 2 0,4-5-2 15,5-7 2-15,2-1-2 0,4-1 2 16,2 2-3-16,0 5 1 0,0 6-1 16,-1 8 0-16,-1 5-1 0,-5 8 0 15,-3 7 0-15,-6 4-1 0,-17 6-1 0,0 0-1 16,23 0-1-16,-23 0-1 0,0 0-3 0,16 6-4 16,-16-6-8-16,0 0-5 0,0 0-10 15,0 0-10-15,1 2-17 0,-1-1-30 16,-14 14-43-16,14-15-61 0,-22 7-26 15</inkml:trace>
  <inkml:trace contextRef="#ctx0" brushRef="#br0" timeOffset="132784.21">14653 13003 761 0,'-2'1'43'16,"35"-6"-2"-16,5 1-11 0,6 0-8 0,6 3-8 16,6 1-3-16,8 0-5 0,6-1-3 15,5-1-1-15,4 2-2 0,4 0-1 16,-1 0 0-16,-4 0-5 0,-7-1-2 16,-6-1-2-16,-11-3-3 0,-10 2-3 15,-13-1-3-15,-9 3-21 0,-22 1-33 0,0 0-84 16,0 0-120-16,-9-16 23 0</inkml:trace>
  <inkml:trace contextRef="#ctx0" brushRef="#br0" timeOffset="134701.67">18683 13965 379 0,'0'0'-1'16,"0"0"5"-16,-7-18 3 0,7 18 4 16,0 0 5-16,0 0 3 0,0 0 0 15,-2-2-1-15,2 0-5 0,-1 1-3 0,1-1-2 16,-2 1-1-16,1 1 0 0,-1-2 1 0,1 2-3 15,0 2-1-15,-14 11-1 0,2 1-2 16,3-2 0-16,10-12 0 0,-13 17 0 31,4-3 1-31,9-14 0 0,0 0-1 16,-9 16 1-16,9-16 1 0,0 0-1 16,0 0 2-16,-7 15-1 0,7-15 1 0,0 0 0 15,0 0 1-15,0 0 3 0,-1 2 6 0,1 0 2 16,-9 14 1-16,9-16 0 0,0 0-5 15,-8 17-1-15,8-17-1 0,-8 17 0 16,8-17 1-16,-3 21-1 0,3-21 0 16,-1 29 1-16,1-4-1 0,1 4 1 15,2 2 3-15,2 4-2 0,0 3 1 0,4 4 1 16,4 5-4-16,2 5 2 0,2 4 3 0,2 11-7 16,4 8 4-16,4 12-4 0,2 15-5 15,2 7 2-15,-1 10-1 0,-1 3-3 16,0 9 2-16,0 6 1 0,0 7-2 15,1 6 1-15,0 3-2 0,-1-1-2 16,0-1 2-16,-3 1-3 0,2-3 2 0,-4 5 1 31,-1-4-6-31,0-2 13 0,-1-4 3 0,3-2-4 16,-1-10 6-16,4-1-8 0,2-5-7 16,2-9 6-16,-2-6 0 0,1-4-1 15,-4-2 2-15,-2 1-4 0,-5-2-3 16,-3-7 0-16,-5-10-1 0,-5-6-12 15,0-14-1-15,-5-9-8 0,-2-11-13 0,-3-14-6 16,4-9-36-16,-1-24-73 0,-20-5-108 0,20 5 17 16</inkml:trace>
  <inkml:trace contextRef="#ctx0" brushRef="#br0" timeOffset="135617.49">20320 15636 408 0,'0'0'71'16,"0"0"-4"-16,1-2-11 15,1 2-10-15,-2-1-7 0,1 1-6 0,-1-1-5 0,2-1-8 16,-2 0 0-16,8-22-5 0,1 0-1 31,2-2 0-31,4-5-4 0,5-4-2 16,5-5-3-16,5-7-3 0,5-7 2 16,4-3-5-16,3-10-2 0,0-11 2 0,0-11-3 15,1-10 2-15,-1-7 3 0,-4-5-3 0,-3-3-1 16,-5 2 3-16,-4 3-1 0,-2 13 1 15,-2 22 3-15,-6 21-1 0,-2 21-2 16,-3 12 0-16,-11 20 0 0,0 0 0 16,0 0 2-16,21 11 1 0,-2 12-1 15,1 11 4-15,0 9-3 0,2 7 1 0,1 4-1 16,2 3-2-16,-1 2 4 0,2 3-2 0,-1 4 0 16,1 2-2-16,2 3-2 0,-2 2 0 15,-2 1-1-15,-1-1 4 0,-2-5-3 16,-3-5 2-16,-2-9 3 0,0-7-7 15,-3-5 8-15,-1-7-5 0,-4-8 0 16,0-4 2-16,-8-23-3 0,7 16 0 0,-7-16 0 31,0 0-3-31,0 0-4 0,0 0-8 0,2 2-17 16,4-22-20-16,-6 20-43 0,2-26-78 16,-8 2-92-16</inkml:trace>
  <inkml:trace contextRef="#ctx0" brushRef="#br0" timeOffset="135867.68">20684 15045 620 0,'0'0'52'0,"0"0"2"0,0 0-8 0,0 0-10 16,-1-1-12-1,-1 1-6-15,0 0-5 0,0 0-5 0,1 0-2 0,1-1-1 0,0-1-3 16,24-13 1-16,11 1-3 0,11 5-1 16,10 0-4-16,8 3-5 0,3 0-11 31,4 7-30-31,-9-2-45 0,1 2-115 16,0 5-68-16</inkml:trace>
  <inkml:trace contextRef="#ctx0" brushRef="#br0" timeOffset="136650.78">20600 13709 313 0,'12'-18'69'16,"2"2"1"-1,-3-1-9-15,0 5-4 0,-11 12-6 0,12-15-8 0,-12 15-4 0,0 0-7 16,0 0-7-16,0 0-6 0,0-2-8 31,0 0-3-31,-2 2-2 0,1 0 2 16,-17 28-2-16,1 6 2 0,-3 3-3 16,-2 5 0-16,0 0 2 0,-4 2-4 0,0-2 0 15,0 1-1-15,0-2-3 0,2-6 2 0,3-3 0 16,4-5-2-16,4-7-1 0,2-5 3 15,11-15-1-15,0 0 1 0,0 0 3 16,0 0-4-16,-2 2 0 0,2-4-1 16,0 0-1-16,7-31-1 0,2-1 3 15,0 1-2-15,1-3-6 0,1-5 5 0,0-5-5 16,1-4 5-16,-1-8 4 0,0-4-3 0,2-2 4 16,0 8-2-16,1 12 0 0,0 14 1 15,0 15-1-15,-14 15 1 0,23 3 0 16,-1 9 1-16,-2 6-1 0,1 5 2 15,0 4 0-15,1 0 1 0,-2 2 1 16,5-1 1-16,1-1 1 0,4-1 1 0,6-2-2 16,9-1 1-1,7-4-4-15,7 1 2 0,4-3-4 16,-1-2-1-16,-4-1-3 0,-6-2-2 16,-7 0 0-16,-8-4-15 0,-2 1-11 15,-15-7-42-15,2-1-105 0,-22-1-98 16</inkml:trace>
  <inkml:trace contextRef="#ctx0" brushRef="#br0" timeOffset="138634.34">22323 13904 277 0,'1'-2'55'15,"0"1"1"-15,-1 0-5 0,2-1-4 16,-2 0-6-16,1 1-6 0,-1-1-3 16,2 1-4-16,-2-1-3 0,0 1-4 15,0-1-8-15,0 1 4 0,0-1-1 0,0 1-3 16,0-1-1-16,0 1-1 0,0-1-6 0,-5-16 3 15,5 18-2-15,0 0 0 0,0 0-1 16,0 0 0-16,-7-17 1 0,7 17-1 16,0 0 1-16,0 0-1 0,0 0-2 15,-1-2 1 1,-1 2-1-16,1-1-2 16,-2 1 0-16,2-1-1 0,-18-5 0 0,19 6 1 15,-22 1-1-15,22-1 1 0,-23 7 1 0,7 3 0 16,2 0 5-16,2 4-6 0,-1 1 6 15,-1 3-6-15,-1 4 2 0,-1 2 0 16,2 4-2-16,-2 2 1 0,3 3-4 16,0 6 4-16,3 11-2 0,2 9 2 15,0 10-1-15,4 9 0 0,-1 9 2 0,-1 11 0 16,2 7 1-16,1 7-2 0,4 2-1 0,4-2 0 16,4-7 2-16,5-6-1 0,3-9-1 15,8-5-1-15,4-7-2 0,4-8 2 16,8-7 1-16,6-8 3 0,7-6-2 15,5-9 2-15,3-6-2 0,3-5-1 16,-1-8-1-16,-3-4 2 0,-5-8-4 0,-8-6 3 31,-6-3-4-31,-6-2-1 0,-11 1-1 0,-25 1-4 16,20-4-4-16,-20 4-12 0,0 0-22 16,-8-19-33-16,8 19-70 0,-23-12-120 15</inkml:trace>
  <inkml:trace contextRef="#ctx0" brushRef="#br0" timeOffset="139101.87">23254 14027 520 0,'-9'-20'63'0,"-2"3"-7"0,11 17-9 15,-12-16-11-15,12 16-12 0,0 0-7 0,0 0-8 16,0 0 0-16,-1-2 3 0,-17 13 0 15,8 7 1-15,1 3-2 0,2 5-1 16,2 5-3-16,2 5 0 0,3 8-2 16,1 5 1-16,2 4-2 0,4 4 2 15,2 2 3-15,1 5-4 0,6 2 3 0,1 0-3 16,3 4-4-16,3 2 2 0,-1-1-4 0,0 0 2 16,-3-2-2-16,-5-7 2 0,-1-6-2 15,-4-5 0-15,-3-6 5 0,-3-6-5 16,-3-7 5-16,-5-6-5 0,-2-6-1 15,-2-7 1-15,9-13-1 0,-20 9-4 16,-1-6-3-16,-4-4-5 0,2-4-10 0,-8-4-10 31,4-1-16-31,-7-10-32 0,8 2-56 0,-1-1-73 16,-5-5-31-16</inkml:trace>
  <inkml:trace contextRef="#ctx0" brushRef="#br0" timeOffset="139367.69">22787 14669 636 0,'0'0'52'16,"0"0"-2"-16,0 0-14 0,-2-1-11 15,1 1-9-15,1 0-4 0,0-2 0 0,17-7-2 16,15 0 0-16,13 0-4 0,11 3 0 0,11-2-1 31,10 2-3-31,6 3-1 0,4 1-4 0,-3 2-2 0,-7 2-4 0,-9 0-4 16,-6 2-7-16,-12-3-14 0,-6 4-15 31,-14-3-16-31,-7 2-10 0,-23-4-39 16,0 0-122-16,0 0 23 0</inkml:trace>
  <inkml:trace contextRef="#ctx0" brushRef="#br0" timeOffset="139901.94">23825 15299 654 0,'-16'-11'52'0,"16"11"3"16,0 0-8-16,0 0-12 0,0 0-12 16,-1-1-7-16,1-1-4 0,-2 1-3 15,2-1-1-15,0 1 0 0,0 1 1 0,2 0-2 16,11 21-3-16,1 5 0 0,-2 5-4 0,1 8 4 31,-3 3-4-31,-1 5 3 0,-1 3-2 0,-1-1 0 0,-1-1-2 0,0-1 1 31,0-4-1-31,1-4-2 0,0-4 7 16,-2-4-8-16,1-5 5 0,-4-7-6 16,-2-19-7-16,0 0-5 0,7 19-10 0,-7-19-15 15,0 0-40-15,0 0-91 0,0 0-115 0</inkml:trace>
  <inkml:trace contextRef="#ctx0" brushRef="#br0" timeOffset="140217.54">24820 14373 735 0,'10'-18'48'0,"-1"-2"-1"0,-1 5-12 16,-8 15-11-16,0 0-9 0,11-14-6 0,-11 14-1 31,0 0-1-31,20 5 0 0,-4 9-2 0,1 8 2 16,-1 10-4-16,0 8 2 0,-1 7 1 16,-3 4-5-16,-1 4 3 0,-1 1-4 15,-2 0-1-15,1 0 2 0,0 1-1 16,1-2 0-16,-2-1-2 0,1-9 1 15,-1-2-1-15,0-10 1 0,-1-5-1 0,-1-7-1 16,-6-21-5-16,0 0-4 0,0 0-7 0,0 0-5 16,9 12-22-16,-9-12-42 0,0 0-100 15,0 0-101-15</inkml:trace>
  <inkml:trace contextRef="#ctx0" brushRef="#br0" timeOffset="140417.54">24428 14601 656 0,'-26'-3'53'0,"26"3"-3"31,0 0-6-31,0 0-7 0,0 0-11 16,2 1-3-16,28 7-6 0,10-4-5 16,11 1-4-16,13-1-2 0,11 1-2 0,8-2-3 15,9 0-4-15,3-1-5 0,5 1-12 0,-5-6-17 16,4 3-37-16,-8-10-47 0,3-5-106 15,3-3-46-15</inkml:trace>
  <inkml:trace contextRef="#ctx0" brushRef="#br0" timeOffset="140717.51">26198 14074 723 0,'0'0'44'16,"-10"-24"-8"-16,1 6-3 0,-1 1-6 15,-3 3-6-15,2 2-5 0,11 12-2 16,-16-12-3-16,16 12-1 0,0 0-5 15,0 0-1-15,0 0-3 0,-21 3-2 16,3 7 2-16,3 10 0 0,1 9-1 0,4 9 2 31,2 9-2-31,3 9 0 0,5 7 0 0,4 5 2 16,2 3 3-16,4 5-2 0,4 0 0 16,1 0-1-16,2 1-5 0,1-2 3 15,0-1-2-15,-2-3 2 0,0-5-1 16,-4-10 0-16,-2-8 3 0,-5-5-7 0,-5-8 6 15,-5-7-5-15,-8-4-2 0,-3-8-2 16,-3-4-3-16,-3-4-6 0,3-4-7 0,-5-5-12 16,2-2-25-16,-7-11-48 0,4-6-110 15,2-1-51-15</inkml:trace>
  <inkml:trace contextRef="#ctx0" brushRef="#br0" timeOffset="140933.96">25604 14494 724 0,'0'0'50'0,"11"-22"-3"0,7 8-14 0,6 3-10 16,10 4-8-16,7 1-7 0,9 2-1 0,6 3-4 15,3-1-5-15,1 2 0 0,-3 2-5 16,0 3-13-16,-9-4-18 0,4 7-53 15,-13-4-126-15,-5-4-64 0</inkml:trace>
  <inkml:trace contextRef="#ctx0" brushRef="#br0" timeOffset="141484.22">26477 15053 605 0,'0'0'52'16,"0"0"4"-16,-1-2-6 0,14-13-12 16,1 5-8-16,5 7-5 0,4 1-4 15,6 4-1-15,1 1-6 0,5 3-2 16,1 0-3-16,1 3-2 0,-3 0-2 16,-1 0-2-16,-5 1-2 0,-3-2 0 0,-4 3-1 15,-5 0 0-15,-4 1-1 0,-5 3 0 0,-7-15 5 16,-4 30-7-16,-8-2 5 0,-8-1-3 15,-6-1-2 1,-6-2 2-16,-3-1-2 0,-1-1 0 0,1-2 1 0,3 0 2 31,3-3 0-31,5-5 0 0,5-2-1 16,19-10 1-16,-13 11-1 0,13-11 1 0,0 0 1 16,10 14 1-16,9-7-1 0,7-1 1 0,4-1-1 15,5-1 0-15,3 1 0 0,1-3-1 16,3-1 0-16,1-2 0 0,2-1 1 15,3 2-1-15,-3-2 0 0,-1 1-1 16,-3-2 1-16,-6 0-1 0,-6 0-4 16,-6 0-3-16,-23 3-12 0,18-8-13 0,-18 8-33 15,0 0-63-15,0 0-162 0,0 0 15 0</inkml:trace>
  <inkml:trace contextRef="#ctx0" brushRef="#br0" timeOffset="142184.13">26860 13408 512 0,'0'0'52'0,"-14"13"-1"0,14-13-7 16,-10 15-3-16,10-15-8 0,0 0-4 0,-3 23-5 15,9-3-2-15,5-1-1 0,11 5-4 0,11 6-3 16,14 6-1-16,13 7-4 0,13 7 2 16,11 6 2-1,5 8-3-15,5 7 0 0,3 11-4 0,-1 14-5 0,-5 12 2 16,-9 10 0-16,-14 9-2 0,-16 6 1 15,-14 3-1-15,-15 1-5 0,-13-2 1 0,-12-6 3 16,-9-7-2-16,-11-8 1 0,-8-7 1 16,-9-10-3-16,-9-9 3 0,-3-10 4 0,-2-12-3 31,1-11 4-31,4-14-5 0,6-11 1 16,8-8 0-16,8-10 0 0,6-6 1 15,20-6-3-15,0 0-1 0,0 0-4 16,0 0-7-16,-1 1-9 0,1-2-16 0,9-17-34 15,0-5-71-15,3-3-145 0,10 5 17 0</inkml:trace>
  <inkml:trace contextRef="#ctx0" brushRef="#br0" timeOffset="142484.1">28367 14596 633 0,'0'0'40'0,"0"0"7"16,0 0-2-16,-1-2-14 0,-1 1-14 0,1-1-6 16,1 2 0-16,0-1 4 0,1 1 1 0,22-3 0 15,6 3-3-15,7 0-3 0,8-1-3 16,5-1-4-16,4-3 0 0,0 1-3 15,0 1 0-15,-4 0 0 0,-8 1-1 16,-8 1-1-16,-7-1-3 0,-26 2-3 16,0 0-8-16,0 0-10 0,0 0-20 0,2 0-41 15,-2 0-66-15,0 0-122 0,-2 0 26 0</inkml:trace>
  <inkml:trace contextRef="#ctx0" brushRef="#br0" timeOffset="142667.29">28309 14884 705 0,'12'25'53'0,"-12"-25"3"31,19 18-7-31,2-6-15 0,8-3-11 16,6-1-8-16,6-5-4 0,5 1-3 16,3 1-3-16,2-4-2 0,-2 3-3 15,-3-3-1-15,-1-2-5 0,-3-1-5 16,-5-4-14-16,1 4-25 0,-10-5-60 0,-7-2-191 15,2 0 10-15</inkml:trace>
  <inkml:trace contextRef="#ctx0" brushRef="#br0" timeOffset="143384">29706 14276 611 0,'0'0'66'0,"2"-26"-11"16,-2 26-11-16,0 0-10 0,-3-21-10 0,3 21-10 16,0 0-7-1,0 0-2-15,0 0 1 0,1-2 1 0,-11 23 2 0,3 11-1 16,-2 9-5-16,-2 6 1 0,-2 7 2 15,-5 1-3-15,1 5 4 0,-3 2-6 0,1 2-1 16,-1-2 1-16,0 3-5 0,-1 1 5 16,-1-1-3-1,1-2 3-15,2-8-1 0,0-6-1 16,2-10 3-16,2-10-3 0,5-8 5 16,10-21-1-16,0 0 2 0,0 0-3 15,0 0-5-15,-1 2 4 0,-5-29-6 16,5-10 5-16,4-8 1 0,2-10-2 0,2-7 2 15,4-8-2-15,3-4-1 0,1-4 1 0,3-1-3 16,1-3 3-16,4-4-1 0,5-5 1 16,4 4 2-1,2 8-1-15,3 17 1 0,-3 21-2 0,1 17 2 0,-6 15-2 16,0 12 1-16,-2 9 1 0,1 12-1 16,-1 11 2-16,-1 12-1 0,-1 8 4 0,-3 4-3 15,-1 5 3-15,-2 0 1 0,-3-1-3 16,0 3 2-16,-3-1-3 0,-2 2-2 0,-4 0 1 15,-1-1-4 1,-3-1 3-16,-1-4-1 0,-4-6 2 0,1-7 3 0,-2-7-5 31,-2-7 3-31,1-9-5 0,4-25 0 16,-7 18-1-16,7-18-4 0,0 0-8 0,0 0-11 16,-20-12-17-16,5 1-37 0,-1-13-55 15,-5-3-145-15,6 3 20 0</inkml:trace>
  <inkml:trace contextRef="#ctx0" brushRef="#br0" timeOffset="143617.46">29288 14713 670 0,'0'0'45'0,"0"0"6"0,-1 2-4 0,1-2-10 0,0 1-11 16,1-1-7-16,30 4-8 0,1-2-4 15,2-2-3-15,4-2-1 0,2 1-3 0,2 0-3 16,-1-2-5-16,2 3-13 0,-4-3-12 0,2 4-32 31,-9-7-61-31,-5-1-159 0,1-1 15 16</inkml:trace>
  <inkml:trace contextRef="#ctx0" brushRef="#br0" timeOffset="143851.03">29677 13447 674 0,'0'0'49'0,"-17"-17"-7"16,17 17-9-16,-19-14-8 0,19 14-6 0,-22-4-8 15,22 4-4-15,-28 11-2 0,3 7 0 0,2 8-1 16,-3 7 1-16,1 7-5 0,-2 4-1 15,-2 1-1 1,0 1-1-16,1 0-1 0,0-3-1 0,0 0-2 0,1-4-13 16,5 2-12-16,-1-7-26 0,10-3-39 15,0-6-58 1,4-10-100-16</inkml:trace>
  <inkml:trace contextRef="#ctx0" brushRef="#br0" timeOffset="144034.21">29560 13444 621 0,'0'0'49'0,"0"0"1"0,0 0-8 15,28 6-9-15,-8 3-10 0,2 8-7 0,1 4-6 16,1 7-3-16,4 2-6 0,0 3 0 16,3 2-5-16,2-1-2 15,2 2-10-15,-3-3-18 0,5 4-36 0,-3-4-93 16,1-3-108-16</inkml:trace>
  <inkml:trace contextRef="#ctx0" brushRef="#br0" timeOffset="144533.97">30922 13763 621 0,'-7'-23'53'0,"7"23"-7"16,-11-17-13-16,11 17-8 0,0 0-8 0,-19-2-5 31,19 2-2-31,-29 10 0 0,4 5-2 16,4 7 1-16,0 5 3 0,4 9-6 0,4 6 3 16,3 8-4-16,6 9-2 0,4 4 2 0,1 8-3 15,6 7 2-15,0 4-4 0,2 3 2 16,1 0 2-16,3 0-3 0,-1-2 2 15,1-1-3-15,-3-1-3 0,-1-6 3 16,-3-3-2-16,-2-5 1 0,-8-11 3 16,-2-8-4-16,-4-6 4 0,-5-7-4 0,-2-7 1 15,-6-5-1-15,-2-5 0 0,0-5-3 0,-1-5-3 16,-1-5-5-16,-1-3-6 0,1-6-10 16,1-1-13-16,-3-10-18 15,7 1-32-15,-5-8-44 0,1-12-76 0,7 4-13 16</inkml:trace>
  <inkml:trace contextRef="#ctx0" brushRef="#br0" timeOffset="144735.31">30349 14519 655 0,'0'0'38'0,"0"0"6"0,-8-17 0 16,8 17-6-16,14-13-12 0,10 3-8 0,12 0-7 15,10 0-1-15,12 0-2 0,7 0-3 0,8-3-1 16,3 2-7-16,-1 1 1 0,0 2-2 16,-4 2-5-16,-7 2-7 15,-5 2-12-15,-10-3-21 0,-4 9-27 0,-13-6-66 16,-32 2-125-16,27 3 20 0</inkml:trace>
  <inkml:trace contextRef="#ctx0" brushRef="#br0" timeOffset="145201.84">31254 14864 687 0,'-15'-17'43'0,"15"17"5"0,0 0-6 0,0 0-9 16,0 0-13-16,-1-2-6 0,1 2-3 15,0 0-1-15,0 0 0 0,1 0 3 0,14 24-2 16,1 7 0-16,1 3-3 0,-3 6-3 0,1 4-1 31,-5 1-2-31,-3 4 4 0,2 1-3 16,-2 0 1-16,-1 2-2 0,-2-2-2 16,-1-3 0-16,0-1-1 0,0-4 1 15,-2-3-2-15,1-4 2 0,-1-6-2 16,-1-6-1-16,0-23-1 0,0 0-3 0,0 0-4 15,0 0-5-15,4 20-12 0,-4-20-26 0,0 0-76 16,18-8-172-16,-5-13 10 0</inkml:trace>
  <inkml:trace contextRef="#ctx0" brushRef="#br0" timeOffset="146067.63">28739 16400 475 0,'0'0'73'31,"0"0"-9"-31,0 0-12 0,-4-23-10 0,4 23-10 16,0 0-6-16,0 0-7 0,0 0-5 0,-2-2-5 15,2 0-4-15,0 2 5 0,-1 0 1 16,1 0 5-16,0 2 0 15,3 30-4-15,-1 0 4 0,4 4-11 0,1 4 6 16,1 2-6-16,0 0-3 0,3-2 1 16,0 0-3-16,-2 1 1 0,0 1-2 0,0 4 2 15,-1 2-3-15,-2-2 4 0,-2-2-3 0,-3-8 1 16,1-2-1-16,-2-7 0 0,0-27-2 16,-2 25-2-16,2-25 1 15,0 0-4-15,0 0-2 0,0 0-2 0,0 2-9 16,0-2-9-16,0 2-19 0,-1-2-25 15,1 0-45-15,-2-2-65 0,-9-25-62 0</inkml:trace>
  <inkml:trace contextRef="#ctx0" brushRef="#br0" timeOffset="146467.26">28328 16881 532 0,'0'0'66'0,"-23"-14"-5"0,23 14-13 16,-21-11-11-16,21 11-9 0,-17-11-5 0,17 11-4 15,0 0-2-15,0 0-3 0,0 0-5 0,-1-1-1 16,-1 1-2-16,2-1 1 0,0 1 2 15,20-3 0-15,11 1 0 16,12 1-2-16,8-4-1 0,14-1-2 0,7 2 1 31,12 0 0-31,9 3 0 0,5 1-4 16,4 0 0-16,-4-2-1 0,-5-1-1 0,-11 0 2 16,-13 0 0-16,-11 0 1 0,-15-1 0 0,-15 2-1 15,-28 2 1-15,20-3 2 0,-20 3-1 16,0 0-1-16,0 0-1 15,0 0-2-15,2 0 0 0,-13-20-2 0,11 20-4 16,-20-12-7-16,20 12-12 0,-24-3-12 16,24 3-34-16,-24 3-57 0,1 2-162 0,23-5 18 15</inkml:trace>
  <inkml:trace contextRef="#ctx0" brushRef="#br0" timeOffset="147033.96">30198 16542 749 0,'0'0'27'0,"14"-12"0"16,-14 12-3-16,0 0-8 0,23 3-8 0,-6 9-1 15,-5 2-1-15,0 10 0 0,-3 5-2 0,-2 6 2 16,-7 4-5-16,-6 7 0 0,-2 1-2 16,-4 6 3-16,-4 0-2 0,0 0 2 15,-1-3-4-15,1-5 3 0,-1-5-2 16,2 0 3-16,1-8 3 0,3-7-5 16,3-5 0-16,8-20 1 0,0 0-2 0,0 0 4 15,0 0 1-15,0 2-2 0,0-2-1 16,0-2-3-16,-3-20-1 0,7-9 2 0,-1-4 3 15,1-4-3-15,-1-5 4 0,2-6-4 16,-1-3 2-16,3-5-1 0,3-1 3 31,3 1-4-31,5 3 4 0,1 5-3 16,4 8 0-16,1 9 0 0,4 6 1 0,1 12-1 16,1 9 2-16,2 8 0 0,1 7-1 15,2 6 3-15,0 7-6 0,-1 5 7 0,1 4-3 16,-3 3 3-16,-2 4-2 0,-1 3 1 15,-3 6-5-15,-1 4 3 0,-4 3-3 16,-5-4 3-16,-1-3 0 0,-7-8 0 16,-2-3-2-16,-3-4 0 0,-1-4-2 0,-4-4 2 15,2-24 4-15,-4 20-5 0,4-20-1 0,0 0-2 16,0 0-8-16,0 0-1 0,-2 2-7 16,1-2-11-16,-1 0-17 0,-24-13-32 15,10 4-57-15,2-5-99 0,-8-7-21 16</inkml:trace>
  <inkml:trace contextRef="#ctx0" brushRef="#br0" timeOffset="147250.91">29972 16849 675 0,'0'0'51'16,"-1"0"2"-16,17-17-10 0,6 8-15 0,8 3-11 15,10 1-3-15,10 2-5 0,7 3-4 0,7 3-2 16,1-1-4-16,-3 1-1 0,-1-2-2 16,-6-1-3-16,-3 4-9 0,-7-4-12 15,-3 0-23-15,-12-5-25 0,-1 0-49 16,-10-4-57-16,-13-11-70 0</inkml:trace>
  <inkml:trace contextRef="#ctx0" brushRef="#br0" timeOffset="147468.34">30451 16127 674 0,'-13'-21'65'0,"13"21"-17"0,-10-15-12 0,10 15-12 16,0 0-8-16,0 0-5 0,0 0-4 15,-25-1-2-15,2 7-1 0,0 7-1 0,-3 5-1 16,-3 6 0-16,0 1-2 0,-1 3 0 15,1-1-3-15,0 0 1 0,2-1-3 16,-1 0-3-16,5-2-5 0,0-3-9 16,5 1-16-16,2-6-20 0,8 0-40 0,8-16-64 15,-18 9-96-15</inkml:trace>
  <inkml:trace contextRef="#ctx0" brushRef="#br0" timeOffset="147667.41">30263 16067 611 0,'0'0'60'16,"0"0"-4"-16,0 0-10 0,-2-2-11 0,4 2-8 31,20 4-6-31,1 9-2 0,1 4-6 16,4 6-3-16,2 2-4 0,1 6-1 16,0-3-5-16,1 3 0 0,-3-2-2 15,-1-4 1-15,-1 2-4 0,-5-7-7 16,1 2-11-16,-4-4-20 0,-2 5-31 0,-6-9-64 15,-11-14-140-15,12 13 15 0</inkml:trace>
  <inkml:trace contextRef="#ctx0" brushRef="#br0" timeOffset="148100.76">31573 16386 667 0,'10'-21'55'0,"3"7"-3"16,-13 14-9-16,6-20-10 0,-6 20-10 0,0 0-7 15,-4-21-4-15,4 21-3 0,-11-14-2 16,11 14-1-16,-24 0-1 0,1 5 0 15,1 9-1-15,5 4 0 0,0 7-2 16,3 4-1-16,6 9 4 0,2 6-4 16,6 6 5-16,6 3-5 0,0 1 0 0,2 5-1 15,3 3-2-15,3 5 2 0,0 3-2 16,4-7 2-16,-2-2-1 0,-1-6 2 0,-1-8-2 16,-5-3 3-16,-4-3 10 0,-4-5-6 15,-4-7 10-15,-4-3-12 0,-4-5-7 16,-5-4 3-16,-4 0-7 0,-3-7 6 15,-2-2-1-15,0-2-2 0,-1-3-7 0,-1-3-7 16,1 0-12-16,-2-6-13 0,7 1-26 0,-3-4-53 31,1-9-99-31,6-5-59 0</inkml:trace>
  <inkml:trace contextRef="#ctx0" brushRef="#br0" timeOffset="148334.22">31113 16763 733 0,'0'0'57'16,"0"0"-14"-16,0 0-13 0,-1-1-9 16,11-13-8-16,10 7-2 0,11 2 0 0,10 1-3 15,9 1-1-15,6 0-2 0,2 1-5 0,1 5-2 16,-1 2-1-16,-6-2-5 0,-1 3-8 15,-9-3-14-15,0 5-26 0,-14-7-41 32,3 5-100-32,-6 2-86 0</inkml:trace>
  <inkml:trace contextRef="#ctx0" brushRef="#br0" timeOffset="148784.07">31835 17125 707 0,'39'0'60'0,"-3"-6"-3"0,7 5-14 16,-2 1-12-16,4 1-12 0,5 5-8 16,4 2-3-16,0 4-3 0,-1 3-2 15,-5 2 0-15,-8-2-1 16,-5 3 8-16,-3 3-6 0,-3 0 7 0,-6 4-6 15,-9-3-5-15,-7 1 1 0,-12 2-3 0,-7 2 3 16,-9 0-3-16,-10 1 1 0,-5 2 0 0,-5-1-1 31,2-4 3-31,-1 3 0 0,2-6-3 16,3 0 4-16,4-4-3 0,3-1 1 16,8-7 0-16,7 1 0 0,13-11 1 15,0 0-1-15,0 0 2 0,0 0 3 16,21 9-2-16,8-6 1 0,6 2-3 0,6-4-2 15,6 1 0-15,3 2 1 0,6-2 1 16,3 4-2-16,1 3 5 0,-4-3 2 0,-5 2 0 16,-7-4-1-16,-4 0-3 0,-9-2-4 15,-5 8 1-15,-6-4 0 16,-20-6-1-16,0 0-1 0,0 0 0 0,0 0-3 16,2 1-9-16,-1-1-8 0,1 0-24 0,-1 1-35 15,1-1-91-15,-2 0-123 0,0-1 18 0</inkml:trace>
  <inkml:trace contextRef="#ctx0" brushRef="#br0" timeOffset="-186546.16">7032 15379 247 0,'-3'0'44'16,"3"0"-2"-16,-1 0-7 0,-1 0-7 16,1-1 0-16,1-1 2 0,-2 1 1 15,2-1 3-15,-1 1-4 0,1-1-3 0,0 1-2 16,0-1-5-16,0 1-1 0,1-21-5 0,-1 22-2 16,6-22-3-16,7 4-1 0,-3-1-1 15,7-1 0-15,2 1 4 0,4-5-2 16,5-1 7-16,-1 1-5 0,2 1 0 15,3 3-4-15,0 5-3 0,-2 3-1 16,2 4-2 0,-3 6 1-16,-4 2-2 0,-1 2-1 15,1 6 2-15,-2 4-1 0,-4 3-1 0,1 3 2 16,-3 6-3-16,-2 3 6 0,-5 4-6 16,0 6 4-16,-6 3-2 0,-4-1-1 15,-6 5 1-15,-5 2-1 0,-2 1 0 16,-4 3-2-16,-2-1 2 0,-3-6-2 15,1-3 4-15,0-10-1 0,7-7 1 0,2-8-2 16,12-15 2-16,0 0 2 0,0 0 1 0,0 0 3 16,-1 1-3-16,1-1 0 0,-2 0-3 15,4-21-1-15,6-6 0 0,8-7 2 16,3-3-1-16,7-6 1 0,3-1-2 16,3-3-1-16,1 2 1 0,2 0 1 15,0 8-2-15,-5 2 2 16,0 6-1-16,-5 6 0 0,-8 5 2 0,-2 4 0 0,-15 14 0 15,0 0 0-15,0 0-1 0,0 0 0 0,1-1 0 16,-1 1-1-16,2 0-1 0,-2 0 2 31,0 0-1-31,-9 13-1 0,0 4 1 16,-1 1-3-16,3 4 2 0,1 3 0 16,0 4 2-16,3 4 0 0,2 1-1 0,4 2-1 15,1 1 0-15,8 1 0 0,2 0 0 0,2-3 1 16,4-4-1-16,5-5-2 0,2-6 1 15,5-5-4-15,6-6-3 0,2-4-11 16,1-8-21-16,2-3-33 0,-2-9-55 16,-14-8-118-16</inkml:trace>
  <inkml:trace contextRef="#ctx0" brushRef="#br0" timeOffset="-185594.97">7402 14728 227 0,'0'0'49'0,"0"0"-3"0,-4-21-8 16,4 21-7-16,0 0 0 0,0-24-2 16,0 24 1-16,1-23-1 0,-1 23-1 15,3-20-3-15,-3 20 0 0,0 0-3 0,0 0-2 16,0 0-4-16,0-1-5 0,0-1-4 0,0 1-4 16,0-1-2-16,0 1 2 0,0 1-2 15,-1 0 0-15,-23 16 0 0,0 4-1 16,-1 0 1-16,-2 1-1 0,-2 2 1 15,-1-1 0-15,-1 1 0 0,4-3 1 16,2-3 1-16,5-2-2 16,1-5 1-16,3 0-2 15,16-10 3-15,0 0 0 0,0 0 1 0,0 0 0 16,0 1-2-16,-3-1-2 0,3 0-2 16,-1-1 0-16,1-1-1 0,-3-19-1 15,3 21-2-15,7-26-2 0,3 5-3 16,2 1-4-16,4 0-8 0,0 2-9 15,1-3-7-15,3 3-10 0,1-2-4 0,0 2 3 16,2-1 6-16,-5 3 17 0,-1 0 13 0,-4 5 10 16,-13 11 7-16,16-13 4 0,-16 13 5 15,0 0 2-15,0 0 3 0,13-9 1 16,-13 9 5-16,0 0 7 0,0 0 4 16,0 0 2-16,0-2-1 0,3 2-3 15,10 13-4-15,-13-13-1 16,9 18-3-16,-9-18-2 0,8 23-2 0,1-6-1 0,-2-1-3 0,5 1-2 15,-1 0-1-15,7-1-3 0,2 1 0 16,4 1-4-16,5 1-1 0,3-1-3 31,4-2-1-31,2 0-1 0,0-3 0 16,-1-1-1-16,-1-3-1 0,-4-1 0 16,-7-2-1-16,-5 0-2 0,-20-6-2 0,20 8-5 15,-20-8-8-15,13 9-15 0,-13-9-22 0,0 0-47 16,13 23-109-16,-13-23-16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9T11:11:46.7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2584 1519 536 0,'-13'-20'53'0,"13"20"-8"15,-9-13-7-15,9 13-9 16,0 0-8-16,0 0-11 0,0 0-5 0,-1-2-5 0,-1 2 0 16,-8 14 1-16,4 12 2 0,2 10 0 15,4 10-2-15,4 6 0 0,2 3 0 16,-3 3 14-16,3 1 0 0,-2 0-2 15,2-1 1-15,2-2-15 0,-2-6-1 0,0-2 2 16,3-7-4-16,1-6 4 16,-3-5-3-16,2-9 3 0,-3-6 0 0,-6-15 1 0,0 0 0 31,0 0-5-31,14 11 2 0,-14-11-6 16,0 0-4-16,0 0-12 0,16-9-19 15,-9-8-27-15,2-1-45 0,-5-2-71 16,-7-12-36-16</inkml:trace>
  <inkml:trace contextRef="#ctx0" brushRef="#br0" timeOffset="417.63">2433 1076 463 0,'-24'0'38'0,"-5"11"-5"15,-3 4-5-15,-7 6-2 16,-2 11-7-16,-2 9-5 0,-3 11-1 0,-2 8-6 0,2 12 0 15,0 8 0-15,1 6-1 0,3 7-1 16,7 1 19-16,6 2-1 0,10 4-4 31,8 6 0-31,5 5-22 0,9-3 2 16,10-8-5-16,6-13 8 0,10-12 3 0,4-11-1 16,9-12 7-16,1-11-8 0,12-12 0 0,9-10 1 15,10-8-1-15,8-8 2 0,6-9-2 16,0-8-1-16,2-7 0 0,-6-8-7 15,3-7-4-15,-5-5 6 0,-8-6-4 16,-9-3 10-16,-10-5 1 0,-12-5-2 16,-10-12 2-16,-15-5-3 0,-9-7 3 0,-12-4-16 15,-13-5 1-15,-16-10-1 16,-13-9 2-16,-10-8 15 0,-6 0 0 0,-5 6-5 0,-2 14-2 16,0 23-2-16,-7 20-1 0,-5 30 4 15,-8 24 1-15,0 20 1 0,1 16-2 16,3 13-3-16,12 9-5 0,15 3-15 15,13 8-14-15,6-1-34 0,18 5-42 0,14 6-122 16</inkml:trace>
  <inkml:trace contextRef="#ctx0" brushRef="#br0" timeOffset="1450.01">20989 340 550 0,'-8'-26'49'0,"-3"0"-4"0,4 3-3 15,-4 3-3-15,2 5-11 0,9 15-7 16,-13-15-10-16,13 15-5 0,0 0-4 16,0 0-3-16,0 0 1 0,-11 17 0 0,9 9-1 15,5 8 1-15,3 9-1 16,5 6 0-16,-1 8 2 0,3 9-2 0,-3 8 0 0,-1 10 0 15,-3 10 1-15,-2 5 2 0,-2 5 1 16,-2-5-1-16,-2-9-2 0,0-15-1 31,2-17-1-31,0-14 1 0,2-15 1 16,-2-29 2-16,0 0 1 0,0 0 2 0,0 0-1 16,-2 1-1-16,2-1-1 0,-12-25-2 0,-3-15-1 15,-5-12-1-15,-3-11-3 0,-3-9 0 16,-3-8 0-16,0-8 2 0,3-5 2 15,-1 1 2-15,4 2 3 0,2 4-1 16,8 4 2-16,9 4-1 0,11 10 0 16,13 10 0-16,11 12-1 0,9 13 0 0,11 8-2 15,7 10-1-15,10 6 1 16,1 8-3-16,1 6 1 0,-2 4-2 0,-5 3-2 0,-8 5 2 16,-9 2-1-16,-11 2 0 0,-11 3 1 15,-9 1-2-15,-12 3 1 0,-12 2 0 16,-14 0 0-16,-13 1-1 0,-13-1 2 15,-8 2-1-15,-12-2 1 0,-6 0 1 0,-5-2-1 16,6-7-2-16,8-1-12 16,13-8-12-16,9 0-25 0,15 2-22 0,6 1-39 0,11 0-57 31,12-15-43-31</inkml:trace>
  <inkml:trace contextRef="#ctx0" brushRef="#br0" timeOffset="1849.62">21258 985 611 0,'3'-41'51'0,"6"0"-10"16,0-2-7-16,4 4-8 0,4 7-7 0,3 6-7 15,-1 9-5-15,3 8-4 0,-1 5-4 16,1 8 0-16,3 8 0 0,-2 8 1 0,0 9-1 15,-3 6 0-15,0 6 2 0,-5 6-1 16,-1 5 0-16,-3 2 2 0,-4 3-1 31,-2-3 0-31,-3-7-2 0,-4-7-1 16,-3-7-1-16,-2-8 0 0,-1-9 2 0,8-16 2 16,0 0 2-16,0 0 0 0,0 0 2 0,-3-24-1 15,8-11-10-15,3-11 6 0,8-7-2 16,5-6-1-16,3-6 10 0,4 0-8 15,-1-1 2-15,2 7 0 0,0 9-1 16,0 10 0-16,-2 10-1 0,-2 9-3 16,-5 7 0-16,0 8-4 0,-1 9-3 0,1 5-13 15,3 4-10-15,-2 3-17 0,-1-2-15 16,-4 6-27-16,0 2-41 0,11 8-91 0</inkml:trace>
  <inkml:trace contextRef="#ctx0" brushRef="#br0" timeOffset="2499.94">22224 854 552 0,'2'-26'62'0,"-4"4"-8"16,2 22-13-16,-1-29-5 0,1 29-12 16,0 0-7-16,-4-21-6 0,4 21-8 15,0 0-3-15,0 0 0 0,0 0-2 16,-18 18 2-16,1 7-1 0,2 12 0 0,0 4 1 15,3 9-1-15,2 3 1 0,3 1-1 16,5-1 2-16,4-3-1 0,3-3 0 0,2-8 2 16,4-9-6-16,1-7 3 0,2-9 1 15,3-8 0-15,2-11 1 0,5-8 0 16,2-9 0-16,0-5-5 0,-2-4 4 16,-3-6-3-16,-4-5 0 0,-2-10 4 0,-5-1-1 15,-1-3-1-15,-6-4-1 0,-5 4 2 16,-4 0-2-16,-5 3 3 0,-1 7 0 0,-3 8-1 15,-3 9-1-15,-2 10 0 0,-3 8-2 16,1 6 1-16,22 5 3 0,-30 7-3 16,9 3 1-1,10 5 0-15,5 3-2 16,6-18 2-16,7 30 1 0,5-6-1 0,7-4 0 16,4-5 1-16,7-5 0 0,8-3-1 0,2-6-1 15,4-2-1-15,0-3-4 0,1-5-1 16,2-3-2-16,-5-5 2 0,-2-4 2 15,-1-5 3-15,-4-1 3 0,-5-3 0 16,-4-7 4-16,-7-2 1 0,-2-4 1 16,-3 1 2-16,-2 4 1 0,-3 3 5 0,-2 8 2 15,-4 5 3-15,-3 22-2 0,0 0-3 16,0 0-6-16,0 0-4 0,-1-1-1 0,1-1-4 16,0 2 0-16,-2 0 1 0,2 2-2 15,-1 33 1-15,2 4 2 0,2 4-3 16,2 9 1-16,0 10 2 0,0 12-2 15,-3 14 3-15,-2 17 2 0,0 14-4 0,2 9 2 16,1-2-1-16,3-3-4 0,1-9 1 16,4-9-2-16,3-10 1 0,1-9 0 0,0-13 11 31,1-7 0-31,-5-10-4 0,0-7-2 16,-4-7-19-16,-5-9-4 0,1-4-10 15,-3-29-9-15,2 25-13 0,-2-25-28 16,0 0-77-16,0 0-87 0</inkml:trace>
  <inkml:trace contextRef="#ctx0" brushRef="#br0" timeOffset="3783.32">22850 766 621 0,'25'-18'46'16,"4"3"-8"-16,0 3-10 0,1 4-12 0,-1 5-5 15,-4 5-6-15,-2 5-1 0,-2 2-2 16,-4 5-2-16,-3 7-1 0,-4 4 1 31,-4 3 0-31,-6 4 0 0,-4-2-1 16,-8 5 0-16,-7 2-2 0,-7 0 2 0,-7 3 0 16,-6-2-3-16,-5-4 4 0,0-2-3 0,2-8 1 15,4-5 1-15,2-4 0 0,10-3 1 16,6-5 1-16,20-7 2 0,0 0-1 15,0 0 0-15,0 0 0 0,-2 1-2 16,32-14 1-16,7 4 0 0,3 3 0 16,6 1 1-16,2 2 0 0,3 3 0 0,2 0 0 15,0-2-6-15,1 1 4 0,1-7 0 16,-1 1-1-16,-3-2 5 0,-1-6-5 0,-2-4 0 16,-8-2 1-16,-2-3 0 0,-5-2-1 15,-4-3 1-15,-3-3-1 0,-3 0 1 16,-5-1 0-16,-6-1 0 0,-3 3 2 15,-6 0-3-15,-4 6 1 0,-4 3-1 0,5 22-1 16,-15-18-1-16,0 8 1 0,15 10 0 16,-29 4 2-1,3 10 0-15,3 10-1 0,2 5 2 16,3 6-1-16,5 7 0 0,1 2 0 16,8 3 1-16,4-1-1 0,7-4 0 15,6-1 4-15,3-4-1 0,6-4 0 16,1-7 2-16,3-5-4 0,1-6 0 0,1-6 2 15,2-6-2-15,2-7 2 0,3-5-3 16,-1-5 2-16,-2-4-7 0,-3-2 2 0,-4-4 2 16,-2-5-1-16,-1-4 5 0,-2-7-2 15,-3-4-1-15,2-1-2 0,-2-4 3 16,1 2-1-16,-2 6 0 0,1 5 3 16,0 10-4-16,-1 8 0 0,0 7 2 0,-16 11-1 15,22 1 0-15,-3 9 1 0,-3 7-1 16,-1 5 1-16,0 7 0 0,-1 4-1 0,-2 2 1 15,-1 0 0-15,0 3-1 0,-3 2 1 16,0 1 0-16,2 0 3 0,-3-7-1 16,2-5 0-16,0-6 1 0,0-3-4 15,2-5 4 1,3-6-1-16,2-3 1 0,7-7 1 16,4-7-2-16,2-7-5 0,2-5 1 0,-2-4-1 15,-2-5-1-15,-4-3 3 0,0-9 0 16,-2-7-1-16,-4-7 0 0,0-4 0 15,-2-5 1-15,-1-3 0 0,-2 0 2 16,-1 5 0-16,-5 6 0 0,-2 6 2 16,-1 6-2-16,-1 6 2 0,-1 8-1 0,-1 5-2 15,0 25 2-15,-3-21-1 0,3 21-2 16,0 0 0-16,0 0-1 0,0 0-1 0,-1-1 2 16,-1 1-1-16,-9 16-2 0,2 7 1 15,6 4-1-15,2 5 0 0,2 6 2 16,1 6-2-16,-1 5 1 0,2 5 0 15,0 6 1-15,3 4 2 0,0 2-1 0,-2 4 1 16,0 1 0-16,-1 1 1 0,0-7 0 16,0-7 0-16,3-11 0 0,-3-16-3 0,-1-7 0 31,-2-24 2-31,0 0-1 0,5 18 1 16,-5-18 1-16,0 0 0 0,0 0-1 15,0 0 0-15,-3-29-2 0,-4-7-3 16,-5-12-1-16,-1-5-1 0,-4-5 0 0,-2-6 5 15,-1 2 1-15,1 8 0 0,4 6 2 16,5 14-1-16,5 8 1 0,5 26-2 0,1-24 1 16,-1 24-1-16,16-17 0 0,7 9 0 15,6 5 0-15,6 2-1 0,4 2 2 16,3-1 0-16,1 0 1 0,1 3-1 16,0-1 0-16,-2 0-1 0,-3-1 1 0,-2-4-1 15,-6 1 1-15,-2 2-2 0,-4 0 2 16,-25 0 0-16,24 4 0 0,-24-4 3 0,0 0-2 15,22 5 1-15,-22-5 1 0,15 17-1 16,-7 4 1-16,-1 3-1 0,-4 6-1 31,-1 3 0-31,-2 5 0 0,-2 5 1 16,1-1-2-16,1-2 0 0,0-3 2 0,1-2 2 16,1-7 0-16,1-9 2 0,-3-19-5 15,0 0-2-15,4 18 0 0,-4-18-2 0,0 0 3 16,0 0-2-16,0 0-5 0,1 2-7 15,-1-2-12-15,2 0-35 0,-2-2-36 16,-4-31-111-16,-5-2-72 0</inkml:trace>
  <inkml:trace contextRef="#ctx0" brushRef="#br0" timeOffset="3917.63">25041 435 620 0,'0'0'49'0,"3"-21"-13"0,-3 21-12 16,0 0-14-16,0 0-8 0,0 0-5 15,2-1 0-15,-1 1-5 0,13 13-10 0,-6 7-32 16,2 4-42-16,-3 7-164 0,-6-1 7 16</inkml:trace>
  <inkml:trace contextRef="#ctx0" brushRef="#br0" timeOffset="4584.1">25307 1055 681 0,'0'0'40'0,"0"0"-11"15,-6-18-6-15,6 18-10 0,0 0-4 16,5-25-4-16,-5 25-2 0,10-18-1 16,-1 1 0-16,2 0-1 0,1 1 0 0,2-4-1 15,2 1 0-15,1-3 0 0,-1-2-1 16,2-2 0-16,-4-1-2 0,1-3 1 0,-4-2 2 15,0 1-1-15,-3-1 1 0,-5 5-1 16,-2 3 0-16,-4 2-1 0,3 22 0 16,-11-16 0-16,11 16-1 0,0 0 1 15,-33 4 0 1,2 8 1-16,3 10 0 0,0 8 0 16,3 5 0-16,4 6-2 0,3 6 3 15,7 3 1-15,5 3 0 0,4 2 1 0,7-2-2 16,5 0 5-16,6-3 0 0,6-6-1 15,5-7 2-15,6-10-4 0,8-9-1 16,2-10 1-16,3-11 0 0,4-9 0 16,2-6-9-16,0-6 4 0,0-4-1 0,0-7-1 15,-2-6 10-15,-3-6-5 0,-5-6 1 0,-3-4 0 16,-8-2-2-16,-3-1 2 0,-6-1-1 16,-4 2 2-16,-4 5 0 0,-3 6 0 15,-7 7 0-15,-5 9 0 0,-5 8-1 16,-5 9-1-16,11 15 1 0,-22-9-2 15,-1 6 1-15,1 6 1 0,5 6-2 0,-1 4 0 16,7 5 0-16,2 4 0 0,6 0 0 0,6 6 2 31,6-1 0-31,4 3 1 0,7 2-1 16,3 0 3-16,6 5 1 0,7 1 0 16,3 2 0-16,3 5 0 0,1 0-1 15,0 2 1-15,-3 5-3 0,-4-2 0 16,-7-1 0-16,-7-5 3 0,-8-11-1 0,-8-4 1 15,-10-5-2-15,-11-3-3 0,-9-1 2 0,-9-5-2 16,-10-3 0-16,-7-4 1 0,-4-6-2 16,-2-2-2-16,1-4-2 0,2-2-8 15,3 1-8-15,1-5-23 0,9 3-29 16,-5-1-91-16,7 6-109 0</inkml:trace>
  <inkml:trace contextRef="#ctx0" brushRef="#br0" timeOffset="5499.83">27343 716 692 0,'-3'-26'43'0,"2"2"-12"0,1 24-7 31,-3-26-5-31,3 26-6 0,0 0-5 16,-8-18-3-16,8 18-4 0,0 0-2 15,0 0-1-15,-28 17 1 0,3 10-1 16,-1 9 1-16,0 11 1 0,5 7-1 0,2 6 0 15,5 5 2-15,5-1-2 0,6-1 4 0,4-7 2 16,8-11-2-16,4-3 0 0,3-11-2 16,4-7-2-16,2-6 2 0,4-8 1 15,3-10 0-15,1-10 0 0,-1-8 0 16,-1-6 1-16,-5-6-12 0,-6-7 5 16,-3-5-1-16,-5-11-1 0,-4-6 10 0,-5-4-5 15,-6-2 0-15,-6 0 1 0,-8-1 0 0,-6 3 1 16,-4 4 2-16,-5 5-1 0,-6 7-1 15,-6 8 0-15,-4 8-2 0,-1 12 2 16,3 7-2-16,8 8 0 0,8 6-1 16,8 6-1-16,11 5-1 0,8 6 2 15,13 1 0 1,9 2 1-16,13-1 1 0,12 1-2 16,9-3 2-16,10-2-2 0,5-3 1 0,3-5 1 15,-2-3 0-15,1-3-1 0,-8-3 0 16,-7-4 1-16,-4-6-3 0,-9-3 4 15,-4-4 0-15,-6-3 0 0,-8-6 3 16,-3-1-2-16,-3-5 2 0,-3-1-1 16,-1 1 1-16,-3 2 1 0,-4 2 0 0,1 4 2 15,-5 24-1-15,1-24 0 0,-1 24-1 0,0 0-3 16,0 0 0-16,0 0-2 0,-1-2-2 16,1 4 0-16,0-1-1 0,1 37 0 15,3 1 1-15,3 6 0 0,1 5 0 16,0 9 0-16,1 9 3 0,1 10 0 15,-4 10-1-15,-2 12 2 0,-2 11 0 0,-4 4 1 16,1-5 1-16,1-7-3 0,1-9-3 0,2-9-1 31,2-6-1-31,2-7 0 0,-2-6 1 16,3-12-3-16,1-5 8 0,-2-8-5 16,3-5-8-16,-4-7-9 0,1-6-28 15,-7-23-22-15,4 18-35 0,-4-18-98 16,0 0-40-16</inkml:trace>
  <inkml:trace contextRef="#ctx0" brushRef="#br0" timeOffset="5666.4">27693 883 574 0,'15'-15'33'0,"4"3"-7"0,11-3-2 15,10 0-4-15,10-1-6 0,9 2-6 0,6 4-6 16,3 4-7-16,-2 4-10 0,-1 4-15 15,-8 1-42-15,0-3-71 0,-3 1-104 16</inkml:trace>
  <inkml:trace contextRef="#ctx0" brushRef="#br0" timeOffset="6316.22">28681 716 616 0,'0'0'53'16,"0"0"-11"-16,0 0-7 0,2-21-15 15,-2 21-9-15,0 0-6 0,0 0-3 16,0 0-3-16,0-1 0 0,-21 16 2 16,2 9-1-16,3 9 0 0,1 9 0 0,3 4-2 15,1 6 1-15,3 4 0 0,4-1 2 0,5-2 4 16,4-6-2-16,4-6 0 0,5-5-1 16,2-9-4-16,4-4 3 0,4-12-2 15,5-8 2-15,3-8-1 0,3-10 1 16,0-7-6-16,-2-12 0 0,-4-5-1 15,-5-4-1-15,-5-4 4 0,-4-3-2 0,-6-5-1 16,-4-5 0-16,-5-4 2 0,-3-1 1 0,-4 1 4 31,-3 8 0-31,-6 6-1 0,-1 6 0 16,-6 10-2-16,-5 7 2 0,-4 10 2 16,-3 6 0-16,-2 8 2 0,-2 6-1 15,6 4-1-15,7 5 1 0,7 3-3 16,6 2 1-16,7-1-1 0,6-16-1 0,10 28 2 15,6-6-1-15,10-2 1 0,9-3-1 0,7-5 0 16,8-1-2-16,5-5 0 0,3-3-1 16,1-5-2-16,-1-4 0 0,-4-3-1 15,-2-4 0-15,-6-6 3 0,-6-4 1 16,-5-5 3-16,-6-7 4 0,-4-5-1 16,-5-4 2-16,0-3 1 0,-4 2 1 0,-1 2 4 15,-7 4 3-15,-2 7 4 0,-4 6 0 0,-2 26-1 16,0 0-2-16,0 0-6 0,-3-19-3 15,3 19-6-15,0 0-2 0,0 0 0 16,0 0 0-16,-2-2 1 0,2 26-2 31,3 6 0-31,4 4 0 0,2 7-1 16,3 6 2-16,0 9-1 0,2 9 0 0,0 10 1 16,-2 11-1-16,-4 13 1 0,-3 12 1 0,0 10 4 15,-3 4-2-15,-2-7-1 0,1-10-1 16,-2-10-7-16,-1-10 2 0,2-8-5 15,-1-10-1-15,1-10-5 0,-3-10-5 16,0-9-8-16,2-8-1 0,-5-10-33 16,6-23-13-16,-6 23-36 0,6-23-93 0,0 0-9 15</inkml:trace>
  <inkml:trace contextRef="#ctx0" brushRef="#br0" timeOffset="8249.89">29238 690 617 0,'11'-23'50'0,"7"4"-10"31,2 1-7-31,7 1-9 0,4 5-7 16,3 4-7-16,4 5-1 0,4 3-2 16,0 3 0-16,0 5-2 0,0-1-1 15,-3 4-2-15,-4 3-1 0,-7 2-1 16,-3 4-2-16,-7 5 0 0,-4 0-2 0,-7 4 1 15,-7 3 0-15,-6 0 2 0,-8 0-1 0,-7 1 0 16,-6-2 1-16,-8-4-1 0,-5-7 1 16,-3-1 2-16,-2-8-2 0,-2-8 3 15,4-3-2-15,4-8 0 0,7 1 2 16,9-3-1-16,23 10 1 0,-17-11 1 16,17 11-2-16,0 0-2 0,0 0 3 0,13-14-3 15,9 6 1-15,6 8 2 0,7 3-2 0,3 2 1 16,4-1 0-16,1 2 0 0,3-2 0 15,1-4-3-15,3 1 2 0,1-4 1 16,2-2-2-16,1-2 3 0,-2-5-3 31,-4-2 1-31,-2-3 0 0,-6-1 0 16,-5-3 0-16,-6-2 0 0,-5-2-2 0,-3-5 0 16,-8 0 0-16,-6-3-1 0,-4 1 0 0,-6 3 1 15,-4 3 0-15,-4 8 0 0,-3 4 2 16,-2 5-2-16,16 9 0 0,-32 0 1 15,3 6-2-15,2 9 2 0,2 7-1 16,4 5 1-16,5 6 0 0,3 3 0 16,7 1 2-16,6 4 0 0,6-3-1 0,5-2 1 15,4-2 0-15,4-8-2 0,4-4 2 0,0-3 0 16,6-8 0-16,1-7 0 0,4-6-1 16,-1-7 0-16,3-3 0 0,-3-3 0 15,0-5 0-15,-1-3 0 0,-1-2 0 16,-1-4 0-16,0-2 2 0,1-2-1 15,-1-5 1-15,-3 0-2 0,0-1 0 0,-1 4 0 16,-3 9 0-16,-3 5 2 0,-5 7-2 0,-15 14-1 31,0 0-1-31,0 0 0 0,21 6 0 16,-8 6 2-16,-3 5-1 0,-4 6 2 16,0 2-1-16,-2 7-2 0,-1 2 2 15,2-2-1-15,-1 1 0 0,3-1 1 16,0-3 0-16,2 1 1 0,4-4 0 0,0-3 0 15,6-3 0-15,1-10-1 0,6-1 0 0,4-3-1 16,4-6 1-16,1-4-1 0,2-7-1 16,-1-5 0-16,0-6 2 0,0 0-1 15,-2-6 1-15,-1-4 0 0,-1-6-1 16,0-1-1-16,-3 1 3 0,-5 3 0 16,-5 3-1-16,-5 6 1 0,-2-1 0 0,-6 4 0 15,-6 23 1-15,-2-25 0 0,2 25-1 0,-10-22-1 31,-1 9 1-31,-8 8-1 0,-6 6 2 0,-5 7-1 0,-5 4-1 0,2 2 0 16,0 1 0-16,2 5-2 0,1 5 1 16,3 6-1-16,3 2 0 0,3 4 0 15,3 1 0 1,8 2 0-16,4-3 2 0,6-5-1 16,5-5 0-16,2-9 1 0,4-3-2 0,4-2 1 15,5-7-2-15,2-5 2 0,4-5-2 16,0-5 1-16,0-3 1 0,-2-2-2 15,1-6 2-15,-2-3 0 0,2-5 0 16,-2-4 0-16,-3 0 0 0,-4 0 1 16,1 0 1-16,-2 0-1 0,-1 3 0 0,-2 5 1 15,-2 6-1-15,-10 18 1 0,14-12-1 0,-14 12 0 16,0 0 0-16,15 7 1 0,-5 7 2 16,-3 5 0-16,-1 5-1 0,-1 1 1 15,0 1-1-15,0 1-1 0,2 2 1 16,-1 0-1-16,1 0 1 0,2-2 0 15,3-2 0-15,3-4 0 0,4-5-1 0,1-1 0 16,2-3 0-16,5-8-1 0,4-3 2 0,2-4-3 31,0-3 1-31,1-4-1 0,-3-6 0 16,0-3 2-16,-5-7-2 0,-3-3 0 16,-3-4 0-16,-6-7-2 0,-1-2 3 15,-1-4-1-15,-2-2 2 0,-1-2 1 16,-2-4-1-16,-3-2 2 0,-2 2-1 0,-1 5 2 15,-2 8 0-15,-1 10-1 0,-1 9-1 0,3 22-1 16,-8-18 0-16,8 18-1 0,0 0-1 16,0 0 0-16,-28 6 0 0,8 6 0 15,8 3-1-15,5 5-1 0,4 6 1 16,2 2 0-16,0 7 0 0,1 4 0 16,1 1-1-16,2 4 0 0,0 2 2 0,1 3-1 15,0 1 2-15,4 1 0 0,0 2-1 0,4 2 2 31,1-2-1-31,5-7 2 0,6-7 0 0,5-8 0 0,3-11 1 0,2-4-3 16,2-8 0-16,0-10-2 0,1-6 0 31,-1-6 0-31,-3-5 0 0,-4-7-1 16,-1-1 1-16,-7-10-1 0,-2-4 2 0,0-3 0 16,-1-3 0-16,1 5 1 0,2 2 1 0,-5 5-1 15,-4 7 1-15,-3 5 0 0,-9 23-2 16,0 0 0-16,0 0 0 0,0 0 0 15,-17-8 1-15,-5 13 1 0,-4 9-2 16,-3 7 1-16,-1 6 0 0,1 2 0 16,5 1 0-16,4 0 0 0,12 1-1 0,7 1 1 15,6-2 0-15,4-1 0 0,-2-3 1 0,2-5 0 16,4-3-1-16,1-2 0 0,5-8-1 16,1-1 1-16,-20-7 0 0,33-7-2 15,-8 0 1-15,-3-6-2 0,-5-4-1 16,-4-1 1-16,-4-6-2 0,-6-1-1 15,-3-4 1-15,-1-4 1 0,-1-1 1 0,2 1 2 16,2 0 0-16,-2 1 1 0,0 1 2 0,1 4-1 31,1 3 2-31,3 4 0 0,-5 20 1 16,0 0 2-16,0 0-1 0,12-14 0 16,-12 14-1-16,18-11 1 0,-18 11 0 15,26 2-1-15,-2 4 1 0,-1 3-1 16,1 4-2-16,2 2 1 0,5 3 1 0,5 3-1 15,3 2 1-15,0 4-1 0,-7 8-3 0,-11 6 0 16,-3 3 0-16,-8 2-1 0,-1-4 0 16,1-4 1-16,-6-6-2 0,-4-6 1 15,-4-7 1-15,4-19-1 0,-16 16 3 16,16-16-2-16,-22 2 1 0,3-9-1 16,2-5 0-16,2-11 1 0,3-3-1 0,4-1 2 15,10-5-1-15,4-3-1 0,6-3 1 0,6-1 0 31,4 1-1-31,2 3 0 0,3 3 0 0,4 5 0 0,-1 3 1 0,1 4-1 16,-3 2 1-16,-1 4-1 0,-4 3 0 16,3 5 0-16,1 3 0 0,1 0-1 15,-1 0-1 1,-27 3-1-16,22 1 0 0,-22-1-4 16,0 0-2-16,0 0-10 0,0 0-9 0,7 17-22 15,-7-17-30-15,-13 14-69 0,-9-5-108 16</inkml:trace>
  <inkml:trace contextRef="#ctx0" brushRef="#br0" timeOffset="8449.7">32400 311 668 0,'20'-14'50'0,"11"2"-8"16,12 1-12-16,15 6-5 0,4 0-11 15,-1 2-3-15,-12 3-7 0,-14 0-2 0,-13 0-3 16,-22 0 0-16,17 4-5 0,-17-4-10 0,0 0-20 31,13 9-23-31,-13-9-53 0,0 0-61 16,0 0-84-16</inkml:trace>
  <inkml:trace contextRef="#ctx0" brushRef="#br0" timeOffset="9266.54">20625 2163 288 0,'-64'-31'58'0,"12"4"0"16,13 1-7 0,13 5-9-16,7 1-11 0,11 3-9 0,8 17-9 0,0 0-6 15,7-19-3-15,4 6 0 0,5 6 1 16,9 3 1-16,7 0 6 0,11 3 3 15,9 1 1-15,13 0 3 0,15 0-5 0,12-2-2 16,20-2-3-16,21-1-5 0,18 1-1 0,19-1 0 16,19-1-2-1,21 0 2-15,21 0-1 16,22 0-1-16,20 0 2 0,18 0 0 16,19 1-1-16,14 1 0 0,10 1-1 15,13 0-2-15,7 0 2 0,6 0-14 16,9-2 14-16,3 2-13 0,5-1-2 0,5-1 13 15,-2 0-14-15,1 0 14 0,-3 0 1 0,-5 0 0 16,-5-1-1-16,-10 0 0 0,-8-2-1 16,-13 1 0-16,-16-2 2 0,-14-2-2 15,-14 1 1-15,-14-1 1 0,-14 2-1 16,-6-2 0-16,-19 2 0 0,-10 2 6 16,-10-3 0-16,-5 3 2 0,-11-1 6 0,-10 1-4 15,-31-3 1-15,-27 0 5 0,-30 2-5 0,-23 2 4 16,-19-2 2-1,-16 0-2-15,-9-6 1 0,-10-3-3 0,-7-1 0 0,-10 4-1 16,-12 14-2-16,8-15-1 0,-8 15-3 31,0 0-3-31,0 0-1 0,6-17-2 16,-6 17 0-16,0 0 1 0,0 0-2 0,0 0 2 16,1-1-2-16,-1 1 0 0,-1-1-2 0,1 1-4 15,0 0-4-15,-2 0-12 0,2 0-14 16,0 0-35-16,0 0-58 0,-1 1-134 15</inkml:trace>
  <inkml:trace contextRef="#ctx0" brushRef="#br0" timeOffset="10534.38">4737 1989 669 0,'0'0'42'16,"0"0"-8"-16,0 0-9 0,0 0-11 31,-3-1-4-31,-17 15-4 0,5 10 1 0,1 13-4 16,4 8 0-16,0 11-3 0,1 8 1 0,2 4-4 16,-1 0 4-16,0-1 10 0,2-2-6 15,-1-2 7-15,-2-2-7 0,3-5-6 16,-4-5 2-16,0-5-2 0,1-6 2 15,1-9-1-15,2-8 3 0,6-23 5 16,0 0 3-16,0 0 1 0,0 0-3 0,-3 2-4 16,-3-30-4-16,2-7 0 0,4-5-1 0,6-11-11 15,1-5 6-15,7-8-5 0,1-7 3 16,5-9 11 0,-2-8-5-16,2-5 4 0,-2 0-1 0,0 5-8 0,-1 11-3 15,2 13 1-15,-2 14-2 0,-5 17 9 16,2 13-1-16,-14 20 0 0,0 0 2 0,26 11 9 15,-5 13 2-15,-1 11 0 0,-1 12-1 16,1 7-10-16,-1 10 0 0,0 9-1 0,1 4 2 31,0 4-2-31,-1-5 4 0,1-5 7 16,0-1-2-16,-5-4 2 0,-1-6-4 16,-5-7-7-16,-2-7 1 0,-2-7-1 15,-4-5 2-15,2-9-2 0,-3-25 1 0,0 0-1 16,0 0 0-16,0 0-2 0,0 2-4 0,0 0-10 15,0-2-17-15,0 0-35 0,-19-16-68 16,-7-7-138-16,3-1 14 0</inkml:trace>
  <inkml:trace contextRef="#ctx0" brushRef="#br0" timeOffset="10716.68">4445 2618 641 0,'0'0'56'0,"0"0"-1"0,26-3-17 0,7-2-18 16,5-2-4-16,8-2-10 0,3-3-10 16,3 1 8-16,3 0-15 0,0 1 9 0,3 4-12 31,-6-2-28-31,9 7-95 0,-5 1-145 16,-8-5 20-16</inkml:trace>
  <inkml:trace contextRef="#ctx0" brushRef="#br0" timeOffset="11249.62">4386 1181 579 0,'0'0'43'16,"0"0"-6"-16,0 0 0 0,0 0-16 15,-12-12-5-15,12 12 0 0,0 0-6 0,-10 13 10 16,1 10-3-16,-1 6-5 0,-3 4-8 15,-4 3 0-15,-5 4-4 0,-1 0-2 0,0-4 0 16,0 0-1 0,1-2 1-16,6-2 1 0,4-4 0 0,1-5-1 0,11-23 1 15,-7 17 0-15,7-17 2 0,0 0 0 16,0 0 2-16,11-29 0 0,5-7-1 0,7-8 2 16,2-8 0-16,4-6 1 0,0-10-7 0,-2-6-1 15,-1-7-2-15,-1-1 0 0,-5 14 5 16,-1 12 0-1,-2 16 0-15,-4 16-1 0,-13 24-1 0,19-4 1 0,-3 14 2 16,1 12-1-16,5 13 2 0,1 13 1 31,3 8 7-31,3 9-2 0,4 0-1 0,2-2-3 16,3-2-8-16,2-6-1 0,2-4-1 0,7-4-7 16,-1-6-20-16,8 1-35 0,-5-2-140 15,-2-5-62-15</inkml:trace>
  <inkml:trace contextRef="#ctx0" brushRef="#br0" timeOffset="11616.59">6008 2040 620 0,'0'-26'60'0,"6"5"-10"16,-3 1-8-16,-3 20-8 15,7-24-19 1,-1 7-5-16,-6 17 3 0,0 0-4 16,0 0 7-16,0 0-4 0,1-1-11 15,5 16 1-15,3 8-1 0,-1 10 2 0,1 8-4 16,0 11 3-16,-2 8-3 0,6 8 3 0,-3 4-3 15,0-3 2-15,2-5-2 0,-2-4 6 16,3-7 5 0,-3-6-5-16,3-8 6 0,0-7-12 0,-4-9 0 0,-2-6-1 15,-7-17-1-15,0 0 1 0,0 0-3 16,0 0-5-16,0 1-9 0,3-1-12 0,11-11-22 16,-14 11-36-16,2-27-46 0,-8 2-77 0,-13-7-31 15</inkml:trace>
  <inkml:trace contextRef="#ctx0" brushRef="#br0" timeOffset="11783.14">5761 2301 617 0,'0'0'33'0,"0"0"-4"31,0 0-1-31,0 0-2 0,24-7-3 0,11-3-7 16,10 0-5-16,10-2-4 0,10-2-2 15,13-2-3-15,7 0-2 0,8 1-1 16,1 1-6-16,1 4-17 0,-7 0-32 15,-2 6-48-15,-11 2-75 0,-7-6-67 16</inkml:trace>
  <inkml:trace contextRef="#ctx0" brushRef="#br0" timeOffset="12399.69">6912 1987 721 0,'-7'-16'51'16,"-5"3"-15"-16,12 13-6 0,-11-17-7 0,11 17-7 15,0 0-7-15,0 0-4 0,0 0-5 16,-2-2 0-16,2 2-1 0,-1 2 0 0,1 26 1 15,5 4-1-15,1 4 1 0,4 6 0 0,-1 9-2 16,5 1 3-16,-2 5-3 0,4-4 3 31,-3-3-2-31,1-5 1 0,-2-5-1 16,-2-7 1-16,0-7-1 0,-1-6 2 16,-9-20-1-16,7 14 1 0,-7-14 0 15,0 0 1-15,0 0-2 0,0 0 1 0,2 1-2 16,-1-28-1-16,-4-2-1 0,-6-5-3 15,-8-2-1-15,-3-10-1 0,-8-7 3 0,-4-6 0 16,-1-5 4-16,0 1 1 16,4-1-10-16,3 2-2 0,6-1 1 0,7 4-2 15,6 7 13-15,9 10-2 0,7 10 1 16,4 9 2-16,7 8-3 0,6 8 1 0,8 5-1 16,3 8-1-16,7 7 2 0,5 5 0 0,0 4 0 15,-1 3 1-15,-1 0 0 0,-2 3-2 16,-3 1 13-16,-6 1 0 15,-5 2 0-15,-11 2 0 0,-4-1-13 0,-9 2 1 16,-7 1-2-16,-7 4 2 0,-9 3-3 31,-6 3-1-31,-7 0-1 0,-7-6 3 0,0-6 0 16,0-8 3-16,3-7 1 0,4-6-2 0,6-6 2 16,23-7 0-16,0 0-1 0,0 0-1 15,0 0 1-15,-2 2-1 0,2-2 1 16,16 7 1-16,7 2-1 0,7 3 0 15,2 3 1-15,3 4 0 0,4 2-1 16,-1 5 2-16,-5 3 9 0,-4 3-5 0,-3 1 5 16,-3 0-5-16,-7 1-5 0,-6-4 1 15,-6-1-1-15,-8-3 3 0,-6-2-1 0,-6-1 1 16,-7-3-1-16,-6-4-1 16,-4-2-2-16,-5-5 0 0,-1-4-1 0,-4-2-1 15,1-3-3-15,0-5-5 0,0 1-13 16,4-8-18-16,5 2-35 0,-3-5-61 0,-6-5-124 15,12 2 19-15</inkml:trace>
  <inkml:trace contextRef="#ctx0" brushRef="#br0" timeOffset="12829.95">6714 1185 687 0,'-5'-23'36'16,"1"4"-10"-16,4 19-4 0,0 0-8 0,0 0-10 15,0 0-2-15,-3-2 3 0,-5 25 1 16,-1 15-1-16,-3 8-2 0,-5 7-6 0,-3 1 0 16,-1 3 0-16,0-2-1 0,-1 0 1 0,2-1 1 15,1-7-1-15,4-8 2 0,3-10 0 16,4-10 0-16,8-19 0 15,0 0 0-15,0 0 2 0,0 0 0 0,9-16 1 16,10-15-1-16,2-9 2 0,1-11-1 31,3-7 0-31,-4-2 2 0,0-7 0 0,-4-7-12 16,-4-10 5-16,-3-4-2 0,0 3-1 16,-2 6 13-16,0 17-4 0,-4 17-1 0,1 14 0 15,-5 31 0-15,0 0-2 0,0 0 1 16,21 9 1-16,1 17 1 0,4 9 1 15,3 11 1-15,3 9 6 0,7 5-2 16,4 2-1-16,2-1-3 0,4-3-8 0,1-4 1 16,0-4-2-16,-2-6 0 0,-3-8-6 0,-3-1-8 15,-5-7-30-15,-1 2-43 0,-7 6-185 16,-6-8 8-16</inkml:trace>
  <inkml:trace contextRef="#ctx0" brushRef="#br0" timeOffset="13299.57">8141 932 586 0,'0'0'47'0,"0"0"-4"0,2-22-10 0,-2 22-8 15,0 0-11-15,0 0-4 0,0 0 0 16,17 16 0-16,6 14 3 15,7 16 0-15,9 13 1 0,10 9-2 0,5 11-4 16,7 3-2-16,4 12-5 0,3 11-1 31,-3 5 2-31,-6 11 11 0,-14 3 0 0,-10 11-3 16,-17 8 3-16,-16 7-6 0,-16 1-2 0,-15-4 2 16,-13-5-2-16,-13-8-8 0,-9-11 7 15,-5-14 0-15,-2-15-4 16,-1-12 2-16,1-11-8 0,4-8-3 0,3-13-4 15,8-11-9-15,4-16-12 0,10-5-32 16,-4-15-65-16,-5-9-148 0,8 0 12 0</inkml:trace>
  <inkml:trace contextRef="#ctx0" brushRef="#br0" timeOffset="13799.83">3741 1542 589 0,'-6'-21'48'0,"6"21"-5"16,-3-20-3-16,3 20-8 15,0 0-10-15,-9-15-7 0,9 15-6 0,0 0-7 16,0 0 1-16,-17 16-3 0,4 18 1 31,-4 13 0-31,-1 14 0 0,1 7 12 0,4 7 2 16,0 5-1-16,6 8-2 0,5 10-9 0,5 13-5 16,11 7 5-16,7 4 7 0,9-3-3 15,9-5 2-15,9-4-3 16,4-5-9-16,3-9 3 0,0-12-2 0,4-12 1 15,2-13 4-15,4-9-8 0,6-9-5 16,-6-9-19-16,0-2-36 0,-12-10-75 0,-9-6-139 16,-5-4 15-16</inkml:trace>
  <inkml:trace contextRef="#ctx0" brushRef="#br0" timeOffset="14499.99">5647 3233 406 0,'-21'-8'53'0,"1"2"3"0,3 0-8 16,17 6-3-16,0 0-13 0,0 0-4 0,-16-6-3 16,16 6-1-16,0 0 0 0,0 0-1 0,0 0-5 15,-2-1-3-15,1 1-3 0,-1 0-2 16,1 0 1-16,1 0-2 0,0-2 0 16,22-1-1-16,12 1-2 0,10 1-3 15,12-2 1-15,11 2-2 0,7 1 0 16,8 0 1-16,3 0-1 0,0 1 0 0,-3 0-1 15,-9 1 0-15,-8-1 0 0,-15 1 1 0,-13-2 0 16,-14 0 0-16,-23 0 1 0,0 0 1 31,0 0 2-31,0 0 1 0,2 0-2 16,-1 0-2-16,-1 0-3 0,-1-2-2 16,-15-8 0-16,-3 4-5 0,19 6-10 15,-26-6-20-15,26 6-54 0,-23 10-147 0,1-2-41 16</inkml:trace>
  <inkml:trace contextRef="#ctx0" brushRef="#br0" timeOffset="16666.59">9263 1188 534 0,'-13'-17'56'0,"13"17"-11"0,-13-18 3 0,13 18-16 16,-10-13-6-16,10 13-7 0,0 0-5 31,0 0-5-31,0 0-2 0,-2-2-3 16,0 2 3-16,-4 18 3 0,2 5-1 16,1 12-1-16,1 9 0 0,4 9-5 15,1 13 0-15,1 5 0 0,4 9-3 0,3 7 1 16,0 4 14-16,5 1 0 0,0 1-2 0,1 5 2 15,-2 6-16-15,5 1 3 0,-3 1-3 16,-2-7 6-16,1-6 4 0,-3-4-4 16,-3-4 2-16,-4-3-7 0,1-6 0 15,-9-6 0-15,-6-10 0 0,-1-11 2 16,-4-10-2-16,-1-10 1 0,-1-10 1 16,1-8-2-16,14-11 1 0,-25 0 0 0,3-7-3 15,-1-9-1-15,0-6-2 0,-1-8-7 0,0-5-4 16,0-8-13-16,1 2-17 0,-6-4-28 15,10 8-44-15,-6 5-95 0,1 1-40 16</inkml:trace>
  <inkml:trace contextRef="#ctx0" brushRef="#br0" timeOffset="16899.55">8718 2131 719 0,'0'0'43'0,"0"0"-13"0,0 0-9 15,0 0-6-15,7-23-3 0,12 6-1 16,11 2-3-16,15 2 0 0,16-1-4 16,14-1 0-16,16 0-1 0,9 1-1 15,6 2-2-15,-1 1-1 0,-5 3-3 16,-6 3-7-16,-9 0-12 0,-8 5-26 15,-11-3-48-15,-12 0-123 0,-5 3-50 0</inkml:trace>
  <inkml:trace contextRef="#ctx0" brushRef="#br0" timeOffset="17233.25">10615 2188 709 0,'0'-1'48'0,"0"-1"-3"0,0 1-12 0,0-1-9 15,0 1-10-15,6-22-5 0,3 10-3 16,9 3-2-16,10 1 1 0,8 3-3 15,12 0 0-15,8 0 0 0,5 1-2 16,9 3 1-16,0-1-1 0,-2 3 0 16,-7 1 0-16,-8 2-1 0,-11 0-1 15,-10 0 0 1,-7 2-7-16,-25-5-7 0,17 4-11 0,-17-4-18 16,9 15-41-16,-9-15-83 0,-20 20-101 15</inkml:trace>
  <inkml:trace contextRef="#ctx0" brushRef="#br0" timeOffset="17417.46">10701 2535 739 0,'0'0'33'0,"0"0"12"16,27-11-8-16,12 2-11 0,10-1-9 15,9 0-6-15,7 3-4 0,3 0-3 16,0 2-2-16,-6 0-1 0,-5 3-3 15,-8 1-1-15,-6 2-7 0,-5 1-14 0,-2 4-31 0,-10-3-78 16,-6 2-158-16,-1 1 3 0</inkml:trace>
  <inkml:trace contextRef="#ctx0" brushRef="#br0" timeOffset="18167.41">12596 1763 619 0,'0'0'42'0,"-17"-7"-13"16,17 7-10-16,0 0-5 0,-22 14-3 0,5 5-2 16,7 9 15-16,1 8-2 0,1 7-1 0,2 7 0 15,-2 6-17-15,1 8 1 0,2 8-2 16,-1 6 2-16,-2 0-3 0,3-4 2 16,0-4 7-16,-2-5-5 0,1-5 3 15,-1-3-4-15,1-6-5 0,-3-7 1 16,0-9 0-16,0-6 1 0,1-9 0 0,8-20 3 15,0 0 1-15,0 0 1 0,0 0-1 16,-1 1-2-16,-22-19-2 0,4-8-1 0,5-7 0 31,-1-11-5-31,5-11-5 0,4-9 4 16,5-11-4-16,5-14 8 0,5-6 3 16,7-5-3-16,3 0-8 0,7 5-3 15,4 10 0-15,3 11-1 0,6 14 11 0,0 15 0 16,-1 18 1-16,-2 15-1 0,-1 15 0 0,0 12 1 15,-1 12-1-15,1 12 16 0,-3 9-1 16,-2 8 1-16,-4 6-1 0,-4 11-12 16,-3 7-2-16,-5 6 4 0,-1 2-3 15,0-5 3-15,-3-2 7 0,-4-7-5 16,-2-4 3-16,-1-8-4 0,-1-9-6 0,-2-9 2 16,-2-9 0-16,1-11 1 0,1-24 1 0,0 0-1 15,0 0 1-15,0 0 0 0,0 2-1 16,0-2-3-16,-2 0-6 0,1-2-9 15,-8-20-16-15,-2-6-28 0,5 6-63 16,-4 5-155-16,-6-11 7 0</inkml:trace>
  <inkml:trace contextRef="#ctx0" brushRef="#br0" timeOffset="18384.24">12151 2376 664 0,'0'0'41'0,"22"-7"2"0,7-2-10 0,12 0-8 15,9-1-7-15,9-3-7 0,3-1-3 16,2 2-6-16,-2 0-2 0,-4 3-1 16,-6 5-5-16,-7-1-12 0,-2 8-31 15,-13-3-66-15,-30 0-162 0,27 2 3 16</inkml:trace>
  <inkml:trace contextRef="#ctx0" brushRef="#br0" timeOffset="18566.53">12011 1141 235 0,'13'-14'-170'0</inkml:trace>
  <inkml:trace contextRef="#ctx0" brushRef="#br0" timeOffset="18999.79">12288 794 626 0,'0'0'42'16,"0"0"-9"-16,0 0-12 0,0 0-7 15,2-2-7-15,-4 2-1 0,-25 23 1 16,-2 12 0-16,2 12-1 0,-5 12 0 15,-6 11 1-15,-7 6-2 0,-4 4-2 16,-3-4-2-16,0-6-4 0,0-6 1 0,6-11-1 16,8-6 1-16,8-8 1 0,9-8 0 15,8-10 2-15,13-21 0 0,0 0 1 0,19-5 0 16,7-14 1-16,10-12 1 0,5-8 0 16,1-7-1-16,4-9 2 0,-2-8-10 15,0-11 4-15,-2-8-1 0,-3 1 0 16,0 5 8-16,-6 11-5 0,-4 13 2 0,-1 15 0 15,-6 10 2-15,1 17-2 0,1 10 1 16,2 15 0-16,3 14 0 0,3 11 2 0,3 13-2 16,1 9 4-16,0 3-4 0,2 6-2 31,2-1 0-31,-1-8-6 0,-1-2 0 16,-2-7 0-16,-1-5-4 0,-2-3-11 15,0-2-15-15,-8-6-47 0,9-7-91 0,-3-3-100 16</inkml:trace>
  <inkml:trace contextRef="#ctx0" brushRef="#br0" timeOffset="19649.64">13510 1662 475 0,'-16'-38'60'0,"5"-3"-2"0,5 3-6 16,-1 3-6-16,4 8-9 0,3 27-6 31,0-24-8-31,0 24-3 0,0 0-6 16,0 0-5-16,0 0-5 0,3-2-1 16,-3 0-2-16,0 2 1 0,-3 2 1 15,0 30-1-15,0 12 1 0,2 12-1 0,1 8 1 16,1 3 0-16,2 4 14 0,3 3-2 15,2 7 1-15,0 10-3 0,-1 7-10 0,0 7-5 16,3 0 8-16,0-5 3 0,1-7-5 16,-3-10 3-16,1-7-6 0,-3-9-2 15,-2-8 2-15,-1-6-2 0,-3-10-1 16,0-9 2-16,0-7 1 0,0-27-1 0,-4 19 3 16,4-19-2-16,0 0-2 0,0 0 1 0,-15 8-3 15,15-8-5-15,0 0-6 0,-25-3-16 16,1-8-23-16,6 3-45 0,-6-7-106 15,-4-7-72-15</inkml:trace>
  <inkml:trace contextRef="#ctx0" brushRef="#br0" timeOffset="19899.75">13192 2294 654 0,'0'0'49'0,"-10"-19"-8"0,10 19-6 16,-7-18-7-16,7 18-8 0,-6-18-4 0,6 18-4 15,0 0-4-15,0 0-1 0,0 0-4 16,-2-2-3-16,13-18 0 0,6 4-1 16,11 0 1-16,10 3 0 0,10 1 0 15,12 1-2-15,8 0 1 0,11-2-3 16,6 5-8-16,-2 2-14 0,1 9-28 0,-12 2-50 15,-3-7-128-15,-5 5-36 0</inkml:trace>
  <inkml:trace contextRef="#ctx0" brushRef="#br0" timeOffset="20283.2">14842 1697 645 0,'12'-24'50'0,"-5"-1"-7"0,0 7-7 16,-7 18-7-16,0 0-10 0,0 0-7 0,0 0-5 15,0-2-6-15,0 2 0 0,0 0 1 16,3 2-1-16,0 33 2 0,0 5 1 15,-2 3-2-15,2 4 14 0,0 2 0 16,2 1-2-16,1 2-1 0,0-1-13 16,0 1-2-16,0 0 2 0,1-1 0 0,0-2 0 31,-1-7 0-31,-1-8 0 0,-1-10-1 16,-4-24 0-16,4 18 2 0,-4-18-1 0,0 0 1 15,0 0 0-15,0 0-4 0,2 2 0 16,-2-2-8-16,0 1-10 0,1-1-18 15,-1 0-33-15,0-1-66 0,-6-19-146 16,-7-4 23-16</inkml:trace>
  <inkml:trace contextRef="#ctx0" brushRef="#br0" timeOffset="20616.25">14511 1991 614 0,'0'0'55'0,"-16"-7"-10"31,16 7-7-31,0 0-14 0,0 0-3 16,0 0-4-16,-2-2-2 0,1 2 1 16,-2 0-3-16,3 0-1 0,-1-1-1 15,1 1 0-15,1 0-1 0,25-5-1 0,9 2-3 16,13-1-3-16,11-1-1 0,8-1-2 0,5-1 2 15,6-2-1-15,-3 4 0 0,-3 0 0 16,-8 2-1-16,-11 1-1 0,-11 1 1 16,-10 1-1-16,-9 0 0 0,-23 0-2 15,0 0-1-15,0 0-3 0,0 0-5 16,2 0-6-16,-1 0-7 0,1 0-12 0,-2 1-20 16,-6 23-41-16,-14-1-82 0,-3 0-81 0</inkml:trace>
  <inkml:trace contextRef="#ctx0" brushRef="#br0" timeOffset="20916.22">14520 2729 655 0,'0'0'51'15,"-2"2"2"-15,1-2-11 0,-1 0-8 16,2 0-8-16,0 0-5 0,2 0-2 0,27 4-4 16,4-1-4-16,9-2-1 0,6-2-3 0,8-3-1 15,9-4-2-15,6-1-1 0,4-1-2 16,-1 2 0-16,4 1-3 0,-7 4 2 16,-9 2-1-16,-9 1 0 0,-9 0 1 15,-12 0-1-15,-9 1-1 0,-23-1-1 16,0 0-2-16,0 0-3 0,0 0-2 0,1 2-9 15,1-2-9-15,-1 1-15 0,-1 1-43 0,0-1-88 16,-10 13-106-16</inkml:trace>
  <inkml:trace contextRef="#ctx0" brushRef="#br0" timeOffset="21249.94">15944 1894 723 0,'7'-17'29'15,"3"2"4"-15,-10 15-5 0,18-15-9 0,-5 6-6 16,-13 9-6-16,26 1-3 0,-2 9 0 16,1 5 12-16,-5 8 0 0,0 7-1 0,-1 6 1 15,-6 7-17-15,-4 7 2 0,1 7-2 16,-6 7 2-16,-2 3-2 0,-2-2 2 15,-2-2-1-15,-1-6 1 0,0-7 8 16,-1-4-6-16,0-6 4 0,3-7-4 0,-2-8-3 31,3-25-1-31,-2 22 1 0,2-22-2 16,0 0-1-16,0 0-3 0,0 0-3 0,-1 2-8 16,1-1-14-16,0-1-21 0,0 0-45 15,-2 0-79-15,-12-23-102 0</inkml:trace>
  <inkml:trace contextRef="#ctx0" brushRef="#br0" timeOffset="21700.84">15772 1939 649 0,'6'-19'43'0,"-6"19"-12"0,17-21-8 16,1 4 4-16,8 5-6 0,4 1-6 15,9 5-1-15,3 2-2 0,6 0-5 0,4 6 2 16,2 3-3-16,1 1-3 0,2 5 14 15,-6 2-3 1,-2 5 0-16,-9 3-2 0,-5 4-13 0,-8 0-2 0,-7 5 1 0,-8 1-1 31,-9 6 1-31,-10 2-3 0,-8 4 0 16,-8 1-1-16,-6-4 0 0,-3-1 0 16,-2-6 0-16,-1-6 2 0,3-5 1 0,5-6 1 15,5-5 1-15,22-11 3 0,0 0 0 16,0 0 1-16,0 0-1 0,0-2-1 0,0 1-1 15,10-20 0-15,9 3 0 0,4 4 1 16,3 4-1-16,3 6 2 0,2 4-1 16,-1 4 0-16,3 7 0 0,0 7 0 15,0 7 3-15,-1 3-2 0,0 6 3 0,-3 4 6 16,-6 4-5-16,-5 1 3 0,-8-1-4 16,-9-1-5-16,-5-3 1 0,-9-3 1 0,-9-1-1 15,-8-3 0-15,-8-3 0 0,-5-2-1 16,-4-4 0-16,-4-4-1 0,-2-4 0 15,1-4-1-15,2-9-2 0,5-4-3 16,0-5-6-16,6-2-5 0,1-4-11 0,8 1-15 31,-2-7-23-31,9 3-42 0,-1-6-69 16,2-7-74-16</inkml:trace>
  <inkml:trace contextRef="#ctx0" brushRef="#br0" timeOffset="22116.59">16178 1203 667 0,'-5'-18'44'0,"5"18"-17"16,-5-19-7-16,5 19-6 0,0 0-13 15,0 0 4-15,-20 13-1 0,2 6-3 0,-5 11 7 16,-7 8-9-16,0 4 0 0,-5 2-1 15,-1-3-1 1,-1-1 1-16,3-1-2 0,4-2 2 0,3-4 0 0,6-4 1 0,4-8 1 16,6-7 0-16,11-14 1 0,0 0 1 31,0 0 0-31,9-17 1 0,8-10-2 16,6-7 1-16,4-5 0 0,3-4-1 0,-1-5 2 15,0-8 1-15,-3-8-10 0,-2-8 6 16,1 0-1-16,-5-3 0 0,-1 10 10 0,-2 16-5 15,-5 16-1-15,-5 15 0 0,-7 18-2 16,0 0 2-16,13 11 0 0,0 14 3 16,4 13-1-16,4 15 2 0,2 5-2 15,1 6-4-15,4 1 1 0,1-4-6 0,3 0 1 16,-1-4-1-16,3-2-1 0,-2-3-6 16,-1-1-12-16,-5-8-32 0,3-1-56 0,0-4-166 15,-5-12 12-15</inkml:trace>
  <inkml:trace contextRef="#ctx0" brushRef="#br0" timeOffset="22616.37">17188 1501 606 0,'-23'-14'47'0,"5"5"-12"0,-2 5-6 31,20 4-7-31,-25-2-7 0,25 2-6 16,-17 11-3-16,4 8-2 0,7 12 3 16,6 13-2-16,5 12 2 0,6 8-1 0,4 7 14 15,5 5-1-15,3 4-2 0,0 12 1 16,0 8-18-16,2 6 5 0,-2 3 4 0,-4-4-3 15,-4-8 2-15,-6-6-4 0,-6-6-6 16,-6-6 3-16,-6-6-2 0,-5-8 2 16,-2-10-2-16,-5-11 2 0,-2-12 0 15,-1-8 1-15,2-9 0 0,-1-7-1 0,0-7-1 16,1-5-1-16,-1-5-5 0,-1-5-7 16,1-1-14-16,-5-8-24 0,8 6-56 0,-3 7-177 15,0-15 12-15</inkml:trace>
  <inkml:trace contextRef="#ctx0" brushRef="#br0" timeOffset="22833.3">16813 2352 724 0,'26'-13'43'0,"10"2"-3"0,13 0-10 15,15 1-6-15,11 1-9 0,15 3-5 0,2 0-4 16,1 1-4-16,-6 2-1 0,-10 3-3 16,-8 3-5-16,-13 3-10 0,-4 6-23 0,-14-2-44 15,-5-2-122-15,-5 3-81 0</inkml:trace>
  <inkml:trace contextRef="#ctx0" brushRef="#br0" timeOffset="46899.55">2292 4915 469 0,'-13'-11'1'0,"13"11"2"16,-22-15 8-16,22 15 13 0,0 0 9 16,0 0 0-16,0 0-6 0,0-1-11 15,0 1-7-15,-3-2-1 0,3 2 0 16,3 0 0-16,-3 0-1 0,3 0-4 0,-3 2 0 15,3-1-1-15,7 11 1 0,-10-12 2 16,0 0 0-16,0 0 1 0,-16 15 1 0,16-15 2 16,-19 5 2-16,19-5 2 0,-23-10-1 15,6-1 0-15,5-5-1 0,6-2 0 16,6 18-1-16,-1-35-1 0,2 5-2 16,8 1 0-16,5 2-4 0,5 2 1 15,7 4-1-15,2 4 0 0,-1 5 0 0,5 6 1 16,1 5 1-16,-4 4 1 0,3 5 1 0,1 2-2 15,-4 7-2-15,-3 2-1 0,0 7 0 16,-5 3-2-16,-6 5 1 0,-6 5-2 31,-3 5 0-31,-9 3 0 0,-6 5 1 16,-8-1-1-16,-10 2 1 0,-8 1 2 16,-9-4-4-16,-9-3 4 0,-2-8-3 0,3-7 1 15,3-9 0-15,8-8 1 0,14-6 2 0,5-6 0 16,22-3 1-16,-19-7-2 0,8-7-1 15,11 14 1-15,-2-30-3 0,7 0-2 16,3 5 4-16,7 0-4 0,2 7 4 16,5 6 0-16,4 6 0 0,4 5 1 0,5 5 1 15,1 5 4-15,3 5-4 0,0 3 4 16,0 3-6-16,-4 1 0 0,2 1 0 0,-2 1-5 16,-2 0 1-16,-1 0-2 0,3-3-2 15,-5-2-5-15,-4-3-10 0,0 0-19 16,-10-8-23-16,6 4-56 0,-6 5-139 15,-16-16 11-15</inkml:trace>
  <inkml:trace contextRef="#ctx0" brushRef="#br0" timeOffset="47366.54">2224 4411 557 0,'-64'-3'50'16,"5"3"2"-16,-9 1-10 0,-2 4-6 15,-5 4-7-15,-3 6-12 0,0 5-3 16,-2 7-2-16,1 8 1 0,8 8-6 16,7 7 2-16,8 9-5 0,10 12-2 0,14 11 4 15,16 11-5-15,16 7 2 0,16 3 2 16,10 2-4-16,9 4 2 0,8 2-2 0,11-2-3 15,5-3 5-15,13-11 0 0,9-13-2 16,6-13 0-16,4-11-2 0,-1-12-1 31,1-14 2-31,3-11 4 0,3-12-1 16,3-14 1-16,-2-10-3 0,-6-12 3 16,-9-11 1-16,-4-9-5 0,-9-9 4 0,-11-9-3 15,-3-10-2-15,-8-9 4 0,-6-5-3 0,-10-6 3 16,-11-7-2-16,-10-7-4 0,-13-11 1 15,-15-11-1-15,-9-6 1 0,-9 1-1 16,-10 7 1-16,-4 15 0 0,-7 21 2 16,-8 26 2-16,-10 30-2 0,-18 23-1 15,-19 23-1-15,-11 18-2 0,-5 14 5 0,4 10-2 16,13 3 1-16,6 5-3 0,7 2-17 0,20 6-18 16,7-4-42-16,22 9-111 0,22 4-80 15</inkml:trace>
  <inkml:trace contextRef="#ctx0" brushRef="#br0" timeOffset="51138.14">4863 4238 563 0,'-13'-15'51'0,"1"1"-9"0,12 14-9 15,-21-4-9-15,0 8-7 0,-2 10-4 16,-1 8-2-16,-8 10-1 0,-3 11 0 15,-3 10-4-15,-1 8 2 0,-4 10 1 0,5 9-4 16,2 12 2-16,4 9-3 0,8 9-5 0,8 3 3 16,10 1 0-16,9-2-3 0,11 1 2 15,7-4-1-15,15-1-3 0,6-6 4 16,7-10 2-16,5-8-2 0,5-13 4 16,2-7-5-16,4-11-1 0,0-8 0 15,1-8-2-15,-2-10-3 0,-5-6-9 0,-10-10-21 16,0-2-40-16,-8-12-75 0,-9-12-108 0</inkml:trace>
  <inkml:trace contextRef="#ctx0" brushRef="#br0" timeOffset="51616.27">5430 5135 668 0,'0'0'31'0,"0"0"-1"0,0 0-7 16,-2-1-9-16,2-1-7 0,0 0-2 16,0 2 1-16,0 0 2 0,-1 24-1 15,-2 7 3-15,0 5-7 0,-3 6 3 0,0 1-5 16,-2 1-2-16,-1 1 1 0,3 2-1 0,-1-2 1 16,-3-3-1-16,4-2 1 0,0-10-1 15,-1-7 3-15,7-23 0 0,0 0 4 16,0 0-1-16,0 0 0 0,0 2-2 15,4-27-2-15,4-13 1 0,-1-9-2 0,7-6 2 16,-2-3-2-16,4-4-2 0,-2-6 2 31,2 1-2-31,3 1 2 0,0 8 0 0,-2 10 0 16,2 13-1-16,1 13-1 0,-2 11 1 16,2 11 1-16,1 10 1 0,1 8 3 15,1 7-1-15,2 6 2 0,-2 4 3 16,-1 3-5-16,-2 3 4 0,3 1-6 0,0-2-1 15,-4 3 1-15,1-3-2 0,-2 2 2 16,-4 0-1-16,1-1 0 0,-4-2-1 0,-4-4 1 16,-1-3-1-16,-3-5 0 0,0-8-1 15,-3-21-1-15,0 0-2 0,0 0-5 16,0 0-8-16,0 2-20 0,0-1-39 16,-12 8-75-16,12-9-112 0,-24-12 16 15</inkml:trace>
  <inkml:trace contextRef="#ctx0" brushRef="#br0" timeOffset="51799.95">5204 5466 610 0,'-3'1'41'0,"6"-1"6"0,26-7-7 15,4-3-10-15,9 3-10 0,3-1-7 0,0 1-5 16,5 2-5-16,1 2-3 0,0 0-1 15,-1 2-3-15,0 1-8 0,-6-2-20 16,0 4-41-16,-11-5-68 0,-13-3-118 16,5 2 19-16</inkml:trace>
  <inkml:trace contextRef="#ctx0" brushRef="#br0" timeOffset="52233.31">5591 4595 668 0,'-14'-14'52'16,"14"14"-9"-16,-16-13-16 0,16 13-6 15,0 0-9-15,0 0-6 0,-23 2 1 16,6 8-5-16,-1 6-1 0,-2 5 0 15,-3 7-2-15,0 2 1 0,-5 5-2 0,-2 3 0 16,-2 1 0-16,2 2 1 0,-1-1-1 0,1-5 1 16,4-7-1-16,7-6 1 0,8-9-2 15,11-13-1-15,0 0 2 0,0 0-2 16,7-16 3-16,10-10 0 0,5-9 1 16,4-6 0-16,3-5 2 0,3 0-2 15,-3-3 2-15,0 2 0 0,-2 6-5 0,-1 6 5 16,-3 7-6-16,-1 9 4 0,-3 7 0 0,-19 12 0 31,24 1 6-31,-2 8-5 0,1 5 5 0,2 5-4 0,1 5 0 0,-2-2-1 16,1 2-1-16,4 2 0 0,0 0-1 31,1 3 2-31,2 0-5 0,3 0-5 16,5 3-32-16,-4-7-62 0,-4 0-168 0,4 2 4 15</inkml:trace>
  <inkml:trace contextRef="#ctx0" brushRef="#br0" timeOffset="52533.28">6702 4930 771 0,'12'-12'33'0,"1"1"-2"16,-13 11-7-16,16-9-7 0,-16 9-6 15,0 0-3-15,0 0-3 0,20 3-1 0,-10 7-1 16,2 9 0-16,-4 6-1 0,2 5 1 31,-2 5-2-31,-1 2 0 0,1 5 0 0,0 1-2 16,-4 1 5-16,5 2-4 0,-1 0 3 16,0-3-4-16,-1 0 0 0,0-4-2 15,2-2 1-15,-5-5-2 0,3-2-7 16,-2-4-4-16,-1-3-16 0,-4-23-14 0,6 26-29 15,-6-26-42-15,0 0-109 0,0 0-25 16</inkml:trace>
  <inkml:trace contextRef="#ctx0" brushRef="#br0" timeOffset="53300.77">6380 5323 693 0,'0'0'34'0,"0"0"4"16,0 0-2-16,11-10-8 0,14-1-8 0,15 0-7 15,10 1-2 1,10 0-5-16,7 2-3 0,2-2 1 0,5 3-5 0,1-1-1 31,2 2-3-31,-2 0-8 0,0 1-21 16,-7-2-15-16,-1 2-32 0,-11-5-20 16,-1-1 3-16,-13-4 16 0,-7-5 37 0,-11-3 42 15,-7-1 45-15,-5 0 23 0,-9-2 16 0,3 6 2 16,-9-3-13-16,3 23-11 0,-3-25-11 15,3 25-10-15,-1-28-8 0,1 28-9 16,-3-24-4-16,3 24-6 0,0 0-3 16,0 0-2-16,0 0-6 0,-2-1-1 0,2-1-1 15,0 2 0-15,0 2 1 0,6 26 1 16,4 6 0-16,0 2 0 0,-1 4 0 0,1-1 0 16,0 2 5-1,0 2-4-15,-1-3 2 0,-2 2-2 0,2-4-2 0,-3-4-1 16,-2-3 1-16,-1-7 0 0,-3-24 0 15,3 22 3-15,-3-22-2 0,0 0 1 16,0 0-1-16,0 0-1 0,3 1-1 0,-13-22 0 16,-1-4 0-16,-3-5-1 0,-2-6-3 0,2-9 2 31,-1-3-2-31,-1-8 4 0,3-5 1 16,6-4 0-16,4 1 1 0,6 5-2 15,4 10 2-15,5 14-2 0,4 12 1 16,3 10 1-16,4 6-1 0,3 7 1 15,3 5-2-15,1 8 2 0,2 3-1 0,0 8 1 16,-2 4 0-16,0 4 0 0,-1 2-1 0,-1 3 1 16,-5 0-1-16,-4 0 1 0,-5 1-1 15,-5-1 2-15,-8-2 3 0,-5 0-5 16,-9-3 4-16,0-4-5 0,-4-3 1 16,-1-6 1-16,1-4-2 0,2-4 2 0,15-11 0 15,0 0 1-15,0 0 0 0,0 0 1 16,-1 2-2-16,1-2-1 0,0-2-1 0,13-11 0 15,6 5 1 1,2 3 1-16,3 5 0 0,3 5 2 0,6 4-2 0,1 3 1 16,-1 5 0-16,-1 4 0 0,1 3 0 15,-7 5 1 1,0 3-2-16,-3 5 0 16,-6 1-1-16,-8 1 1 0,-6 1-1 0,-9-1 1 15,-10-4 0-15,-7-4 1 0,-6-3-1 0,-7-5-1 16,-4-5 0-16,-4-5-1 0,-2-3-3 15,-2-7-3-15,2-2-12 0,4-7-11 16,3 2-26-16,0-8-30 0,9 1-63 16,5 0-115-16,-1-7 30 0</inkml:trace>
  <inkml:trace contextRef="#ctx0" brushRef="#br0" timeOffset="53700.88">7659 4439 742 0,'-14'-23'42'0,"4"-1"-12"16,-2 3-5-16,-1 5-6 0,3 3-6 16,10 13-7-16,-17-7-4 0,17 7-2 15,-26 9-2-15,1 8 1 0,-1 7 0 16,0 7 1-16,-4 3-1 0,-2 4 0 15,0 0 2-15,2 0-3 0,2-3 4 0,5-3-5 16,6-5 2-16,4-7-1 0,13-20-1 0,0 0 1 16,0 0 1-16,0 0 1 0,-3 2 2 15,35-22-2-15,1-5 1 0,7-3 1 16,-2-4-5-16,1-3 4 0,-1 1-4 16,-2 4 3-16,1 6 1 0,-3 4 0 15,-4 6-1-15,-3 8 1 0,-3 8 0 0,0 7 1 16,1 6 0-16,1 5 0 0,0 4 5 0,1 4-6 15,0 0 3 1,0 2-4-16,3 0-2 0,1-3 1 0,1 0-2 0,-2-1-5 31,2 3-26-31,-6-8-55 0,-2 2-197 16,1 0 5-16</inkml:trace>
  <inkml:trace contextRef="#ctx0" brushRef="#br0" timeOffset="54166.39">8474 4513 643 0,'7'-20'48'0,"-7"20"-12"0,17-17-7 15,-1 8-4-15,7 6-2 0,6 5 1 16,6 5-2-16,8 5-5 0,5 8-3 0,4 7 0 15,6 8-7-15,1 8 2 0,2 10-6 16,-2 11-3-16,-5 11 2 0,-5 14-5 0,-10 6 6 16,-12 7 2-1,-12 4-2-15,-15 6 3 0,-15 5-5 0,-8 3-4 0,-10-2 4 16,-5-7 2-16,-2-9-3 0,-5-11 3 16,3-9-2-16,0-12-3 0,6-11 3 0,4-13-2 15,7-13 2-15,5-15 0 0,5-10-4 0,15-8-1 16,-12-12-7-16,12 12-8 0,-3-35-11 15,9 4-25 1,1-6-54-16,10-3-120 0,6 2-41 0</inkml:trace>
  <inkml:trace contextRef="#ctx0" brushRef="#br0" timeOffset="54516.24">9943 4556 715 0,'-6'-25'53'0,"-5"0"-15"0,2 7-5 0,-6 4-8 15,15 14-8-15,-17-10-8 0,17 10-4 0,0 0-3 16,-26 7-1-16,6 12 3 0,2 9-4 16,1 12 4-1,4 10-4-15,3 9-1 0,1 10 3 0,5 9-2 0,4 11 4 16,4 3 3-16,6 2-2 0,3-1 2 15,3-1-4-15,5 1-5 0,2-2 4 0,0-3-1 16,-1-6 1-16,-1-9-3 0,-4-11 2 0,-5-10 2 31,-9-8-3-31,-3-4 5 0,-6-9-5 16,-7-4-1-16,-9-2 2 0,-8-7-3 16,-3-2 0-16,-9-5-3 0,-4-3-4 15,-2 0-9-15,-3-7-12 0,7 1-30 16,-4-12-57-16,0-6-168 0,9-2 14 0</inkml:trace>
  <inkml:trace contextRef="#ctx0" brushRef="#br0" timeOffset="54699.92">9314 5281 753 0,'0'0'35'0,"-3"-2"-4"0,20-16-4 15,9 4-12 1,13 2-1-16,18-2-13 0,12 4 3 0,16 1-3 0,11 1-2 31,7 3-4-31,-1 1-22 0,5 5-52 16,-10 9-155-16,-4-7-50 0</inkml:trace>
  <inkml:trace contextRef="#ctx0" brushRef="#br0" timeOffset="54933.05">11178 5150 870 0,'0'-1'26'16,"13"-12"1"-16,7 1-7 15,7 0-7-15,8 0-4 0,6 0-3 0,6 1-3 16,4 1 0-16,-2 0-3 0,0 5-1 15,-2 0 0-15,-1 2-3 0,-6 1-4 0,0 4-8 16,-9-1-13-16,-3 7-22 0,-28-8-40 0,23 11-101 31,-14 4-97-31</inkml:trace>
  <inkml:trace contextRef="#ctx0" brushRef="#br0" timeOffset="55116.23">11196 5527 831 0,'0'0'47'0,"24"-11"0"0,5 2-16 16,7-2-14-16,7-1-6 15,8 3-6-15,4 0-1 0,1 1-2 0,2 2-2 16,0 2-2-16,-3 2-5 0,0 5-16 16,-6-3-30-16,7 11-124 0,-6-2-136 0,-9-5 12 15</inkml:trace>
  <inkml:trace contextRef="#ctx0" brushRef="#br0" timeOffset="55682.9">13484 4221 740 0,'-17'-32'41'0,"5"6"-9"0,-6 1-3 16,0 5-6-16,-2 3-5 0,0 7-4 0,20 10-7 15,-27 1-3-15,3 11-3 0,-2 15-2 0,-4 19 0 16,-4 15 3-16,-2 13-2 0,-1 10 3 16,4 6 0-16,2 11-2 15,5 11 2-15,3 13 1 0,6 8 0 0,6 7 0 16,10 1 0-16,11 2-2 0,13-5-4 16,12-8 2-16,15-9 3 0,11-16-1 0,12-10 1 15,12-15-2-15,9-13-2 0,6-16 1 0,0-12-2 16,-5-18-2-16,-5-12-7 0,-12-15-10 15,-12-9-14-15,-15-13-20 16,-9-4-45-16,-18-4-100 0,-15-8-72 0</inkml:trace>
  <inkml:trace contextRef="#ctx0" brushRef="#br0" timeOffset="55950.6">14180 4868 851 0,'0'0'34'16,"4"-23"-9"-16,-4 23-7 0,0 0-5 0,0 0-7 15,0 0-3-15,1-2-2 0,-1 2-2 0,0 0 1 16,2 2 1-16,8 31-1 0,0 5 1 16,3 3-1-16,-1 2 0 15,2-1 1-15,1 2 0 0,-1-1 3 0,2-2-4 16,0-2 4-16,-3-2-6 0,4-5 0 15,-5-4 1-15,-2-3-4 0,-1-7-2 0,-2-3-8 16,-7-15-9-16,0 0-12 0,0 0-15 0,12 17-45 31,-12-17-103-31,0 0-74 0</inkml:trace>
  <inkml:trace contextRef="#ctx0" brushRef="#br0" timeOffset="56434.38">13692 4841 723 0,'-11'-17'45'16,"11"17"-9"-16,3-25-7 15,8 3-4-15,11 1-6 0,10 2-3 0,16 1-3 16,9 3-2-16,10 4-3 0,7 2-2 16,5 5-1-16,2 5-4 0,0 3 2 0,-4 6-3 15,-8 2 0-15,-8 3-2 0,-9 5-3 0,-10 2 3 16,-9 5 0-16,-8 3 0 0,-11 3 1 15,-8 4-2-15,-12-1 0 16,-8 0 0-16,-11 1 0 0,-8-4-2 0,-6-1 3 31,-4-5-1-31,-1-2 1 0,2-7 1 16,3-4 0-16,9-6 2 0,8-1 1 0,22-7-2 16,0 0 1-16,0 0-1 0,0 0-1 0,-3 1 0 15,25-12 0-15,10 3 2 0,4 1-1 16,4 4 2-16,1 3-2 15,2 3 1-15,2 4 1 0,0 1 0 0,0 6 1 16,-3 4 4-16,-3 5-6 0,-2 3 5 16,-4 2-5-16,-4 2 0 0,-7 2 1 0,-6 1-3 15,-9 0 2-15,-8 3-1 0,-9 3 0 0,-12 2 0 16,-11 0 1-16,-11 0-2 0,-11-3 3 16,-8-5-2-16,-8-4 0 15,-3-5 0-15,2-6 1 0,1-4-2 0,8-5 2 16,9-4-2-16,6-2-2 0,11-3-2 15,5-2-5-15,10-1-3 0,22 3-8 0,0 0-9 16,-16-9-14-16,16 9-19 0,0 0-19 0,0 0-39 16,18-15-68-16,-3-3-35 0</inkml:trace>
  <inkml:trace contextRef="#ctx0" brushRef="#br0" timeOffset="56866.64">14177 4175 738 0,'0'0'36'0,"0"0"-7"0,-13-12-7 15,13 12-7-15,0 0-10 0,0 0-1 0,0 0-1 16,-16 14 1-16,3 7 1 0,-4 10-1 15,-4 5-3-15,-5 4 2 16,-4 1-3-16,-3-2 1 0,-5-1-1 0,-2-2 1 16,1-2 1-16,-1-4-4 0,7-5 5 15,6-6-4 1,5-5 1-16,22-14 2 0,0 0 0 16,0 0-1-16,0 0-3 0,6-20 4 0,14-7-5 15,6-8 4-15,4-8-1 0,5-2 0 16,0-4 1-16,3 2-2 15,-4 6 2-15,-2 6-2 0,-3 9 2 0,-1 10-1 16,-4 10 0-16,1 7 1 0,-1 12-1 16,-2 6 2-16,4 7 0 0,3 4 0 0,1 2 0 15,2 2 0-15,1 1-2 0,2-2 1 0,0 0-2 16,2-1-1-16,-1 0 2 0,-1-2-15 16,3 2-25-16,-5-7-75 15,-8-3-178-15,2-4 12 0</inkml:trace>
  <inkml:trace contextRef="#ctx0" brushRef="#br0" timeOffset="57316.65">15785 4880 651 0,'6'-20'52'0,"-6"20"-5"0,0 0-7 16,0 0-6-16,0 0-6 0,-2-1-7 15,2-1-7-15,2 1-6 16,-2-1-4-16,0 2-1 0,0 0-1 0,1 2 2 31,2 34 0-31,1 5 0 0,2 3-1 16,2 3 1-16,1 2-2 0,2-2 1 0,-1 0 2 16,1 0-5-16,-2-2 4 0,1 1-5 0,0-5 0 15,-3-6 1-15,-1-3-1 0,0-7 1 16,1-5-1-16,-4-3 2 15,-3-17-2-15,0 0-1 0,0 0-3 0,0 0-4 16,3 2-5-16,-2-2-11 0,1 1-21 16,-2-1-32-16,1-1-71 0,-1-1-127 0,-8-28 18 15</inkml:trace>
  <inkml:trace contextRef="#ctx0" brushRef="#br0" timeOffset="57484.21">15438 5209 600 0,'0'0'44'0,"-3"2"9"0,3-2-2 0,0 0-10 16,0 0-8-16,36-2-14 0,9-1-1 0,13-3-7 16,10 0-4-16,10-2-2 0,13 1-4 31,3-1-1-31,4 2-3 0,-1 3-6 16,-3-2-16-16,0 7-33 0,-12-8-81 15,-5 0-144-15,0 1 8 0</inkml:trace>
  <inkml:trace contextRef="#ctx0" brushRef="#br0" timeOffset="57948.75">17082 4856 704 0,'-2'-23'58'16,"2"23"-13"-16,0 0-13 0,-6-19-8 16,6 19-12-16,0 0-8 0,0 0 0 0,0 0-1 15,-12 20 2-15,2 9-1 0,-3 11 0 0,0 3-2 16,-2 4 1-16,1 4-4 0,-3-3 2 15,0 2 4-15,-1 0-5 0,2-1 5 16,-2-2-5-16,4-1-2 0,0-5 3 16,2-3-3-16,-1-5 2 0,4-7 0 31,2-6 0-31,7-20 2 0,0 0 0 0,0 0 1 16,0 0-1-16,-2-2 1 0,-9-19-2 0,5-8 0 15,2-9-2-15,2-8 1 0,4-7 0 16,2-6-4-16,5-6 3 0,1-10-3 15,3-5 3-15,4 1 1 0,5 3-1 16,3 11 1-16,2 17-1 0,1 12 2 16,1 15-2-16,-2 14-1 0,0 8 2 0,2 11-2 15,2 13 2-15,-1 9 0 0,2 13 1 0,0 8-2 16,-2 6 3-16,-1 1-4 0,-3 1 5 16,-4-5 2-16,-2 2-3 0,-1-6 4 15,-3 0-6-15,-6-4-1 0,1-3 1 16,-5-5-1-16,-3-2 1 0,-3-7 0 15,-1-7-1-15,1-26 1 0,-5 21-2 0,5-21-3 16,0 0-5-16,0 0-10 0,0 0-15 0,-1 2-33 31,-33-17-67-31,-7-10-148 0,6-1 14 16</inkml:trace>
  <inkml:trace contextRef="#ctx0" brushRef="#br0" timeOffset="58117.42">16632 5206 654 0,'0'0'51'0,"-1"0"4"16,21-10-18-16,12 2-7 0,8-1-8 15,12 1-7-15,6-2-4 0,7 1-5 16,2-2-4-16,-1 2-1 0,-3 0-2 16,-6 0-4-16,-5 1-8 0,-8-4-18 0,-2 4-32 15,-12-5-61-15,-4-8-112 0,-6 2-32 0</inkml:trace>
  <inkml:trace contextRef="#ctx0" brushRef="#br0" timeOffset="58516.58">17031 4355 644 0,'-23'-20'65'0,"6"5"-12"0,-2 0-11 15,3 2-10-15,16 13-12 0,-17-8-6 16,17 8-5-16,-25 1-3 0,1 6-1 15,-1 8-1-15,-4 7-2 0,-4 4 0 16,-4 3-3-16,-3 3 2 0,0 2-1 16,-5 1-2-16,2 1 4 0,0 3-6 0,3-3 2 15,7-1-7-15,7-3-6 0,7-8-10 0,8-2-12 16,11-22-9-16,0 0-11 0,0 0-12 16,18 7-15-16,4-16-6 0,7-11 1 15,4-10 13-15,2-11 25 0,1-7 21 16,-4-4 20-16,-3-6 25 0,-2 0 23 15,-2-1 27-15,-6 4 24 0,2 11 5 0,-7 7-6 16,1 12-17-16,-6 5-23 0,-9 20-11 0,17-10-11 31,-17 10-3-31,31 6-2 0,-1 9-2 16,2 6-4-16,4 7-3 0,2 2-4 16,2 2-2-16,2 1-4 0,0-1-1 15,0 0-1-15,-2 0 0 0,-1-2-2 16,-1-3-2-16,-1-1-11 0,-6-4-33 0,4 0-73 15,8-2-170-15,-13-10 10 0</inkml:trace>
  <inkml:trace contextRef="#ctx0" brushRef="#br0" timeOffset="59016.21">17533 3969 596 0,'0'0'39'0,"0"0"2"16,0 0-3-16,22-10-2 0,7 10-6 16,7 5-4-16,13 9-2 0,7 6-5 15,8 9-3-15,6 9-5 0,5 10-3 16,3 12-4-16,-1 9 1 0,-4 12-3 15,-8 7-2-15,-10 7 1 0,-16 12-2 0,-16 8-1 16,-18 6 4-16,-18 5 0 0,-16-1-2 0,-10-4 3 31,-9-2-2-31,-4-5-2 0,-1-8 3 16,2-10-3-16,0-14 4 0,5-17 2 16,7-14-3-16,7-13 4 0,9-13-5 15,10-12-1-15,13-13-1 0,0 0-9 16,0 0-4-16,7-18-18 0,8-8-11 0,8 3-39 15,0-7-84-15,2-3-108 0</inkml:trace>
  <inkml:trace contextRef="#ctx0" brushRef="#br0" timeOffset="59367.3">18953 4155 754 0,'-16'-27'41'16,"2"9"-11"-16,1 3-6 0,13 15-6 16,-17-11-7-16,17 11-5 0,0 0-4 15,-19 11 0 1,4 12-1-16,5 12 1 0,4 14-2 16,6 11 3-16,5 8-3 0,3 7 1 0,8 5 4 15,3 5-3-15,6 8 2 0,4 5 0 16,-2 5-5-16,-1-2 4 0,-3-6 1 15,-4-5-3-15,-3-6 3 0,-6-5-3 16,-4-4-3-16,-3-5 2 0,-6-4-3 16,-6-11 4-16,-7-7-1 0,-4-11 2 0,-6-6-2 15,-4-10 0-15,-2-7-1 0,-2-8 1 0,0-7-3 16,-3-7-4-16,2-4-9 0,-3-7-17 16,6 3-34-16,-6-13-82 0,-1-4-140 15,6-1 14-15</inkml:trace>
  <inkml:trace contextRef="#ctx0" brushRef="#br0" timeOffset="59584.24">18593 4925 773 0,'0'0'41'0,"0"0"-2"0,0 0-7 0,0 0-8 15,22-14-9-15,15 1-5 0,13-2-2 0,13 1-3 16,12 5-2-16,7 0-2 0,3 4-2 16,-3 5-2-16,-8 0-3 0,-6 7-10 15,-10-1-15-15,-5 8-37 0,-16-7-81 16,-10 2-149-16,-6 2 13 0</inkml:trace>
  <inkml:trace contextRef="#ctx0" brushRef="#br0" timeOffset="60783.24">20836 4421 440 0,'0'0'53'0,"-3"0"4"0,2 2-12 16,-1-1-9-16,1 1-11 0,-1 0 0 16,1-1 1-16,1-1 5 0,-1 2 0 15,1-2-6-15,-2 0-6 0,2 0-7 16,4-20-2-16,6-3-3 0,2-6-1 15,3-6-2-15,5-7 0 0,4-5-2 0,5-5 1 16,4-3-3-16,5 0 1 0,1-5 1 0,2 3-5 16,-4 3 4-16,-3 9-5 0,-6 8 3 31,-3 13 0-31,-6 9-1 0,0 9 1 16,-19 6 0-16,24 12 2 0,-3 9 0 15,-4 11 5-15,0 8-4 0,-2 7 1 16,-4 6-1-16,2 1-2 0,-3 7 0 0,-1 1-1 15,1-1 2-15,-1 1-3 0,0-6 3 0,-1-4-2 16,-1-5 0-16,-1-8 3 0,0-5-4 16,-3-7 5-16,1-9-2 0,-4-18-1 15,0 0 0-15,9 14 2 0,-9-14-2 16,0 0 1-16,0 0-4 0,0 0-6 16,10-19-1-16,-6-3-18 0,-5-5-8 0,-3-1-19 15,-10-8-13-15,-1-2-6 0,-10-7 4 0,-2-1 23 16,-7 0 18-16,-2 7 24 0,-4 7 13 15,-5 9 10-15,1 10 7 0,-2 5 9 16,3 8 5 0,-2 3 1-16,5 6-4 15,3-1-5-15,10 1-7 0,8-1-9 16,19-8-3-16,0 0-2 0,0 0 1 0,0 0 3 16,19 20 0-16,13-9-3 0,11-4-3 0,9-7-4 15,10 0-2-15,8-3-1 0,1-2-5 16,-2 3-4-16,-1-3-17 0,3 5-32 15,-11-5-45-15,1 0-76 0,-2 3-68 16</inkml:trace>
  <inkml:trace contextRef="#ctx0" brushRef="#br0" timeOffset="62516.63">21964 4096 556 0,'0'0'62'16,"0"0"-9"-16,0 0-7 0,0 0-11 15,2 2-7-15,-1-4-4 0,0 1-8 16,-1 1-4-16,0-2-3 0,0 2-5 15,-1 0 0-15,-32 8 0 0,1 6-3 0,0 6-1 16,-1 4 0-16,-2 5-3 0,0 4 3 0,2 2-2 31,3 1 1-31,5-1-1 0,6-3 0 16,11-3-2-16,8-3 3 0,7-5-2 16,7-4 1-16,7-6 1 0,6-7 0 15,5-5 0-15,1-7 1 0,3-6 0 16,-3-4 0-16,-2-6 3 0,-2-4-3 0,-3-5 2 15,0-8-1-15,-4-4 0 0,-5-5 0 0,-3-5 1 16,-3-3-2-16,-2-1 3 0,-1-3-1 16,-5-2-6-16,-2-1 5 0,-1 1-2 15,-3 4 2-15,0 10 6 0,-1 11-4 16,0 10 2-16,4 29-2 0,-7-18-3 16,7 18 1-16,0 0-2 0,0 0 1 0,-15 21-1 15,5 8 1-15,3 7-2 0,2 6 2 0,4 5 4 16,2 3-4-16,4 3 4 0,3 3-4 15,1 3-2-15,3 2 2 0,2-1-2 16,4 1 2 0,3-6-2-16,4-5 1 0,3-6-3 0,3-8-1 0,1-4-7 15,1-9-7 1,5-6-7-16,-1-10-3 0,8-4 0 16,-3-7 3-16,4-5 6 0,-1-6 2 0,-1-5 4 15,0-4 2-15,-3-4 4 0,-5-4 4 16,-3-1 3-16,-5-1 5 0,-7 2 5 15,-2 5 6-15,-6 2 9 0,-1 5 5 16,-4 0 5-16,-8 20-1 0,6-21-5 16,-6 21-6-16,0 0-6 0,0 0-4 0,-3-21-5 15,3 21-2-15,-14-10-4 0,14 10 1 0,-30 5-2 16,-1 6 0-16,1 5 1 0,-2 4-1 16,-1 6-1-16,0 3 0 0,1 3-1 15,3 3 1-15,7 1-1 0,3-1 0 16,9-3-1-16,5-5 0 0,6-3-1 15,7-4 1-15,6-5-2 0,4-4 1 0,5-6 0 16,2-5 2-16,3-7 1 0,0-2 1 0,1-6 0 31,-3-6 0-31,0-3 1 0,-3-5-1 16,-4-6 1-16,-1-5-1 0,-5-3 2 16,-1-6-1-16,-3-3 2 0,-3-3-4 15,-1-3-1-15,-4-3 2 0,-2-2-4 16,-2 1 6-16,-2 5 1 0,-1 7-1 0,-3 7 3 15,0 9 0-15,-2 10 1 0,3 8-1 0,8 16-2 16,0 0-2-16,0 0 0 0,-20 3-2 16,4 7 2-16,4 10-1 0,2 9-1 15,2 4 2-15,5 7-3 0,3 4 3 16,3 1 3-16,3 4-5 0,2 1 4 16,1 3-4-16,3 2-2 0,2-1 3 0,0 3-1 15,5-3 0-15,2-4 0 0,1-4 0 0,4-8-2 16,0-7 1-16,3-6-3 0,0-8 2 15,1-7-2-15,2-8 1 0,0-7 1 16,0-4 1 0,1-6 2-16,1-6-2 15,-1-5 3-15,0-5-2 0,-1-5 3 16,-3-2-2-16,-5 0 2 0,-2 3-1 0,-7 5 1 16,-3 4 1-16,-3 5 1 0,-9 21-1 0,0 0-1 15,6-17-1-15,-6 17-3 0,0 0 0 16,0 0 1-16,0 0 0 0,-1-2 1 15,-2 29 0-15,1 1-3 0,2 2 3 16,0 1-1-16,2 2 1 0,2-3-1 16,2 1 2-16,2-2-3 0,1-5 2 0,3-3 0 15,2-2 0-15,2-7 1 0,4-5 0 0,5-4-1 16,4-4 1-16,4-5-1 0,3-5 0 16,2-6 0-16,2-4 1 0,-1-3 0 15,-1-7-1 1,-2 0 1-16,-1-6-1 0,-5-2 2 0,-2-4-1 0,-7-4 1 15,-5-4 0-15,-4-4-4 0,-5-1 4 0,-3 1-3 16,-2 5 5-16,-4 4 5 0,-1 9 1 0,-1 6 4 31,0 8-1-31,4 23-2 0,-8-20-4 16,8 20-3-16,0 0-3 0,0 0-3 16,0 0 1-16,-1-1-1 0,-10 21 2 15,5 6-1-15,3 7 2 0,3 3-2 16,3 4 1-16,3 4 4 0,-1 0-4 0,4 2 3 15,-3 1-2-15,-1 0-3 0,1 0 2 0,-1 1-1 16,0-2 1-16,1-2-1 0,-2-5 1 16,1-7-1-16,-2-6 1 0,0-6-1 15,-3-20 1-15,0 0-2 0,0 0 2 16,0 0 0-16,1 1-1 0,-1 1 0 16,2-2-1-16,-2 0-1 0,-2-2 0 0,-10-25 0 15,-2-5 1-15,0-6 2 0,-4-1-2 0,2-1 2 16,1 2 0-16,3 8 0 0,4 4 1 15,8 26 0-15,3-24-1 0,8 7-1 16,6 5 0 0,6 4-1-16,10 4 1 0,3 1 1 0,7 1 0 0,1 2 0 31,3 0 0-31,-1 0-1 0,-3-1 1 0,-2-1 0 16,-6 1 1-16,-7-2 0 0,-4 0 0 0,-24 3 0 15,0 0 0-15,0 0 1 0,0 0 0 16,1-2 1-16,0 2 0 0,1 0-1 15,-1 0 0-15,1 0-1 0,-1 0 1 16,1 0-1-16,-1 0 1 0,2 0 0 16,-2 0-1-16,1 0 0 0,-1 0 0 0,-1 0-1 15,2 0 1-15,-2 0 0 0,1 0-2 0,-1 0 1 16,2 0 0-16,-2 0-1 0,1 0 1 16,-1 0-1-16,0 0 0 0,1 0 1 15,-1 0-1-15,0 0 0 16,2 2 0-16,-2-1 2 0,1 19 0 0,-1-20 0 15,2 26 1-15,-2-4-2 0,1 1 1 0,-1 2-1 16,0 2 2-16,2 0-2 0,-1 2 1 0,1 0-2 31,-1-2 0-31,1-1 1 0,-1-2 0 16,-1-24-1-16,2 26 1 0,-2-26 0 16,0 0 0-16,0 0-1 0,4 20 0 15,-4-20-2-15,0 0-6 0,0 0-10 16,0 0-20-16,1 1-62 0,-1 1-159 0,-1-2-26 15</inkml:trace>
  <inkml:trace contextRef="#ctx0" brushRef="#br0" timeOffset="62684.18">24234 3386 637 0,'0'0'10'0,"2"-1"-2"16,-2-1-3-16,0 1-2 0,1 1-4 15,1 0-2-15,8 15-1 0,1 11-13 16,-5 3-44-16,1 6-104 16,1 12-68-1</inkml:trace>
  <inkml:trace contextRef="#ctx0" brushRef="#br0" timeOffset="63467.28">24604 4019 773 0,'15'-21'45'0,"-4"1"-5"0,0 5-8 0,-11 15-12 16,0 0-11-16,0 0-5 0,0 0-3 16,1-1-2-16,-1 1 0 0,0 0-1 15,-10 12 0-15,-6 9 0 16,0 9 2-16,-3 5-2 0,3 6 3 0,2 3-3 15,4 2 2-15,5-2-2 0,4-2 0 0,5-5 0 16,5-4 1-16,5-6 0 0,3-4-1 0,4-6 1 16,4-7-2-16,1-3 1 0,3-6 0 31,1-2 0-31,2-6 2 0,-2-1-2 16,-1-5 1-16,-3-2 1 0,-3-2-2 15,-7-4 2-15,-3-2 0 0,-7-2-1 16,-4-6-1-16,-5-2 1 0,-5-2-1 0,-6 0 1 15,-2 5 0-15,-4 4 1 0,-3 5 0 0,1 3 3 16,-3 5-2-16,1 2 3 0,4 5 0 16,20 6 1-16,-18-4 2 0,18 4-1 15,0 0-2-15,0 0 0 0,0 0 0 16,-1-1-2-16,21-15 1 0,6 4-2 16,6 0 0-16,5 0 0 0,5 0 0 0,2 0-1 15,5 1 1-15,-4 3-2 0,-1 4 1 0,-3 4 0 16,-5 6-2-16,-1 6 1 0,-3 6 0 15,-3 5-1-15,-3 6 3 0,-5 4-3 16,-2 3 2-16,-6 3-2 16,-3-1 2-16,-3-1-1 0,-4-2 2 0,-3-1-2 31,-3-6 0-31,-2-3 0 0,-2-4 1 0,-2-4 0 16,9-17 0-16,-13 15 1 0,13-15 1 0,0 0 1 15,0 0 0-15,0 0 1 0,-1 1-2 16,1-1 0-16,0-1-1 0,8-22-1 15,4-1-1-15,5-3 2 0,2-5-1 16,5-6 0-16,4-3 1 0,2 0 0 16,2 2-2-16,0 5 2 0,-2 8-3 0,-4 8 1 15,-3 9-1-15,-23 9 0 0,24 3 0 0,-6 9 0 16,-2 6 0-16,-1 7 1 0,-4 4 1 16,2 4-1-16,-3 2 4 0,2 1-4 15,1-1 3-15,0-3-3 16,3-3 2-16,0-7-1 0,3-2 1 0,2-6 0 15,3-6 0-15,3-6 0 0,3-4-1 0,2-6 1 16,-1-4-1-16,-3-5 0 0,-2-3-1 0,-4-2-1 31,-4-4-4-31,-3-3-5 0,-4-3-8 16,-3 2-13-16,-6-3-27 0,2 9-76 16,-4 24-149-16,-10-27 13 0</inkml:trace>
  <inkml:trace contextRef="#ctx0" brushRef="#br0" timeOffset="63699.85">23455 3659 793 0,'1'-22'19'0,"-1"22"-9"0,6-19-4 16,-6 19-6-16,0 0-3 16,0 0-4-1,0 0-14-15,2-1-43 0,-2 2-148 16,1 22-63-16</inkml:trace>
  <inkml:trace contextRef="#ctx0" brushRef="#br0" timeOffset="65384.3">26768 3899 686 0,'1'-24'61'0,"1"1"-22"16,-2 23-9-16,6-18-12 0,-6 18-10 0,0 0-3 16,0 0-4-16,0 0 5 0,21 16-5 31,-4 6 1-31,-2 5-2 0,-1 5 0 16,0 1-1-16,0 2 2 0,-2 2-1 15,-1-2-2-15,2-3 3 0,-1-5-3 16,-1-4 2-16,2-3 0 0,0-7 0 0,-13-13 1 15,22 3-1-15,0-9 0 0,-2-6 0 0,3-4 1 16,0-4-2-16,0-5 2 0,-1-2-1 16,0-3 0-16,-1-5-1 0,0-2 2 15,-1 2 0-15,-1 2-4 0,-3 5 4 16,-1 6-6-16,0 5 4 0,-15 17 0 16,17-9-1-16,-17 9 2 0,0 0-1 0,19 12 5 15,-4 5-5-15,-5 2 5 0,-1 5-5 0,-1-1 2 16,-1 2-1-16,2-1-1 0,1-1 1 15,-3-2-3-15,1-1 3 0,-1-5 0 16,-7-15 0-16,13 14 2 0,-13-14-1 31,13 7 0-31,-13-7 1 0,0 0 0 0,29-6-1 16,-5-3 3-16,1-4-3 0,0-6 0 16,4-2-1-16,1-5 0 0,6-1 0 0,1-3-5 15,6-1 6-15,3 4-5 0,0 4 5 16,0 8-1-16,-1 8 0 0,-4 7 0 15,-3 5 1-15,-4 8 5 0,-5 5-6 16,-6 4 3-16,-1 3-3 0,-5 2 0 0,-5 2 1 16,-7 0 1-16,-5-2-1 0,-4-1-1 15,-5-5 2-15,-3-4-1 0,-5-2 1 0,-1-4 1 16,-1-3-3-16,-1-4 0 0,20-4-1 16,-31-3-7-16,5-3-5 0,7 0-16 15,-4-8-26-15,6 5-57 0,-2 4-132 16,-6-10-20-16</inkml:trace>
  <inkml:trace contextRef="#ctx0" brushRef="#br0" timeOffset="65566.59">26900 3360 760 0,'0'0'14'0,"0"0"-11"0,0 0-3 0,0 0-3 16,2 2-2-16,-2-2-4 0,2 0-26 16,21 15-87-16,12 8-138 0,-11-2 2 15</inkml:trace>
  <inkml:trace contextRef="#ctx0" brushRef="#br0" timeOffset="66799.66">24046 5238 610 0,'0'-24'37'15,"2"-1"-5"-15,2 4 5 0,-4 21-4 16,3-21-6-16,-3 21-6 0,0 0-7 0,0 0-7 16,0 0-2-16,-1-1-4 0,-1 1 0 31,-19 16 4-31,-1 11-5 0,-1 11 5 16,-2 6-5-16,1 6-1 0,3 2 1 15,4 3-1-15,7-1 1 0,5 1-1 0,8-5 1 16,9-4 0-16,9-8 0 0,10-6 0 15,8-7 1-15,7-8-1 0,9-8 0 0,6-9 0 16,6-8-2-16,3-3 1 0,0-8 0 16,-4-2 0-16,-5-5 1 0,-8-4 0 15,-8-3 0-15,-8-4 2 0,-10-1-1 16,-7-1 1-16,-8 1 0 0,-5 1 0 0,-6 4 0 16,-4 4-1-16,-2 8 0 0,5 21 0 0,-9-17-2 15,9 17 0-15,0 0 0 0,-24 8-2 16,-2 7 2-16,-1 11-1 0,-2 7 2 15,0 8-1-15,3 3 1 0,5 0-2 16,5-5 2-16,4-4-2 0,10-3 1 31,3-5 0-31,6-2 1 0,6-5 0 0,3-7 1 16,4-4 0-16,5-4 0 0,1-5 0 16,3-3-1-16,0-4 1 0,-3-5-1 0,-2-1 1 15,-2-2-2-15,-6-4 2 0,-5 0 0 16,-5-2 0-16,-3-4-1 0,-4-2 1 15,-5-3-2-15,-4-1 2 0,-6-1-2 16,-3 1 3-16,0 1-2 0,-2 3 1 0,-1 3 0 16,3 5 0-16,3 5 2 0,16 14-1 15,0 0-1-15,0 0 0 0,0 0-1 0,-1-2 0 16,28-1 2-16,7 5 1 0,3 3 1 16,6 5 2-16,4 0-3 0,5 4-1 15,0 1 0-15,-1 3-3 0,-2 2 1 16,-7 2-1-16,-7 0 0 0,-8 1-1 0,-5 1 2 15,-9 1-2-15,-5 0 1 0,-8 2 0 0,-4 0 0 16,-8-2 1-16,-1-2-1 0,-2-3 1 31,0-7 0-31,-1-3 1 0,16-10 1 16,0 0 2-16,0 0-2 0,-20-10 0 16,8-3-1-16,12 13-1 0,10-37-1 15,6 1 3-15,7-3-3 0,6-3 2 0,5 2-2 16,2 2 0-16,4 4 0 0,3 9 1 15,0 5-2-15,-3 9 3 0,-1 7-2 0,-4 5-1 16,-3 8 1-16,-4 5 0 0,-2 5 1 16,-2 6 2-16,-3 4-2 0,-3 3 0 15,-5-1 0-15,-4 1-1 0,-4 0 2 16,-4-2-1-16,-3-1 1 0,-5-3-1 0,-1-4 1 16,-1-6-2-16,9-16 2 0,-14 16 1 15,14-16 0-15,0 0 3 0,0 0-3 0,0 0 0 16,-1 0-1-16,-1-30 0 0,8 0-1 15,7-5 1-15,3-4-1 0,7-2 0 16,5-3-1-16,2 3 1 0,3 5-1 16,1 5 1-16,-4 8-1 0,-1 8 0 0,-3 7 0 31,-2 8-3-31,-3 5 4 0,-1 6-1 0,-2 5 2 16,-1 5 2-16,0 5-1 0,-4 3-4 15,0 2 5-15,-6 0-2 0,-1 0 1 16,-5-3 2-16,-2-1-4 0,-2-4 0 15,-1-1 1-15,-2-4-3 0,6-18-1 16,-10 20-5-16,10-20-17 0,-6 20-33 0,6-20-70 16,-20 7-156-16,20-7 11 0</inkml:trace>
  <inkml:trace contextRef="#ctx0" brushRef="#br0" timeOffset="68966.63">26002 5445 721 0,'14'-17'52'16,"-1"-1"-8"-16,6 3-11 0,1-1-9 16,3 5-10-16,3 4-6 0,0 2-3 15,0 4-1-15,-1 4-4 0,-3 3 0 0,1 3 0 16,-3 5-3-16,-1 4 2 0,-2 4 0 15,-4 3 0-15,-2 5 0 0,-3 1 0 0,-5 2-2 16,-5-1 1-16,-2-1-2 0,-6-4 1 16,-2-4-2-16,-2-4 0 0,-2-5 0 15,1-3 1-15,15-11 1 0,0 0 2 16,0 0 3-16,0 0-3 0,-18-10 1 0,18 10 0 16,-2-30-1-16,8-2 1 0,8-3 1 0,5-2-1 15,6-3 1-15,4 0-1 0,4 4-1 16,2 4 0-16,-1 8 1 0,0 5-1 15,-4 7 3-15,-2 8-3 0,-2 4 1 16,-2 8 0-16,1 4 0 0,-3 6 0 16,-2 3 1-16,-3 3 0 0,-4 1-1 0,-6 0 1 31,-2 0-3-31,-4-3 3 0,-1 1 0 16,-3-3 1-16,3-20-1 0,-9 21 1 0,9-21-2 15,-11 15 0-15,11-15 2 0,0 0 1 16,0 0 0-16,0 0-1 0,-2 2 0 15,2-4-2-15,3-27 1 0,7 1-1 16,5-1 1-16,2-1-1 0,5-2 1 0,1 1-2 16,0 1 1-16,2 4-1 0,-1 5 1 15,1 4-1-15,-3 7 0 0,-2 5 0 0,-20 5 0 16,27 5 1-16,-4 5 0 0,-4 5 2 16,-3 5-1-16,-1 2 0 0,-1 0-1 15,-4 3 1-15,-1-1-2 0,1-1 1 16,-4 1 0-16,0-3 0 0,-2-3 0 0,-4-18 0 15,4 20-2-15,-4-20 2 0,0 0 0 0,6 19-1 16,-6-19 2-16,0 0-1 0,0 0 1 16,0 0 0-16,1 1 0 0,26-14-1 31,-4-3 1-31,-2-7 0 0,1-3 0 16,0-1-1-16,2-2 0 0,2 0 0 15,2 3-1-15,-1 4 1 0,-1 5 0 0,-4 3 0 16,-2 4 1-16,-20 10 0 0,22-6-2 0,-22 6 2 15,0 0-2-15,22 4 1 0,-6 4 1 16,-5 2-1-16,-1 4 1 0,-3 3 0 16,-1 3-2-16,0 0 2 0,-1 2-1 15,1 1 0-15,-1 0 0 0,-1-2 1 16,1-1-2-16,-1-4 2 0,-4-16-2 0,9 19 1 16,-9-19 1-16,14 11-1 0,-14-11 1 0,20 4 1 15,-1-8-1-15,1-4-1 0,-1-6 1 16,3-3-1-16,2-2 1 0,1-5-1 15,-2 1 0-15,2-4 0 0,-2 0 0 16,-2-1 0-16,-1-1 1 0,0 1-1 31,-2 6 0-31,-3 2 0 0,-1 5-1 0,-14 15 1 16,15-11-1-16,-15 11 1 0,0 0-1 0,0 0 1 16,21 6-1-16,-4 4 1 0,0 6 1 15,-3 0-1-15,2 4 0 0,-3 0 1 16,1 1-2-16,0 0 3 0,0-1-2 15,-1 2 1-15,0-6 0 0,2-2 0 16,-1-2 0-16,2-4 1 0,2-2 0 0,3-2 0 16,4-7 0-16,2-1-1 0,0-4 1 0,2-6-2 15,-1-1 1-15,-3-5-1 0,-1-2 1 16,-2-3-1-16,-5-3 1 0,-2-7-3 16,-5-5-2-16,-4-5 4 0,-6-10-4 15,-3-7 3-15,-5-8 2 0,1-8-3 16,-2-2 4-16,1 6-2 0,2 10 2 0,0 14-1 15,2 12 0-15,1 11 0 0,3 27 0 0,-6-22-2 16,6 22-1-16,0 0 0 0,0 0-1 31,0 0 2-31,3 0-1 0,-10 32 2 16,6 3-1-16,1 7 1 0,3 7-1 16,2 6 2-16,1 2-2 0,1 5 2 15,0-4-3-15,3 2 1 0,1-1 3 0,-1-2-4 16,3-2 3-16,3-5-3 0,5-4-5 0,4-10-1 15,5-5-4-15,3-10 0 0,4-9 1 16,3-7 4-16,3-8 3 0,0-8 1 16,-4-4 3-16,-2-5 0 0,-1-4 1 15,-7 0 1-15,-4-4 1 0,-3 1 0 16,-5 0 2-16,-3-1 4 0,-3 2-3 0,-3 5 7 16,-8 21-4-16,3-24 2 0,-3 24-1 0,0 0-5 15,-7-21-1-15,-5 7-3 0,12 14 0 16,-29-6 0-16,-1 6-2 0,-2 4 1 15,-3 5-1-15,1 5-1 0,2 4 5 16,0 5-6-16,5 4 3 0,2 2-2 31,5 2-4-31,2-3 1 0,5 3-4 0,3-3 1 16,7-3-1-16,3-4 0 0,6-3 3 0,-6-18 2 16,20 11 2-16,3-6 2 0,2-5 1 15,-2-3-1-15,3-5 1 0,0-2-1 16,2-3 0-16,-1-1 1 0,1-2 1 15,-2-2 0-15,-1-2 0 0,-1-3-1 16,-1 0 2-16,-3 1-2 0,-1 2 0 0,-2 5 1 16,-3 4-1-16,-14 11 1 0,0 0 0 0,20-5-2 15,-20 5 1-15,19 7 1 0,-4 2 0 16,-1 4 1-16,-2 2-1 0,2 2-1 16,0 1-1-16,-1 1 2 0,1-1-2 15,1 0 2-15,2 0-1 0,-1-1-1 16,3-3 1-16,0-2 0 0,4-3 1 0,1-3 1 31,4-3-1-31,1-5 0 0,0-2-1 0,-2-7-1 0,-2-4 1 0,-2-2 0 0,-1-4 0 31,-3-3-1-31,-2-5 1 0,-2-6 0 16,-3-6-4-16,-1-4 4 0,-3-9-4 16,1-5 2-16,-3-9 2 0,-2-6-1 15,0-1 2-15,-1 7-2 0,-1 12 2 0,-2 13-1 16,-2 14 1-16,2 29 0 0,0 0-2 0,0 0-2 15,0 0 1-15,2-1 1 0,-4 1-1 16,-5 24 3-16,3 11-3 0,2 9 0 16,4 8 1-16,0 5 2 0,3 4-2 15,-1 1 6-15,3-1-3 0,-1-2-3 16,0-2 3-16,-3-4-5 0,-2-2 0 0,-1-4 3 16,-1-3-2-16,-1-6 0 0,-1-7 1 0,2-10-2 15,1-21 1-15,0 0 1 0,0 0 0 16,0 0 1-16,-1 1-1 0,1 1-1 15,-2-2-2-15,1-2 0 0,-15-25 1 16,1-3 0-16,-2-5 2 0,1-4-1 31,-1 2 2-31,1-3 1 0,1 4-5 0,5 4 8 16,2 6-7-16,3 7 4 0,5 19 0 0,0 0-4 16,9-22 3-16,4 10 0 0,8 4 1 15,7 4 1-15,5 3-2 0,6-1-1 16,3 0 1-16,5 1-1 0,-1-1 1 15,2 1 1-15,-2-1-2 0,-1 1 0 16,-6-1 1-16,-4 1 0 0,-5 1 1 0,-4 1 3 16,-26-1-2-16,24 3 0 0,-24-3 1 0,17 8-3 15,-17-8 2-15,12 15 0 0,-3 3-1 16,-2 4 0-16,-2 2 4 0,-1 4-5 16,-3 3 4-16,1 2-3 0,-2 1-1 15,0 0 1-15,0 0-2 0,0-1 0 16,1-2-1-16,-1-2 0 0,0-3 1 0,0-4 0 31,0-22 0-31,0 26-1 0,0-26 0 0,0 0-3 0,0 0-2 0,0 0-5 0,2 2-8 16,-2-1-11-16,0 1-26 0,-2-2-39 31,1 0-90-31,-16-15-98 0</inkml:trace>
  <inkml:trace contextRef="#ctx0" brushRef="#br0" timeOffset="69100.92">29933 4701 704 0,'0'0'48'16,"0"0"-19"-16,0 0-15 0,2-2-11 15,-2 1-5-15,1 1-2 0,-1 0 0 16,2 0-3-16,-2 1-16 0,1 40-41 0,-7-3-73 16,-9 3-128-16,7 8 14 0</inkml:trace>
  <inkml:trace contextRef="#ctx0" brushRef="#br0" timeOffset="69433.14">29972 5281 791 0,'28'-5'36'16,"1"2"-10"-16,4 3-7 0,2 5-10 15,1 1-3-15,1 3-4 0,-2 3 0 16,-3 3-3-16,-3 3 1 0,-2 0-1 15,-2 2-2-15,-3-1 1 0,-2-3 1 16,-4 0-2-16,0-5 1 0,-2 0-1 0,-14-11-1 16,23 6 1-16,-23-6 0 0,32-7 2 0,-3-6 3 15,0-5 0-15,0-4 1 0,1-6 1 16,1-3-3-16,0-3-1 0,1-5 4 16,0-3-3-16,1 3 6 0,-1 3 1 15,-1 7-3-15,-5 4 0 0,-5 8-4 16,-5 7-1-16,-16 10-2 0,0 0-1 0,0 0 0 31,20 5-1-31,-20-5-2 0,8 24-9 0,-7 0-13 0,1 5-28 0,-10-2-51 0,4 2-111 31,-1 3-53-31</inkml:trace>
  <inkml:trace contextRef="#ctx0" brushRef="#br0" timeOffset="69832.9">30937 5473 723 0,'20'-7'51'0,"-1"-5"-11"0,1 1-12 16,3-1-11-16,2-1-6 0,-1 0-3 15,2-1-3-15,2 1-1 0,-2-2-1 16,3-2 3-16,3 0-1 0,-3-1 0 0,0-2 0 16,-5-1-7-16,-4-3 4 15,-2-4-5-15,-2-1 5 0,-6-3-1 0,-3 2-2 0,-5 0 4 16,-5 4-3-16,-5 5 1 0,-3 3-1 15,-6 6 1-15,-8 4 0 0,-7 6-3 16,-6 7-1-16,-4 7-1 0,-2 6 1 31,3 8 2-31,5 7 3 0,4 7 2 0,3 4-5 16,5 3 4-16,5 2-3 0,7 1-1 0,6 0 4 16,6-2-2-16,8-2 1 0,9-4 0 15,5-3 0-15,7-6 0 0,6-6 0 16,6-7-2-16,4-5 4 0,7-8 0 15,3-5-1-15,3-6-1 0,-4-6-4 16,-2 0-1-16,-5-5-3 0,-6-2-6 0,-8-6-11 16,-4 0-12-16,-11-6-20 15,-3 4-31-15,-15-4-69 0,-15-1-114 0,-2 7 22 0</inkml:trace>
  <inkml:trace contextRef="#ctx0" brushRef="#br0" timeOffset="70066.5">27571 4819 726 0,'0'0'44'0,"0"0"-2"0,0 0-5 0,27-3-8 15,18 1-15-15,13 2-7 0,14 0-2 16,8 2-4-16,5 0-1 0,1 1-4 16,4 3-17-16,-6-8-48 0,2-7-229 15,-3 4-1-15</inkml:trace>
  <inkml:trace contextRef="#ctx0" brushRef="#br0" timeOffset="71167.53">1585 7527 462 0,'0'0'70'0,"0"0"4"0,0 0-11 16,-18-6-15-16,18 6-11 0,0 0-7 0,0 0-4 16,0 0-4-16,-1 1-5 0,-1-2-3 0,2 0-5 15,6-21-2-15,13 2-2 0,6 2-1 16,8-2-1-16,7 1-1 0,1-1-1 16,-2 2 1-16,1 0-1 0,4 3-3 15,0 4-1-15,0 5 0 0,-5 4 0 16,1 7 2-16,-4 4 1 0,-2 7-1 0,-7 11 1 15,-1 5-1 1,-8 5 0-16,-3 8 0 0,-7 2-2 0,-7 3 2 0,-5 1 1 0,-12-1-2 16,-3 0 4-16,-7-1 2 0,-7-2-3 31,-6-3 3-31,1-5 0 0,2-7-2 16,4-7 3-16,6-10 0 0,10-6-3 15,16-9 1-15,0 0-1 0,0 0 0 0,0 0-2 16,6-26-3-16,13 2 0 0,7 3-5 0,3-1 5 15,6 5-1-15,-2 2 3 0,6 7 2 16,0 1-1-16,0 7 2 0,7 8 1 16,5 6 4-16,1 5-4 0,-3 5 4 15,-7 4-6-15,-4 2 0 0,-11 3 1 16,-7 1-2-16,-11 1 1 0,-6 1-1 0,-12 2 2 16,-11 1-1-16,-7 0-1 0,-11-1 0 0,-14-5-2 15,-3-2-1-15,-9-6 0 0,-2-2-2 16,5-6 1-16,3-4-8 0,0-7-6 15,5 0-19-15,-2-7-29 0,14 2-53 16,2 1-107-16,3-10-28 0</inkml:trace>
  <inkml:trace contextRef="#ctx0" brushRef="#br0" timeOffset="71666.31">1676 7084 619 0,'-77'0'29'0,"-1"9"1"0,-9 6 1 15,-4 6 1-15,-10 9 0 0,13 6-11 16,14 6-4-16,10 11-9 0,14 11-2 0,9 12 1 15,8 12-3 1,10 9 4-16,8 8 0 0,14 3-2 0,5 6 1 0,8 4-3 0,5 2-4 31,5 0 4-31,17-5 0 0,10-7-1 16,15-9-2-16,15-8-2 0,9-10-3 16,12-9 3-16,7-13 1 0,3-13 3 15,1-17-5-15,-5-16 1 0,-6-14 2 0,-2-15-1 16,-7-15 5-16,3-13-2 0,0-11 3 0,0-7-3 15,-3-3 0-15,-10-2-2 0,-7-5-4 16,-12-5 2-16,-11-8-1 0,-11-8 1 16,-11-4 2-16,-13-5-2 0,-13-1-3 15,-9-3 4-15,-14-6-5 0,-12-4 5 16,-16 3 3-16,-14 6-5 0,-16 13-1 0,-19 15 0 16,-10 21-5-1,-10 21 8-15,-6 23 5 0,-6 20-5 0,-5 18 5 0,-2 14-11 0,4 12-9 16,8 8-9-16,14 13-36 0,18 2-72 15,16 3-139-15,20 3 8 0</inkml:trace>
  <inkml:trace contextRef="#ctx0" brushRef="#br0" timeOffset="74849.67">4949 7813 544 0,'0'0'55'0,"0"0"-7"0,-14-14-7 0,14 14-6 16,0 0-9-16,0 0-5 0,-13-11-5 31,13 11-1-31,0 0-3 0,0 0-2 16,0 0-4-16,-3-1-3 0,3 1-3 15,-3 0 1-15,-14 15 0 0,4 6 1 0,0 6 5 16,1 8-5-16,-2 5 4 0,2 4-4 0,-1 3-2 15,-1 5 1-15,1 2-1 0,0 4 0 16,3-2-1-16,1-4 1 0,-1-4-1 16,7-5 3-16,-1-10-2 0,1-7 2 15,3-26-1-15,0 0 1 0,0 0 2 16,0 0 1-16,0 1 3 0,0 1-1 0,1-2-1 16,11-19-4-16,5-11 0 15,0-9-4-15,-1-8 3 0,0-6-1 0,0-5 2 0,-4-3-3 16,4-1 2-16,-3-5-3 0,4-6-4 15,3-7 5-15,1-5-3 0,3 0 2 16,2 9 4-16,0 14-3 0,0 20-1 31,-1 15 0-31,1 15 0 0,0 16 1 0,0 11 3 16,1 17-1-16,2 16-2 0,0 11 4 0,0 9-5 16,0 3 5-16,-6-2 3 0,0 1-4 15,-1 1 3-15,-6 1-3 0,3 0-3 16,-5 3 3-16,-1-4-3 0,-4-4 4 15,-3-9-3-15,-2-11 1 0,0-11 0 16,-4-10 0-16,0-26-1 0,0 0 2 0,0 0 2 16,0 0 0-16,3 2 1 15,-3-1-2-15,0-1-4 0,0 0-6 0,0-1-10 0,-11-31-20 16,2 6-38-16,-10-8-72 0,-11-2-132 16,2 0 14-16</inkml:trace>
  <inkml:trace contextRef="#ctx0" brushRef="#br0" timeOffset="75049.98">4650 8198 566 0,'0'0'51'0,"0"0"7"0,0 0 0 15,0 0-8-15,29-9-14 0,10-2-13 0,16-4-8 16,15-2-7-16,13-1-3 0,11 0-3 0,5 1-3 15,1 2-4-15,-2 5-13 0,-6-2-31 16,4 7-94-16,1 0-136 0,-12-1 8 16</inkml:trace>
  <inkml:trace contextRef="#ctx0" brushRef="#br0" timeOffset="75433.97">6848 7877 526 0,'-7'-24'59'0,"7"24"6"15,-3-33-5-15,3 10-7 0,-1 1-15 16,1 22-7-16,-3-26-3 0,3 26-6 15,0 0-3-15,0 0-5 0,-5-20-6 16,5 20-3-16,0 0-2 0,0 0 1 0,0 0 2 16,-4 29 0-16,4 4-1 15,3 5 0-15,3 5 4 0,1 2-5 0,2 4 2 0,2 1-3 16,-1 3-3-16,5 2 1 0,-2 1-1 16,-3 0 1-16,4-4-1 0,-5-7 0 15,-3-6 0-15,4-8 0 0,-6-7 0 16,1-5 0-16,-5-19-2 0,0 0 0 0,0 0-3 15,0 0-3-15,-2 0-4 16,2 0-6-16,2 1-11 0,-2-1-22 0,0 2-38 0,0-2-64 16,-22-17-121-16,-1 0 19 0</inkml:trace>
  <inkml:trace contextRef="#ctx0" brushRef="#br0" timeOffset="75616.64">6469 8108 623 0,'0'0'51'0,"0"0"-4"16,0 0-10-16,-1 0-4 0,-2 0-1 16,3 0-2-16,3 0-2 0,29 5-7 15,10-4-7-15,13-2-5 0,8-2-2 16,9 0-3-16,5-1-3 0,1-3-2 0,5 1-5 16,-4-1-12-16,1 7-36 15,-11-5-93-15,-1 1-150 0,-1 1 14 0</inkml:trace>
  <inkml:trace contextRef="#ctx0" brushRef="#br0" timeOffset="76133.05">8219 7221 685 0,'-10'-17'37'16,"10"17"-4"-16,-16-15-4 0,16 15-2 16,-17-10-4-16,17 10-5 0,-25 3-5 15,2 10-3-15,-3 6 4 0,0 13-7 0,-1 10 3 16,-2 9-4-16,0 14-4 0,2 14 2 0,0 10-3 15,7 10 3-15,4 6 1 0,3 4-1 16,10 7 0-16,10 1-2 0,9-2-3 16,10-8 1-16,7-9 3 0,5-13-3 15,7-11 2-15,7-10-2 0,7-10-1 16,2-9 1-16,3-11-3 0,-4-7 0 0,-2-11-10 16,-7-9-8-16,-5-2-16 15,-8-10-24-15,-2 3-45 0,-7-8-96 0,-9-6-62 0</inkml:trace>
  <inkml:trace contextRef="#ctx0" brushRef="#br0" timeOffset="76416.39">8777 7855 771 0,'2'-22'49'0,"-2"22"-13"16,0 0-8-16,0 0-9 0,0 0-11 15,-2-1-3-15,2 0-2 0,0 1 2 16,2 1 0-16,5 27 5 0,4 8-6 0,-2 7 2 16,0 4-4-16,-2 3-1 15,2 6 0-15,-2 2-2 0,0 0 2 0,1-1-2 0,0-5 1 16,-4-9-1-16,1-6 1 0,-1-10-1 16,1-7 0-16,-5-20-2 0,0 0-1 15,8 14-5-15,-8-14-5 0,0 0-8 0,0 0-15 16,13-9-22-16,-10-11-38 0,-1-2-64 15,-1 0-102-15,-16-12 28 16</inkml:trace>
  <inkml:trace contextRef="#ctx0" brushRef="#br0" timeOffset="76866.39">8275 7781 633 0,'-20'-8'65'15,"20"8"-16"-15,0 0-12 0,-10-13-9 16,10 13-6-16,13-19-4 0,13 6-2 15,10 0-3-15,12 1-3 0,10 0 1 0,8 2-3 16,7-1 0-16,6 5-2 0,2 1-2 16,3 4-1-16,-6 5-2 0,-4 2-1 15,-13 5-1-15,-15 4 1 0,-9 4-1 0,-12 1 1 16,-9 5-2-16,-10 2 1 0,-12 2 3 16,-6 2-4-16,-11-1 4 0,-10 0-4 15,-9-1 0-15,-9-3 1 0,-5-2-1 0,3-4 2 16,3-3-1-16,6-6 1 0,6-1 1 15,12-3-1-15,26-7 0 0,-19 5 0 16,19-5 0-16,0 0-1 0,0 0 2 0,22-3-1 31,7 1 0-31,7 1 0 0,7 4-1 16,5 3 1-16,4 1 0 0,4 7 1 0,1 3 0 16,-2 4 0-16,-2 6-1 0,-4 5 2 15,-8 3-2-15,-5 3 0 0,-7 0-1 16,-9-3 1-16,-8-3 0 0,-8-3 0 15,-8-2 0-15,-6-1 1 0,-15-2-1 0,-7-1 2 16,-8-4-2-16,-9-2 1 0,-5-4 0 16,-1-3-2-16,2-2 5 0,-1-4-6 15,6-1 2-15,4-3 0 0,6-5-7 0,8 0 3 16,7-1-8-16,5-2-8 0,18 8-20 16,0 0-26-16,0 0-35 0,7-15-72 15,8 1-81-15</inkml:trace>
  <inkml:trace contextRef="#ctx0" brushRef="#br0" timeOffset="77150.72">9943 7813 821 0,'0'0'44'0,"1"-22"-10"16,-1 22-10-16,0 0-10 0,0 0-7 15,0 0-4-15,-1-1 0 0,1 1 0 0,6 23 0 16,-2 9 6-16,3 7-5 0,2 5 2 16,-5 3-2-16,5 3-5 0,-2 4 2 15,2 3-2-15,-1-3 1 0,1-2-2 0,1-5 3 16,-3-3-2-16,1-6 0 0,-1-5 1 16,-1-6-2-16,-1-9 0 0,-5-18-1 15,0 0-6-15,0 0-4 0,8 16-12 0,-8-16-11 16,0 0-32-16,0 0-83 0,0 0-131 15,-22-4 7-15</inkml:trace>
  <inkml:trace contextRef="#ctx0" brushRef="#br0" timeOffset="77566.47">9424 8125 702 0,'0'0'49'0,"17"-12"-1"0,11 5-13 15,12-3-12-15,11 3-8 0,8-3-3 0,13 0-4 16,6-1-3-16,3 1-3 0,-1 1-1 16,-1-1-3-16,-3 5-1 0,-4-2-6 15,-4 4-16-15,-9-1-20 0,3 4-34 0,-13-5-31 16,-1 2-29-16,-7-3 3 0,-4 0 30 16,-4-2 48-16,-7 1 62 0,-7-1 54 15,-4-1 39-15,-15 9 10 0,7-16-1 0,-7 16-20 16,3-20-20-16,-3 20-10 0,-3-22-18 15,3 22-2-15,-7-21-15 0,7 21-2 16,-13-18-4-16,0 6-4 0,-6 4-4 0,1 4 0 31,18 4-3-31,-35 8-3 0,1 4 6 16,4 8-7-16,1 5 3 0,4 5-1 16,4 5-3-16,5 5 1 0,6 4-2 0,5 3 2 15,8 5-1-15,6-1 1 0,8 1-1 16,5-5 1-16,7-7-1 0,5-4 2 15,4-9-2-15,4-6-2 0,3-4-6 0,0-9-6 16,4-6-14-16,-4-7-22 0,5-2-39 16,-11-8-77-16,-2-5-102 0,-3 2 20 15</inkml:trace>
  <inkml:trace contextRef="#ctx0" brushRef="#br0" timeOffset="77867.42">10821 7377 756 0,'0'0'49'0,"0"0"-13"0,5-23-7 31,7 9-6-31,8 8-7 0,8 6-3 16,9 6-1-16,5 5-4 0,7 6 0 0,2 5-2 16,10 10-1-16,1 9-1 0,0 11-1 15,0 7-2-15,-2 6 0 0,-7 4 3 16,-1 4-3-16,-11 1 1 0,-10 5-1 15,-12 4-3-15,-13 4 3 0,-15 4-2 0,-8-1 3 16,-13-3 0-16,-11-1-2 0,-11-6 2 16,-9-4-3-16,-7-5-2 0,-4-2-1 15,1-6-3-15,2-4 0 0,4-4-6 0,4-10-3 16,6-6-12-16,6-12-15 0,14-2-41 16,-1-14-79-16,4-6-116 0,8-2 13 15</inkml:trace>
  <inkml:trace contextRef="#ctx0" brushRef="#br0" timeOffset="78499.06">4884 7266 655 0,'2'-42'58'0,"-5"0"-13"0,0 7-5 15,-4 3-5-15,4 7-9 0,-1 4-8 16,4 21-7-16,0 0-3 0,-9-16-4 15,9 16-2-15,-23 4-2 0,-5 9 0 0,-5 9 1 16,-6 5-1-16,-6 6 1 0,-7 4 4 16,-3 3-4-16,-7 3 2 0,0-2-4 15,-2-1 0-15,5-4 1 0,10-5-1 0,13-8 0 16,13-6-1-16,23-17 0 0,0 0 0 16,0 0 2-16,27-15 1 0,18-8-1 15,7-9 1-15,10-4 0 0,2-5-7 0,-2-1 5 16,2-1-3-16,-5 5 3 0,-1 5 3 15,-6 5-2-15,-6 10 2 0,-1 6-1 16,-5 9 0-16,-2 6 1 0,1 6-2 0,-6 7 2 31,2 3-1-31,-3 4 0 0,-2 1 6 16,0 2-6-16,1 1 5 0,-1-1-7 16,-1 0-2-16,4-2-9 0,2 5-27 0,-6-8-55 15,4-1-204-15,2-1 10 0</inkml:trace>
  <inkml:trace contextRef="#ctx0" brushRef="#br0" timeOffset="79216.34">8595 6894 582 0,'-10'-24'68'31,"10"24"-4"-31,-13-23-11 0,13 23-13 16,0 0-14-16,0 0-12 0,0 0-9 0,0-1 0 15,-16 7 1-15,0 13 1 0,-1 12-1 16,-5 7 0-16,-4 6-4 0,-4 0 1 15,-5 1-2-15,0-1 0 0,-4 0 5 0,2-1-6 16,-1-4 5-16,5-3-5 0,5-7-1 16,9-7 2-16,5-10 0 0,14-12 0 15,0 0 2-15,0 0-1 0,0 0-1 0,13-17 0 16,9-9-6-16,10-7 5 0,5-6-3 16,4-7 3-16,-1-4 2 0,-1 0-3 15,-1 0 2-15,-5 6-1 0,-4 6 1 0,-6 7-1 16,0 10 1-16,-3 9-2 0,-20 12 0 15,25 6 2-15,-6 9 0 0,-2 7 0 16,-1 5-1-16,1 3 1 0,2 2-4 0,3 1 4 31,4 1-3-31,6-1-3 0,7 1-11 16,3-7-33-16,10 5-72 0,9-5-167 16,-5-10 11-16</inkml:trace>
  <inkml:trace contextRef="#ctx0" brushRef="#br0" timeOffset="79666.69">9937 6859 740 0,'19'-20'50'0,"1"4"-10"15,-4 0-6-15,-2 5-9 0,-14 11-10 0,14-11-4 16,-14 11-5-16,0 0-3 0,0 0-2 15,0 0 1-15,-2 22-1 0,-5 7 2 16,-5 6-2-16,-5 7 0 0,-3 1 0 0,-2 3-1 16,-3-1-1-16,-1 0 1 0,-1-2 3 31,1-1-3-31,4-5 4 0,0-3-4 16,5-8 0-16,4-8-1 0,13-18 2 0,-9 14 0 15,9-14 1-15,0 0 0 0,0 0-2 16,0 0-1-16,9-29-4 0,3-3 4 0,2-4-4 15,1-4 5-15,0-4 1 0,0-3-2 16,-1-6 3-16,-2-5-3 0,2 2 2 16,-1 3-1-16,1 10 2 0,-3 13-2 15,-4 10 0-15,-7 20-1 0,0 0-1 0,0 0 2 16,0 0 0-16,20 23 3 0,-5 9-3 16,4 6 1-16,-2 4-1 0,3 2 1 15,2 0-1-15,0 0 1 0,2-3-1 0,2-6 0 16,0-4-1-16,0-9-1 0,0-2-7 15,-2-8-25-15,6 4-61 0,-1-6-203 16,-2-10 6-16</inkml:trace>
  <inkml:trace contextRef="#ctx0" brushRef="#br0" timeOffset="80266.61">11266 6941 527 0,'0'0'44'0,"0"0"-9"0,1-21-3 0,-1 21-2 0,0 0-5 31,0 0 0-31,0 0 1 0,2-2-1 16,-2 2-1-16,13 10-6 0,10 0-3 0,10 2-5 15,10 1-4-15,8-3-1 0,10-1-3 16,4-3-1-16,6-3 0 0,0-1-1 15,-2-4 1-15,-2-2-1 0,-8-2 1 0,-7 0-1 16,-8-4 3-16,-11 3 1 0,-10-1 7 16,-23 8 3-16,0 0 1 0,0 0 1 15,0 0-5-15,1-1-4 0,1 1-2 0,-2 1-1 16,0 1-1-16,-6 30 2 0,-3 2-2 16,2 6 1-16,1 7 4 0,6 8-3 15,3 7 2-15,6 8-3 0,1 9-4 0,4 12 3 16,2 9-4-16,0 8 2 0,3 4 2 15,0 6-2-15,1 6 2 0,3 3 0 16,2-1 0-16,2-6-3 0,2-4 4 0,0-7-5 31,-3-6-1-31,-7-4 3 0,-3-9-4 16,-9-11 3-16,-7-12-3 0,-9-12 2 16,-9-13 2-16,-10-7-3 0,-11-8 2 0,-14-5-7 15,-14-6-1-15,-14-6-3 0,-14-4-7 16,-15-8-11-16,-10 2-25 0,-15-10-52 15,4-1-136-15,-4 7-40 0</inkml:trace>
  <inkml:trace contextRef="#ctx0" brushRef="#br0" timeOffset="80983.31">4844 7178 366 0,'-1'-39'47'15,"-2"-3"1"-15,3 3-1 0,-2-2-1 0,2 2-5 16,-3-1-4-16,0 7-3 0,-4 1-4 15,3 8-3-15,-6 1-1 0,1 6-5 16,-1 2-4-16,10 15-2 0,-19-12-7 0,-1 7-3 31,20 5-1-31,-33 5-4 0,-2 5 1 16,0 5-1-16,-7 7-1 0,-7 5 1 0,-7 5-1 16,-9 3-1-16,-6 2 0 0,-6-2 1 15,2-2 0-15,0-1 3 0,4-5-3 16,4-3 2-16,7-6-1 0,6-4 0 15,9-6 0-15,6-7 3 0,10-2-1 0,6-5 1 16,9-4 0-16,14 10-4 0,-9-21 4 16,9 21-1-16,6-26 2 0,4 8 2 15,0 5-1-15,-10 13-1 0,20-7 0 0,-20 7 0 16,24 13-1-16,-3 8 3 0,-2 8-2 16,-3 7 1-16,1 8 5 0,-4 8-6 15,-4 7 3-15,1 12-2 0,-4 11-5 0,-2 13 4 16,-1 9 3-16,3 7-4 0,4 6 2 15,-1 7-3-15,1 7-4 0,1 1 3 16,2-3 2 0,3-6-2-16,6-6 2 0,7-3-2 0,4-7-3 0,9-8 2 0,6-12 2 31,10-16-6-31,10-15-8 0,8-18-14 16,12-12-26-16,2-18-38 0,17-8-86 0,12-10-101 15</inkml:trace>
  <inkml:trace contextRef="#ctx0" brushRef="#br0" timeOffset="81584.22">12800 7420 650 0,'-14'-24'57'0,"2"6"-8"16,-2 0-4-16,2 4-7 0,0 4-8 15,12 10-8-15,-15-9-6 0,15 9-5 16,0 0-5-16,0 0-3 16,-19 6 0-16,7 11 1 15,4 11-1-15,3 15 4 0,5 13-4 16,5 11 4-16,5 10-3 0,4 5 0 16,5 3 1-16,0 2-3 0,-3 2 1 0,0 7-2 15,-3 1-1-15,-2 0 1 0,-2-2 1 16,-2-9-2-16,-1-7 1 0,-3-7-2 15,2-6 0-15,-2-5 0 0,0-10 1 0,0-8 0 16,-1-10-1-16,-1-12 1 0,-1-21-3 16,0 0-1-16,0 0-4 0,0 0-7 15,-1 2-14-15,1-2-15 0,-2 0-29 0,-18-21-49 16,1-5-106-16,-4 0-37 0</inkml:trace>
  <inkml:trace contextRef="#ctx0" brushRef="#br0" timeOffset="81766.39">12317 8218 706 0,'-13'-17'52'0,"13"17"-8"0,0 0-10 15,10-29-8 1,8 3-5-16,9 2-6 0,8 1-7 16,7 3-2-16,6 1-4 0,5 1-1 15,3 1-1-15,5 2-3 0,1 2-7 16,-1 5-15-16,7 5-36 0,-9-4-70 15,-10 5-159-15,5 0 17 0</inkml:trace>
  <inkml:trace contextRef="#ctx0" brushRef="#br0" timeOffset="82000.97">13759 8002 789 0,'-2'0'46'0,"1"0"-8"16,-1-1-11-16,2-1-8 16,14-13-8-16,12 0-3 0,10 0-1 0,10 0-6 0,5 3 1 31,5-1-2-31,-1 4-1 0,-6 3 1 16,-4 3-2-16,-4 2-2 0,-7 2-11 0,-5 0-11 15,-3 6-23-15,-26-7-28 0,25 11-33 16,-25-11-50-16,0 0-95 0</inkml:trace>
  <inkml:trace contextRef="#ctx0" brushRef="#br0" timeOffset="82166.5">13853 8301 643 0,'-16'11'69'0,"16"-11"-7"0,0 0-11 16,0 0-9-16,0 0-6 0,22 10-11 15,7-7-8-15,8-6-6 16,9-2-6-16,7-5-2 0,3 0-2 0,3 1-3 0,-1 1 0 15,-3 0-7-15,1 4-18 0,-9-4-43 16,5-7-190-16,-7 8-44 0</inkml:trace>
  <inkml:trace contextRef="#ctx0" brushRef="#br0" timeOffset="83082.95">16622 7085 543 0,'16'-15'54'0,"4"3"-4"16,-8-3-4-16,4 3-7 0,-16 12-6 0,11-17-7 15,-11 17-6-15,5-18-5 0,-5 18-5 16,-6-18-4-16,-4 4-3 0,-9 3-2 15,-8 5-2-15,-11 3 0 0,-10 5 0 0,-11 2 1 16,-13 4-2-16,-8 1 2 0,-5 2 0 16,-6 1-1-16,-2 0 2 0,-2 0-1 15,-1 0 0-15,4-1 1 0,6-3-1 0,17-4 0 16,15-1 2-16,20-2-1 0,34-1 0 16,0 0 0-16,0 0 2 0,0 0 0 15,-2-1 1-15,23-19 2 0,9 6-1 0,4 6 1 16,1 0 1-16,0 5-1 0,-3 3-1 15,-3 1 0-15,-5 5-4 0,-3 3 2 16,-3 5-1-16,-3 6 2 16,2 6 1-16,-4 9 0 0,2 9 3 0,-4 8-5 0,-2 10 3 31,-2 15-3-31,-4 16-4 0,-3 13 6 16,-3 14 0-16,2 9-2 0,-5 12 1 0,2 8-1 15,2 4-3-15,5 0 3 0,7-4-3 16,6-6-1-16,9-10-1 0,5-9 3 15,5-17 2-15,5-16-2 0,9-16 3 0,6-17-5 16,7-15 1-16,5-16 0 0,10-16 0 16,4-12-1-16,4-13-3 0,2-9-8 15,-2-4-17-15,-2-8-17 0,2 3-62 0,-10 3-163 16,-3-6-14-16</inkml:trace>
  <inkml:trace contextRef="#ctx0" brushRef="#br0" timeOffset="83607.86">18064 7843 746 0,'-4'-25'43'0,"-1"2"-4"0,5 23-8 15,-3-24-4-15,3 24-11 0,0 0-8 0,0 0-4 16,0 0-4-16,-1-1 0 0,1 1 0 16,-9 25 1-16,2 8 3 0,-4 6-3 15,-1 7 2-15,-4 4-2 0,1 1-2 0,0 1 2 16,0 1-4-16,-1 0 4 0,2-1-2 16,-2-5 2-16,6-6 1 0,-1-8-1 15,3-8-1-15,2-9 1 0,6-16 0 0,0 0 3 16,0 0 2-16,0 0-3 0,-1 2 0 15,1-31-3-15,1-6-1 0,4-9 1 16,3-5 1-16,1-5-2 16,3-4 3-16,2-1-2 15,0-4-1-15,2 1 2 0,0-1-4 16,3 2 3-16,1 8 0 0,1 10-2 16,0 14 0-16,1 13 0 0,0 11 0 0,1 11 2 15,3 12 0-15,3 10 2 0,2 8-2 16,1 7 0-16,0 6 2 0,-3 2-2 15,-2 3 3-15,-2 4-1 0,-3-2-1 0,-2 1 0 16,-5-3-2-16,-3-4 2 0,-4-5-2 16,-4-8 2-16,-2-8 1 0,-2-8-2 15,0-21-1-15,0 0-1 0,0 0-1 0,0 0-2 16,-2 2-6-16,-10 9-11 0,12-11-16 16,-24-8-29-16,4 2-51 0,-11-8-94 15,-8-7-53-15</inkml:trace>
  <inkml:trace contextRef="#ctx0" brushRef="#br0" timeOffset="83783.02">17590 8118 635 0,'0'0'58'16,"0"0"2"-16,27 6-10 0,6-5-17 16,8-1-9-16,11-3-6 0,3-1-6 15,6-1-4-15,1-1-3 0,1-2-3 16,-2 1-2-16,-6-1-2 0,-7-1-11 15,-5 3-20-15,-7-6-34 0,-1 6-81 0,-8-3-134 16,-10-8 14-16</inkml:trace>
  <inkml:trace contextRef="#ctx0" brushRef="#br0" timeOffset="84166.5">18051 7228 678 0,'-18'-14'53'15,"18"14"-11"-15,-18-12-16 0,18 12-2 16,0 0-10-16,0 0-4 16,-31 8 2-16,5 7-6 0,-1 6 4 0,-2 7-6 0,-1 4-4 31,-2 2 1-31,-3 4-3 0,-1 0 2 16,0 0-2-16,-2-2 0 0,4-2-3 0,3-5-3 15,9-5-7-15,5-7-5 0,17-17-2 16,0 0-3-16,0 0-1 0,11-12 0 0,11-11 4 15,7-9 7-15,3-6 9 0,-1-1 5 16,-4-4 2-16,-1 1 0 0,-3-4 3 16,-3 4 0-16,-1 1 1 0,-4 6 8 15,-2 8 0-15,-2 7 6 0,-11 20-1 0,14-11-2 16,-14 11-1-16,21 6 1 0,-1 5 3 16,3 8-9-16,2 4 1 0,1 4-7 15,3 2-2-15,3 2 1 16,2-1-4-16,2 1 1 0,2-1-5 0,1-3-7 0,6 5-34 15,-8-9-75-15,0-2-161 0,2-1 8 16</inkml:trace>
  <inkml:trace contextRef="#ctx0" brushRef="#br0" timeOffset="84566.62">19475 7700 657 0,'18'-14'54'0,"-7"1"-10"15,-11 13-7-15,18-9-8 0,-18 9-8 16,0 0-6-16,0 0-2 16,0 0-3-16,20 17 2 15,-9 4-2-15,0 8 1 0,-2 7 0 16,0 8-4-16,-1 5 1 0,0 4-4 16,2 0-3-16,-1 2 0 0,0-2-2 0,1-2 2 15,-3-1-3-15,0-4 3 0,-1-5-2 16,-1-6 1-16,0-8 1 0,-2-6-2 15,-3-21 1-15,0 0-3 0,6 17-1 0,-6-17-3 16,0 0-6-16,0 0-9 0,0 0-21 16,1 2-30-16,-1-4-58 0,0 0-114 15,-10-33-15-15</inkml:trace>
  <inkml:trace contextRef="#ctx0" brushRef="#br0" timeOffset="84749.8">19115 8069 571 0,'0'0'43'16,"0"0"14"-16,9 12 4 0,-9-12-8 0,33 5-15 16,6-5-12-16,12-2-7 0,8-3-6 15,11 0-4 1,9-3-3-16,5-1-4 0,6 0-2 16,-2 0-2-16,-1 1-5 0,-7 1-12 15,-3 4-28-15,-10-5-54 0,-4-4-144 16,-5 4-33-16</inkml:trace>
  <inkml:trace contextRef="#ctx0" brushRef="#br0" timeOffset="85433.26">20574 7674 666 0,'-7'-18'66'16,"7"18"-10"-16,0 0-10 0,0 0-10 15,0 0-12-15,0-2-9 0,0 1-9 0,0 0-1 16,0 1-2-16,1 0 0 0,8 22 2 15,3 9 1-15,-2 5-3 0,-1 4 1 16,-2 1 2-16,3 0-5 16,-1 1 3-16,-2 0-4 0,3 0-2 0,-4-2 3 0,-1 0-2 31,0-5 1-31,-2-5-2 0,-2-4 1 16,2-6-1-16,-3-20 0 0,0 0 0 0,0 0-1 15,0 0-6-15,2 1-4 0,-2 1-5 16,0 0-5-16,0-1-10 0,-2-1-17 15,1 0-12-15,-20-21-6 0,1-6-3 0,-6-10-4 16,-1-6 5-16,-4-7 8 0,1-8 22 16,0-7 28-16,2-5 28 0,6-2 18 15,4 2 21-15,9 9 14 0,0 9 2 0,12 16-4 16,-2 6-14-16,8 11-12 0,1 4-9 16,6 8-6-16,3 1-3 0,7 4-3 15,3 5-4-15,6 2-2 16,1 2-4-16,4 4-1 0,-1 3-2 0,4 3-1 0,1 1-3 15,1 3-2-15,0 3 0 0,-5 3 0 16,-3 2-2-16,-7 3 4 0,-9 0-4 0,-6 1 1 31,-8 1-1-31,-10-1 0 0,-8 0 4 16,-8 2-5-16,-9-1 4 0,-4-4-6 16,-5-2 0-16,-2-4 0 0,1-4 1 0,2-7 1 15,6-2 2-15,7-5 1 0,23-6 1 16,0 0 1-16,0 0-2 0,0 0 0 15,-2 0-2-15,14-11 1 0,10 0 0 0,5 4 0 16,5 4 0-16,3 3 0 0,1 5 0 16,3 5 1-16,-2 4 0 0,1 4 0 15,-3 5 1-15,-3-1-1 16,-6 5-1-16,-5 1 2 0,-8 1-3 0,-5 1 3 0,-7-1-1 16,-5-1 0-16,-8-3 1 0,-10 0-1 15,-7-3 0-15,-7-2 0 0,-4-3-2 0,-6-4-1 16,-1-2-4-16,-2-5-5 0,0-1-13 15,-5-7-17-15,4 2-35 0,-6-9-65 16,2-3-134-16,3 3 15 16</inkml:trace>
  <inkml:trace contextRef="#ctx0" brushRef="#br0" timeOffset="85832.89">20320 6902 720 0,'0'0'52'0,"0"0"-17"15,0 0-14-15,0 0-7 0,-2-2-7 0,1 2-3 16,-1 0-1-16,-13 23 2 0,0 9-2 16,-2 9 1-16,-1 5-3 0,-2 2 2 15,-3 1 2-15,0-2-5 16,1-2 3-16,-1-2-4 0,1-4 0 0,3-6 2 0,2-5-2 15,4-9 0-15,3-5 1 0,10-14 0 16,0 0 2-16,0 0-1 0,0 0-1 0,19-24-1 16,5-5 1-16,8-4-2 0,3-5-3 15,3-3 4 1,-1-5-4-16,1-3 4 16,-4-2 2-16,-2 0-2 0,-3 3 2 0,-5 6-1 15,-4 10 1-15,-3 11-1 0,-6 8 0 16,-11 13-1-16,0 0 1 0,21 20 1 15,-4 6 0-15,2 9 1 0,0 3-2 0,2 0 2 16,2 0-4-16,2 0 4 0,-2-1 2 16,2-3-3-16,1-2 2 0,-2-1-6 15,2-3-13-15,-2-5-20 16,5 1-50-16,-6-5-117 0,-2-9-77 0</inkml:trace>
  <inkml:trace contextRef="#ctx0" brushRef="#br0" timeOffset="86366.43">21352 6899 544 0,'-19'-26'64'15,"2"7"-10"-15,0 4-9 0,17 15-14 16,-18-8-10-16,18 8-4 0,0 0-2 0,-14 10 4 31,2 3-3-31,7 6 1 0,3 2-3 16,5 5 1-16,6 3-1 0,8 1-1 16,6 4-4-16,10-1 0 0,9 3-4 0,10 6 0 15,9 4 4-15,6 6-5 0,4 7 1 16,4 10-2-16,-3 9-4 0,-1 11 3 15,-4 3-2-15,-8 5 2 0,-9-1 1 0,-12 1-3 16,-13 3 2-16,-17 4-2 0,-16 0-1 16,-18-1 1-16,-19-2 1 0,-19-6-3 0,-18-5 0 15,-15-7-5 1,-10-4-3-16,-5-8-2 0,1-6-7 0,1-8-5 0,3-7-13 16,0-12-18-16,10-3-60 0,7 0-143 15,4-15-8-15</inkml:trace>
  <inkml:trace contextRef="#ctx0" brushRef="#br0" timeOffset="86766.55">16877 7475 600 0,'-6'-21'47'16,"6"21"-4"-16,-13-19-7 0,1 6-2 0,-8 4-6 15,-3 3-6-15,-8 3-3 16,-2 7-2-16,-7 4-3 0,-1 9-2 0,-3 9-3 15,0 10 1-15,1 14-5 0,2 12 2 16,7 10 0-16,5 9-4 0,8 6 3 0,8 12-2 31,12 7-4-31,10 7 3 0,15 4-1 16,11-4-2-16,17-4 2 0,10-5-3 16,9-9-2-16,11-6 5 0,12-9-6 0,11-13 1 15,15-11-8-15,11-13-10 0,15-9-22 16,8-14-45-16,15-17-154 0,11-3-44 15</inkml:trace>
  <inkml:trace contextRef="#ctx0" brushRef="#br0" timeOffset="87283.96">22813 7773 632 0,'-5'-26'57'0,"5"26"-10"15,-5-30-7-15,5 30-3 0,-4-26-7 16,4 26-6-16,0 0-9 0,0 0-5 0,0 0-7 15,-2 2-2-15,2-2 2 0,0 0 2 16,6 22 1-16,2 12 1 0,1 8 2 0,-2 7-5 31,-1 6 2-31,1 0-3 0,-1 2-1 16,0-3-1-16,0-1-1 0,0-1 1 16,-1-3 0-16,-1-2 0 0,1-6-2 0,-1-8 1 15,1-7-1-15,-2-6 1 0,-3-20-2 16,0 0 1-16,0 0-4 0,0 0-5 15,1 1-8-15,-1 1-9 0,2-1-30 0,-2-1-47 16,0 0-92-16,-2 0-85 0</inkml:trace>
  <inkml:trace contextRef="#ctx0" brushRef="#br0" timeOffset="87466.68">22171 8156 666 0,'0'0'44'0,"0"0"3"0,23-5-4 15,19-3-14-15,16-2-9 0,14 1-5 16,15-5-3-16,13 2-4 0,11-2-4 16,6 1-3-16,3 0-3 0,-6 3-4 0,-2 4-14 31,-13-2-32-31,1 8-103 0,-10 0-134 0,-15-3 12 16</inkml:trace>
  <inkml:trace contextRef="#ctx0" brushRef="#br0" timeOffset="87799.98">24219 7764 745 0,'0'0'56'0,"6"-21"-13"15,-6 21-7-15,0 0-12 0,-1-25-11 16,1 25-5-16,-13-12-6 0,13 12 1 0,-29 3-2 15,-1 9 1-15,-3 8-1 0,-4 6 1 0,1 7 4 16,1 5-5-16,5 5 2 0,6 4-3 31,6 2-2-31,11 0 2 0,9 1-2 16,6-1 2-16,10-2-2 0,6-4 2 16,9-7 2-16,7-5-2 0,6-9-1 15,3-8 0-15,4-10-4 0,1-5 0 0,-2-5-3 16,-1-6-3-16,-4-3-1 0,-6-6-5 0,-5-3-4 15,-7-3-8-15,-5 1-12 0,-10-3-23 16,-2 6-55-16,-12 23-109 0,-3-34-24 16</inkml:trace>
  <inkml:trace contextRef="#ctx0" brushRef="#br0" timeOffset="88215.23">24146 6981 722 0,'0'0'44'15,"-10"-21"-12"-15,10 21-7 0,-13-16-7 16,13 16-8-16,0 0-3 0,-30 8-2 0,-1 8-2 16,0 9 0-16,-4 8-1 0,-6 6 0 15,-5 4 2-15,0 3-5 0,-3-1 5 16,1-1-6-16,2-1 1 0,4-5 0 15,7-4-1-15,4-3 0 0,10-7-2 16,6-5-1-16,15-19-1 0,0 0 0 0,0 0 0 16,0 0-1-16,36-10 0 0,2-9 0 0,0-9 1 15,-1-7 2-15,-1-2-1 0,-4-8 6 16,-4-2-3-16,-4-3 3 0,-3-1 1 16,-7-1 0-16,-1 5 4 0,-3 7 1 0,-1 10 3 15,-1 9 0-15,-8 21-3 16,0 0-3-16,0 0-1 0,0 0 1 0,11 16 0 15,-1 11 2-15,3 5-3 0,1 4-1 0,5 2-1 16,3 1-1-16,1-1 4 0,4 0-5 31,2-1 3-31,3-2-9 0,3-3-11 16,-5-9-24-16,9 4-49 0,-6-8-103 16,2-5-83-16</inkml:trace>
  <inkml:trace contextRef="#ctx0" brushRef="#br0" timeOffset="88716.15">24700 6724 672 0,'-13'-10'59'16,"13"10"-10"-16,0 0-11 0,0 0-10 0,0 0-11 15,-2-2-8-15,2 0-4 0,0 1-1 16,21-8 0-16,12 4-3 0,10 2-1 15,7 3-2-15,5 0 1 0,-1 2 1 16,1-1-1-16,-2 1 0 0,-4-2-1 16,-6 0 0-1,-3-3 0-15,-6-1 1 0,-10 0 1 16,-6-2 2-16,-18 6-1 0,11-12 0 0,-11 12 1 16,0 0 1-16,0 0 0 0,0 0 3 15,3-1-2-15,-3-1 1 0,0 0-2 16,-3 1 0-16,2 1 0 0,0 0 0 15,-13 24-1-15,7 10 2 0,6 10-3 16,3 12 2-16,4 9-2 0,3 8 2 0,4 9 2 16,0 5-1-16,4 5 1 0,-1 10-3 0,3 7-2 15,2 6 3-15,2 4 0 0,3-5 0 16,1-2-1-16,2-3-1 0,0-1-3 16,-3-5 3-16,-7-6 2 0,-5-10-3 15,-7-13 0-15,-5-10-2 0,-7-14 0 16,-9-12 1-16,-6-11-1 0,-9-9 1 0,-7-8-1 15,-11-7 0-15,-4-5 2 0,-8-4-1 0,-5-4 2 16,-1-3-3-16,-1 1 0 0,1 0-3 16,3 3-6-16,3 3-4 0,7 4-10 31,4 4-15-31,10 7-34 0,0-1-54 16,6-7-139-16,10 10 5 0</inkml:trace>
  <inkml:trace contextRef="#ctx0" brushRef="#br0" timeOffset="89099.9">26156 6963 760 0,'0'0'43'0,"2"-27"-9"0,-2 27-6 15,0-22-6-15,0 22-10 0,0 0-7 16,0 0-3-16,0 0-2 0,1-1 1 0,-12 24 1 31,0 12-1-31,1 9 2 0,5 11 1 16,2 7-2-16,3 8 3 0,4 7-4 0,3 9 0 16,5 5 1-16,1 6-2 0,1 0 3 15,2-3 0-15,1-5-1 0,1-5 2 16,-1-5-3-16,-2-7-2 0,-2-9 1 15,-8-6 0-15,-2-10 0 0,-6-10 0 0,-4-5 0 16,-4-9 0-16,-2-8 1 0,-6-6-1 16,-2-4 1-16,-3-5-2 0,-3-3-3 0,-4-3-3 15,-1-5-11-15,0 0-14 0,-5-8-26 16,2 3-52-16,-8-3-111 0,-4-10-54 16</inkml:trace>
  <inkml:trace contextRef="#ctx0" brushRef="#br0" timeOffset="89383.08">25625 7665 754 0,'0'0'54'0,"0"0"-10"0,0 0-9 0,2-1-9 15,-2-1-9-15,1 1-2 0,20-11-4 16,9 2-3-16,15 2-1 0,16 0-2 0,14 2-1 15,10 1-1-15,13 0-2 0,4 2-1 16,3 1-1-16,1 0 1 0,-8 1 0 16,-7-1 3-16,-14 1-3 0,-12-3 0 15,-16 1-1-15,-14 0-2 0,-12 0 1 0,-23 3 1 16,0 0-4-16,0 0-2 0,0 0-4 16,-12-19-6-16,-4 8-9 0,-7 0-20 0,23 11-63 15,-33 15-186-15,0-7 5 0</inkml:trace>
  <inkml:trace contextRef="#ctx0" brushRef="#br0" timeOffset="91884.31">28909 7771 575 0,'-8'-53'59'16,"-1"3"-7"-16,2 9-5 0,-2 3-12 15,-1 6-9-15,0 7-7 0,0 7-6 0,10 18-4 16,-20-10-5-1,-3 13-3-15,-5 10 0 0,-5 9-1 0,-6 10 0 0,-5 8-1 0,-3 4 3 16,0 4-3-16,1 2 1 0,5 2 3 31,5 0-4-31,7-4 3 0,9-2-4 16,10-7-1-16,6-7 0 0,11-6 0 16,6-9 2-16,9-9 0 0,7-6 0 0,7-8 2 15,6-6-1-15,4-8 1 0,0-4-1 16,-1-2 1-16,-6-3-1 0,-4-1-4 0,-5-2 5 15,-4-3-5-15,-4-1 4 0,-5-2 2 16,-1 4-1-16,-4 6 0 0,-3 6 2 16,-9 22-4-16,0 0 0 0,0 0-1 15,0 0 0-15,2 2 2 0,10 8 1 0,-3 8 0 16,-2 6 1-16,0 1 3 0,0 4-5 16,2 0 5-16,2 0-5 0,1-2-1 0,0-1 3 15,1-4-2-15,-3-2 0 0,-1-3 0 16,-9-17-1-16,11 15 1 0,-11-15 1 15,0 0 2-15,0 0-1 0,26-3 0 16,-3-7-1-16,0-6 0 0,2-2-1 0,1-5-5 16,1-4 4-1,5-5-3-15,3-3 3 16,3-1 2-16,1-2-1 0,2 3-1 0,-1 5 1 16,-3 8-1-16,-3 10 0 0,-6 8 0 15,0 7 0-15,-5 7 0 0,-3 7 1 16,-2 6 0-16,-5 2-1 0,-2 2 1 15,-4 0 0-15,-4 1 5 0,-4 1-4 0,-4-1 5 16,-3-3-6-16,-4-2 1 0,2-6-1 16,-2-3 1-16,12-14 1 0,-15 9 1 0,15-9 3 15,0 0-1-15,0 0-2 0,-9-14-1 16,9 14-2-16,10-36-3 0,9 2 3 16,4 0-4-16,6-1 4 0,4-2 0 15,5-1-3-15,-1-1 4 0,1-1-3 0,-2 4 2 16,-2 2 0-1,-6 4 0-15,0 4 1 0,-4 6 1 0,-2 5 1 0,-7 6 1 0,-15 9 0 16,0 0-1-16,0 0 0 0,0 0-1 16,1 2 0-16,-1-2-2 0,0 1 2 31,-7 22-1-31,-2-2-1 0,1-1 1 16,2-1-1-16,1 3 1 0,4-1 1 0,2 0-2 15,5 2 3-15,5-1-1 0,4 0-1 16,4-1 1-16,0 1-1 0,1-3-1 0,0-1 4 15,-4-1-4-15,-2-2 0 0,-2 1 5 16,-12-16-7-16,9 19 7 0,-9-19-4 16,0 0-1-16,-6 27 1 0,-4-11-1 15,-6-4 0-15,-4-2 0 0,-6-2-1 0,-3-2-1 16,-2-1 0-16,0-2-3 0,-1-1-4 16,4 1-7-16,1-2-12 0,5 6-21 0,2 0-25 15,7 6-45-15,3 1-75 0,10-14-55 16</inkml:trace>
  <inkml:trace contextRef="#ctx0" brushRef="#br0" timeOffset="92299.55">30461 7644 713 0,'0'0'55'0,"0"-24"-13"0,0 24-8 16,-3-26-8-16,3 26-8 0,0 0-8 0,-7-18-4 15,7 18-3-15,0 0-1 0,-23-2-2 16,0 11 0-16,-3 7 0 0,1 6 1 16,-2 6-2-16,2 2 2 0,3 4-2 15,6-3 0-15,4 1 0 0,7 0 1 0,5-3 5 16,5-2-5-1,6-3 5-15,4-2-7 0,8-5 1 0,4-7 1 0,6-4-1 0,4-4 2 16,0-5-2-16,3-5-1 0,1-4 3 31,-2-3 0-31,-4-4-4 0,-3-2 6 16,-6-5-8-16,-6-1 5 0,-5-2 1 16,-6-3-3-16,-4-1 3 0,-7-4-1 0,-6 0 1 15,-4-2-2-15,-3 2 1 0,-5 2-5 16,-3 9 0-16,-3 9-1 0,-2 11-1 0,-4 10 1 15,0 9-4-15,-1 5-5 0,4 10-12 16,0 2-15-16,8 8-22 0,0-3-35 16,9 2-75-16,5 6-78 0</inkml:trace>
  <inkml:trace contextRef="#ctx0" brushRef="#br0" timeOffset="93650.81">30980 7641 689 0,'12'-26'58'16,"-5"-1"-10"-16,0 4-11 0,-4 3-10 15,-3 20-7-15,3-23-5 0,-3 23-4 16,0 0-3-16,0 0-4 0,-7-18-2 15,7 18-2-15,0 0 0 0,-32 10 0 0,2 8 0 16,2 9 0-16,2 6-1 0,3 2 1 16,6 3-2-16,1 0 2 0,9 0 0 0,5-1 0 15,8-2 5-15,6-3-5 0,6-5 4 16,5-4-5-16,5-7 0 0,4-7 0 16,2-4 0-16,3-5 0 0,2-5 0 15,1-2-1-15,-2-6-4 0,-1-3 8 0,-2-5-3 16,-2-1 4-16,-4-1 2 15,-1 0-5-15,-4-4 0 0,-4 0 1 0,-2-5 1 0,-1 1-2 16,-4-1 2-16,-1 1-1 0,-2 5-1 31,-3 5 1-31,-7 21 1 0,7-15-1 16,-7 15-1-16,0 0-3 0,0 0 1 16,0 0 1-16,-1-1-1 0,7 26 3 0,-1 2-1 15,1 4 0-15,0 1-1 0,0-3 2 16,1-1-3-16,5 0 1 0,-1-4 1 0,5-1-1 15,0-4-1-15,4-2 3 0,3-2 2 16,1-4-3-16,5-4 3 0,-1-3-6 16,4-6-5-16,2-3 4 0,-1-3-5 15,-1-4 6-15,1-2 1 0,-2-2 4 0,1-2 2 16,-3-1-2-16,-4-4 3 16,-5-1-5-16,-3-1 0 0,-4 1 1 0,-4 3 2 0,0 1 0 15,-9 20 0-15,4-21 1 0,-4 21-1 16,0 0 0-16,0 0-1 0,0 0-2 15,-11-16 0-15,11 16 0 0,-22-1-6 16,-3 5 2-16,-1 7-2 0,0 4 1 0,0 2 6 31,0 4-2-31,3 2-3 0,0 0-1 16,3 3-8-16,2-4-1 0,5 0-5 0,3-6-2 16,10-16 1-16,0 0 3 0,0 0 2 15,6 20 5-15,-6-20 3 0,19 8 3 16,-19-8 4-16,29-5 0 0,-6-4 1 15,-3-3 1-15,0-2 1 0,-2-1 0 0,-1-5 7 16,1-1-2-16,0-1 1 0,1-3 0 16,-3 4-5-16,0 1 1 0,-5 5 4 0,-11 15-2 15,15-11 0-15,-15 11 0 0,0 0-3 16,14 8 2-16,-3 4 1 0,0 5 0 16,-2 4-2-16,1 3 0 0,0 2-4 15,0 0 1-15,0-3-1 0,2-1 0 0,-2-2 5 16,0 0-4-16,3-2 4 15,0-3-4-15,1-3 0 0,1-4-1 0,-15-8 0 0,24 4-1 32,-24-4 1-32,29-4 0 0,-7-5-5 15,-3-5 4-15,0-4-4 0,-3-5 3 16,-2-6 1-16,-4-4 0 0,-2-6 1 16,-5-8-1-16,-2-8 1 0,-1-6-2 0,-1-4 2 15,-2-2-1-15,-5-1-3 0,2-2 3 16,1 4-2-16,-1 7 4 0,0 13 1 0,2 10 0 15,1 12 1-15,3 24-2 0,0 0-2 16,0 0-2-16,0 0 1 0,1-1 0 16,-1 2 1-16,5 40 1 0,3 5 4 15,1 4-5-15,0 3 3 0,0 1-3 0,-1 4-3 16,1 0 4-16,1 1-3 16,1 2 3-16,0-2-2 0,-3-3 1 0,1-4-1 0,-1-8 1 15,1-6-1-15,4-8 1 0,-1-7 5 16,0-6-4-16,3-5 5 0,-15-12-6 15,28 2-3-15,-1-7 2 0,-5-4 3 16,1-5 4-16,0-4 0 0,-4-3-1 0,0-6-6 16,-2-3 0-16,-4-3 1 15,-1-2-1 1,1 0 2-16,-3 2-1 0,-3 2 2 0,0 4-1 16,-4 6 1-16,-3 21 0 0,5-21 1 15,-5 21 2-15,0 0 0 0,0 0 0 16,0 0-2-16,1-2-2 0,-1 2-1 15,0 0 0-15,0 0 1 0,3 20 1 0,-2 5 0 16,2 4-1-16,2 5 0 0,-2-1 0 16,4 2 0-16,-5-2 0 0,1 1-2 0,0-4 1 15,-1-3-1-15,1-4 2 0,1-4-1 16,-4-19 0-16,0 0 0 0,3 21 0 16,-3-21 1-16,0 0-2 0,0 0 5 15,0 0-7-15,2 1-5 0,-2 1-8 0,0-2-18 16,0 0-30-16,0 0-79 15,0-2-156-15,-8-22 17 0</inkml:trace>
  <inkml:trace contextRef="#ctx0" brushRef="#br0" timeOffset="93834">32580 7049 768 0,'0'0'34'0,"0"0"-6"0,-6-18-16 15,6 18-4-15,0 0-6 0,0 0-3 16,0 0-2-16,-2-2-1 0,2 4-1 16,5 17-2-16,1 3-16 0,-1 8-37 15,8 0-70-15,0 2-143 0,-4 8 15 0</inkml:trace>
  <inkml:trace contextRef="#ctx0" brushRef="#br0" timeOffset="94166.21">32737 7654 791 0,'0'0'52'0,"0"0"-11"0,0 0-15 16,19-5-12-16,-19 5-7 0,19 3-5 0,-19-3 0 16,20 13-1-16,-5 4-1 0,0 1 1 15,-1 2-1-15,-3 1-1 0,-1 2 1 16,-2 0-2-16,-1 0 2 0,1-4 0 15,0-2-1-15,-8-17 1 0,11 18 0 0,-11-18-1 16,16 11 1-16,-16-11 1 0,22-2-1 16,-3-6 1-16,-2-4-2 0,-1-3 0 0,0-6 0 15,0-3 1-15,1-4-1 0,-2-4 3 16,2-2-3-16,-3-3 1 0,1 1-1 16,-4 4 1-16,-3 5-1 0,-3 5 0 15,-5 22-1-15,0 0-4 0,0 0-6 0,0 0-8 16,2-1-7-16,-2 1-15 15,-2 0-22-15,-6 21-48 0,5 2-87 0,0-2-60 0</inkml:trace>
  <inkml:trace contextRef="#ctx0" brushRef="#br0" timeOffset="94566.42">33102 7796 710 0,'1'1'58'15,"1"-1"-13"-15,-1 0-15 0,0 0-13 16,22-4-9-16,-23 4-3 0,24-10-2 16,-7 3-1-16,-1-2-2 0,0 0 1 15,1 0 0-15,2 0-1 0,1-3 5 0,2-1-1 16,-3-2 0-16,1-2 1 16,-1 1-6-16,-3-4 2 0,-1-4-2 0,-1-3 1 0,-1-2 0 15,-3 1 0-15,-3 3 0 0,-3 3 1 16,-4 22 0-16,-1-24 0 0,1 24 0 15,-12-18 0-15,12 18 0 0,-23-10 1 16,-3 10 0-16,-1 5 0 0,-5 3-1 0,0 6-1 31,2 4-3-31,2 7-1 0,4 7 1 16,3 6-1-16,4 5 5 0,4 1-1 0,4-2 1 16,4-2-1-16,5-4 1 0,7-6 0 15,1-4 0-15,10-3 3 0,5-2-5 16,3-2 5-16,4-4-6 0,4-5 6 15,2-4-1-15,3-2-1 0,-3-8-1 0,0-2-14 16,-3-3-1-16,-4-1-16 16,-3-8-15-16,-10 4-34 0,-3-7-61 0,-4-3-130 0,-6 5 13 15</inkml:trace>
  <inkml:trace contextRef="#ctx0" brushRef="#br0" timeOffset="94816.61">32202 7424 689 0,'0'0'61'16,"0"0"-15"-16,0 0-12 0,9-20-9 0,8 8-8 15,11 5-3-15,5 2-5 0,7 2-1 16,4 0-4-16,5 1-3 0,0 1 5 0,-1-1-2 15,-3 2 0-15,-5 2-1 0,-7 1-14 16,-5-2-12-16,-9 4-24 0,-19-5-34 16,23 6-58-16,-3 0-138 0,-20-6 21 15</inkml:trace>
  <inkml:trace contextRef="#ctx0" brushRef="#br0" timeOffset="95067.69">30980 7234 763 0,'25'-17'34'0,"-3"4"-5"0,-7 1-12 15,-15 12-5-15,0 0-6 0,0 0-5 0,0 0-4 16,2-2-2-16,-1 2-3 16,-1 0-24-16,2 0-54 0,-8 26-145 0,-6-6-52 0</inkml:trace>
  <inkml:trace contextRef="#ctx0" brushRef="#br0" timeOffset="96549.79">1764 10029 650 0,'0'0'53'0,"0"0"-11"16,-6-17-6-16,6 17-5 0,0 0-8 0,0 0-8 15,0 0-6-15,-26 2-3 0,7 8-1 16,-4 10-2-16,-3 7 0 0,-1 8-3 0,-7 9 0 16,-5 7-1-16,-7 6 2 15,0 2-4-15,-15 2 3 0,-1 1 5 0,-6 0-3 16,0-3 4-16,20-4-4 0,9-9-4 15,10-11 1-15,6-10 0 0,9-8-1 0,14-17 1 16,0 0 1-16,0 0 1 0,29-4-3 16,4-10 1-1,19-6-2-15,16-3 3 0,1-1 2 16,8 3 0-16,-5 1-1 16,-4 5 0-16,-6 4 0 0,-1 4 0 0,-9 3-1 15,-3 3 1-15,-8 1-1 0,-11 0 0 16,-7 0 2-16,-23 0-2 0,0 0 0 0,0 0 1 15,0 0-1-15,2-1 2 0,-1 1 0 16,1 0 0-16,-1 0 0 0,-1 0-7 16,0-2 6-16,-1-19-6 0,-7-1 3 15,-2 0 2-15,-1-4-1 0,-4-4 2 0,-2-5-1 16,1-5 2-16,0-6-2 0,0-3 1 16,-1-1 1-16,0 4 0 0,-1 7 2 0,5 8 3 15,0 7 2-15,3 6 2 0,10 18-2 16,-13-14-3-1,13 14-2-15,0 0-3 0,0 0-2 0,0 0 1 0,-3-2 0 16,-6 22-1-16,5 3 1 0,4 6 0 0,6 7 1 16,1 10-2-16,7 7 2 0,1 6-2 31,2 5 2-31,-1 4 3 0,0 3-2 0,0 3 2 16,-2 3-3-16,1 1-2 0,1 2 0 15,-3 0-1-15,0-4 1 0,-3-5 3 0,-1-7-1 16,-3-6 1-16,-1-8-9 15,2-6-6-15,-2-11-7 0,-1-4-10 0,-4-29-11 16,3 28-17-16,-3-28-28 0,0 0-89 16,16 8-78-16</inkml:trace>
  <inkml:trace contextRef="#ctx0" brushRef="#br0" timeOffset="97032.93">1622 9912 609 0,'-46'-17'35'16,"2"4"-10"-16,-6 3 1 0,-5 4-2 0,-4 6 1 15,-18 8 0-15,9 10-10 0,-7 8 2 16,8 9-9-16,4 9-4 0,2 10 2 0,16 13-4 15,9 12 1-15,11 9-4 0,5 8 2 16,10 2 3-16,-3 7 1 0,16 9 1 0,7 6-1 16,9 5 1-16,10-4-3 15,4-7 1-15,13-8-2 0,9-9-3 0,16-9 0 16,17-12-4-16,8-11 2 0,2-16 0 16,2-14 4-16,1-14 2 0,-4-12 0 0,-3-15-3 15,-3-14-1-15,-3-11 2 0,-2-15-2 16,-1-8 6-1,0-8-1-15,-1-3 2 0,-7-2-2 0,-11-2-4 0,-11-6 1 16,-14-7-3-16,-11-7 2 0,-11-7 3 0,-10-5-2 31,-11-5-5-31,-8 2 3 0,-16-5-3 16,-9-5 1-16,-17 1 5 0,-14 4-4 0,-11 11-2 16,-7 14 2-16,-3 20-1 0,1 19 3 15,-4 20 1-15,-1 20 0 0,-3 15 1 16,0 14-5-16,3 13 3 0,8 8-8 15,14 13-13-15,10 4-24 0,20 14-75 0,17 5-153 16,-3-7 17-16</inkml:trace>
  <inkml:trace contextRef="#ctx0" brushRef="#br0" timeOffset="103349.6">23277 10123 586 0,'-14'-31'53'16,"6"8"-7"-16,1 3-3 0,7 20-6 16,0 0-10-16,0 0-9 0,0 0-9 15,-1-2-3-15,1 2-2 0,0 0 2 0,0 26 1 16,3 15 2-16,-2 13-1 15,0 13 1-15,-2 6-4 0,0 3 0 0,-2 0 2 16,-2 1-3-16,2 1 2 0,-1 2-4 0,3 0-2 16,1 1 2-16,0-4-4 0,1-5 4 15,5-12-3-15,-2-10 1 0,1-10 4 16,0-10-4-16,0-8 4 16,-5-22-4-16,0 0 2 0,0 0-1 0,0 0-4 15,1 1 4-15,-1-2-6 0,2-36 4 0,-5-5-1 16,-6-8-3-16,-3-10 1 0,-3-8-2 0,-4-6 3 15,0-7 0-15,-3-4-4 0,1-4 4 16,-1-10-2-16,-1-9 2 0,1-6 5 31,3 4-3-31,3 9 5 0,8 18-4 16,8 16-4-16,8 17 4 0,12 12-6 16,9 14 6-16,8 10 0 0,6 9 2 0,11 10-1 15,6 6 1-15,5 5 3 0,2 7-4 0,-2 3 5 16,-4 6-6-16,-8 3 0 0,-10 4 0 15,-11 5-2-15,-11 3 1 0,-13 6-1 16,-15 4 2-16,-13 2-2 16,-18-2 1-16,-11-2-2 0,-12-5 0 0,-8-3 2 15,-11-4-8-15,-5-5 2 0,-4-5-10 0,7-6-15 16,4-7-17-16,18-2-29 0,9-4-40 0,15-3-74 16,20 6-39-16</inkml:trace>
  <inkml:trace contextRef="#ctx0" brushRef="#br0" timeOffset="103766.36">23688 10607 696 0,'3'-29'50'0,"3"0"-18"15,6 5-1-15,3 4-7 0,8 5-9 0,4 6-3 16,4 6-4-16,4 6-2 0,1 6-2 0,3 8 4 16,0 5-5-16,-3 6 2 0,-4 5-5 15,-6 2-1-15,-7 2-2 0,-5 1 1 16,-7 1 2-16,-5 1-2 16,-8-2 1-16,-4-4-1 0,-5-3 0 0,1-9 0 15,-3-3 1-15,0-9 2 0,17-10 0 0,0 0 0 16,-25-9 0-16,9-12 0 0,10-10-1 0,9-5 2 15,8-6-1-15,8-4 1 0,7-4-2 16,8-5-2-16,3-4 2 0,6 0-3 31,1 3 2-31,0 7 1 0,-1 10-1 0,-1 10 0 16,-1 9 0-16,-3 8-2 16,-2 7 0-16,-4 7-3 0,-6 4-5 0,-3 6-6 15,-5 2-7-15,-3 6-14 0,-6-2-11 0,3 6-25 16,-4 1-39-16,0-1-71 0,3 6-46 15</inkml:trace>
  <inkml:trace contextRef="#ctx0" brushRef="#br0" timeOffset="104133.24">24678 10553 619 0,'7'-20'60'15,"-5"-2"-11"-15,-2 22-2 0,3-22-10 16,-3 22-8-16,0 0-8 15,0 0-7-15,0 0-7 0,1-2-4 0,-1 1-4 16,-1 1 1-16,-1 0 4 0,-19 24-4 0,-2 6 4 16,-2 5-4-16,2 3-1 0,0 2 0 0,4 2-1 31,6 2 2-31,7-1-2 0,4-3 0 16,7 0 0-16,7-8 0 0,6-5 1 15,4-5 1-15,7-11 1 0,4-4-1 16,5-10 0-16,-1-9 0 0,1-10 0 15,0-5 0-15,-1-6 2 0,-4-2-1 0,-4-2 1 16,-7-2-2-16,-5-1 1 0,-6-1-1 0,-8-1-2 16,-6-4 2-16,-6 2-3 0,-3 3 3 15,-2 6 0-15,-2 8-2 0,-3 9 1 16,-4 9-2-16,-3 7 0 0,-4 11-2 16,-2 10-6-16,-3 3-5 0,3 9-13 15,1 1-24-15,6 7-29 0,2-1-63 0,-5 0-114 16</inkml:trace>
  <inkml:trace contextRef="#ctx0" brushRef="#br0" timeOffset="105616.52">25526 10655 705 0,'-3'-37'46'16,"3"3"-4"-16,-5 1-13 0,-2 4-2 16,0 3-8-16,-3 5-6 0,-3 4-4 15,-2 5-4-15,-5 5-1 0,-6 5-3 0,-6 8 0 16,-5 6-1-16,-7 8 5 0,-3 9-5 0,-1 4 4 16,0 8-4-16,6 3-3 0,6 0 2 15,8 0-1-15,10-3 1 0,9 0 0 16,10-3 1-16,10-4 0 0,10-4 0 15,10-7 0-15,5-8 1 0,6-9-2 16,6-8 1-16,2-7 2 0,2-7-2 0,0-10 1 31,-3-5-1-31,-5-4 1 0,-6-2-1 0,-7-6 1 16,-5-3-1-16,-4-4-2 0,-6-3 2 16,-3-6-3-16,-4-5 3 0,-7-9 2 15,-2-7-2-15,-2-5 4 0,-4-1-4 16,0 2-3-16,-3 10 3 0,1 11-5 15,-1 15 5-15,2 16 1 0,0 12-1 0,7 20-2 16,0 0 1-16,0 0 5 0,-18 25-4 0,4 8 4 16,5 9-4-16,5 8-2 0,4 8 2 15,4 8-2-15,2 6 2 0,5 6-2 16,-1 1 4-16,2 1 1 0,2-3-3 16,0-4 2-16,4-4-4 0,7-10 1 15,3-7 0-15,6-8 0 0,1-9 0 0,1-12 0 16,2-6 0-16,-1-10 0 0,3-9 1 0,1-8 0 15,0-7 0-15,-1-5 2 0,1-2-2 16,-2-3 0-16,-2-2 1 0,-1-3 0 16,-5-3-1-16,-6-4-3 0,-2-4 4 15,-5-2-5 1,-5 1 5-16,0 4 0 16,-4 8-1-16,-3 9 2 0,-6 23-3 0,0 0 1 15,0 0-1-15,0 0 0 0,-2-1 2 0,-16 30-2 16,2 3 2-16,0 3 3 0,1 2-5 15,1 2 4-15,2-3-3 0,3 0-1 16,4-1 1-16,2-1-1 0,6-4 1 16,4-4-2-16,5-5 2 0,3-6 0 15,4-6 0-15,4-5 1 0,5-6-1 0,5-4-1 16,5-5 0-16,3-4-1 0,3-5 0 0,1-4 1 16,4-3 0-16,0-2 0 0,-2-1 1 15,-7-4-5-15,-4-4 6 0,-7-3-5 16,-6 0 5-16,-1 0 1 0,-6 5-2 15,-5 7 0-15,-3 9 0 0,-8 20-1 16,0 0 1-16,0 0-1 0,0 0 1 0,4 24 0 16,-2 6 1-16,-1 3 4 0,-1 4-5 0,0 2 5 31,1 0-6-31,1-1-1 0,3-2 2 16,1-2-1-16,2-2 1 0,-1-4 0 15,4-4 0-15,-1-6-1 0,1-6 2 16,-11-12 0-16,26 5-1 0,1-9 1 15,5-5 0-15,1-3-1 0,5-5 0 0,1-4 1 16,1-2-1-16,2-3 1 0,3-3 0 0,0-4-5 16,3-5 6-16,-1-4-6 0,4-4 4 15,1 1 2-15,-1 2-2 0,-2 7 1 16,-6 8-1-16,-5 13 0 0,-8 8 1 16,-5 7-1-16,-5 7 0 0,-4 7 1 15,-5 5 0-15,-2 5 0 0,-1-1 0 0,-3 1-1 16,-4-2 1-16,-1-22-1 0,-1 31 1 0,-1-7 3 15,2-24-4-15,-3 26 4 0,3-26-4 16,0 0 0-16,-3 21 0 0,3-21 1 31,0 0 1-31,0 0-1 0,0 0 0 16,1 1 0-16,-1-2 0 0,0-1-5 16,3-27 3-16,-3 1-3 0,-3-1 2 0,-3 0 1 15,-3-2 0-15,-1 3 1 0,-3 1 0 0,-1 4-1 16,-5 4 0-16,-3 9 1 0,-2 8-1 15,-7 9 1-15,-3 6 0 0,-2 8 0 16,1 9 0-16,3 3-1 0,5 4 1 16,8 3 4-16,4 1-4 0,8 0 4 15,6-2-4-15,6-2-1 0,6-5 1 0,6-5 0 16,4-3 0-16,4-5 0 0,6-6 1 0,4-3 0 16,5-9-1-16,3-4 1 0,6-7-1 15,6-5 1-15,0-4 0 0,3-5-1 16,1-7 0-16,-1-2-4 0,-3-7 4 15,-7-5-4-15,-3-7 3 0,-8-5 2 16,-3-10-3-16,-6-9 2 0,-3-9-1 0,-3-3 4 31,-6 0-3-31,-4 3-1 0,-4 7 2 0,-7 13-4 16,-2 12 4-16,-4 15 3 0,1 11-1 16,4 27 0-16,-8-15-1 0,8 15-1 15,-12 10 1-15,3 14 0 0,1 10 2 16,3 7 4-16,4 9-4 0,1 3 2 15,3 6-3-15,1 5-3 0,2 4 2 0,-1 5-2 16,1 5 3-16,-1-3-3 0,-1-2 2 0,1-3 2 16,0-6-4-16,-1-5 3 0,1-6-3 15,-1-6-2-15,1-6-2 0,-1-7-3 16,-3-9-4-16,2-5-9 0,-3-20-4 16,0 0-7-16,0 0-25 0,0 0-81 15,2 2-146-15,0-4 9 0</inkml:trace>
  <inkml:trace contextRef="#ctx0" brushRef="#br0" timeOffset="105832.98">28328 10176 700 0,'25'-12'57'0,"12"7"-6"0,10-3-9 15,12 4-8-15,15-4-10 0,11 1-6 0,15-2-5 16,8-2-4-16,8-1-1 0,1 0-1 15,-4 1-3-15,-3 1-2 0,-12-1-1 16,-11 1-2-16,-19 0-1 0,-16 1 0 16,-19 3-1-16,-14 0-7 0,-19 6-13 15,0 0-19-15,0 0-33 0,-35-6-67 0,-7 3-147 16,-4 6 20-16</inkml:trace>
  <inkml:trace contextRef="#ctx0" brushRef="#br0" timeOffset="106783.03">5260 10645 733 0,'-11'-29'32'0,"2"5"-10"16,5 4 4-16,-2 3-7 0,6 17-1 15,0 0-7-15,0 0-5 0,0 0 5 0,-19 25-5 16,3 14 3-16,-1 14-3 0,2 15-6 31,0 14 3-31,-3 11-4 0,1 6 3 0,2 1 2 16,-3-2-2-16,-1 0 1 0,4 0-2 16,-2-1-3-16,4-4 3 0,0-9-4 15,3-15 4-15,4-15-2 0,2-15 1 16,1-13 5-16,3-26-3 0,0 0 2 0,0 0 0 15,0 0-4-15,0 1 2 0,4-32-2 16,2-12-1-16,-3-10 1 0,3-12 0 0,1-8 1 16,-3-8-2-16,2-2-2 0,1-4 2 15,-1-6-2-15,1-7 2 0,5-7 4 16,-2-5-4-16,4 4 4 0,1 10-4 16,5 19-3-16,3 21 4 0,-2 18-7 0,0 19 6 15,2 15 0-15,3 13 1 0,2 14 6 16,8 14-3-16,0 12 1 0,2 11-3 0,-2 12-1 15,3 9 0-15,-2 6 0 0,-2 5 4 16,-3-1 0-16,3 1-1 0,-5-2 1 16,2 1-2-16,-5-1-4 0,-4-3 4 15,-5-4-3 1,-1-9 2-16,-5-9 4 0,-2-10-5 16,0-12 5-16,-4-9-5 0,-2-11-1 15,-4-21 1-15,0 0-3 0,0 0 3 0,0 0-5 16,2 1-11-16,-2-1-14 0,0-1-32 15,-9-22-66-15,-5-3-160 0,-8-9 12 16</inkml:trace>
  <inkml:trace contextRef="#ctx0" brushRef="#br0" timeOffset="106966.21">4843 11473 614 0,'24'13'59'15,"5"-10"-1"-15,13-3-11 0,7-6-11 0,12-2-11 16,4-2-8-16,13-2-6 0,3-1-6 16,4-1-5-16,2 4-4 0,1-1-7 0,2 5-24 31,-9-3-50-31,3-10-195 0,-7 5 5 16</inkml:trace>
  <inkml:trace contextRef="#ctx0" brushRef="#br0" timeOffset="107250.03">6289 10930 734 0,'0'0'49'16,"0"0"-7"-16,0 0-7 0,0 0-9 16,0-1-10-16,0-1-3 0,1 2-4 15,1 0 0-15,22 16-2 0,-4 11 2 0,-5 9-2 16,-1 7-2-16,-1 4-2 0,-4 3 0 0,4 3 2 15,-3 2-3-15,-1-1 2 0,1 1-4 16,-3 0-2-16,3-2 2 0,-1-2-1 31,-2-4 1-31,0-7-1 0,-1-10 0 16,-1-7-3-16,-5-23-1 0,0 0-2 0,0 0-1 16,8 15-2-16,-8-15-8 0,0 0-13 15,9-15-19-15,1 0-41 0,-7-13-71 0,-7-5-112 16,-1 0 21-16</inkml:trace>
  <inkml:trace contextRef="#ctx0" brushRef="#br0" timeOffset="107716.56">6060 10827 607 0,'0'0'52'0,"0"0"-7"16,0-1 0-16,0-1-1 0,7-16-6 15,9 4-8-15,12 4-6 0,11-1-4 16,9 0-3-16,8 1-3 0,6 0-3 15,6 2-3 1,4 1-2-16,-1 6-2 0,-1 2-2 0,-7 7 0 0,-5 4-1 0,-9 7-2 31,-7 3 1-31,-10 7-2 0,-6 7 1 0,-6 7-1 16,-11 2 2-16,-12 6-2 0,-6-1 0 16,-12-2-1-16,-7 1 0 0,-5-4 4 15,-5-1-2-15,-5-4 3 0,4-5-4 16,-2-7 0-16,4-4-1 0,9-6 2 0,8-6 1 15,20-12-1-15,0 0 3 0,0 0-2 16,0 0-1-16,-1 1 2 0,22-14-1 0,7-1 1 16,6 3 1-16,1 1-1 0,3 3-1 15,-2 3 0-15,3 4 0 0,3 3 1 16,-3 5 2-16,3 4-1 0,3 6 0 16,-5 3-1-16,-2 7-1 0,-6 3 0 0,-5 6 2 15,-7 2-2-15,-8 4 2 0,-9 1-2 16,-6 0-1-16,-10 0 0 0,-13-2 3 0,-12-1-3 15,-9 0 3-15,-8 0 0 0,-2-3-4 16,-1-1 2-16,-1-5-5 0,7-5-6 16,0-4-6-16,7-5-11 0,3-9-16 31,9 0-39-31,-3-9-93 0,10-6-108 0,7-3 22 16</inkml:trace>
  <inkml:trace contextRef="#ctx0" brushRef="#br0" timeOffset="108316.49">4890 10021 664 0,'0'0'42'0,"-1"-22"-12"0,1 22 0 0,0 0-2 16,0 0-7-16,0 0-10 0,-2-2-5 15,2 0-5-15,-1 2 1 0,-1 0 0 16,-15 22 1-16,-6 10-1 0,-3 7-1 16,-7 6-1-16,-6 5 0 0,-6 4-1 0,-6-1 2 15,-2-1-1-15,-2-7 1 0,7-7-1 16,6-9 0-16,10-9 0 0,9-8 2 0,23-12 0 15,0 0 0-15,0 0-1 0,19-22 0 16,20-10-1-16,10-7-1 0,9-10 3 31,9-3-2-31,-1-5 2 0,2 3-2 16,-6 4 0-16,-1 4 1 0,-9 10 0 0,-3 6 0 16,-10 11 2-16,-7 6-2 0,-6 11 0 15,-3 4 2-15,0 10-1 0,-2 3 3 0,0 6-1 16,1 5-2-16,-2 2-1 0,2 4-1 15,1 2-3-15,-1 1 3 0,2 3-1 16,1-2 0-16,1-1-4 0,-2-6-11 16,4-2-22-16,-8-8-48 0,5-12-183 0,1 1-4 15</inkml:trace>
  <inkml:trace contextRef="#ctx0" brushRef="#br0" timeOffset="108866.63">6556 9965 492 0,'-23'-32'65'15,"-3"3"-11"-15,7 7-4 0,-7 5-10 16,3 8-10-16,-4 4-10 0,-4 8-3 16,-2 5-4-16,0 7-2 0,-2 8 2 0,0 9-5 15,5 5 2-15,1 8-6 0,0 2-2 16,3 3 1-16,3 6-2 0,1 2 0 0,2 0-1 15,3-1 0-15,2-5-1 0,8-10 2 16,0-10-2-16,4-8 1 0,3-24 0 16,0 0 1-16,0 0 0 0,0 0 1 31,1 2-2-31,27-15 0 0,-1-12 1 0,-1-12-1 16,2-8 2-16,-1-10-2 0,-1-6 2 15,1-2-2-15,0-2 2 0,0 1-1 0,-1 1-4 16,0 6 3-16,-3 10-4 0,-2 10 4 15,-3 14-1-15,-2 11 1 0,-16 12 0 16,21 5 2-16,-1 8-2 0,-1 9 2 16,2 5 4-16,4 5-5 0,-1 3 4 0,2 1-5 15,1 2-1-15,3 0 1 0,2 3-2 16,4-2-1-16,-2 4-9 0,1-2-18 0,4 3-43 16,-7-4-102-16,0-7-94 0</inkml:trace>
  <inkml:trace contextRef="#ctx0" brushRef="#br0" timeOffset="109284.35">8449 10671 711 0,'-9'-41'39'0,"-1"3"-9"0,2 7 5 15,-1 6-3-15,0 7-11 0,9 18-7 16,-13-13-4-16,13 13-4 0,0 0 0 16,-23 6-1-16,1 8 1 0,2 10 4 0,1 11-3 15,-1 8 3-15,8 10-5 0,1 12-3 16,7 12 2-16,1 12-3 0,4 8 3 0,4 6 2 15,3 5-4-15,4 6 2 0,4 6-2 16,1 4-6-16,3 0 6 0,1-4 1 31,-3-3-4-31,1-4 5 0,-3-6-3 16,0-5-3-16,-3-8 1 0,-4-11 2 0,-6-9-3 16,-6-11 3-16,-9-7-1 0,-7-8-2 15,-7-9 0-15,-7-6-3 0,0-10-1 0,-5-6-5 16,3-11-6-16,-1-6-7 0,-2-9-14 15,4-3-43-15,-4-10-114 0,1-11-93 16</inkml:trace>
  <inkml:trace contextRef="#ctx0" brushRef="#br0" timeOffset="109584.26">7797 11279 716 0,'0'0'29'0,"0"0"6"0,0 0 3 31,-3-1 0-31,3 1-10 0,0 0-6 16,0 1-1-16,33 4-7 0,8-3-4 15,12-4-2-15,14-1-5 0,14-3 2 16,14-2-1-16,12-1-2 0,6-2-6 0,4 3 5 15,-4-3-7-15,-12 5 5 0,-8 3 0 0,-14 1-2 16,-14 4 0-16,-14-2-2 0,-14 1 0 16,-13-1-5-16,-24 0-6 0,0 0-9 15,0 0-25-15,0 0-57 0,1 0-178 16,-23-1 1-16</inkml:trace>
  <inkml:trace contextRef="#ctx0" brushRef="#br0" timeOffset="110316.54">14147 12171 509 0,'0'0'56'15,"0"0"1"-15,-11-17-5 0,11 17-9 16,0 0-8-16,0 0-8 0,0 0-3 31,-1-2-2-31,1 1-3 0,-3-1-1 16,3 1-3-16,0-1-3 0,0 0-1 0,-1 2-1 16,1 0-2-16,0 0 1 0,1 0-3 0,9 17-2 15,2 1-2-15,-2 4 0 0,0 5-3 16,1 5 1-16,-3 3-1 0,-2 5 1 15,-5-1-1-15,-4-1-2 0,-1-2-6 16,-4-4-10-16,0 0-10 0,2-6-34 16,6 1-68-16,17-6-153 0,-17-21 9 0</inkml:trace>
  <inkml:trace contextRef="#ctx0" brushRef="#br0" timeOffset="110666.43">15397 11009 621 0,'5'-30'51'15,"2"2"-6"-15,-4-2-1 0,2 6-7 16,-2 3-7-16,-3 21-6 0,0 0-7 0,0 0-7 15,0 0-5-15,2-2-1 0,-2 2 0 0,6 25 3 16,0 8-3-16,1 8 2 0,1 4-4 16,1 2 0-16,-2 2 4 0,2 1-3 15,1 0 3-15,-1 0-5 0,-2-1-2 16,0-5 0-16,-1-3-1 0,-2-6 2 16,1-8-1-16,-2-4-1 15,-3-23-3-15,0 0-3 0,4 20-3 0,-4-20-3 0,0 0-7 0,0 0-13 16,0 0-20-16,2 1-30 0,-2-2-42 15,-8-31-61-15,-8-3-48 0</inkml:trace>
  <inkml:trace contextRef="#ctx0" brushRef="#br0" timeOffset="111166.21">14775 10615 567 0,'-34'-12'64'0,"6"-1"-11"16,28 13-7-16,-18-10-15 0,18 10-7 15,0 0-11-15,15-20 3 0,14 0-6 16,13 4 2-16,16-1 1 0,15 3-2 16,10 0-1-16,11 4-1 0,5 2-2 0,5 4-2 15,0 5-2-15,-3 7 0 0,-5 5-3 16,-10 9 0-16,-13 3 4 0,-12 6-5 0,-15 2 4 16,-12 5-4-16,-12 2-1 0,-12 1 2 15,-13 3-2-15,-11 2 2 0,-14-1-2 16,-12 0 1-16,-9 1-1 0,-12-3 1 15,-4-4-1-15,-3-3 2 16,3-6-1-16,10-3 1 0,4-8-1 0,9-4 2 0,9-4-1 0,11-4 1 31,22-7-1-31,0 0 0 0,0 0-1 16,0 0 0-16,-1-1 2 0,37 0 0 16,11 1 0-16,3 1 0 0,8 2-1 15,1 5-1-15,6 4 6 0,-1 6-4 16,-3 6 4-16,-5 4-4 0,-5 0 0 0,-5 4-1 15,-6 2 0-15,-6-1 1 0,-8 4-2 0,-6-2 2 16,-10 1-2-16,-7 2 2 0,-10 0-1 16,-9 0 1-16,-12 0-1 0,-11-3 1 15,-9-4-2-15,-8-2 2 0,-6-4-1 16,-5-6 2-16,1-3-3 0,-2-6 2 16,6-4-2-16,7-3-1 15,6-3 0-15,8-3-1 0,8 0-2 0,7-3-3 0,26 6-5 0,-22-10-7 16,22 10-14-16,0 0-15 0,9-14-26 15,8-1-46-15,9-5-92 0,10 8-28 16</inkml:trace>
  <inkml:trace contextRef="#ctx0" brushRef="#br0" timeOffset="111683.1">16742 10830 791 0,'0'0'30'0,"0"0"-10"0,0 0-4 15,0-1-2-15,0 1-3 0,0 1 0 0,-1 30 0 16,1 7-4-16,-2 7 0 0,-2 8-3 16,-2 3 0-16,-4 5 2 0,-4 0-3 15,-1 1 2-15,-2 2-5 0,1-1-1 16,-3 1 0-16,2 1 0 0,-5-3 1 15,5-2-2-15,1-8 2 16,-1-10-1-16,3-8 3 0,3-12-2 0,1-8 2 0,10-14 0 0,0 0-1 16,0 0 0-16,-16-18-1 0,4-10 0 31,5-9-2-31,4-12 3 0,2-9-3 16,2-6 2-16,2-4-1 0,0-2-3 15,3-1 5-15,2-3-4 0,1-4 2 16,3-4 3-16,5 1-5 0,3 9 5 0,2 11-4 15,7 19 2-15,1 16 0 0,4 13-1 0,0 18 1 16,4 13-1-16,-1 16 2 0,4 11-2 16,0 10 3-16,-1 6-2 0,-4 1 2 15,-1-1 2-15,-5-2-3 0,-1-2 3 16,-5 0-4-16,-4-3 0 0,-5-2 1 16,-6-4-2-16,0-2 1 15,-5-5 0-15,-6-6 1 0,-2-6-2 0,0-6-1 0,-2-7 1 0,6-16-3 16,-10 12-2-16,10-12-4 0,-20 5-11 15,-3-10-9-15,1-2-19 0,-10-11-27 16,0 1-48-16,-4-6-84 0,-7-10-43 31</inkml:trace>
  <inkml:trace contextRef="#ctx0" brushRef="#br0" timeOffset="111850.67">16236 11236 626 0,'32'7'57'0,"8"-6"-7"16,10 1-4-16,2-5-12 0,7-3-9 16,0-5-13-16,6-1-1 0,-1-3-10 0,-2 1 2 15,-4 1-3-15,-10-1-1 0,-5 2-3 0,-7-4-6 16,-6 3-11-16,-8-7-25 0,-3 5-41 16,-14-6-75-16,-13-7-101 0</inkml:trace>
  <inkml:trace contextRef="#ctx0" brushRef="#br0" timeOffset="112092.74">15095 9872 633 0,'-14'-12'44'0,"14"12"-14"0,0 0-11 0,0 0-4 15,0 0-3-15,-2 2 2 0,-14 13 6 0,3 8-8 16,-4 4 0-16,-6 6-8 0,-2 4-4 16,-5 2 0-16,-6 4-2 0,1 1-1 15,2 3-5-15,0-2-5 0,4 0-11 16,1-6-16-16,9 2-31 0,1-9-49 16,7-7-122-16,14 0 11 0</inkml:trace>
  <inkml:trace contextRef="#ctx0" brushRef="#br0" timeOffset="112250.78">15665 9940 227 0,'0'0'-63'0</inkml:trace>
  <inkml:trace contextRef="#ctx0" brushRef="#br0" timeOffset="112567.33">16136 10024 710 0,'0'0'43'0,"3"-21"-6"0,-3 21-4 0,0 0-7 16,0 0-9-16,0 0-4 0,2-2-2 31,-1 1-1-31,12-12-2 0,-13 13 1 16,25-1-4-16,1 1 0 0,0 1-1 15,0 3-3-15,-2-1 0 0,-2 0-2 16,-3 1 0-16,-19-4 1 0,0 0-2 0,18 6 1 15,-18-6-1-15,0 0-1 0,0 0-4 0,0 0-2 16,2 2-6-16,-2-2-7 0,0 0-8 16,-2 0-16-16,1 0-23 0,-31-8-30 15,8 6-53-15,-4 3-67 0</inkml:trace>
  <inkml:trace contextRef="#ctx0" brushRef="#br0" timeOffset="112882.92">14884 9843 527 0,'0'0'56'0,"0"0"-7"0,0 0-9 15,0 0-13-15,-1-1-6 0,1-1-3 16,-2 2 0-16,2-1 1 0,0 1-1 15,0 0-1-15,2 1-1 0,13 22 3 16,6 3-6-16,9 2 4 0,13 2-8 16,8 2-4-16,10 4-1 0,11 3-3 15,6 6 0-15,2 2-1 0,-2 1 1 0,1 2-2 16,-5-2 1-16,-3-5-3 0,-9-4 0 0,-11-6-6 16,-9-6-9-16,-9-1-15 0,-13-10-23 15,-1 2-39-15,-19-18-71 0,0 0-89 16</inkml:trace>
  <inkml:trace contextRef="#ctx0" brushRef="#br0" timeOffset="113349.95">16441 10007 639 0,'9'-18'53'0,"-9"18"-7"0,9-21-4 16,-9 21-8-16,7-18-11 0,-7 18-5 16,0 0-8-16,0 0-4 0,0 0-2 15,1-2-2-15,-2 4 1 0,-16 19-1 16,1 5 0-16,-3 6-1 0,-1 6 0 16,-1 6-2-16,-2 4 2 0,-1 7-2 15,-2 4 2-15,-2 0-2 0,2-2 2 0,0-7-2 0,3-7 0 16,4-4 5-16,2-7-5 0,3-9 6 15,3-6-4-15,11-17-1 0,0 0 2 16,0 0-2-16,0 0 1 0,-1 2-5 16,14-34 4-16,6-6-3 0,2-5 3 15,1-3 2 1,0-8-3-16,-1-5 3 0,-3-4-1 16,-1-1 1-16,-4 0-1 0,0 6 0 0,-3 8-1 15,1 11 2-15,-3 11-2 0,-1 11 1 16,-7 17 0-16,0 0 0 0,22 10 0 15,-2 9 0-15,6 9 1 0,3 7-1 16,3 9 0-16,1 4-2 0,2 6 1 16,1 1-2-16,2 2 2 0,-1-3-1 15,1-2 0-15,0-6-2 0,-4-6-5 0,1-3-4 0,-3-7-19 16,1 1-22-16,-7-11-54 0,-3-4-174 16,6-4 16-16</inkml:trace>
  <inkml:trace contextRef="#ctx0" brushRef="#br0" timeOffset="114016.29">18161 10675 394 0,'16'-21'78'0,"1"0"-5"0,-5-7-14 0,0 1-5 15,-4-3-12-15,-1 0-2 0,-5-2-6 16,-2 1-4-16,-5 2-3 0,1 3-5 15,-1 4-3-15,5 22-4 0,-9-24-4 16,1 7-2-16,8 17-1 0,0 0-4 16,-16-9-1-16,16 9 0 0,-21 9-2 15,3 8 3-15,5 8-2 0,3 8 1 0,3 10 4 0,4 7-5 16,3 6 4-16,3 8-2 0,1 8-3 16,5 8 2-16,0 10-2 0,1 5 3 15,4 3 1-15,1 0-3 0,0 1 2 16,2 1-3-16,-2 0-3 0,0 0 3 15,4-4-4-15,2-6 4 0,3-8 1 16,0-9-2-16,-1-7 3 0,-4-8-3 0,-5-8-1 0,-3-8 1 31,-4-8-2-31,-6-9 1 0,-1-25-2 16,-3 25 2-16,3-25-1 0,-13 17-1 16,-4-11-2-16,-8-6-3 0,-4-6-6 15,-5-8-5-15,-4-1-10 0,-2-8-15 16,2 1-30-16,-8-9-44 0,4-6-108 15,3 1-34-15</inkml:trace>
  <inkml:trace contextRef="#ctx0" brushRef="#br0" timeOffset="114332.88">17772 11179 681 0,'-20'-12'52'0,"20"12"-7"0,0 0-6 15,0 0-7-15,0 0-10 0,-2-2-6 16,1 2-3-16,-1 0-3 0,1-1 0 16,1 1 0-16,0 0-1 0,1 0 1 31,42 0-3-31,10 0-2 0,16-2-1 0,12 0-2 16,16-1-1-16,10 0 0 0,10-2 0 0,4 0-1 15,-2 3 0-15,-7-3 0 0,-17 2-1 16,-16-1 0-16,-18 0 1 0,-17 1 1 15,-15 0-1-15,-29 3 1 0,0 0-1 16,0 0-2-16,0 0 0 0,1-2-3 16,-16-19-2-16,-6 7-6 0,-1 7-12 15,-2-2-19-15,24 9-59 0,-28 11-196 0,5-7 12 0</inkml:trace>
  <inkml:trace contextRef="#ctx0" brushRef="#br0" timeOffset="119617.59">10505 11342 508 0,'0'0'47'0,"-8"-16"2"0,8 16 0 0,0 0-8 0,0 0-10 0,0 0-6 0,11-16-6 31,8 7 0-31,13 4 0 0,13 5-1 16,17 2-2-16,20-1-2 0,17 2-2 15,19-1-2-15,17-1-2 0,12 1-2 16,11-2 1-16,8 0-1 0,2 0-1 0,1 0 0 15,-7 1-2-15,-12 1-2 0,-14 1 0 0,-17 1-1 16,-18 0 1-16,-20 0 0 0,-16 0-2 16,-19 0 1-16,-17-1 0 0,-29-3 0 15,0 0 1-15,0 0-1 0,0 0-1 16,-2-2-2-16,-25 8-5 0,-3 2-13 16,-9-2-14-16,3 6-32 0,-9-3-57 0,-10 3-152 15,5 2 15-15</inkml:trace>
  <inkml:trace contextRef="#ctx0" brushRef="#br0" timeOffset="120017.7">10760 11930 592 0,'-35'-5'36'0,"11"2"4"0,24 3 4 16,-19-5-3-16,19 5-11 0,0 0-7 0,0 0-5 15,0 0-2-15,-2-2 0 0,1 2-1 0,1 0-1 16,1-1-3-16,28-3-7 0,15 1 4 16,16-2-7-16,20-1 6 0,20 0-2 15,15-2 0-15,15-1-1 0,8 1-3 16,9 1 1-16,1 1 0 0,-5 1 0 15,-10 2-2-15,-16 2 0 0,-16-1 0 0,-18 2 0 16,-18 0 1 0,-17-1-3-16,-15-1 3 0,-33 2 1 15,0 0-1-15,0 0 2 0,0 0-3 16,3-2 0-16,-2 2-2 0,-1-1 0 16,-11-13-2-16,-4 5-5 0,-8-2-8 15,3 4-12-15,-9-5-17 0,7 1-35 16,-7-6-66-16,-11-4-122 0,8 0 15 0</inkml:trace>
  <inkml:trace contextRef="#ctx0" brushRef="#br0" timeOffset="120383.17">11871 10571 584 0,'20'-23'49'0,"-5"3"-7"0,3 5 4 0,-4 1-7 16,-14 14-10-16,0 0-9 0,0 0-6 15,0 0-7-15,2-1-2 0,-1 1 2 16,-1 0 1-16,0 0 2 0,-10 15-1 31,-1 5 4-31,-4 5-6 0,-2 7 5 16,2 8-6-16,-2 10 0 0,-2 15 0 0,-1 19-4 16,-5 16 4-16,-4 14-1 0,-5 12-2 0,-11 12 2 15,-3 12-2-15,-2 8-1 0,-5 7 1 16,-2 4-1-16,-4 1 1 0,-1-4 0 15,3-6-3-15,0-9 1 0,1-9-1 16,3-10-1-16,6-13 3 0,8-19 4 16,8-21-3-16,10-20 3 0,10-17-4 0,4-15-1 15,9-27 1-15,0 0 1 0,0 0 2 0,0 0-3 16,0 1-1-16,3-1-9 0,12-18-4 16,2-4-11-16,-4-3-9 0,6 5-29 15,-9-5-73-15,-1 6-160 0,6 2 9 16</inkml:trace>
  <inkml:trace contextRef="#ctx0" brushRef="#br0" timeOffset="129249.9">5010 14256 433 0,'0'0'55'16,"0"0"10"-16,0 0 0 0,3 0-12 15,-3 0-18-15,0-1-12 0,-3-1-7 16,3 0-5-16,0 2 3 0,0-1 1 15,0 1 1-15,0 1 0 0,6 30-3 0,0 1-4 16,-3 2-1-16,-3 3-4 0,-2 0-1 0,-2 0 3 31,-5 0-6-31,2-1 5 0,-3 1-5 16,1-4-1-16,-2-1 2 0,-1-3-1 16,2-5 0-16,-3-4 1 0,13-20 2 15,0 0 3-15,0 0 3 0,0 0 3 0,0 1-2 16,0-1-3-16,-1-1-4 0,2-33-2 15,13-6-4-15,7-7-2 0,6-7 5 0,5-5-4 16,0-5 5-16,4-4 1 0,-6-5-3 16,-2-1 4-16,2-1-2 0,-2 4-3 15,-1 1 3-15,1 10-3 0,-4 11 4 16,1 13 1-16,-6 14-3 0,-2 13 0 16,-17 9 0-16,24 12-1 0,-2 10 2 0,1 11 5 15,2 11-5-15,-1 8 4 0,-2 5-4 0,0 5-3 16,-2 4 3-16,-2 4-2 0,0 1 2 15,2 0-2-15,-1-1 3 0,3-3 1 16,-2-3-2-16,-4-9 3 0,-2-8-4 16,-3-10-1-16,-4-8 2 0,2-8-1 15,-9-21 0 1,0 0 0-16,0 0 0 0,0 0 1 16,2 2-1-16,0-2-11 0,-1 0-15 0,1 0-36 15,1-27-65-15,-6-4-166 0,0 1 17 16</inkml:trace>
  <inkml:trace contextRef="#ctx0" brushRef="#br0" timeOffset="129449.71">4961 14458 708 0,'0'0'53'16,"0"0"-3"-16,0 0-13 0,-1-1-15 15,18-15-9-15,9 2-4 0,13 1-2 0,6 1-4 16,7 1-1-16,4 2-4 0,2 2-6 0,0 5-18 31,-6-3-28-31,0 12-67 0,-5 0-166 16,-7-4 17-16</inkml:trace>
  <inkml:trace contextRef="#ctx0" brushRef="#br0" timeOffset="129784.32">5963 14314 765 0,'15'-23'42'0,"2"-3"0"0,2 5-5 0,-3 1-9 15,-3 5-9-15,-13 15-7 0,14-11-5 0,-14 11-2 16,0 0-1-16,21 10-1 0,-6 8 1 15,-3 7-1-15,2 12-1 0,-5 4-1 16,1 3 2-16,-1 2-3 0,-5 1 2 31,2 1 2-31,0 2-5 0,-2 0 4 0,1-1-3 16,-4-2-2-16,6-5 3 0,-3-5-3 16,-1-6 0-16,2-6-1 0,-5-25-1 0,3 20-2 15,-3-20 1-15,0 0-3 0,0 0-1 16,0 0-10-16,1 1-14 0,12-16-19 15,-9-12-30-15,5 0-51 0,-9-10-52 16,-7-8-66-16</inkml:trace>
  <inkml:trace contextRef="#ctx0" brushRef="#br0" timeOffset="130199.64">5992 14080 557 0,'-26'-28'84'0,"10"13"-16"16,3 2-12-16,13 13-14 0,0 0-11 15,0 0-5-15,0 0-8 0,-1-2-2 16,1 1-2-16,11-11-3 0,5 4 0 15,5 7-3-15,3 1-1 0,5 4 0 0,6 4-2 16,4 1-1-16,4 3-2 0,2 5 1 0,7 4-4 16,-3 3 3-16,-1 2-3 0,-5 3 1 31,-7 0 0-31,-5 3 0 0,-9 1-3 16,-7 0 0-16,-9 2-3 0,-7 0-1 15,-8 0-3-15,-10-2 0 0,-4-2 0 0,-3-5 3 16,-3-5 1-16,3-5 4 0,3-5 1 15,6-5 1-15,17-6 4 0,0 0-1 0,0 0 0 16,0 0 0-16,-2 0-2 0,2-1-1 16,10-16 2-16,6 5-2 0,7 3 2 15,5 4 1-15,2 2-1 0,2 5 2 16,1 2 1-16,2 7-1 0,4 2-1 16,0 6 0-16,-3 5 3 0,0 2-4 0,-5 1 3 15,-5 2-6-15,-7 0 0 0,-8 0 1 0,-8 1-1 16,-6 3 4-16,-6 2-3 0,-8 0 0 15,-7 0-1-15,-7 0-1 0,-5 0-4 16,-3-3-2-16,-3 0-10 0,-1-6-13 31,5-1-30-31,-8-11-56 0,4-5-172 0,7 0 9 16</inkml:trace>
  <inkml:trace contextRef="#ctx0" brushRef="#br0" timeOffset="130700.6">4802 13530 615 0,'9'-30'62'0,"-2"0"-2"0,3 7-13 0,-1 3-13 16,-9 20-12-16,7-16-8 0,-7 16-4 0,0 0-2 31,0 0-2-31,0 0 1 0,11 13 0 16,-6 10-1-16,-5 7 0 0,-3 10-4 16,-7 7 1-16,0 1-4 0,-5 2 2 15,-2 1 0-15,-2-6-1 0,2-4-1 0,-2-4 1 16,3-5 6-16,-1-5-7 0,2-4 5 15,-2-8-5-15,7-5-1 0,10-10 3 16,0 0 0-16,0 0-1 0,-16-22-6 0,10-7 5 16,5-8-4-16,2-4 3 0,8-5 3 15,1-6-1-15,0-7 2 0,7-2-1 16,-1 3 1-16,3 6-2 0,3 13 2 16,1 10-1-16,3 8 1 0,1 10 0 0,2 8 1 15,6 8-1-15,4 5 0 0,6 7-1 0,-2 4 0 16,2 7-1-16,-6 2-1 0,2 2 1 15,-5 3-3-15,-3-2-1 0,-1 2-9 16,2-5-11-16,3 1-36 0,-7-12-97 31,5-3-130-31,4-4 10 0</inkml:trace>
  <inkml:trace contextRef="#ctx0" brushRef="#br0" timeOffset="131266.34">6167 13438 538 0,'-1'-26'80'0,"1"26"-14"15,-2-27-12-15,2 27-13 0,0 0-11 0,0 0-9 16,0 0-7-16,-1-2-5 0,1 1-2 15,-2-1-1-15,2 2-1 0,-1 0 1 0,-12 21-2 16,-3 8-1-16,3 3-2 0,-6 4 0 16,-1 6-2-16,-2 0 1 0,-1 1-2 15,-3-1 3-15,3-2-4 0,1-6 2 16,-1-4-2-16,6-10 1 0,5-6 1 16,12-14 2-16,0 0 1 0,0 0-2 0,0 0 1 15,-1 2-2-15,11-34 1 0,7-3 0 0,2-6 3 16,3-4-2-16,1-7 0 0,1-1 0 15,1 2 2-15,1 8-2 0,0 6 3 16,0 12 0-16,0 8 0 0,-3 9 0 31,-1 6 1-31,4 7-2 0,0 6 0 0,3 5-1 16,-2 6-2-16,-1 2 1 0,-2 2-2 16,-1 1 1-16,-2 3-3 0,1 2 0 0,0 3-9 15,1-3-12-15,6 3-34 0,-8-9-74 16,3-4-154-16,6 0 10 0</inkml:trace>
  <inkml:trace contextRef="#ctx0" brushRef="#br0" timeOffset="131784.15">7788 13818 633 0,'0'0'63'0,"0"0"-10"0,-3-23-10 15,3 23-10-15,0 0-11 0,0 0-5 16,0 0-5-16,-1-2-1 0,-24 7 0 0,4 8 0 16,0 9 2-16,1 6-4 0,6 11 1 15,2 6-4-15,3 7-3 0,5 7 1 0,4 7-3 16,4 7 2-16,5 7-2 0,3 2 1 15,5 2 3-15,3 6-3 0,2 2 2 16,4 4-2-16,-3 0-3 0,0-4 2 0,-4-5-4 31,-5-10 3-31,-5-8 2 0,-6-10-3 16,-4-9 4-16,-7-6-3 0,-6-8-2 16,-2-6 0-16,-6-5 1 0,-2-8-2 15,0-7 2-15,-3-8-5 0,1-4-2 0,0-5-6 16,3-3-9-16,-4-5-12 0,6 0-26 15,-3-11-47-15,2-3-101 0,9 1-65 0</inkml:trace>
  <inkml:trace contextRef="#ctx0" brushRef="#br0" timeOffset="132049.97">7201 14461 681 0,'0'0'54'0,"0"0"-7"0,0 0-8 0,-3 0-12 31,3 0-7-31,0 0 1 0,0 0-2 16,0 1 0-16,26 3-3 0,9-4-4 16,10-5-3-16,14-2-3 0,22-6-2 0,13-1-2 15,12-1-2-15,5 2 0 0,-4 1-1 16,-6 4-1-16,-10 1-3 0,-8 2-7 15,-17 0-9-15,-11 5-14 0,-20-3-21 16,-6 8-40-16,-29-5-106 0,0 0-75 0</inkml:trace>
  <inkml:trace contextRef="#ctx0" brushRef="#br0" timeOffset="133500.64">9735 14718 554 0,'0'0'60'0,"0"0"-8"15,0 0-12-15,0 0-12 0,-2-2-7 0,4 2-2 16,19-8 2-16,11 0 3 0,13 1 0 16,16 1-4-16,15 2-3 0,12 1-3 15,11 1-4-15,5 2 1 0,1 2 0 0,-5 1-2 16,-6 1 2-16,-10 1-5 0,-10-1-1 15,-13 1-2-15,-12-1-1 0,-16-1-1 16,-14 1 2-16,-19-4 0 0,0 0 1 0,0 0 0 31,0 0-1-31,3 0 0 0,-3 0-1 16,1 0-2-16,-1 0 0 0,-1-2-3 16,-2 2-2-16,-16-8-3 0,19 8-9 0,-23-2-11 15,1-2-15-15,22 4-24 0,-33 2-39 16,6 2-77-16,1 6-82 0</inkml:trace>
  <inkml:trace contextRef="#ctx0" brushRef="#br0" timeOffset="133833.21">10028 15132 720 0,'0'0'56'15,"0"0"-11"-15,-3-2-12 0,3 1-12 16,13-13-2-16,6 7-3 0,9 4-1 0,10 3-3 31,6 1-3-31,11 1-2 0,7-1-2 16,8 1 1-16,6-1-1 0,4-1-1 16,2 0 1-16,0-1 0 0,-3-1-2 0,-4-1-1 15,-9 0 1-15,-11 0-2 0,-10 1 1 16,-16 1 0-16,-29 1-1 0,0 0 0 15,0 0-1-15,0 0 2 0,3 0-1 0,-2 0-1 16,-1-2-2-16,0 2-2 0,-1 0-1 16,-28-2-9-16,6-1-12 0,23 3-22 15,-32-4-55-15,9 4-199 0,23 0 5 0</inkml:trace>
  <inkml:trace contextRef="#ctx0" brushRef="#br0" timeOffset="134667.47">13269 14214 644 0,'-3'-28'60'0,"3"28"-5"15,-2-24-12-15,2 24-12 0,0 0-12 16,0 0-9-16,0 0-3 0,-1-1 2 16,-1 2 0-16,-9 31 1 0,1 6-5 15,-2 6 0-15,1 5-3 0,-4 1 1 0,-2 1 3 16,-3-1-5-16,1 0 4 0,-1 0-4 15,-1-3-2-15,1-1 1 0,0-5-1 0,1-8 0 16,3-7 0-16,3-8 1 0,13-18 0 16,0 0 3-16,0 0 0 0,0 0-2 31,0 2 0-31,4-29-1 0,7-10 0 16,6-5 2-16,2-7-6 0,1-2 4 0,3-7-3 15,-4-8 2-15,1-6 3 0,0-6-3 16,1-1 3-16,2 7-2 0,-2 9 2 0,1 15-1 15,0 14 2-15,-2 13-1 0,-4 12 2 16,-16 9-1-16,28 18 0 0,-4 10 1 16,2 11-1-16,0 9 1 0,-4 10-3 15,4 6 1-15,-3 1-3 0,0-1 2 0,0-1 4 16,-2 0-4-16,-1-1 3 0,-3-1-3 16,-1-5-3-16,0-5 3 0,-2-5-2 0,-3-8 0 15,-4-6 0-15,0-7-1 0,-3-7 0 16,-4-18-1-16,0 0 0 0,0 0-7 15,0 0-9-15,2 1-15 0,-2-2-24 16,-17-30-44-16,2-2-122 0,-4 1-48 0</inkml:trace>
  <inkml:trace contextRef="#ctx0" brushRef="#br0" timeOffset="134866.28">12897 14489 625 0,'0'0'57'16,"0"0"6"-16,0 0-4 0,0 0-16 16,39-4-14-16,7 1-8 0,5 0-6 0,4 0-5 15,3-1-4-15,-2 1-4 0,-2-2 0 16,-4 0-3-16,-2 1-3 0,-6-1-8 16,-1 2-15-16,-8-5-23 0,0 3-46 15,-10-6-88-15,-6-4-89 0</inkml:trace>
  <inkml:trace contextRef="#ctx0" brushRef="#br0" timeOffset="135283.04">13215 13415 608 0,'-11'-17'65'0,"11"17"-11"16,0 0-13-16,0 0-10 0,0 0-12 0,-2-1-6 15,1 1-4-15,-1 0-1 0,-19 8 1 16,2 8 0-16,-2 10-3 0,-6 7-1 16,-5 9-3-16,-8 3 0 0,-4 3-3 15,1 3 2-15,0-4-3 0,4-3 2 0,7-6-2 16,4-8 0-16,8-5-3 0,7-9 0 16,13-16 5-16,-10 14-6 0,10-14-1 0,0 0 1 15,7-15-6-15,5-10 7 0,5-5 3 16,5-7 0-16,1-8 3 0,0-8-1 15,0-5 1-15,-1 0-1 0,0 4 3 16,1 7-1-16,0 10 1 0,-3 10 1 0,-1 9 2 16,-3 8 2-16,-16 10 2 0,30 5 2 31,-4 6 1-31,2 5-2 0,1 6-2 0,-2 2-2 16,3 3-3-16,-2 5-2 0,-1 2-1 15,1-1 0-15,-2 1-2 0,2-6-1 16,-1-1-7-16,-4-4-11 0,4 2-27 15,-9-10-56-15,2-3-184 0,2-3 5 0</inkml:trace>
  <inkml:trace contextRef="#ctx0" brushRef="#br0" timeOffset="143482.91">14930 13593 426 0,'-1'-23'66'15,"1"23"-2"-15,-3-30-7 0,3 30-10 0,-7-28-9 16,7 28-7-16,-9-22-3 0,9 22-4 0,-9-15-5 15,9 15-2-15,0 0-7 0,0 0 0 16,0 0-1-16,-26 11-2 0,3 6 2 16,6 6 0-16,-3 8-2 0,1 5 3 15,1 5-2-15,0 7 2 0,-1 9 3 0,-1 8-3 16,-2 9 0-16,0 13-2 0,-1 14-7 16,0 12 3-16,0 11 1 0,4 3-4 0,3 4 3 15,9 0-2-15,8-5-5 0,11-6 4 16,11-10 1-16,10-13-3 0,9-10 4 15,9-10-3-15,5-10-1 0,8-7 2 16,4-13-2-16,4-11 1 0,-1-7-1 0,-3-9 1 31,-7-10-1-31,-9-2 0 0,-9-8-2 16,-9-9-10-16,-7-2-14 0,-10-10-25 0,-2 6-61 16,-15 15-145-16,-3-30-28 0</inkml:trace>
  <inkml:trace contextRef="#ctx0" brushRef="#br0" timeOffset="143816.64">15461 14097 723 0,'3'-38'47'0,"6"8"-1"16,-1 1-7-1,-1 7-6-15,-7 22-8 0,0 0-7 0,0 0-8 0,0 0-4 0,-1-1-1 16,2 1 3-16,1 0-1 0,5 27 1 31,-2 9-2-31,-2 8-3 0,-1 10-1 16,-2 5 1-16,3 3-2 0,0 4 2 16,1-3-3-16,1-2 3 0,1-6 1 0,-2-5-4 15,6-6 4-15,-4-8-5 0,1-4 0 16,-1-6 1-16,-2-8-1 0,-4-18 0 0,0 0 0 15,0 0-2-15,0 0-2 0,2 2-7 16,0-2-8-16,0-2-13 0,5-24-9 16,-8-10-27-16,2-1-51 0,-8-8-69 15,-9-10-81-15</inkml:trace>
  <inkml:trace contextRef="#ctx0" brushRef="#br0" timeOffset="144283.15">15214 13915 686 0,'0'0'63'15,"0"0"-16"-15,-15-14-12 0,15 14-5 16,0 0-13-16,-4-23-1 0,4 23-7 0,11-24 2 16,4 6 2-16,8 5-3 15,3 4-1 1,10 3-1-16,3 3-3 0,5 3-1 0,2 3-1 16,6 3-1-16,3 3-2 0,0 4 1 15,0 3 5-15,-5 5-6 0,-6 6 4 16,-8 1-4-16,-8 2-4 0,-8 2 2 15,-11 3-5-15,-9 0-1 0,-8 3-3 0,-6-2 0 16,-8 1 0-16,-4 1 1 0,-3-3 2 16,-3-3 3-16,-1-2 2 0,1-6 2 0,5-6 1 15,5-4 1-15,22-14-1 0,0 0 0 16,0 0-1-16,0 0 1 0,-1-1 2 16,21 5 0-16,9-2 2 0,7 3 1 15,5 2 1-15,5 4-1 0,0 2 0 0,3 6 0 16,-1 2-1-16,-3 5 1 15,-2 1 3-15,-4 3-4 0,-7 2 1 0,-6 0-2 0,-9 0-2 16,-4 0 2-16,-11 0-2 0,-9 1 1 16,-9 2-2-16,-10 0-1 0,-11 0 2 31,-7 0-1-31,-6 0 0 0,-6-5 0 16,-5-3-2-16,-4-4 2 0,0-4-2 15,1-8-1-15,7-3-4 0,6-7-4 0,9-5-6 16,10-7-4-16,8-1-10 0,2-6-13 0,12 1-30 15,1-8-47-15,8-4-91 0,8 3-43 16</inkml:trace>
  <inkml:trace contextRef="#ctx0" brushRef="#br0" timeOffset="144699.9">15652 13140 750 0,'-16'-18'50'0,"16"18"-11"31,-17-15-8-31,17 15-8 0,0 0-8 16,0 0-7-16,0 0-5 0,-23 5 0 0,5 8 0 16,2 9 1-16,2 6 4 0,-3 6-6 15,-1 4 3-15,-2 4-4 0,-2 2-2 16,2 0 0-16,-2-1 0 0,1-2-1 15,3-4 0-15,2-5 0 0,6-7-2 16,4-8 1-16,6-17 1 0,0 0 1 0,0 0 0 16,10-15 0-16,8-12 0 0,5-7 1 0,7-7 2 15,5-3-2-15,4-3 2 0,0 1-3 16,2 2-4-16,-1 4 4 0,-1 7-3 16,-3 9 6-16,-4 9 0 0,-4 7 0 15,-4 7 1-15,1 3-1 0,-5 6 1 16,2 6 1-16,-4 3 4 0,0 4-5 15,-1 3 3-15,1 3-6 0,2 1-2 0,0 1 0 0,2 1-7 16,2 0-12-16,5 5-26 0,-3-6-77 31,0 4-173-31,2 2 10 0</inkml:trace>
  <inkml:trace contextRef="#ctx0" brushRef="#br0" timeOffset="145100.01">17086 14002 736 0,'-10'-31'46'0,"6"0"-3"16,-5-1-7-16,-1 5-3 0,-7 1-14 15,-2 8-3-15,-4 4-4 0,-2 7-4 16,-1 4-1-16,-1 4-1 0,-2 8-2 0,0 7 2 16,3 8 2-16,1 9-4 15,7 10 3 1,6 7-5-16,6 9-1 0,7 11 1 0,7 9-2 16,5 6 4-16,7 3 1 0,5 1-2 15,-1 1 0-15,5-2-2 0,-1-3-4 16,-4-2 4-16,-2-4-1 0,-6-6 1 15,-3-7-2-15,-7-12 0 0,-5-6 3 0,-4-11-3 16,-7-8 4-16,-7-8-6 0,-6-6-2 16,-6-5-5-16,-2-7-4 0,0-6-8 0,-1-5-9 15,-3-9-17-15,6 0-32 0,-4-10-39 16,4-4-96-16,4-1-53 0</inkml:trace>
  <inkml:trace contextRef="#ctx0" brushRef="#br0" timeOffset="145283.2">16576 14470 705 0,'-16'-11'57'16,"16"11"-6"-16,0 0-10 0,0 0-11 16,0 0-12-16,-2-1-7 0,2 1-2 0,2 0-2 15,30-6 1-15,10 0-4 0,13-1-4 16,7-2-3-16,6 2-13 0,0-4-23 0,10 8-71 15,-6-3-194-15,-7-7 12 0</inkml:trace>
  <inkml:trace contextRef="#ctx0" brushRef="#br0" timeOffset="145616.41">17288 13494 822 0,'0'0'36'0,"0"0"-5"0,4-32-3 0,4 10-5 31,3 5-8-31,6 6-6 0,5 5-3 16,10 8-1-16,9 6 0 0,10 9-1 0,8 9-1 16,6 11 2-16,6 11-4 0,1 10 1 15,1 9-1-15,-3 8 1 0,-3 11 2 16,-8 9-1-16,-14 12 0 0,-13 6-2 15,-15 6 1-15,-15 2-1 0,-16-2 0 16,-11-3-1-16,-11-5-7 0,-8-8 4 16,-5-8-2-16,-2-13 3 0,-2-14 1 0,3-12-1 0,5-12 3 15,5-14-6-15,10-9 2 0,8-10-10 16,22-11-8-16,0 0-18 0,0 0-32 16,0 0-82-16,18-30-148 0,8 4 18 15</inkml:trace>
  <inkml:trace contextRef="#ctx0" brushRef="#br0" timeOffset="146249.99">19438 14206 524 0,'-35'-5'73'0,"11"5"-7"0,0-6-11 0,24 6-10 0,-20-2-10 15,20 2-10-15,0 0-8 0,0 0-4 16,0 0-4-16,-2-2 0 0,2 2 3 16,2-2 2-16,28-7 1 0,15 2-2 15,20-1-4-15,21 4-2 0,15-1-2 0,9 2-1 16,-5 0-1-16,-7 1-3 15,-18 4 0-15,-15 1 0 0,-16 2-1 0,-12-1 0 0,-14-1 0 16,-23-3 0-16,0 0 0 0,0 0 1 31,0 0 0-31,1 0 0 0,-1 0-4 16,0 0-5-16,-1 0-6 0,-30 0-9 16,5 3-14-16,-4-3-23 0,3 9-46 15,-7-4-77-15,-2-2-84 0</inkml:trace>
  <inkml:trace contextRef="#ctx0" brushRef="#br0" timeOffset="146549.94">19391 14472 683 0,'0'0'57'0,"0"0"-5"15,-1 1-8-15,-1-1-13 0,0 2-10 16,0-2-7-16,1 1-1 0,-1-1 1 15,2 1 0-15,2-1 1 0,27 10-2 16,10-4-4-16,10 0-1 0,13-3-3 0,12 0-2 31,7-1-2-31,7-2-1 0,0 0 0 16,-3 0 1-16,-9 1-1 0,-10 0-1 0,-12 1 0 16,-12-1 0-16,-10 1 0 0,-9-2 1 15,-23 0-1-15,0 0 1 0,0 0 0 16,0 0 0-16,1 2-2 0,1-2-2 15,-1 0-6-15,1 0-5 0,-1 0-18 16,2 0-28-16,-2 0-121 0,0 0-128 16,-1-2 21-16</inkml:trace>
  <inkml:trace contextRef="#ctx0" brushRef="#br0" timeOffset="149566.26">22380 13975 568 0,'2'-27'73'16,"-7"-2"-15"-16,4 5-4 0,-4 2-17 31,5 22-5-31,-6-19-9 0,6 19-8 16,0 0-9-16,0 0-2 0,0 0 5 16,-11 15-4-16,1 12 7 0,-3 13-5 0,-1 7-3 15,-2 9 2-15,0 6-4 0,-3 6 0 16,1 6-1-16,-1 0 0 0,1 0 2 0,1 1-4 15,-2-2 5-15,-1-2-4 0,-1-5-1 16,3-6 2-16,2-10-2 0,2-9 1 16,3-11 0-16,4-8 1 0,7-22 1 15,0 0 3-15,0 0-1 0,0 0 0 0,1-2-2 16,-5-35-5-16,4-10 4 0,3-9-2 16,1-6-2-16,2-9 3 0,3-10-4 0,2-7 3 15,2-9 3-15,2-5-2 0,4 2 3 16,2 4-4-16,4 13-3 0,3 16 3 15,5 20-6-15,0 20 7 0,3 16 0 16,2 14 0 0,2 12 7-16,4 13-4 0,-4 10 3 15,-1 7-1-15,-1 8-2 0,-7 8 0 16,-3 5 0-16,-2 5 0 0,-3 3-2 0,-3-1 1 16,-5-2 2-16,-2-1-2 0,-6-4 2 15,-1-6-2-15,-3-5-2 0,0-7 1 16,-2-5-1-16,1-8 0 0,-2-8-1 15,0-27 3-15,0 23-3 0,0-23 1 0,0 0-3 16,0 0-8-16,0 0-9 0,0 2-19 16,-6-21-34-16,-10-11-78 0,-13-5-146 0,3-1 18 15</inkml:trace>
  <inkml:trace contextRef="#ctx0" brushRef="#br0" timeOffset="149750.76">22065 14335 642 0,'6'24'51'0,"-6"-24"10"31,13 17-6-31,4-8-15 0,7-4-12 16,9-4-9-16,7-2-7 0,4-2-6 16,2-2-3-16,-3 0-2 0,-2 1-3 0,-1 1-4 15,-4-3-14-15,1 3-32 0,-13-11-75 16,-12-3-170-16,4 1 11 0</inkml:trace>
  <inkml:trace contextRef="#ctx0" brushRef="#br0" timeOffset="150150.73">22366 13192 681 0,'-20'-23'58'0,"5"7"-13"0,1 2-8 16,14 14-11-16,-17-9-10 0,17 9-6 15,-24 3-7-15,2 9 2 0,-3 8 3 16,-6 7-3-16,-4 6 2 16,-5 6-5-16,-3 3-5 15,-1 2 4-15,-2 0-4 0,4 0 2 16,2 0-2-16,5-1-8 0,9-3-12 0,7-6-11 16,9-6-18-16,10-28-14 0,0 0-14 15,0 0-15-15,25 2-1 0,5-20 14 16,5-11 27-16,6-9 32 0,-3-9 31 15,-2-3 21-15,-4-4 19 0,-3 0 12 0,-7 1 11 16,-3 8 2-16,-5 5-12 0,1 11-7 16,-6 10-13-16,-9 19-11 0,0 0-5 0,0 0-4 15,0 0-2-15,25 9-1 0,-2 6 2 16,-1 6-9-16,1 2 2 0,0 4-8 16,5 2-6-16,4 0 2 0,2 1-3 15,5 0-1-15,2 2-13 0,-4-3-28 16,12 6-83-16,15-3-164 0,-8-8 10 0</inkml:trace>
  <inkml:trace contextRef="#ctx0" brushRef="#br0" timeOffset="150950.76">23906 14092 510 0,'0'0'77'0,"9"-21"-15"16,-7 1-10-16,-2 20-9 0,6-26-7 15,0 3-5-15,-4 3-5 0,-2 20-4 16,-5-31-2-16,2 7-5 0,-3 2-8 15,-2 3 2-15,-4-1-7 0,-5 2 4 0,-5 3-2 16,-10 3-1-16,-8 4-2 0,-5 5 1 16,-7 6-2-16,1 6 1 0,2 6 4 0,6 6-5 15,4 7 5-15,7 4-5 0,8 2-1 16,6 3 1-16,4 1-1 0,8-1 0 16,8-1-2-16,6-2 2 0,7 0 0 15,6-4 1-15,7-2 0 16,6-7 0-16,7-7 0 0,6-5 0 0,3-8-1 0,0-7 1 15,-5-8 0-15,-4-4-1 0,-8-4 3 0,-7-3 0 16,-6 0-1-16,-2-4 1 0,-7-3 0 31,-2-2 0-31,-2 1 1 0,-4 2 2 16,-2 4 3-16,-1 27 1 0,-1-27 1 16,1 27 0-16,0 0-4 0,0 0-2 0,0 0-2 15,1-1 0-15,-1 1 0 0,-1 1 0 16,-2 35-2-16,3 9 4 0,3 8-3 0,4 10 3 15,3 10-3-15,2 9 1 0,0 6 1 16,-1 1-2-16,1 3 1 0,-2 4-2 16,1 1 0-16,-1 3 1 0,2-3-2 15,-1-11 2-15,-2-6 0 0,-3-11-1 0,-4-5 0 16,-4-6 0-16,-4-8 0 0,-7-8 0 16,-3-7 0-16,-8-8 0 0,-8-7 0 0,-6-6-1 15,-8-8 0-15,-5-9-2 0,-5-8 1 16,-5-9-2-16,1-5 1 0,2-7 0 15,6-3 1-15,8-3-2 0,10 0 1 16,8 5-5-16,8 5-3 16,11 8-7-16,7 20-12 15,6-16-24-15,15 14-93 0,10 5-155 16,-2-1 5-16</inkml:trace>
  <inkml:trace contextRef="#ctx0" brushRef="#br0" timeOffset="155749.94">25209 14136 566 0,'0'0'36'0,"0"0"4"15,0 0-5-15,-22 2-13 0,22-2-10 16,0 0 0-16,0 0 1 0,0 0 4 16,-1 1 4-16,18 14 1 0,12-7-2 15,16-4 0-15,11-1-5 0,12 1-1 0,11-1-2 16,9 0-4-16,3-2-1 0,-2 1-2 0,-6-2-1 15,-12 0-1-15,-14-2 0 0,-11 1-1 16,-16-1 0-16,-30 2 2 0,0 0 1 31,0 0 3-31,0 0 0 0,1 0-3 16,1 0-1-16,0 0-3 0,0-1-2 16,-1 1-2-16,-1-2-3 0,0 1-9 0,-14-10-10 15,-4 3-17-15,18 8-28 0,-35-1-48 0,4 1-103 16,3 5-45-16</inkml:trace>
  <inkml:trace contextRef="#ctx0" brushRef="#br0" timeOffset="156066.53">25121 14541 745 0,'0'0'34'15,"0"0"5"-15,0 0-4 0,-2 2-10 16,4-1-3-16,20 9-4 0,9-3-4 0,11-1 0 31,6-1-5-31,10-2-2 0,7 1-1 0,7-2-4 16,5 0-1-16,4-1-2 0,-2-1 1 16,-2 0 0-16,-8 0 0 0,-8 0 0 15,-12 0 0-15,-11 0-1 0,-11 0 1 16,-27 0 0-16,0 0 1 0,0 0-2 15,0 0 1-15,2 0-3 0,-1-1-5 0,-1 1-2 16,0-2-10-16,-13-13-13 0,-6-2-30 0,4 7-100 16,-1-1-135-16,-5-5 15 0</inkml:trace>
  <inkml:trace contextRef="#ctx0" brushRef="#br0" timeOffset="159799.84">27768 14326 333 0,'0'0'42'0,"0"0"13"16,-1 1 1-16,-1-1-7 0,0 0-7 0,2 2-2 15,-1-2 0-15,2 0-2 0,19-15-10 0,7-4-9 16,4-5-7-16,2-6-6 0,5-5-1 15,5-5-3-15,2-4 1 0,4-1-2 16,-1-5 0-16,-3-2-1 0,-6-4-4 16,-9 0 4-16,-10-3-2 0,-11-4 3 15,-12-3 3-15,-6-1 0 0,-8 3 5 0,-4 10 1 16,-3 8 4-16,1 13 0 0,-3 4-1 0,0 8-2 16,0 4-1-16,3 5-2 0,0 4 1 15,1 3-2-15,22 5-4 0,-26 2-1 16,7 6-1-16,3 5-2 0,5 7 2 15,1 9 0-15,4 9-1 0,3 12 2 16,4 9-2-16,4 11 3 0,2 8 3 0,2 4-1 31,-2 5 1-31,0 8-1 0,0 2-5 0,-3 3 1 16,-1 1-2-16,-1-4 1 0,-2-5 3 16,-2-9-1-16,-2-7 2 0,-4-7-4 15,0-11-1-15,2-9 0 0,1-9 1 16,0-10 1-16,1-8 0 0,4-22 5 15,0 0-1-15,0 0 1 0,0 0 1 0,-1 1-3 16,1-1 0-16,1-1 0 0,12-29-2 0,2-6-3 16,5-7 3-16,3-5-5 0,3-5-2 15,3-3 5-15,0-3-4 0,4-4 4 16,2 1 1-16,1 3-2 0,0 9 1 16,0 12 1-16,-1 14-1 0,-2 13 2 15,-2 11 0-15,-2 9 1 0,-2 6 1 0,-2 8 0 16,-2 3 0-16,-3 4 1 0,-1 3-2 0,-2 1 0 15,-4-1-1-15,-1-1-2 0,1 2 6 16,-3-1-5-16,1-1 3 0,-1-2-3 16,-1-3-1-16,0-4-1 0,2-3 1 31,-2-5 0-31,-9-15 1 0,14 15 0 16,-14-15-1-16,16 11 0 0,-16-11 0 0,26 0-1 15,2-7 1-15,2-9 2 0,3-5-3 0,4-8 0 16,0-3-4-16,4-6-4 0,-2-3-2 15,-2 0-1-15,1 0-4 0,-3 2-5 16,1 4-11-16,-10-2-25 0,3 13-74 16,-6 4-162-16,-10 2 13 0</inkml:trace>
  <inkml:trace contextRef="#ctx0" brushRef="#br0" timeOffset="203400.75">7129 16534 388 0,'4'0'69'0,"6"-16"-14"16,-10 16-11-16,6-23-15 0,1 5 1 15,-7 18-1-15,7-18-2 0,-7 18-4 16,0 0-8-16,0 0-7 0,0 0-2 0,2-2-2 16,-2 4 1-16,-16 25 6 0,1 11-9 0,-5 4 5 15,-1 7-6-15,-3 2-1 0,0 1 1 16,1 3-1-16,1 6 1 0,3 2-2 16,2 2 2-16,2-1-2 0,-2-6 1 15,1-9-1-15,5-12 3 0,2-8 10 16,3-6-10-16,6-23 16 0,0 0-11 0,0 0-9 15,0 0 12-15,-3 0-17 0,22-24 11 0,3-6-2 16,2-13-3-16,1-4 1 0,-3-5-1 16,-2-8 2-1,-4-7-1-15,1-3 3 16,-4-3-4-16,3 0-3 0,0 1 6 16,0 3-6-16,0 11 7 0,-2 14-2 15,-2 16-1-15,-2 11 1 0,-10 17 0 0,0 0 2 16,23 0-1-16,-1 7 2 0,2 11 2 0,1 6 3 15,1 6-5-15,-1 6 5 0,-1 2-7 16,1 5 0-16,-2 2 1 0,-1 7-3 16,1 3 1-16,-2 7-2 0,-2 5 2 15,0-1-2-15,-3-3 3 0,-2-10-3 16,-2-8 2-16,1-8-1 0,-4-5 1 0,-2-5 12 16,3-5-6-16,-4 0 5 0,-2-4-7 0,-4-18-7 15,0 0-15-15,0 0-3 0,0 0-22 16,3 2-36-1,-3-1-70-15,-3-1-127 0,3 0 22 0</inkml:trace>
  <inkml:trace contextRef="#ctx0" brushRef="#br0" timeOffset="203600.99">7096 17022 644 0,'0'0'57'16,"0"0"-5"-16,-2 0-19 0,2 0-15 0,16-11-9 16,11 2-4-16,8 1 0 0,12 2-4 0,0-1-4 15,5-1-8-15,7 4-32 0,-3-7-57 16,4-13-163-16,9 9-7 16</inkml:trace>
  <inkml:trace contextRef="#ctx0" brushRef="#br0" timeOffset="203866.55">7940 16647 705 0,'-20'-3'56'16,"20"3"-13"-16,0 0-10 15,0 0-12-15,0 0-8 0,-2-1-5 0,1 1-3 16,1 0 0-16,-3 0 0 0,3 0 1 0,12 10 0 15,2 7-2-15,-2 3-2 0,0 3 0 16,0 7-1-16,-3 1 0 16,4 6-1-16,-3 1 0 0,2 1-2 0,-1-4 2 15,1-4-1-15,-1-4 1 0,-2-6-4 0,0-3-5 16,-2-2-11-16,-7-16-14 0,16 15-27 16,-16-15-45-16,0 0-126 0,26 1-36 0</inkml:trace>
  <inkml:trace contextRef="#ctx0" brushRef="#br0" timeOffset="204299.54">7898 16512 634 0,'0'0'65'0,"0"0"-9"15,0 0-16-15,0 0-7 0,-1-2-12 16,1 2-8-16,11-20-2 0,12 9-1 15,5 3 1-15,14 3 0 0,1 4-5 16,5 2-2-16,-2 4-4 0,0 3-1 0,-2 2 7 16,-1 8-6-16,-2 4 5 0,-4 3-7 0,-5 2-1 15,-6 1-3-15,-6 2 1 0,-11 2-2 16,-5 2-5-16,-11 1 3 16,-4-3-4-16,-5-2 5 0,-6-3 1 0,-4-2 4 15,1-5 0-15,2-3 3 0,3-4 0 0,20-13 3 16,0 0 2-16,0 0-3 0,-15-10 1 15,15 10-1-15,3-24-1 0,9 3 0 0,8 1 0 16,5 5 1-16,2 4 1 0,2 7 1 31,4 0 1-31,-1 11 1 0,3-1-2 16,-2 4-2-16,-1 9 0 0,0 2 0 16,-3 5-1-16,-3 2 2 0,-6 1-4 0,-4-1 1 15,-6-1 0-15,-7 2 0 0,-6 0-1 16,-7 1 2-16,-9 1-5 0,-8-6-3 0,-9 3-9 15,-11-7-12-15,-6 5-11 0,-14-4-43 16,2-5-72-16,4 0-106 16,-14-11 8-16</inkml:trace>
  <inkml:trace contextRef="#ctx0" brushRef="#br0" timeOffset="204716.23">6938 15901 666 0,'6'-27'35'16,"4"9"-4"-16,-10 18-12 0,0 0-9 15,0 0-6-15,0 0-1 0,0-1 5 16,3 20-5-16,-11 7 3 0,-9 4-4 15,-7 5-3-15,-7 2 1 0,-2 2-2 0,-3-1 1 16,-2 3-2-16,2-2 2 0,-3-2-2 16,4-4 2-16,5-6-2 0,4-7 2 0,10-8 1 15,16-12-1-15,0 0 1 0,0 0-1 16,4-22 1-16,12-8 0 16,10-10 2-16,9-5-2 0,1-7 2 0,0 2-1 15,-1 1 2-15,0 7 0 0,-2 4-6 0,-4 11 5 16,-2 7-5-16,-2 9 7 0,-2 8 1 15,0 9 3-15,2 6 6 0,1 6-6 0,0 5 3 16,0 2-9-16,1 2-2 0,-2 3 1 31,5 2-2-31,1 1-1 0,2-1-3 16,9-3-12-16,4 3-32 0,2-11-66 16,-12-4-159-16,9 0 10 0</inkml:trace>
  <inkml:trace contextRef="#ctx0" brushRef="#br0" timeOffset="205166.26">8044 15908 677 0,'14'-15'51'0,"1"4"-6"16,-15 11-16-1,16-12-10-15,-16 12-6 0,0 0-4 0,0 0-5 0,0 0 2 16,1-2 4-16,-1 4-5 0,-1 23 5 0,-12 5-7 31,-3 3-2-31,-7 0 0 0,-6 3-3 16,-3 1 0-16,0 1 0 0,-1 0 1 0,6-2-2 16,1-4 2-16,3-6 0 0,5-6-1 15,7-8 2-15,11-12 0 0,0 0 0 16,0 0 0-16,0 0 0 0,4-28-1 15,3-4 3-15,8-2-3 0,2-4 2 16,-1-2-1-16,4 1 1 0,-3 1 0 0,-1 6 1 16,0 5-1-16,0 6 1 0,-3 7-2 0,-13 14 0 15,0 0 1-15,19 3-1 0,0 6 2 16,-2 8 1-16,5 3-1 0,1 3 0 16,0 5 0-16,0 1-3 0,3 1 1 15,0-3-1-15,3 1 0 0,3-4 0 16,9-3-1-16,3-1-11 0,0-9-15 0,5 2-46 15,-13-3-122-15,0-10-88 0</inkml:trace>
  <inkml:trace contextRef="#ctx0" brushRef="#br0" timeOffset="205734.31">9315 16263 607 0,'-7'-26'70'0,"0"5"-12"0,-5-1-9 15,2 9-11-15,-3-1-10 0,13 14-6 16,0 0-6-16,-13-11-3 0,13 11-5 0,0 0-1 16,0 0-2-16,-10 13 0 0,4 8 0 0,3 8 1 15,3 10-3-15,3 7 3 0,6 8-4 16,2 8 3 0,1 7 3-16,1 7-6 0,3 4 2 0,-3 10-2 0,1 4-4 15,-2-1 4-15,-1-2-3 0,-2-9 12 16,-2-9 4-16,-1-4-4 0,-3-9 4 0,-1-6-15 15,-7-11 3-15,-5-6-3 0,-2-5 0 0,-6-7 0 16,-4-2 0-16,-2-8 0 0,0-8-1 31,-2-5-4-31,0-4-3 0,0-2-7 16,2-2-8-16,0-6-8 0,6-1-17 16,-4-11-29-16,15-3-59 0,1-2-99 0,3-12-39 15</inkml:trace>
  <inkml:trace contextRef="#ctx0" brushRef="#br0" timeOffset="205949.75">9035 16743 692 0,'-19'-3'60'0,"19"3"-13"0,0 0-14 0,0 0-11 15,0 0-7-15,-2-4-4 0,2 4 0 16,2 0 0-1,22-3 0-15,15 2-5 0,16-5 1 0,15 1-6 0,12-1-2 16,12 2-1-16,12 2-10 0,0-2-20 16,6 10-71-1,1-2-196-15,-18-6-1 0</inkml:trace>
  <inkml:trace contextRef="#ctx0" brushRef="#br0" timeOffset="206466.49">11260 16805 595 0,'-14'-10'60'0,"14"10"-10"16,0 0-8-16,-15-8-7 0,15 8-13 15,0 0-7-15,0 0-5 0,0 0 3 16,-1-4 2-16,2 4 5 0,28-1-2 0,10-2-4 16,13-2-3-16,15-1-6 0,8 0 0 0,10-1 0 15,2 0-3-15,-2 2-1 0,-5-2 0 16,-9 3-4-1,-6-1 3-15,-14 2 0 0,-10 3-2 0,-13 0 1 0,-28 0-1 16,0 0-4-16,0 0 0 0,0 0-5 16,0 0-7-1,4 0-9-15,-4 0-16 0,0 0-25 16,-23 3-34-16,-3 3-90 0,2 4-63 0</inkml:trace>
  <inkml:trace contextRef="#ctx0" brushRef="#br0" timeOffset="206766.48">11340 17163 657 0,'0'0'57'16,"0"0"1"-16,-2 2-12 0,2-2-17 0,2 0-10 0,28-5-6 15,9-3-3-15,12 2 1 0,8 0-1 16,9 2-1-16,7 1-2 0,8-4-3 0,3 3-2 15,3 0-1-15,0 1-1 0,-1 1-1 0,-4-1 2 16,-7 3-2-16,-9-2 1 0,-10 1 0 16,-16-1 0-1,-12-1-1-15,-30 3 2 16,0 0 1-16,0 0-1 0,0 0-1 16,3-1-2-16,-3 1 1 0,0 0 0 15,-20-8 0-15,20 8-1 0,-29-5-10 0,29 5-14 16,-25 2-22-16,25-2-55 0,-13 15-138 0,13-15-42 15</inkml:trace>
  <inkml:trace contextRef="#ctx0" brushRef="#br0" timeOffset="207233.08">13807 16658 589 0,'0'0'65'0,"1"-2"5"0,-1 2-2 0,2-2-21 15,-2 2-18-15,1-1-8 0,-1 1-7 16,3-2-4 0,-3 2-3-16,1 0 0 0,1 2 0 0,14 22 0 0,1 7-3 15,-1 5 2-15,0 7-5 0,-3 4 2 16,1 4-3-16,-2 4 0 0,0-4 1 0,-1-4 0 15,-1-7 0-15,-1-5-1 0,2-6 0 0,-3-6 1 16,-2-7-1-16,-6-16 0 0,0 0 0 31,7 16-2-31,-7-16 0 0,0 0-1 16,0 0-4-16,0 0-2 0,1 1-8 16,-1-1-18-16,0 1-31 0,0-1-54 15,0-1-100-15,-4-29-57 0</inkml:trace>
  <inkml:trace contextRef="#ctx0" brushRef="#br0" timeOffset="207733.36">13419 16670 633 0,'0'0'57'0,"-16"-14"-7"16,16 14-11-16,0 0-9 0,0 0-8 16,13-21-5-16,12 2-1 0,14 6-1 0,13 2-1 15,16 2-3-15,10 2 0 0,13 0-2 16,8 4-3-1,3 3-2-15,1 6-3 0,-6-1-2 0,-9 6 1 0,-11 2-1 16,-13 4 0-16,-11 1 0 0,-12 2-1 16,-10 3 0-16,-12-1 1 0,-9 3-2 0,-14 1 3 31,-12-1-2-31,-15 1 1 0,-13 0-1 0,-13 1 1 16,-9 1 0-16,-5-7 1 0,0 0-1 15,3-7-1-15,7-3 2 0,8-3 1 16,12 0 0-16,11-2-1 0,8-3-1 15,22-3 0-15,0 0-1 0,0 0 2 16,0 0-2-16,41 2 3 0,5 1-1 0,6 0-1 16,6 3 2-16,1 5-1 0,-1-3 1 0,-2 8-1 15,-1 2 1-15,-4-1-1 0,-2 3 0 16,-4-1 2-16,-3 4-2 16,-6 0 0-16,-6 0-1 0,-7-1 9 0,-8 3 7 15,-9 0-7-15,-9 2 8 0,-12 0-15 16,-14-2 0-16,-14-3 0 0,-11-1-2 0,-9-6 5 15,-8 0-3-15,0-4 1 0,2-3-1 0,2-3 1 16,11-3-1-16,4-4-2 0,10-1-3 31,7-1-2-31,6-1 1 0,9 2-6 16,20 3-8-16,0 0-20 0,0 0-28 16,0 0-27-16,-3-3-62 0,35 9-88 15,-3-9 2-15</inkml:trace>
  <inkml:trace contextRef="#ctx0" brushRef="#br0" timeOffset="208233.13">15071 16811 734 0,'0'0'53'0,"10"-16"-11"0,-10 16-7 0,0 0-7 15,10-12-14-15,-10 12-5 0,0 0-5 16,21 4 1-16,-3 6 0 15,1 15 1-15,-3 5-3 0,-1 9-1 0,-3 5-1 16,-2 2 0-16,-6-4-1 0,-4 5 3 16,-1 1-3-1,-5 2 9-15,1-6 4 0,-1 1-6 16,-2-5 5-16,0-3-9 0,-4-3-2 0,2-7 1 16,1-6-1-16,9-21 0 0,-10 15 0 15,10-15 1-15,0 0 0 0,0 0-4 16,-5-20 3-16,2-10-3 0,1-4-15 15,1-11 8-15,-1-3-8 0,1-7 4 16,-1-4 13-16,1-6-4 0,1-6 3 0,1-4 0 16,4 4 2-16,2 8-1 0,4 13 1 0,3 17-1 15,3 15-1-15,2 10 0 0,7 10-1 16,4 8 2-16,5 9 0 16,1 7 1-16,3 7 1 0,-3 8 1 0,5 6-3 15,-1 3 2-15,0 3-5 0,0 2 4 16,-3-2-1-16,-2 2 8 0,-5-2 6 0,-4-3-6 15,-7-4 5-15,-3-6-10 0,-6-5-3 0,-4-6 1 16,-3-6 0-16,-3-23-2 0,-2 23-1 31,2-23 2-31,-6 18-3 0,6-18-6 16,0 0-6-16,-18 7-17 0,18-7-22 16,-29-7-34-16,7-4-68 0,2 1-115 15,-13-15 6-15</inkml:trace>
  <inkml:trace contextRef="#ctx0" brushRef="#br0" timeOffset="208417.31">14961 17098 630 0,'0'0'55'0,"0"0"2"0,0 0 0 16,-2 0-15-16,4 0-15 0,22 1-7 16,15-1-11-16,9 0-2 0,7-1-1 0,6-4-4 15,2 0 1-15,1 0-3 0,-2 0-3 16,-4 0-4-16,-5 0-11 15,-10-3-11-15,-7 3-30 0,-18-7-55 0,-10-5-125 16,-8 17-35-16</inkml:trace>
  <inkml:trace contextRef="#ctx0" brushRef="#br0" timeOffset="208667.55">13886 15995 601 0,'-18'-16'53'16,"4"1"-6"-16,14 15-10 0,0 0-15 0,0 0-7 15,0 0-4-15,-1-2 0 0,-1 2 1 16,-22 13 1-16,-5 5-4 16,0 6-2-16,-7 6-2 0,-5 2-3 0,-5 5-3 15,-2-1 0-15,-2 2-1 0,-1 0 0 0,5-2-1 16,0-2-1-16,7-4-11 0,4-6-15 15,10 1-35-15,5-9-61 0,3-5-139 0,17-11 12 16</inkml:trace>
  <inkml:trace contextRef="#ctx0" brushRef="#br0" timeOffset="208866.34">13966 15976 700 0,'2'0'52'0,"0"0"-5"0,-1 0-12 16,27 4-10-16,2 4-6 16,8 4-2-16,7 3-4 0,10 4-2 0,8 1-5 15,7 1-2-15,3 4-4 0,0 2 0 16,-4 4-4-16,-3-1-4 0,-6 1-13 0,-6-5-23 16,-1 5-65-16,-12 1-187 0,-11-9 11 0</inkml:trace>
  <inkml:trace contextRef="#ctx0" brushRef="#br0" timeOffset="209300.65">15266 15991 750 0,'0'0'43'0,"-13"-19"-12"15,13 19-5-15,-9-14-9 0,9 14-9 16,0 0-5-16,0 0-3 0,-17 6 0 0,1 7 0 16,-4 7 0-16,-6 6 1 0,-3 5-3 0,-3 5 2 15,0 1-2-15,0 3 1 0,1-1-1 16,-1-2 1-16,1 0-2 16,2-6 1-16,7-5-2 0,4-5-1 0,6-9-1 15,12-12-1-15,0 0-1 0,0 0 0 0,0 0 1 16,16-12 1-16,7-9 3 0,3-6 3 15,2-8 2-15,-1-6-1 0,-2-5 1 0,1 2-1 16,-2 2 3-16,-1 7-1 0,-2 6 2 16,-2 11 0-16,-6 3 2 15,-13 15 2 1,0 0 0-16,24 3-1 0,-5 6 1 16,-1 6-2-16,2 3-1 0,1 5 0 0,2 4-3 15,1 0 0-15,0 4-3 0,2 1-1 0,3-3 0 16,1-2 0-16,4 0-4 0,-1-4-3 15,2 0-16-15,-3-6-25 0,5 2-67 16,2-1-173-16,-3-5 15 16</inkml:trace>
  <inkml:trace contextRef="#ctx0" brushRef="#br0" timeOffset="209700.77">16491 16402 698 0,'18'-16'44'31,"5"2"-7"-31,0-4 0 0,-2 2-9 0,1 1-7 16,-4 0-6-16,-3 3-1 0,-15 12 0 16,13-12-3-16,-13 12-2 0,0 0-3 15,0 0-4-15,0 0-1 0,3-1-1 16,-3 1 0-16,-3 1 1 0,-10 25-2 15,0 4 1-15,0 5 0 0,4 6-1 0,5 9 6 16,1 8-5-16,4 9 4 0,4 8-2 0,3 7-3 16,7 7 2-16,2 1-3 0,8-1 4 15,2-3 12-15,5-1-3 0,3-7 4 16,-2-1-6-16,-3-10-9 16,-5-8 2-16,-10-9-2 0,-7-13 4 0,-11-10-3 15,-4-3 1-15,-8-6-2 0,-6-1 1 0,-4-5-2 16,-3-6 1-16,-4 0-2 0,-3-4 0 0,0 4-3 15,-1-6-6-15,-2 1-10 0,-2 2-19 16,7-3-32-16,-5 8-55 0,5-13-133 31,5-1-17-31</inkml:trace>
  <inkml:trace contextRef="#ctx0" brushRef="#br0" timeOffset="209900.58">16171 16920 769 0,'-10'-15'49'15,"10"15"-8"-15,0 0-6 0,13-14-7 0,10-1-9 16,12 3-6-16,11 2-2 0,11 5-1 0,12-3-4 16,9 2-2-16,9 0-2 0,5-5-1 15,1 4-1-15,-7 2-2 0,-6 4-5 16,-11 1-12-16,-8 4-19 15,-17-7-54-15,-18 0-225 0,-5 2 12 0</inkml:trace>
  <inkml:trace contextRef="#ctx0" brushRef="#br0" timeOffset="212132.9">18284 16683 433 0,'0'0'35'16,"-25"5"12"-16,6 0 6 15,2-1-4-15,17-4-15 0,-19 4-8 0,19-4-7 16,0 0-4-16,0 0 2 0,0 0 6 16,-1 4 0-16,31-4 0 0,19-7-4 15,19-1-6-15,17-5-4 0,17-2-1 16,13-3-2-16,13-2-1 0,8 4 0 15,2-1 0-15,-6 6-3 0,-12 0-1 0,-16 4-2 16,-16 4 1-16,-18 1-1 0,-15 2 2 0,-17 0-1 16,-15 2-1-16,-23-2 1 0,0 0 1 15,0 0 0-15,0 0 0 0,1 2 0 16,-33 0-2-16,0 0-1 0,2-2-2 16,0-2-6-16,4 2-12 0,0 0-16 15,7 5-33-15,-4-1-42 16,1 0-102-16,4 8-35 0</inkml:trace>
  <inkml:trace contextRef="#ctx0" brushRef="#br0" timeOffset="212483.23">18446 17172 620 0,'0'0'59'0,"0"0"-4"15,0 0-8-15,0 0-16 0,-2-2-8 16,1 2-7-16,1-1-2 0,1 1 0 16,27-6-2-16,8 3-1 0,7 3-3 15,6 0-3-15,6 0-1 0,7 0 1 0,8-5-4 16,11 2 2-16,6-1-3 0,9-4 0 0,1 2 1 16,-3-3 0-16,-3 2-2 0,-8-4 2 15,-6-1-1-15,-8 0 0 0,-7-1 3 16,-10-1-2-16,-11 6 1 0,-12-3 0 15,-9 3-2-15,-20 8 2 0,0 0 2 16,0 0-3-16,0 0 0 16,1-1-2-16,-1-1-5 15,0 1 1-15,0-1-7 0,-1 1-8 0,-13-8-9 16,14 9-15-16,-22 3-19 0,4 6-37 16,-3 2-65-16,-17-4-97 0</inkml:trace>
  <inkml:trace contextRef="#ctx0" brushRef="#br0" timeOffset="212883.34">18738 17453 618 0,'-25'-5'54'16,"-2"-2"-2"-16,2 5-9 0,-1-1-10 0,3 3-7 0,1 3-4 0,2 2-3 15,1-2-3-15,3 6-5 0,1 0-1 16,3 5 1-16,2-4-4 0,10-10 4 31,-12 17-4-31,12-17-3 0,0 0 2 16,-6 20 0-16,6-20 1 0,11 15 0 16,7-3-1-16,14-7-3 0,14-2 2 0,12-3-1 15,17-3 0-15,14-5-1 0,13-1-1 0,14 1-2 16,7-4 0-16,1 2 0 0,-1-3 1 15,-7-2-2-15,-11 3 0 0,-12 2 1 16,-15 2-2-16,-16 2 0 0,-17 0 4 16,-15 1-3-16,-30 5 3 0,0 0 2 15,0 0-3-15,0 0 0 0,2 2-2 0,-2-2-1 16,0-2-1-16,0 2 1 0,-2 0-5 0,-19 0-9 16,21 0-13-16,-18 5-21 0,18-5-44 15,-11 15-82-15,11-15-113 0,0 0 27 16</inkml:trace>
  <inkml:trace contextRef="#ctx0" brushRef="#br0" timeOffset="-214663.86">22180 16613 501 0,'0'0'47'0,"0"0"5"0,1-1-8 16,-1 0-15-16,1-1-9 0,-1 1-3 15,2 1 0-15,-1 0 1 0,19 11 0 16,-6 9 0-16,-3 11-2 0,-7 8-4 15,-4 13-2-15,-4 5-6 0,-5 6-2 0,-4 2-3 16,0-3 4-16,-2 0-4 0,0 1 10 0,-1-1 3 16,1-5-3-16,-2-5 6 0,3-9-12 15,-1-11 0-15,4-10-1 0,-1-11 0 16,12-11 2-16,0 0-2 0,0 0 1 16,0 0-2-16,-11-23-3 0,6-12-12 15,5-7 5-15,5-10-5 16,3-6 4-16,4-4 10 0,1-10-2 0,4-8 4 0,-1-3 1 0,3 0-1 15,-1-3-3-15,3 12 3 0,2 11-2 16,5 11-5-16,2 15 9 0,2 16-8 16,2 12 6-16,3 15 9 0,0 15-9 31,2 9 9-31,-1 13-6 0,-5 1-2 16,-1 5 2-16,-3 4-4 0,0 4 3 0,-3 4-4 15,1 1 3-15,-2-2-4 0,1-1 5 0,-1-6-5 16,-2-6 2-16,-3-4 11 0,-1-6-6 15,-5-2 7-15,-2-3-6 0,-5-7-6 16,-3-7 1-16,-4-18-1 0,0 0-1 16,0 0 0-16,0 0-4 0,-1 1-9 15,1 2-15-15,-2-3-39 0,1 0-58 16,-29-17-147-16,4 1-11 0</inkml:trace>
  <inkml:trace contextRef="#ctx0" brushRef="#br0" timeOffset="-214463.55">21991 17084 632 0,'0'0'36'0,"0"0"6"16,21-6 0-16,9 6-17 0,12-5-8 15,14 4-7-15,14-1-5 0,11 0 0 16,7-2-5-16,1 3-5 0,0-2-12 15,-4-2-28-15,3 4-65 0,-5-1-103 0,-11-7-52 16</inkml:trace>
  <inkml:trace contextRef="#ctx0" brushRef="#br0" timeOffset="-214213.86">23195 16662 584 0,'4'-18'55'0,"-4"18"-1"0,0 0-12 15,0 0-20-15,0 0-10 0,2-1-2 16,-1 1 4-16,15 10 0 0,-3 7 1 31,3 3-3-31,-3 5-6 0,2 3 2 16,-1 2-7-16,-2 3 0 0,2 2-1 16,-1 1-3-16,1-1 0 0,-2-6-1 0,1-4-1 15,-5-7-1-15,-8-18-7 0,9 17-7 0,-9-17-10 16,0 0-11-16,0 0-26 0,0 0-34 15,9-19-65-15,4 1-74 0</inkml:trace>
  <inkml:trace contextRef="#ctx0" brushRef="#br0" timeOffset="-213779.09">22942 16515 526 0,'0'0'42'0,"16"-17"12"0,2 3-6 16,10 5-6-16,2 3-14 0,5 5-3 15,0 2 1-15,2 5-7 0,3 2 2 16,1 6-11-16,-2 1-1 0,1 2-5 16,-2 2 0-1,-3 1-1-15,-2 1-4 0,-4 2 1 0,-4 1-2 16,-8 2 2-16,-3-2-1 0,-8 3-1 16,-6 3-2-16,-6-3-2 0,-5 0-2 15,-5-1-1-15,-4 0-1 0,-2-2 3 16,-1-4 1-16,1-5 3 0,6-7 4 15,16-8 0-15,0 0 1 0,0 0-1 0,0 0-2 16,-1 0 1-16,9-14 0 0,10-3 0 0,7 5 3 16,8 3 1-16,6 1-1 0,4 8 2 15,6 0 0-15,2 8-1 0,0-2 1 16,-4 8 1-16,0 2-3 0,-8 3 2 16,-5 0-3-16,-6 1 1 0,-7 3-1 15,-4-2-1-15,-8 2-1 0,-6-2 2 16,-7 3-2-16,-9-1 3 0,-6 2-3 0,-7-1 1 0,-6-1-1 15,-4-1 2-15,-4-2 12 0,-1 3-8 16,1-6 6-16,-1-2-14 0,8-3-1 16,6-5-3-16,9-1-10 0,18-6-21 31,0 0-43-31,0 0-80 0,-21-6-123 16,21 6 24-16</inkml:trace>
  <inkml:trace contextRef="#ctx0" brushRef="#br0" timeOffset="-213313.47">21897 16029 517 0,'0'0'44'0,"11"-15"3"0,-11 15-5 16,17-6-9-1,-17 6-10-15,0 0 1 0,15 18 0 0,-10 6-3 16,-6 8-3-16,-9 2-7 0,-6 5-4 16,-6 5-6-16,-5 0 0 0,-4-1-4 15,-2-2 2-15,0-5-2 0,1-4 2 16,4-7-1-16,5-3 2 0,6-5 3 15,4-5-6-15,13-12 0 0,0 0-2 0,0 0-5 16,0 0 2-16,14-26-1 0,1-6-2 0,5-8 1 16,-2-5 1-16,0-8 5 0,-1-4 0 15,-2-5 6-15,1 3-2 0,-3 5 5 16,3 8-2-16,-2 10 2 0,0 12-1 16,-2 8-1-16,-12 16 2 0,0 0 0 15,31 9 4-15,-4 6-1 0,3 7-1 16,2 4-4-16,4 3-1 0,2 4-3 0,3 0 0 0,6 2-2 15,5-2-2-15,7-1-14 0,-2-7-36 16,8 0-84-16,-1-2-128 0,-12-9 11 31</inkml:trace>
  <inkml:trace contextRef="#ctx0" brushRef="#br0" timeOffset="-212913.78">23199 15885 679 0,'10'-20'54'0,"-10"20"-11"15,0 0-3-15,0 0-17 0,0 0-11 16,1-2-6-16,-1 1-4 0,0 1 6 0,0 0-7 0,0 0 4 16,-15 18-4-16,-4 3-2 0,-4 3-1 15,-5-1 0-15,-1 1 1 0,0-1-2 16,0 2 0-16,3-8 1 0,2 0-4 15,5-2 0-15,3-7 2 0,16-8-3 16,0 0 3-16,0 0 1 0,0 0 2 16,14-8 2-16,7-9-1 0,6-8-1 0,5-3 1 0,4-3 0 31,-1 3 1-31,-2 0 3 0,-3 4-2 16,-4 6-5-16,-7 3 5 0,-1 7-1 15,-18 8 2-15,0 0 4 0,20 4-3 16,-6 7 1-16,0 6-2 0,-2 4 0 15,0 4 0-15,2 0-3 0,1 2 2 16,4 1-1-16,1-1-2 0,6-3-1 0,6-1-1 0,4-3-1 16,3-3-6-16,4-4-23 0,-5-8-48 15,5-5-143-15,-4 2-58 0</inkml:trace>
  <inkml:trace contextRef="#ctx0" brushRef="#br0" timeOffset="-212279.2">25116 16934 572 0,'0'0'43'0,"0"0"6"0,-2 1-4 0,0-1-14 16,1 0-7-16,1 3-4 0,0-3-2 15,26 8 3-15,15-3-4 0,15-2-3 16,16-3-2-16,12-3-3 0,14-1-2 16,8 0 0-16,6 1-1 0,3-2-2 15,-4 4-1-15,-11-1-3 0,-15-1 2 16,-21 3-2-16,-18 2 1 0,-20-1 0 0,-26-1 1 0,0 0 3 15,0 0 0-15,0 0-1 0,-25-1-4 16,-7-1-1-16,-3-1-1 0,-2 3 0 16,6 0-4-16,5 3-12 0,26-3-14 31,-21 6-26-31,21-6-43 0,0 0-87 16,0 0-88-16</inkml:trace>
  <inkml:trace contextRef="#ctx0" brushRef="#br0" timeOffset="-211995.75">26912 16501 725 0,'8'-18'44'0,"3"4"3"0,-11 14-16 16,15-14-4-16,-15 14-12 0,0 0-7 15,0 0-2-15,24 8-2 0,-5 12 8 16,1 9-6-16,-1 8 3 0,-4 6-4 15,-1 4-6-15,-4 4 2 0,-1 4-3 16,-2 5 2-16,0 0-1 0,-2 1 3 0,-1-11-4 16,0-6 2-16,1-8 1 0,-2-6 0 0,0-9-2 31,-3-21-1-31,0 0-2 0,0 0-2 16,0 0-2-16,1 1-8 0,-1 1-15 15,3-2-18-15,-3 0-37 0,0-2-57 16,-7-33-134-16,4 8 19 0</inkml:trace>
  <inkml:trace contextRef="#ctx0" brushRef="#br0" timeOffset="-211513.79">26626 16462 654 0,'0'0'54'0,"0"0"-11"15,0 0-5-15,18-17-11 0,5 5-5 0,5 1-4 16,9 1-5-16,6 0-3 0,8 3-3 0,4 2 0 15,4 5-2-15,3 3-1 0,3 2-1 16,0 6-3-16,-1 0 0 0,-5 3 0 16,-5 3-1-16,-9 3 6 0,-11 3-9 31,-6 2 7-31,-10 4-9 0,-9-1 0 16,-10-5-1-16,-10 1-1 0,-10-3-1 0,-9 0 0 15,-7-5 4-15,-2 0 1 0,-1-4 1 0,5-1 1 16,5-4 2-16,7 2-2 0,23-9 2 15,-16 7 0-15,16-7-1 0,0 0 0 16,0 0 1-16,16 4 1 0,8-3-1 16,8 3 1-16,6 0 0 0,4 1-1 15,3 4 2-15,2 1 0 0,0 4 0 0,0 4 0 16,-5 7 1-16,-2 3 0 0,-6 6 1 0,-7-1-1 16,-5-3 0-16,-8 1-3 0,-6-1 2 15,-8 2-2-15,-11 0 2 0,-9-1-2 16,-10-4 3-16,-9-3-2 0,-7 2 10 15,-2-4 6-15,-3 1-9 0,2-1 9 16,1-5-18-16,1-4 1 0,5-4 2 0,3-1-4 31,5-5-1-31,8-3-2 0,26 0-11 0,-23-5-13 16,9-3-24-16,14 8-42 0,-10-15-57 16,4-15-103-16,9 6 2 0</inkml:trace>
  <inkml:trace contextRef="#ctx0" brushRef="#br0" timeOffset="-211113.67">27018 15847 652 0,'0'0'41'0,"0"0"-8"0,0 0-10 16,0 0-3-16,-1-2 0 0,-1 4-6 0,-11 24 3 15,-1 6-9-15,-4 3-4 0,-3 1-1 16,-5 2-3-16,-3 2 2 0,-2-1-4 31,0-1 2-31,-3-2-3 0,1-4 2 16,3-8 0-16,2-6 2 0,8-4-2 16,4-6 2-16,16-8-1 0,0 0-1 0,0 0 2 15,-3-26-2-15,9-5 1 0,8-3 0 0,10-9 2 16,6-2-3-16,7-4 4 0,1-1-2 15,1-3-5-15,-3 6 8 0,-2 5-7 16,-5 8 6-16,-6 11 3 0,-6 8-2 16,-17 15 3-16,0 0 2 0,0 0 0 15,17 13 1-15,-1 7 2 0,-3 9-9 0,3-1 5 16,0 4-8-16,3 1-1 0,3 0 3 0,4 1-4 16,4-2-1-16,8-1-4 0,5-2-10 15,6 2-29-15,-3-10-67 0,-15-4-182 16,9-2 8-16</inkml:trace>
  <inkml:trace contextRef="#ctx0" brushRef="#br0" timeOffset="-210395.95">28295 16597 621 0,'3'-28'59'15,"3"8"-8"-15,-6 20-4 0,3-25-9 0,-3 25-10 16,0 0-10-16,0 0-8 0,0 0-5 15,-2-2 3-15,2 2-2 0,2 23-2 16,-1 4 1-16,-1 4-5 0,0 9 0 16,-3-3 0-16,0 7 1 0,-1 0-2 15,-1 5 1-15,1 1-3 0,-1 2 2 0,-1-7-2 16,-2-1 4-16,0-9-2 0,-2-5 2 0,1-5-1 16,2-8-1-16,7-17 2 0,0 0 1 15,0 0 1-15,0 0 0 0,-2 1-3 16,-4-24 1-16,6-7-1 0,3-10-2 15,3-9 4-15,1-6-2 0,2-6 2 16,4-3-1-16,0 2 1 0,4 0-3 0,1-4-3 31,2 4 4-31,3 3-5 0,3 9 6 0,-1 12-1 16,1 15-2-16,1 13 1 0,1 11 1 16,2 11 0-16,0 14-2 0,4 12 8 15,-1 9-8-15,-1 4 7 0,-2 4-2 16,-2 3-6-16,-4 0 4 0,1 2-2 15,-5 2 1-15,0-1-2 0,-3-5 1 0,-3-7-1 16,-4-9 3-16,-3-8-1 0,-6-9 0 0,-1-23-1 16,-5 24 0-16,5-24-1 0,-12 11 0 15,12-11-7-15,0 0-6 0,-24-1-15 16,3-11-22-16,7 0-41 0,-2-9-76 16,-9-7-103-16</inkml:trace>
  <inkml:trace contextRef="#ctx0" brushRef="#br0" timeOffset="-210197.11">28162 16779 665 0,'0'0'52'0,"0"0"-9"0,0 0-8 0,0 0-9 15,20-7-6-15,11-2-4 0,11 2-6 0,11-1-6 16,8 1-2-16,4 1-3 0,1 0-4 15,2 3-12-15,-6-3-24 0,0 6-44 16,-8-5-77-16,-8-1-121 0</inkml:trace>
  <inkml:trace contextRef="#ctx0" brushRef="#br0" timeOffset="-209680.02">28814 15704 542 0,'0'0'57'16,"-11"-12"-12"-16,11 12-11 0,0 0-10 15,0 0-3-15,0 0-2 0,-2-1 3 16,4 1 0-16,21 10-5 0,4 1-6 15,8-2-5-15,7-1-4 0,7-1 0 0,4-2-2 16,0-1-1-16,-4-1 2 0,-4-1-2 0,-4-2 2 16,-4-2-1-16,-6 1 0 0,-5 1 3 15,-26 0 0-15,0 0 2 0,0 0 4 16,0 0 2-16,2 0 0 0,-1 0 0 16,1 0-4-16,-1 0-2 0,1 0-1 15,-1 1 1-15,5 14-3 0,-3 6 4 0,-2 7 2 16,2 5-5-16,0 10 7 0,1 10-8 0,4 14-4 15,-1 12 3-15,3 13-5 0,-1 13 3 16,-1 9 2-16,4 9-3 0,1 14 2 31,5 7 1-31,3-3 10 0,2-3-1 16,2-14 4-16,-1-7-7 0,-3-10-9 16,-6-15 8-16,-6-15-8 0,-6-14 8 0,-7-10-4 15,-5-11-1-15,-8-11 0 0,-5-7-1 0,-4-6 2 16,-6-10-3-16,-5-1 1 0,-3-2 2 15,-2-2-3-15,-5-1-2 0,-1-4-4 16,-6-4-11-16,0 1-14 0,-10 8-14 16,3 2-44-16,-8 6-81 0,-9-5-107 15,2-8 13-15</inkml:trace>
  <inkml:trace contextRef="#ctx0" brushRef="#br0" timeOffset="-208947.01">21396 15871 526 0,'16'-30'53'0,"-1"-2"-7"0,2 3-3 15,-5 0-6-15,0 0-8 0,-2 1-4 0,2 0-5 16,-5 2-3-16,-3 5-3 0,-4 21-3 15,0 0-2-15,-13-18-5 0,-4 10-2 16,-8 10-2-16,-8 7-1 0,-9 6 0 16,-10 6 1-16,-9 4-1 0,-5 1 2 0,-7 2-3 15,-3 1 2-15,2 0 4 0,4 0-5 16,11-2 5-16,12-7-4 0,11-3 0 0,12-7 0 16,24-10 1-16,0 0-3 0,0 0 3 15,0 0 4-15,-1-1-2 0,20 8 3 16,7-3-2-16,7-1-4 0,2 2 5 15,1 5-1-15,-1 5 1 0,-2 7 1 0,-1 9-3 16,-2 8 2-16,-2 11-4 0,-4 10 3 16,-2 9-3-1,-5 6 3-15,-1 8 3 0,-4 7-5 16,-2 7 2-16,3 14-4 0,1 11-4 16,5 3 7-16,4 6 9 0,4-4-2 15,5-5 5-15,6-7-5 0,4-7-12 16,7-13 1-16,9-5-3 0,7-8-7 0,12-12-10 15,5-16-11-15,14-9-22 0,2-9-39 16,13-10-63-16,11-17-116 0,-7-18 20 0</inkml:trace>
  <inkml:trace contextRef="#ctx0" brushRef="#br0" timeOffset="-208380.07">30165 16144 623 0,'0'0'50'0,"-21"-13"-4"16,21 13-6-16,-23-9-10 0,23 9-7 16,0 0-6-1,-23 5-2-15,9 6-2 0,1 7 0 16,4 10-3-16,2 4-1 0,2 8-3 16,4 9 1-16,2 6 1 0,8 7-4 15,4 3 2-15,6 5-6 0,4 4 1 16,4 7 1-16,2 9-4 0,-1-1 4 0,-2 2-4 15,-1-7 0-15,-4-8 15 0,-3-3-5 16,-5-11 5-16,-8-8-2 0,-5-9-11 0,-4-12 0 16,-6-11 0-16,-4-5 0 0,-1-6-2 15,-5-7 2-15,20-4-5 0,-35-5-3 16,3-8-5-16,0-2-10 0,3-2-8 16,-1-5-17-16,7 0-24 0,-1-3-39 0,6-6-64 15,5 7-67-15</inkml:trace>
  <inkml:trace contextRef="#ctx0" brushRef="#br0" timeOffset="-208180.25">29750 16677 643 0,'0'0'63'0,"0"0"-14"15,0 0-13-15,-2 0-12 0,1 0-11 0,1 0-2 16,0 0-1-16,24-4 1 0,14-3 0 15,15 0-2-15,11 1-4 0,7-2-5 16,3 6-3-16,-1-3 0 0,-2 5-3 16,-3 0-6-16,1 1-17 0,-12-1-27 0,0 5-45 15,-13-4-64-15,-20-2-106 0</inkml:trace>
  <inkml:trace contextRef="#ctx0" brushRef="#br0" timeOffset="-207913.52">30988 16743 678 0,'18'4'53'15,"-18"-4"-2"-15,32-3-9 0,0-1-13 16,7 0-12-16,10 1-3 0,7 2-5 0,7 1-4 15,-1 1-2-15,-4 2-5 0,-8 1-2 16,-6-1-1-16,-11-2-5 0,-10 3-10 0,-23-4-11 16,19 8-23-16,-19-8-21 0,0 0-45 15,-4 21-55-15,-18-11-72 0</inkml:trace>
  <inkml:trace contextRef="#ctx0" brushRef="#br0" timeOffset="-207746.95">31112 17088 596 0,'0'0'73'0,"0"0"-8"16,24 3-18-16,10-3-15 0,5-1-10 31,13 1-7-31,6 0-4 0,2 3-8 0,3 2-4 16,-3-1-2-16,-2 2-3 0,-6 1-4 0,-1 0-16 15,-9-4-24-15,1 5-56 0,-11-4-88 16,-32-4-77-16</inkml:trace>
  <inkml:trace contextRef="#ctx0" brushRef="#br0" timeOffset="-207295.94">32531 16615 660 0,'-11'-21'60'0,"-7"4"-18"0,3 2-1 16,-4 4-9-16,6 1-10 0,13 10-6 16,-20-11-2-1,5 2-3-15,15 9-3 0,-20-3-2 16,20 3-3-16,-30 0-1 0,0 6 1 16,-1 6-1-16,1 5 0 0,2 6 0 15,1 9-1-15,2 3 0 0,2 10 0 16,2 12-1-16,2 7-2 0,6 4 2 0,2 6-3 15,6-5 4-15,2 2 8 0,10 0-5 16,8-8 5-16,9-2-5 0,9-8-4 0,8-11 0 16,8-5-1-16,7-8-1 0,5-8 0 15,1-8 3-15,2-5 4 0,-2-8 0 16,-6-3-1-16,-2-9-5 0,-6-8 0 16,-10-4 1-16,-7-8 1 0,-6-7 0 0,-8-5-9 15,-11-6 1-15,-11-3-1 0,-9-7 4 16,-9-1 6-1,-6-2-1-15,-7 1 3 0,-7 2-4 0,-11 6-2 0,-7 8-3 0,-4 13 0 16,-3 10-1-16,2 13 3 0,-2 5-8 31,8 14-15-31,1 6-32 0,12 13-99 16,6 8-139-16,-5-1 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9T11:16:00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4838 662 473 0,'0'0'38'0,"0"0"-17"0,-3-23-9 0,3 23-7 16,-13-14-3-16,13 14-2 0,-29-3 0 16,-1 6 0-1,-5 3-1-15,-8 3 1 0,-2 2 1 16,-13 3-3-16,-4 2 1 0,-13 4 0 16,-6 1-3-16,-6-1 3 0,0 0 1 0,5-4 5 15,11-3 6-15,10-6 9 0,11-6 2 16,12-5 1-16,11-7-3 0,9-1-4 15,4-3 1-15,7-3-2 0,7 18-2 16,1-26-1-16,8 7-3 0,2 5-1 0,1 3 1 16,-12 11-3-16,23-7-1 0,-23 7-1 15,26 3-2-15,-7 3 1 0,1 4-1 0,-3 7-1 16,-1 4 0 0,0 9-1-16,-3 16 1 0,-4 17-1 0,-2 19 3 0,-3 19 2 15,-4 11-1-15,-1 11-3 0,-6 6-3 16,4-3-3-16,-1 2 12 0,2-9 3 15,4-6-2-15,2-3 3 0,9-8-14 0,3-6 3 16,4-8-1-16,9-13 3 0,3-16-1 0,4-12 2 31,3-10-1-31,7-12 1 0,2-7-2 16,3-7-1-16,2-7-3 0,-2-4-3 16,5-3-8-16,-4-2-16 0,-3 1-25 15,-10-3-37-15,-4 1-67 0,-3 3-93 16</inkml:trace>
  <inkml:trace contextRef="#ctx0" brushRef="#br0" timeOffset="500.31">4967 1433 636 0,'0'0'33'0,"0"0"-5"0,-7-19-5 0,7 19-7 0,0 0-11 16,0 0-4-16,0 0-3 0,1-1 0 16,-11 21 2-1,0 7-1-15,6 11-1 0,-1 9 1 16,-1 6-1-16,-1 2 0 0,1-2 0 0,-4-6 0 16,3-6 1-16,0-9 2 0,-2-6 12 15,2-5 2-15,1-5 3 0,6-16 0 16,0 0-19-16,0 0-2 0,-17-7 0 15,5-11-2-15,2-8 8 0,3-9 2 16,1-9-1-16,3-9 0 0,3-11 2 0,0-9-1 16,2-7 0-16,1-8-11 0,1-8 4 0,0-3-2 15,5 1 0-15,0 13 9 0,3 20-5 16,0 20 0 0,4 21 0-16,0 15-1 0,7 17 1 0,6 16 0 0,1 20 1 15,2 20 4-15,3 13 1 0,-3 7-1 16,-2 2-2-16,2 2-4 0,-5-1-3 0,-2 1 4 15,-3-2-2-15,-4-5 1 0,-3-8 11 0,2-10-2 16,-5-11 3-16,-2-10-2 0,-3-10-8 31,-4-10-1-31,-3-22 1 0,0 0 0 16,0 0 2-16,0 0 1 0,0 1-1 16,0 1 0-16,3-2-5 0,-3 0-9 15,0-22-24-15,3-2-21 0,-12-9-42 0,6-3-41 16,-1-1-114-16</inkml:trace>
  <inkml:trace contextRef="#ctx0" brushRef="#br0" timeOffset="683.37">4815 1546 553 0,'-1'0'68'15,"1"2"-13"-15,1-2-15 0,27 4-16 16,6-2-9-1,11 0-7-15,8-1-4 0,4 1-4 0,4 1-5 0,-2 1-20 16,6 6-31-16,-10-2-95 0,0 3-111 16</inkml:trace>
  <inkml:trace contextRef="#ctx0" brushRef="#br0" timeOffset="1100.03">5888 2091 418 0,'-1'-21'72'0,"1"21"3"0,0 0-8 16,0 0-7-16,-5-22-11 0,5 22-9 16,0 0-10-16,0 0-8 0,0 0-6 15,-1-2-4-15,2 0-4 0,1 1-1 0,13-8 2 16,-15 9-4-16,21 9-1 0,-1 6 0 0,-2 6-4 15,-3 5 1-15,-3 7-2 0,-2 6 1 16,-4 4-1-16,-3 3 2 0,-5 0-2 16,-2-1 1-16,-6-3-2 0,-2-2 1 15,-1-2-3-15,-4-6-3 0,1-2 1 16,-1-4-15-16,6-2-14 0,-3-7-34 0,14-17-46 16,0 0-100-16,0 0-41 0</inkml:trace>
  <inkml:trace contextRef="#ctx0" brushRef="#br0" timeOffset="1416.62">6333 1233 644 0,'0'-25'41'0,"0"25"-4"0,0-29-7 16,0 5-10-16,0 24 6 0,2-23-10 15,-2 23-5-15,0 0-5 0,0 0-2 16,0 0-4-16,1-1 4 0,8 14 2 0,4 12-1 16,0 7-1-16,2 4-3 0,-1 5-4 0,-1 1 1 15,0 1 0-15,-3-2 0 0,3-3 1 16,-3 0-1 0,0-5 1-16,-2-2 0 0,0-6 0 0,-2-5-1 0,-6-20 0 15,6 18-5-15,-6-18-3 0,0 0-4 16,0 0-5-16,0 0-6 0,1 2-19 0,-1-2-23 15,0-2-42-15,-3-28-56 0,-4 1-63 0</inkml:trace>
  <inkml:trace contextRef="#ctx0" brushRef="#br0" timeOffset="1867.01">6022 784 587 0,'0'0'52'0,"3"-28"-10"0,3 8-9 15,7 1-8-15,6 1-5 0,4 2-3 16,10 0-3-16,8 3-3 16,8 3-2-16,6 3-5 0,3 4-2 0,1 3 0 15,-1 5-3-15,-3 2-1 0,-3 7 1 16,-4 6-2-16,-6 6 1 0,-5 7 1 0,-5 8-1 16,-9 6 0-16,-7 7 1 0,-7 7 1 0,-9 3 2 15,-9 1 3-15,-4-4 0 0,-9-4-1 16,-4-6-2-16,-4-10-4 15,-2-8-1-15,2-5 2 0,2-7 0 0,8-7 0 16,7-6 2-16,13-8 0 0,0 0 2 16,0 0-1-16,0 0-1 0,-1-1-1 0,19-5-1 31,6 0 2-31,6 1-2 0,5 7-1 0,5 1 2 16,2 8-2-16,3 4 1 0,0 4 1 15,2 7-3-15,-2 6 1 0,-3 6 1 16,0 6-1-16,-6 2 0 0,-4 1 1 15,-6-3-2-15,-8-2 2 0,-10-4 0 16,-5-3 0-16,-13-2 14 0,-6-1 0 0,-10-3 0 16,-6-3 0-16,-7-4-13 0,1-6 1 0,-2-2-1 15,4-6 0-15,7-1 0 0,3-4-2 16,7-1-2-16,19-2-8 16,-26 0-9-16,26 0-20 0,0 0-28 0,-23-5-41 15,23 5-85-15,0 0-46 0</inkml:trace>
  <inkml:trace contextRef="#ctx0" brushRef="#br0" timeOffset="2383.41">7210 858 632 0,'0'0'36'15,"14"-19"-8"-15,5 3-6 0,10 1-10 16,6 1-4-16,6 4-3 16,4 6-3-16,3 1-2 0,0 0-2 0,-1 1 0 15,1 1 1-15,-3-1 0 0,-3-1-1 16,-3-4 1-16,-7-1 0 0,-6-2 1 0,-7-4 3 16,-8 2-1-16,-11 12 1 0,8-19 1 0,-8 19-1 15,0 0 3-15,0 0 3 0,0 0 0 16,-2-1 0-16,2 0-2 15,0-1-1-15,0 2-1 0,0 0 0 0,-1 2 1 16,-4 26-1-16,5 7 1 0,3 12-1 16,2 15-1-1,2 17 6-15,1 14-2 0,1 9-1 16,4 4-1-16,3 0-7 0,3 2 0 0,0-2-1 16,1-2 14-16,-3-6 0 0,1-7-2 15,-4-6 1-15,-4-3-12 0,-4-3-1 16,-6-6 2-16,-3-6-1 0,-6-13 1 15,-5-9 0-15,-5-11 1 0,-4-8-1 16,-3-6 1-16,-7-8-1 0,-5-7 1 0,-1-5 1 16,-6-5-2-16,3-4 0 0,-1-2-1 0,4-1-2 15,3-1-2-15,5 0-5 0,4 3-4 16,7 4-6-16,20 6-8 16,0 0-11-16,0 0-14 0,0 0-11 0,-2 0-14 15,2 0-33-15,9 15-94 0,7-9-6 16</inkml:trace>
  <inkml:trace contextRef="#ctx0" brushRef="#br0" timeOffset="2849.93">8802 1448 79 0,'0'0'4'0,"0"0"-4"0,-2-23-4 0,2 23-1 16,0 0 1-16,0 0 2 0,0 0 3 0,-14-11 5 15,14 11 7-15,0 0 8 0,0 0 18 16,0 0 7-16,-1-1 11 15,-1 1 3-15,1 0-2 0,-1-1-2 0,1 1-6 16,-1 0-4-16,1 0-2 0,-1 0-2 16,1 0 0-1,-1 0-3-15,2 0-6 0,-1 0-3 16,1 0-7-16,1 0-4 0,25-2-4 0,5-1-3 16,6 0-4-16,7-3-2 0,8 1-3 15,6 0 0-15,5 1-1 0,1 0-1 16,4 1 0-16,-6-1-1 0,-7 3-1 15,-10-1 2-15,-9 1 0 0,-13-1-1 16,-23 2 1-16,0 0-2 0,0 0-2 0,0 0 2 16,2 0-1-16,-2 0 0 0,0 0 0 0,-2 2-3 15,-25 2-5-15,8 3-8 0,-3-2-18 16,8 6-18-16,-6-2-40 16,5 5-54-16,1 4-101 0</inkml:trace>
  <inkml:trace contextRef="#ctx0" brushRef="#br0" timeOffset="3167.02">8883 1829 615 0,'0'0'59'0,"0"0"-10"16,0 0-17-16,0 0-10 0,0-2-9 0,0 2-2 15,-3 0-2-15,3 0-1 0,0 0-1 16,0-1-1-16,0 1-1 16,0 0 1-16,3 0-1 0,34-2-1 0,1 2-2 15,7 0-1-15,7 0-1 0,3 0 0 16,1 0 0-16,5 0 0 0,-4 0 0 0,-7-1-1 16,-4-1 1-16,-8 1 0 0,-9-1-1 0,-7 1 0 15,-22 1-2-15,0 0-1 0,0 0-4 16,0 0-4-16,2-2-13 15,0 2-18-15,-2 0-45 0,-2-1-75 0,0 1-101 16</inkml:trace>
  <inkml:trace contextRef="#ctx0" brushRef="#br0" timeOffset="3883.22">10466 1092 499 0,'0'0'55'16,"3"-33"-7"-16,-4 6-6 0,-1 3-10 0,2 24-5 16,-6-26-7-16,-2 7-5 0,8 19-4 0,-7-16-4 15,7 16-3-15,0 0 2 0,0 0-5 16,-26 8 2-16,4 10 1 15,-1 11-3-15,0 10 7 0,0 10-2 0,2 4-1 16,-2 6-2-16,6 2-5 0,2-1 0 16,5-2-1-1,3 0 0-15,7-2 2 0,7-2 0 16,3-2 2-16,6-7 1 0,7-6 1 0,6-6 1 16,6-6 0-16,7-7 2 0,6-8 1 15,5-7-1-15,6-10 0 16,-1-5-1-16,3-7 0 0,-6-7-1 0,-3-4 0 15,-3-7 0-15,-7-5-2 0,-9-6 1 16,-10-4 1-16,-9-2-1 0,-13-3 1 0,-13-4 0 16,-11-9-6-16,-10-4 1 0,-8 2-3 0,-5 3-1 15,-2 13 4-15,-2 11 1 0,-1 12-2 16,2 13 1-16,3 13-2 16,4 14-2-16,1 17-2 0,5 15-6 0,2 14-19 15,12 8-25-15,-1 4-76 0,3 5-142 16,14-1 15-16</inkml:trace>
  <inkml:trace contextRef="#ctx0" brushRef="#br0" timeOffset="5383.28">15578 390 514 0,'0'0'54'0,"9"-17"-8"0,-9 17-8 16,0 0-12-16,0 0-8 0,-6-18-10 16,6 18-3-16,-22-12-5 0,-2 4 1 15,-8 7-2-15,-10-1-1 0,-8 7 0 16,-13 1 0-16,-8 2 0 0,-7 2 0 0,-6-2 0 16,-4-1-2-16,-1 2 1 0,0 0 1 0,6 0 0 15,9-1 2-15,10-3 2 0,15-2 0 16,16-3 2-16,33 0 2 0,0 0 0 15,-15-10 2-15,15 10 0 16,7-16-1-16,11 1 2 0,2 1 1 0,5 5 0 16,-2 1-1-1,-2 4-1-15,-21 4-2 0,0 0 0 16,24 1 0-16,-24-1 0 0,15 7-2 0,-15-7 0 16,0 0 0-16,9 19-1 0,-6 2 2 15,-3 5-2-15,0 8-2 0,-1 11-1 16,-1 14-1-16,1 19 0 0,1 23 0 0,1 25 3 15,1 20-3-15,1 17-1 16,2 2-1-16,4-4-3 0,4-6 15 0,7-10 2 16,6-8-1-16,6-11 1 0,6-11-13 0,7-11 4 15,5-19-1-15,5-19 4 0,1-14 6 16,0-12-6-16,-2-13 5 0,-2-11-7 16,-2-8-5-16,-4-9-11 15,-3-7-16-15,-1-7-12 0,3-2-40 0,-9-6-68 16,0-4-121-16,6 1 9 0</inkml:trace>
  <inkml:trace contextRef="#ctx0" brushRef="#br0" timeOffset="5916.81">15951 962 648 0,'2'-30'49'0,"-1"7"-8"0,4 5-13 16,-5 18-10-16,0 0-11 0,0 0-2 0,0 0-1 16,1-2-1-16,5 25 3 0,-2 15-2 0,-4 10 0 15,-3 12-3-15,-1 3 1 0,-3 3-1 16,-2 0-2-16,-4-5 2 0,3-3-3 15,-2-6-1-15,-2-7 2 16,2-7 0-16,1-8 1 0,2-8 2 0,9-22 3 16,0 0 3-16,0 0 0 0,0 0 1 0,-7-15-2 31,2-15-3-31,4-12 0 0,1-13 0 0,3-13-2 16,3-14-1-16,2-14-2 0,4-8 0 15,1-7 1-15,4 6 1 0,2 8 3 16,3 17-1-16,1 19 1 0,-3 15-1 15,0 19-1-15,-1 13-2 0,-19 14-2 16,27 5 2-16,-2 10-1 0,1 6 1 0,0 13 0 16,-1 10-1-16,1 9 1 0,0 14 0 0,-1 7 1 15,1 8 0-15,-2 7 1 0,-2 0 0 16,-5-4-1-16,-1-11-1 0,-4-13-2 16,-2-10 0-16,0-11 1 15,-3-11-1-15,-3-8 0 0,-4-21 1 0,0 0-1 16,5 17-1-16,-5-17-3 0,0 0-7 0,0 0-14 15,0 0-19-15,-12-18-34 0,2-6-35 0,-13-3-100 16,-10-8-35-16</inkml:trace>
  <inkml:trace contextRef="#ctx0" brushRef="#br0" timeOffset="6099.99">15684 1106 515 0,'11'25'75'15,"2"-9"-10"-15,10-10-17 0,6-4-16 16,7-2-6-16,5-2-7 0,5 1-7 16,4-2 2-16,0-3-10 15,3-5-3-15,-2 3-5 0,1 1-4 0,0-2-15 16,4-2-23-16,-5-4-53 0,4-2-80 0,-1 5-86 16</inkml:trace>
  <inkml:trace contextRef="#ctx0" brushRef="#br0" timeOffset="6366.69">16702 766 652 0,'0'0'55'16,"0"0"-11"-16,0 0-14 0,1 2-9 0,-1-2-10 16,0 0-2-16,0 0 1 0,2 1-1 15,3 31 2-15,0 6-3 0,-1 6 0 16,3 5-2-16,-1 7-2 0,1 8-1 15,-1 4-1-15,0 1 0 0,0 0-1 16,0-7 0-16,-2-7-3 0,1-6 0 0,0-9 0 16,-2-3 0-16,0-8 1 0,0-7-1 0,-3-22 0 15,0 0-1-15,0 0-1 0,0 0-2 16,1 2-6-16,-1 0-10 0,0-2-18 16,2-2-21-16,-5-24-40 15,0-4-58-15,3-1-96 0</inkml:trace>
  <inkml:trace contextRef="#ctx0" brushRef="#br0" timeOffset="6816.69">16499 739 558 0,'5'-18'63'16,"-5"18"-8"-16,8-17-9 0,-8 17-10 15,16-15-10-15,5 4-6 0,0 4-2 0,4-1-4 16,4 4-1-16,2 0-3 0,4 1-3 0,4 2-2 15,3 4-3-15,-3 3 0 0,0 3-2 16,-4 6-2-16,-3 2-2 0,-5 3 0 16,-4 4 1-16,-7 7 1 15,-4 3 2-15,-8 4-2 0,-7 0-2 0,-6 2 0 16,-8-3 3-16,-4 0-2 0,-5-3 2 0,-2-4 0 16,0-3-2-16,5-4 2 0,5-5 1 0,6-7 3 15,12-11 0-15,0 0-1 0,0 0 0 16,0 0-2-16,0-23 0 0,10 6 0 15,5 2 0-15,4 3 1 16,5 6 0-16,5 3 0 0,3 6 1 0,4 11 1 16,3 5-1-16,0 7 4 0,0 0-4 0,-3 6 1 31,-1 4-1-31,-3 4-3 0,-5 3 1 0,-4 0-3 16,-5-5 2-16,-11-1 0 0,-6-2 1 15,-8 0 0-15,-12-1-4 0,-7 1 4 16,-7-3-1-16,-5-4 1 0,-2-5 3 15,-3-4-3-15,2-6-1 0,5-3-2 16,1-4 0-16,3-6-7 0,5 0-8 0,2-8-26 16,25 8-33-16,-27-10-85 0,7 4-117 0</inkml:trace>
  <inkml:trace contextRef="#ctx0" brushRef="#br0" timeOffset="7366.74">18090 1138 593 0,'0'0'42'16,"0"0"-2"-16,-1-1-7 0,-1 1 0 0,1 0-8 16,-1 0-1-16,1 0-2 0,1 0-6 15,-2 0-4-15,2 1-2 0,0-1-4 16,2 0 0-16,38-4 1 15,14-4-2-15,15-2-4 0,18-3 2 0,11 1-4 16,6 1 3-16,-2 2-1 0,-10 7-2 0,-12 0 1 16,-15 4-2-16,-12-1-3 0,-14-1 1 0,-11 3-3 15,-28-3-4-15,0 0-1 0,17 4-1 16,-17-4-5-16,0 0-3 0,0 0-16 16,0 0-20-16,2 2-39 15,-20-12-62-15,18 10-93 0</inkml:trace>
  <inkml:trace contextRef="#ctx0" brushRef="#br0" timeOffset="7651.11">19536 769 703 0,'0'0'57'0,"7"-18"-15"15,-7 18-5-15,0 0-12 0,4-21-7 0,-4 21-7 16,0 0-6-16,0 0-4 0,0 0 1 0,2-2 0 15,22 20 1-15,-4 12 1 0,-3 10-1 16,-4 12-1-16,0 8 0 0,-5 7 2 16,0 5-3-16,-2 1-1 15,1-2 1-15,-3-2-5 0,-1-7 2 0,0-6 1 16,-2-9-3-16,1-8 2 0,-1-6-2 0,-1-8 0 16,0-25 0-16,0 22-5 0,0-22 1 0,0 0-5 15,0 0-8-15,0 0-13 0,2 2-24 16,-5-32-47-16,1-4-51 0,-4 1-105 15</inkml:trace>
  <inkml:trace contextRef="#ctx0" brushRef="#br0" timeOffset="8116.74">19189 672 590 0,'4'-21'52'15,"12"4"-5"-15,3 2-4 0,9 0-4 16,2 0-9-16,5 4-6 15,5 0-3-15,2 2-5 0,4 2-2 0,3-1-2 16,6 3-4-16,2 2-3 0,-1 2-3 0,-4 4-1 16,-4 3-1-16,-6 0-1 0,-4 7 0 0,-5 0-1 15,-4 7-1-15,-6 7 0 0,-7 3 1 16,-11 4-1-16,-8 4-1 0,-8 3 0 16,-9 2 3-16,-9 3 1 15,-9-3-1-15,-4-2 1 0,0-2-1 0,2-7-2 16,2-4 3-16,8-6-1 0,8-8 1 0,22-14 2 15,-16 7-1-15,16-7-2 0,0 0 5 0,0 0-4 16,16-18 0-16,5 1 2 0,5 4-2 31,2 2-1-31,4 7 2 0,3 4 0 16,3 3-1-16,2 9-1 0,-1 6 1 16,0 8 3-16,0 6 0 0,-4 4 2 15,-5 2-4-15,-2 5-1 0,-8 2-3 0,-4 1 1 16,-7-2 1-16,-6-5-2 0,-8 1 2 0,-8-2 0 15,-9-1 0-15,-8 3 1 0,-8-3 0 16,-6-5 0-16,-4-5-2 0,-1-6 2 16,4-4-1-16,2-5 3 15,5-4-1-15,6-6-3 0,5 0-1 0,5-5-7 16,22 3-4-16,-20-12-7 0,20 12-9 0,-13-23-15 16,13 23-15-16,0-33-37 0,14 5-42 0,5 11-106 15</inkml:trace>
  <inkml:trace contextRef="#ctx0" brushRef="#br0" timeOffset="8666.78">20553 765 792 0,'0'0'38'16,"0"0"-8"-16,5-19-8 0,-5 19-7 15,0 0-8-15,0 0-4 0,0 0-3 16,-2-1 0-16,2 2 0 0,2 22 1 0,-2 14 0 16,-4 10 0-16,-2 10 0 0,1 12 1 0,-3 5 0 15,1 0-1-15,-2 1-2 0,2-6-1 16,0-5-1-16,-1-9 0 0,0-6 1 16,1-7 0-16,1-6-1 0,0-7 2 15,-1-7 0-15,7-22 1 0,0 0 2 16,0 0-1-16,0 0 1 0,-1 1-1 0,1-1-1 15,0-1 0-15,-5-28 0 0,1-3-2 0,1-6 3 16,0-4-1-16,-1-13 0 0,-1-12-4 16,0-15 0-16,2-12 2 0,1-5-1 31,5 1 7-31,4 8-3 0,1 17 1 0,2 17 0 16,1 15-1-16,-1 15 1 15,1 10-1-15,-11 16 2 0,21-3-1 0,2 7 2 16,3 7-2-16,5 9 0 0,2 7 0 0,2 10-1 15,1 9 0-15,-1 6 1 0,-2 9-1 16,-1 7 2-16,-3 5 0 0,-3 0 0 16,-5-3-1-16,-3-4-4 0,-4-10 1 15,-4-5 0-15,-2-10-2 0,-3-10 3 16,-1-6-1-16,-4-25-1 0,2 21 2 0,-2-21-1 16,0 0 0-16,0 0 0 0,0 0-3 0,1 2-3 15,-1-1-7-15,-1-1-11 0,-1 0-11 16,-18-14-31-16,6-1-41 0,-5-3-114 15,-4-3-49-15</inkml:trace>
  <inkml:trace contextRef="#ctx0" brushRef="#br0" timeOffset="8867.59">20304 1085 642 0,'0'0'57'16,"0"0"-5"-16,-1 0-12 0,1 0-9 0,1 2-9 16,21 8-4-16,8-1-6 0,6-1-3 0,9-3-4 15,4-3-2-15,5 0-3 0,0-1-1 16,0 1-3-16,0-4-7 0,-7-1-17 16,0-4-34-16,-13-4-90 0,-6 4-144 15,-5-1 15-15</inkml:trace>
  <inkml:trace contextRef="#ctx0" brushRef="#br0" timeOffset="9599.95">15810 240 568 0,'0'0'65'0,"0"0"-11"15,0 0-7-15,1-25-14 0,-1 25-11 16,0 0-13-16,0 0-4 0,0 0-2 16,-1-1 0-16,-1 1 1 0,1 0-1 15,-25 10-2-15,4 7-1 0,-3 1-3 16,-1 2 2-16,-1 0-1 0,-1-3 0 0,1-1 0 15,2-1-1-15,1 1 1 0,2-5 0 0,9 2-1 16,13-13-2-16,0 0-2 0,-14 9-5 31,14-9-4-31,0 0-3 0,0 0-10 16,0 0-7-16,-2 2-15 0,22-10-15 16,-5-3-23-16,2 1-8 0,-2-4 10 15,-1-3 23-15,-1 1 37 0,0 0 31 0,-4 2 25 16,-9 14 12-16,14-13 20 0,-14 13 3 0,18-10 6 15,-18 10-1-15,16-7-11 0,-16 7-3 16,21-3-10-16,-21 3-6 0,29 3-9 16,-3 4-6-16,0-2-7 0,0 3-6 15,4 0-3-15,2 1-4 0,3 0-3 16,1 2-4-16,2 1-6 0,1-3-19 0,-2 2-48 16,7-1-97-16,-1-2-97 0</inkml:trace>
  <inkml:trace contextRef="#ctx0" brushRef="#br0" timeOffset="10033.39">16564 312 637 0,'-10'-16'68'15,"10"16"-17"-15,0 0-8 0,-7-19-12 16,7 19-7-16,0 0-7 0,0 0-4 0,0 0-4 16,2-1-5-16,-13-13-2 0,11 14 0 0,0 0-2 15,-21 3-1-15,3 6 0 0,1 2-1 16,1 1 0-16,0 5 1 0,0-2-1 16,-1-1 0-16,-2-1 1 0,2 3-2 15,-3-4-2-15,3 2-3 0,2-6-6 16,15-8-2-16,-13 10-2 0,13-10-2 0,0 0-6 15,0 0-2-15,0 0-2 0,-2-2 2 0,6-19 10 16,5 2 8-16,3 1 7 0,-1 2 6 16,1 0 5-16,2 3 1 0,-1 2 6 31,-13 11 2-31,22-8 6 0,-22 8 2 16,27-2 0-16,-5 3-4 0,3 4-3 15,1 1-3-15,1 3-6 0,1 0 1 0,-1 2-7 16,-1 1-3-16,-1-2-3 0,1 1-7 0,3 1-37 15,7-1-100-15,0-2-141 0,-4-6 5 16</inkml:trace>
  <inkml:trace contextRef="#ctx0" brushRef="#br0" timeOffset="10600.16">19546 200 574 0,'0'0'69'0,"9"-17"-12"15,-9 17-9-15,0 0-16 0,0 0-9 0,-3-23-8 16,3 23-6-16,0 0-5 0,0 0-4 0,-13-13 30 15,13 13-1-15,0 0-1 0,-28 8 2 16,-1 4-65-16,0 0 0 0,-2 3 0 16,-5 1-1-16,1 0 32 0,-1-1-2 15,1 2 0-15,2-5-1 0,2 0-7 16,8 0-10-16,3-1-25 0,7 3-24 0,0-4-49 16,13-10-42-16,0 0-52 0</inkml:trace>
  <inkml:trace contextRef="#ctx0" brushRef="#br0" timeOffset="10783.34">19306 187 576 0,'2'0'43'0,"-1"1"-1"0,0-1-4 0,25 3-10 16,-4 3-8-16,-1-1-5 0,2 1-4 15,2 3-5-15,4-2-2 0,2 3-5 16,1 0-3-16,1-1-8 0,3 0-13 15,-3 3-35-15,5-1-37 0,1 1-156 16,-4-6 12-16</inkml:trace>
  <inkml:trace contextRef="#ctx0" brushRef="#br0" timeOffset="11216.72">20301 267 631 0,'0'0'57'0,"-9"-22"-11"31,9 22-10-31,0 0-4 0,0 0-10 16,0 0-6-16,-1-22-5 0,1 22-3 16,0 0-7-16,0 0 0 0,0 0-1 15,-2-1-1-15,1 1 0 0,-13 10 0 0,-1 5-1 16,-1 2 0-16,0 0 1 0,-1 1-2 0,1-3 1 15,0 2-1-15,1-1 0 0,1-2 0 16,1-1-7-16,13-13-7 0,-14 13-7 16,14-13-6-16,0 0-1 0,0 0-2 15,0 0-11-15,-2 1-5 0,2-1-6 16,2-1 7-16,18-16 23 0,-3 0 13 0,-2-4 19 16,-1 0 7-16,-1-2 9 0,-3 4 10 0,3 0 10 15,-4 3 2-15,0 2-1 0,-9 14-9 16,0 0-11-1,0 0-2-15,0 0-4 0,1-2-1 0,25 6-2 0,-4 4-4 16,-3 3-3-16,1 1-1 0,3 5-3 16,1 0-1-1,1 1-1-15,4 1-4 0,0-2-2 0,2 0-4 16,-1-3-23-16,7-2-31 0,-6-2-124 16,-2-3-90-16</inkml:trace>
  <inkml:trace contextRef="#ctx0" brushRef="#br0" timeOffset="11734.52">21147 358 628 0,'14'-12'49'16,"-14"12"-8"-16,15-14-11 0,-15 14-8 31,14-13-13-31,-2 2-2 0,-12 11-3 16,17-11-2-16,-17 11-1 0,20-5-1 16,-20 5-1-16,0 0 0 0,25 0 0 0,-25 0-1 15,20 5 2-15,-20-5 0 0,0 0 1 0,19 5 2 16,-19-5 0-16,0 0 4 0,0 0 1 15,15 10 2-15,-15-10 2 0,11 15-2 16,-4 4-4-16,-1 4 1 0,0 7-1 16,1 8-1-16,3 10 2 0,0 9-3 15,5 9 0-15,-2 12-1 0,-1 16 0 0,0 18-1 16,-1 16 1-16,-4 4-3 0,1 4-2 0,-2-7 2 16,-1-10-4-16,-1-9 1 0,2-11 13 15,-2-11-3-15,0-9 4 0,-2-9-2 16,-4-3-8-16,-2-5-1 15,-3-6-1-15,-2-6 0 0,-5-10 2 0,-2-8-1 16,-6-9 1-16,-4-8 2 0,-7-6-2 0,-5-8-1 16,-7-7-1-16,-5-3-2 0,-7-6-2 0,-3-3-5 31,-7-2-10-31,1 3-18 0,-8-4-31 16,7 10-71-16,5 3-149 0,-4-3 21 15</inkml:trace>
  <inkml:trace contextRef="#ctx0" brushRef="#br0" timeOffset="12583.22">4818 367 613 0,'0'0'54'16,"-16"-11"-10"-16,16 11-16 0,0 0-7 0,-19-5-11 15,19 5-3-15,-22 2-1 0,2 4 0 0,0 4-2 16,-2 5-3-16,-5 4-2 0,-8 3 0 0,-1-1-1 15,-3 0 0-15,3 0-1 0,-2 1 1 16,3-1 0-16,2-3 1 0,6-4 2 16,5-5 0-16,22-9 4 15,0 0 1 1,0 0-1-16,0 0 2 0,-7-17-3 16,11-3-1-16,9-4 0 0,6-3 0 0,8 1-1 15,4-1 2-15,2 4 0 0,0 5-1 0,-1 4-1 16,0 8-1-16,-2 3 0 0,-1 6 1 15,2 1 0-15,-4 6-2 0,-1 4 0 16,-4 1 0-16,-2 3-2 0,0 0 1 16,-2-3 0-16,-1 2-2 0,2 0 0 15,1-2-1-15,3 0-7 0,6-3-16 0,-3-3-55 16,7-5-116-16,2-4-74 0</inkml:trace>
  <inkml:trace contextRef="#ctx0" brushRef="#br0" timeOffset="13099.9">5894 235 617 0,'0'0'52'16,"-6"-18"-12"-16,6 18-7 16,-13-12-8-16,13 12-11 0,0 0-1 0,-26 4-6 15,7 2 0-15,3 6-1 0,-1 3-5 0,2 2 0 16,0 5-1-16,0 0-1 0,-1 1 0 0,2-2-3 15,-5-2 1-15,6-3 1 0,-3 0 1 16,4-5 2-16,12-11-2 0,0 0 2 31,-14 10 2-31,14-10 1 0,0 0 2 16,0 0 0-16,0 0-4 0,-1-2 1 16,1 1-2-16,0-1 1 0,5-27 1 0,5 3 2 15,1 4-1-15,3-1 1 0,-1 1 1 0,4 6-1 16,-1 1 0-16,3 3-1 0,-1 4 0 15,2 5-2-15,3 5 0 0,1 2 1 16,1-1-3-16,4 2 0 0,0 2 1 16,0 4-3-16,1 3 2 0,-1-1-1 15,3-1-2-15,0-2-4 0,1 0-14 0,-4-1-43 16,10 2-76-16,0-5-142 0,-3-5 11 0</inkml:trace>
  <inkml:trace contextRef="#ctx0" brushRef="#br0" timeOffset="14466.84">22369 1996 701 0,'-9'-17'48'16,"9"17"-6"-16,0 0-13 16,0 0-11-16,0 0-10 0,-1-1-5 0,1-1-2 15,0 0 1-15,0 2 0 0,1 0 1 0,24 19 0 16,-1 9-1-16,0 12-2 0,-1 12 0 0,-6 7-2 15,-7 4 2-15,-7 3-2 0,-9-4 2 16,-8-2 7-16,-7-5-7 0,-5 0-2 31,-7-8-16-31,1-1-22 0,-2-13-28 16,11-3-59-16,7 4-132 0,4-22 5 16</inkml:trace>
  <inkml:trace contextRef="#ctx0" brushRef="#br0" timeOffset="14966.61">23871 748 748 0,'5'-18'37'0,"-5"18"-6"0,0 0-8 15,0 0-7-15,0 0-8 0,1-2-4 16,-1 1-5-16,0 0 1 15,0 1 0-15,0 1 1 0,-1 44 1 0,-2 10-1 16,-3 12 2-16,-1 6-4 0,-3 5 5 0,3 1-2 16,-2-1-2-16,1-5 1 0,-1-3-3 0,-2-7-3 31,2-5 2-31,0-8 1 0,0-7 0 16,2-10 3-16,1-12 0 0,6-21 0 15,0 0 2-15,0 0 0 0,0 0-1 16,0-33 0-16,1-13 0 0,1-10 0 15,1-15 1-15,-2-11-7 0,-1-14 2 0,0-10-1 16,0-5 0-16,1 5 6 0,2 10-3 0,3 17 2 16,4 23-1-16,0 20-1 0,1 12 1 15,-11 24-3-15,18-5-1 0,0 12 1 16,3 16 0-16,4 14 1 16,2 12 2-16,4 16-1 0,-1 9 0 0,-1 9 3 15,0 9 1-15,-4-8-1 0,1 1-2 0,-3-6-1 16,-3-12-4-16,-5-8 3 0,-3-10-1 0,-3-10-2 15,-3-7 2-15,-5-7 0 0,-1-25-2 16,0 0 3-16,-3 19-8 0,3-19-10 31,0 0-17-31,0 0-26 0,-30-24-44 16,4-5-59-16,3-4-93 0</inkml:trace>
  <inkml:trace contextRef="#ctx0" brushRef="#br0" timeOffset="15116.65">23578 1069 564 0,'5'27'59'16,"4"1"-10"-16,8-3-7 0,4-4-9 15,8-4-8-15,4-5-6 0,9-3-9 0,4-3-3 16,8-3-5-16,4 0-3 0,-1-4-9 0,4 3-14 16,-4-6-45-16,7-4-72 0,0 0-133 15</inkml:trace>
  <inkml:trace contextRef="#ctx0" brushRef="#br0" timeOffset="15650.19">23788 276 474 0,'0'0'61'0,"-19"-3"-12"16,19 3-13-16,0 0-9 0,-26-1-10 0,3 2-2 15,2 5-1-15,-3 3-1 0,-4 3-2 16,-5 5-4-16,-3 3-4 0,-7 1-2 16,-3 3-3-16,-3 2 1 15,0 0 1 1,-1 0-2-16,2-3 1 0,9-3 0 16,9-4-2-16,9-9 4 0,21-7 1 0,0 0-1 15,0 0 3-15,18-16-4 0,12-7 1 0,14-6 2 16,9-1-2-16,2-2 3 0,-3 0 2 15,-3 3-4-15,-3 0 3 0,-7 2-2 16,-2 3-1-16,-9 3 1 16,-3 7-1-16,-7 8-1 0,-18 6 0 0,20 3 0 15,-3 3 1-15,-2 3 2 0,0 4 0 0,0 4-2 16,1 3 2-16,0 1-2 0,2 2-1 0,3 2 0 16,2-2-2-16,4 1-1 0,5 1-4 15,4 0-3-15,5-3-20 0,2 1-30 16,-4-3-84-16,1-3-124 15</inkml:trace>
  <inkml:trace contextRef="#ctx0" brushRef="#br0" timeOffset="16217.03">25556 1466 648 0,'0'0'44'15,"0"0"-6"-15,-13-18-5 0,13 18-8 0,-7-15-7 16,7 15-6-16,-9-16-4 0,9 16-3 0,-16-19-2 15,2 1 0-15,-8-2-1 0,-4-6 1 16,-4-5-1-16,-5-5 0 0,-3-8-12 31,-1-5 7-31,0-2-1 0,5-7 0 16,3-2 13-16,8-1-11 0,6-3 3 16,6-1 2-16,9 1-3 0,6 0 3 0,6 5-2 15,7 6 0-15,4 4 1 0,5 7 0 0,3 9-2 16,1 8 0-16,0 12-2 0,-1 11-1 15,2 7 0-15,-2 7 0 0,-2 8-1 16,-1 5 0-16,-5 10-1 16,-4 8 1-16,-8 5 2 0,-8 7 0 0,-7 7 0 15,-6 8-1-15,-8 7 3 0,-9 5 5 0,-4-1-1 16,-5-7 3-16,-3-8-4 0,0-16-4 0,2-13 2 16,4-9 0-16,8-11 2 0,10-9 3 15,17-8-1-15,0 0 0 0,0 0 1 16,0 0-4-16,-2-1 1 15,32-5-3-15,8 3 1 0,10 5-2 0,4 3 1 16,3 6-2-16,6 1 0 0,2 2-2 0,8 1-4 16,-2-4-8-16,4 1-16 0,-6-6-34 15,0 2-41 1,-9-1-110-16,-9-4-44 0</inkml:trace>
  <inkml:trace contextRef="#ctx0" brushRef="#br0" timeOffset="16483.24">26435 796 679 0,'0'0'57'0,"16"-12"-12"15,-16 12-10-15,15-10-13 0,-15 10-6 16,0 0-6-16,0 0-2 16,21 2-1-16,-5 6-1 0,-3 12 1 0,-2 12-1 15,0 12 0-15,-4 12-2 0,-2 13 4 0,-4 5-2 16,-1 9-3-16,-1 3-1 0,-1-3-7 0,1-2 1 15,-2-6 1-15,1-5-1 0,-1-8 2 16,2-8 0-16,-1-14-1 0,1-9 0 31,1-31-3-31,0 21-2 0,0-21-3 16,0 0-1-16,0 0-7 0,0 0-14 16,1 2-27-16,-1-4-30 0,-8-24-64 0,-1-12-79 15</inkml:trace>
  <inkml:trace contextRef="#ctx0" brushRef="#br0" timeOffset="16899.99">26225 851 633 0,'0'0'50'15,"8"-18"-8"-15,-8 18-4 0,17-10-10 0,3 3-5 16,6 6-6-16,5 4-1 0,3 3-4 0,4 3-2 16,5 4-2-16,1 3-2 0,3 2-3 15,0 5 1-15,-1 4-3 0,-7 3-1 16,-4 5 1-16,-6 4-2 15,-8 1 3-15,-6 6-1 0,-8 4-1 0,-8-1-1 16,-9 1-7-16,-9-6 1 0,-5-6-1 0,-4-6 2 31,-4-7 0-31,-3-2 1 0,6-6 3 0,2-6 1 16,7-6 3-16,20-5 1 0,0 0-2 16,0 0 1-16,0 0 0 0,-2-1-1 15,4 0 0-15,18-16 0 0,3 6 0 16,5 5 0-16,2 5 0 0,2 5-1 15,1 4 2-15,3 5-1 0,0 9-1 0,-3 5 1 16,-1 8-2-16,-6 3 1 0,-7 3 0 16,-6 0-1-16,-9-2 1 0,-7-2-1 0,-8-2 0 15,-6-2 2-15,-11-3 10 0,-8-1 0 16,-9-3 0-16,-3-5-1 16,-5-3-11-16,-2-4 0 0,-1-6-2 0,3-3-6 15,2-5-5-15,7-2-13 0,-1-6-13 0,9-1-17 16,-3-8-42-16,10-1-27 0,5 5-91 0,1-12-23 15</inkml:trace>
  <inkml:trace contextRef="#ctx0" brushRef="#br0" timeOffset="17283.49">26483 553 679 0,'-3'-22'54'15,"-3"1"-13"-15,-1 1-13 0,-2 0-5 16,9 20-10-16,-11-19-4 16,-2 6-6-16,13 13-2 0,-22-1-1 0,-3 5-1 15,-2 8 0-15,-5 8-2 0,-3 5 0 0,1 3 1 16,-2 4-1-16,4 2 0 0,4-1 0 0,4-1 0 16,4-3 0-16,5-6-1 0,4-8-1 15,11-15 2-15,0 0 1 0,0 0 1 16,0 0 2-16,-2-2-1 15,19-13 0-15,1-8 2 0,2-6 0 0,0-4 1 16,1 1 0-16,0-3 1 0,1-3 1 0,-3 2 0 16,1 1 2-16,0 8 0 0,-2 7-1 0,0 8 0 31,-2 6-2-31,-16 6-1 0,29 0 0 16,-1 6-2-16,2 5-1 0,2 2 0 15,1 5 0-15,3 2-1 0,3 1-1 16,-1 2-1-16,1 1-4 0,4 1-7 15,-2-2-22-15,5-4-42 0,-4-4-212 0,-4-6 3 16</inkml:trace>
  <inkml:trace contextRef="#ctx0" brushRef="#br0" timeOffset="18532.1">28334 903 639 0,'-4'-33'51'0,"-2"4"-13"0,-3 4-13 15,1 5-6-15,-1 4-7 0,-4 4-3 16,13 12-5-16,-22-8-1 15,22 8-4-15,-32 5 0 0,2 8 1 0,-1 13 0 16,-2 14 1-16,1 10-1 0,2 14 2 0,4 10-3 31,4 8 5-31,9 2-2 0,5-4-4 0,9-7 3 16,9-11-6-16,6-8 1 0,10-7 1 16,6-7 2-16,7-10 1 0,7-8 0 15,5-10 0-15,1-11 0 16,4-8 0-16,-1-9 1 0,-3-6 0 0,-5-6 0 15,-5-4 1-15,-5-2 1 0,-7-3 0 0,-5-2 1 16,-5-7 1-16,-5-7-13 0,-7-3 6 16,-3-6 1-16,-2 4-3 0,-3 8 11 0,-3 9-7 15,0 12-1-15,3 29-1 0,0 0 0 16,0 0-1-16,-26 9 0 16,1 17 2-16,1 12 4 0,3 9 0 0,1 8 0 15,6-1-2-15,5-1-3 0,6-2-2 0,6-6 1 16,7-5 0-16,5-7 2 0,5-3-1 0,4-4-1 15,3-5 2-15,2-6 1 0,1-5 0 16,0-9 1-16,-1-5 0 0,0-6 1 16,-4-3 0-16,-5-4-1 15,-7 0 0 1,-4 2-1-16,-9 15 0 0,-3-27 0 16,-6 0-1-16,-6-1 1 0,-5-2 1 0,-4-3 1 15,-5-6 1-15,-1-3-14 0,-1-2 9 0,1 0-1 16,4 5 0-16,7 8 14 0,5 10-6 15,6 6 0-15,8 15-1 0,0 0 0 16,12-12-1-16,7 7-1 0,8 4 1 16,6 2 0-16,7 7 0 0,6 5 1 15,3 10 0-15,4 3 1 0,1 6 2 0,-5 3-3 16,-1 4-1-16,-8 2-4 0,-5 0-4 16,-5 2 0-16,-6-4 0 0,-9 1 1 0,-7-3 1 15,-7 0 1-15,-5-2 1 0,-5-6 0 16,-2-8 1-16,-1-4 1 0,-2-5 0 15,14-12 2-15,-20 6 0 0,20-6 0 16,-20-11 0-16,7-6 0 0,3-5-1 0,4-6 0 31,5-2 1-31,4-2-1 0,6-3 0 0,5-4 0 16,6-4-1-16,4-2 1 0,4 1 0 16,4 4-10-16,6 10 4 0,1 13-2 15,1 8 5-15,-1 9 10 0,0 9-6 16,-4 2 0-16,-3 7-5 0,-2 6 0 15,-4 1 0-15,-5 2 0 0,-6 0-1 0,-3 1 2 16,-6-2-1-16,-3-4-1 0,-5-1 2 0,-3-2 0 16,5-19 1-16,-14 20 0 0,2-9 1 15,12-11-1-15,-15 10 3 0,15-10 0 16,0 0 2-16,0 0-1 0,0 0-1 16,-10-16 1-16,10 16-2 0,7-34 1 15,8-1-2-15,3-5 1 0,2-5 1 0,2 1-11 16,6-2 4-16,2 5 0 0,3 9 0 0,1 9 10 15,-2 15-6-15,-2 11 2 0,0 12 4 16,1 7-1-16,-1 11 1 0,-4 4-2 31,-3 6-5-31,-3 1 0 0,-5 0 0 16,-3-2 0-16,-3-4 0 0,-3-3 0 16,-3-5 0-16,-1-1 1 0,-2-3-1 0,0-26 1 15,-3 23 0-15,3-23-2 0,0 0-1 0,0 0-4 16,0 0-6-16,-2 1-10 0,1 1-35 15,1-2-47-15,-14 13-179 0,14-13 11 16</inkml:trace>
  <inkml:trace contextRef="#ctx0" brushRef="#br0" timeOffset="20067.89">29926 1323 699 0,'9'-22'46'0,"1"-3"-8"31,7 4-10-31,5-1-7 0,4-2-9 0,6 4-4 16,7 1-1-16,1 4-2 0,4 7 2 16,-1 5-2-16,1 6 3 0,-3 8-3 15,-3 4 0-15,-3 5-1 0,-5 7-8 16,-4 2 2-16,-3 6-1 0,-5 0 0 15,-3-1-1-15,-7 0 0 0,-7-2 0 0,-4-3 0 16,-6-2 0-16,-5-1 1 0,-3-3-1 16,-5-2 1-16,-1-4 1 0,1-7 0 0,3-4 1 15,19-6 1-15,-23-1 1 0,6-7-1 16,7-5 1-16,4-7 0 0,5-3 0 16,4-1 2-16,4-3-1 0,6-2-1 15,3-6 1-15,5-5 0 0,4-2 0 0,4-3 0 16,1 8-1-16,2 5-9 0,1 12 9 0,2 11-2 15,0 10 1-15,1 12 6 0,-3 6-8 16,-1 12 0-16,-5 5 0 0,-5 5-1 16,-6-2 0-16,-3 0 1 0,-7-3 0 31,-5-4 3-31,-4-2-2 0,-4-3-1 16,-4-2 2-16,-1-4-1 0,0-6 0 0,-1-2 2 15,13-13 0-15,-16 7-1 0,16-7 1 0,0 0-3 16,0 0 3-16,-15-18-2 0,9-2 1 15,6-3 1-15,4-2 0 0,5-1-1 16,5-5 1-16,4-2 1 0,2-5-1 16,4-6 2-16,4-1 0 0,2-1-13 15,2 6 8-15,0 9-2 0,-2 11 1 0,-1 14 9 16,-4 10-1-16,0 9 0 0,-2 5-2 16,-3 6 1-16,-3 5-4 0,-1 2 0 0,-3 4 0 15,0 1 0-15,-3-3 0 0,-1-3 1 16,1-2-2-16,-4-4 0 0,0 0 1 15,-1-1-3-15,0-5 2 0,-5-18 1 16,4 19-1-16,-4-19 1 0,0 0 1 0,0 0 1 31,0 0-1-31,-1 1 0 0,18-7-2 0,-1-8-1 16,3-4 2-16,-1-3 0 0,-2-5 0 16,2-4 0-16,-2-7 1 0,1-1-1 15,0-1 1-15,4-3 0 0,0 5-4 16,1 4-1-16,0 6 1 0,-2 14 0 15,-3 5 4-15,-17 8-3 0,25 9 6 0,-5 2-2 16,-2 7 0-16,-3 7 3 0,-2 0-7 0,2 5 2 16,-1 0-1-16,1-3 0 0,-2-2 1 15,-2 0-1-15,-1-4-1 0,-1-1 1 16,-1-4-1-16,-8-16 2 0,9 19 0 16,-9-19 0-16,0 0 0 0,15 9 1 15,-15-9-1-15,0 0 0 0,27-8 1 0,-5-2-2 16,-3-5 0-16,0-3 2 0,-5-6-1 15,1-3 0-15,-4-8 2 0,-1-8-10 0,-1-12 4 16,0-11-1-16,-2-9-1 0,1-14 7 31,-3-3-3-31,-5-1 0 0,-3 7 5 16,0 11-2-16,-7 10 2 0,-2 12-1 16,-3 12 1-16,-3 9 1 0,1 9-2 0,1 8-1 15,0 6 0-15,16 9 0 0,0 0-1 0,0 0 1 16,-22 3-1-16,5 6 1 0,5 2 1 15,12-11-2-15,-1 30-2 0,5 2 1 16,5 6 0-16,-2 6 1 0,3 5 1 16,2 7-2-16,0 7 2 0,2 7-1 15,0 8 1-15,2 4-2 0,0 0 4 0,4-3-2 16,2-6-1-16,3-10 7 0,8-9-4 0,1-9 0 16,4-12 1-16,1-7-7 0,4-9 2 15,-2-6 1-15,0-9-1 0,-2-6 2 16,0-7-1-16,-3-5 0 0,-4-7 2 15,-2-3-2-15,-4-6 1 0,-2-3 1 16,-1-6-3-16,-3-7-6 0,1-6 0 0,0-4-1 31,0 0 2-31,2 6 7 0,-7 5-2 0,-1 12 1 16,-7 11 0-16,-8 24 1 0,6-22 0 16,-6 22-1-16,0 0 0 0,0 0 1 15,0 0-1-15,-23-1 0 0,3 12 2 16,-2 11-3-16,-1 10 2 0,3 8 0 15,4 7 5-15,0 1 0 0,2 6 0 0,3-3-2 16,0 0-6-16,8-1-1 0,6-5 0 16,5-4 1-16,4-6 1 0,2-6-1 0,2-7 2 15,6-3 0-15,3-6-1 0,6-5 1 16,4-7 4-16,1-3 1 0,1-8 1 16,-3 0-2-16,1-4-4 0,-3-4 1 15,-5-4-2-15,-5-3 1 0,-6-6 1 0,-6-3-2 16,-3-11-4-16,-1-5 0 0,-2-7-3 0,2 0 2 15,0 9 4-15,-3 5 0 0,-3 8 3 16,-2 7-1-16,-1 5-1 0,3 23 1 31,-11-14-1-31,11 14 1 0,0 0 3 16,-22 10-3-16,6 6 2 0,5 8-1 16,3 8-1-16,8 6 2 0,5 4 5 0,2 3-1 15,0-1-1-15,2-4-1 0,2 3-6 16,7-6 0-16,7-7 1 0,5-3-2 0,2-7-1 15,-2-3-1-15,0-4-7 0,-1-5-2 16,-1-7-14-16,-2-5-11 0,-2-11-27 16,-3-3-27-16,-1-5-86 0,-8 0-77 15</inkml:trace>
  <inkml:trace contextRef="#ctx0" brushRef="#br0" timeOffset="20351.38">32325 401 649 0,'0'0'64'0,"-2"-2"-15"16,4 2-12-16,31-1-16 0,12 2-7 15,13-1-3-15,10-1-1 0,3 4-3 16,-5-2-1-16,-8-1-5 0,-13 1 0 0,-7-5-1 15,-5-1 1-15,-4 2-2 0,-2 0 1 16,4 0 0-16,-2 0-1 0,0-3 1 0,-9 3-2 16,-20 3-2-16,0 0 1 0,-25 1-3 15,-5-1-3-15,1 0-8 0,3 4-15 16,10 3-32-16,-3 10-56 0,2 1-164 16,-1 0 13-16</inkml:trace>
  <inkml:trace contextRef="#ctx0" brushRef="#br0" timeOffset="23483.57">4445 3538 523 0,'0'0'43'15,"0"0"5"-15,-3-27 0 0,3 27-7 0,3-26-10 0,0 8-5 16,-3 18-7-16,0 0-5 0,0-23-2 15,0 23-5-15,-10-17-3 0,-8 5-1 0,-5 6-2 16,-10 2-1-16,-10 1 0 0,-4 1 0 16,-6 0 1-1,-5 1-1-15,-1-1 0 0,-5-1 2 16,-4 0 0-16,0 0 0 0,0-1 2 16,0-3 0-16,6 2 1 0,8-3 1 15,11 1 1-15,14 2 0 0,29 5-1 16,0 0-3-16,0 0-1 0,0 0 0 0,2-2 0 15,-4 2 0-15,1 0 2 0,1 0 1 16,0 0-1-16,14 11 1 0,1 4-1 16,0 3 0-16,0 3-1 15,1 8 1-15,-2 6-3 0,2 9 1 0,-4 11-3 0,-5 7 3 16,-1 10-3-16,-2 3 3 0,-1 6 3 16,-2 5-3-16,-1 8 1 0,2 7-3 0,-1 2-3 15,2 0 2-15,3-4 4 0,4-6-3 16,6-6 2-16,0-3-2 0,3-8-3 0,1-5 2 15,-1-7 0 1,1-8 1-16,6-7 0 0,3-10 0 0,3-7-1 0,4-9 2 31,9-5 0-31,7-5-1 0,9-5 1 16,5-5-3-16,5-3-8 0,-2-6-9 0,2 1-17 16,-7-3-25-16,4 3-46 0,-9 5-142 15,-4-8-16-15</inkml:trace>
  <inkml:trace contextRef="#ctx0" brushRef="#br0" timeOffset="24901.24">15341 3530 500 0,'0'0'48'16,"-7"-19"0"-16,7 19-4 15,-5-23-6-15,5 23-5 0,0-26-6 0,5 8-5 16,-5 18-3-16,7-24-4 0,2 6-5 16,-9 18-2-16,0 0-2 0,8-17-3 0,-8 17 0 15,0 0-2-15,0 0-1 0,0 0 0 16,-20-12-1-16,-3 7 0 0,-9 4 1 0,-8 2 0 16,-11 1-1-16,-10-2 1 15,-7 0 1-15,-4 0-1 0,-3-2 1 0,4-1-1 16,6 0 1-16,6-2 1 0,7 1 0 15,11 1 1-15,12-2 2 0,29 5 0 0,0 0 2 16,0 0-2-16,0 0-2 0,-1-1 1 16,-1 1-2-1,2 0 2-15,0 1 1 16,16 19 0-16,3 3-1 0,1 4 3 0,-4 8-4 16,1 6 2-16,-2 7-3 0,-2 7 1 15,-3 6-1-15,-3 5 1 0,-2 6 3 16,-5 5-4-16,-3 7 3 0,-3 8-4 0,2 9-2 15,-1 2 3-15,2 0 0 0,5-6-2 16,7-6 2-16,8-5-3 0,6-9 0 0,8-7 2 16,7-8-1-16,4-10 1 15,6-12-1-15,3-8 1 0,1-10 0 0,-4-7 0 16,-1-8 0-16,-3-5-1 0,-3-5-1 16,-1-2-3-16,-4-2-3 0,-4-1-6 0,-2 0-9 15,-3-2-10-15,1 2-15 0,-5-4-23 16,4 6-39-16,-3-2-60 0,-1-4-82 15</inkml:trace>
  <inkml:trace contextRef="#ctx0" brushRef="#br0" timeOffset="25433.26">16070 3901 713 0,'0'0'31'0,"-3"-21"1"16,3 21-13-16,0 0-5 0,0 0-8 0,0 0-4 16,-2-2 2-16,2 4-2 15,-5 25 5-15,-1 8-6 0,3 4 0 0,-3 5 1 16,-1 4-3-16,0 0 1 0,-2 4-2 15,0 0 3-15,1-2-2 0,-4-4 4 0,2-8-3 16,0-8 1-16,0-7 0 0,3-7 3 16,7-16 3-1,0 0 2-15,0 0 1 0,0 0-3 16,-12-19-2-16,5-9-4 0,4-11 1 16,6-6-2-16,2-8 2 0,1-6-1 15,0-2 2-15,3-4-2 0,2-2-5 16,2-1 5-16,3-2-5 0,2 4 4 0,2 9 1 15,-1 10-3-15,1 13 2 0,2 15-3 16,-1 12 1-16,1 15 2 0,4 13 0 16,0 11 2-16,3 9-2 0,0 6 2 15,-3 3 3-15,-1 4-3 0,-2 0 2 0,-2 2-2 16,-3-1-3-16,-2 1 1 0,-3-1-1 16,-3-2 1-16,-5-4-1 0,-2-7 4 0,-1-9-3 15,-2-7 0-15,0-26-1 0,0 0 1 16,-2 21-1-16,2-21 0 0,0 0-8 0,0 0-12 15,0 0-22-15,-1 2-36 16,-15-10-67-16,2-4-130 0,-14-12 24 0</inkml:trace>
  <inkml:trace contextRef="#ctx0" brushRef="#br0" timeOffset="25598.32">15821 4185 649 0,'0'0'57'0,"0"0"-1"16,-2 1-13-16,4-1-12 0,28-13-9 16,11 0-8-16,8 0-4 0,6 1-5 0,3 1-3 15,6 0-3-15,-1 1-2 0,2 0-9 16,0 5-16-16,-10-5-34 0,3 7-82 0,-6-1-138 16,-11-7 13-16</inkml:trace>
  <inkml:trace contextRef="#ctx0" brushRef="#br0" timeOffset="26266.8">16689 3928 734 0,'0'0'52'0,"3"-19"-10"0,-3 19-15 16,0 0-3-16,0 0-15 0,0 0-1 15,0-2-5-15,1 0-2 0,-1 1 5 16,0 1-5-16,2 0 7 0,2 21-3 0,0 5-3 15,2 4 1-15,-2 2-2 0,1 3-2 16,0 3 0-16,0 1 2 0,-1 1-2 0,1-2 2 16,0-5-2-16,-2-4 0 15,-2-8 1-15,-1-21 0 0,0 0 0 0,0 0 2 16,0 0-1-16,0 2-1 0,0-1 2 16,0 1 0-16,0-2-2 0,0-2 3 0,-7-20-4 15,-1-6-1-15,0-5-1 0,0-5-2 16,-5-3 1-16,1-2 1 0,-2-2 1 15,2-3 0-15,2-1-3 0,3 2 3 16,1 6-3-16,6 6 4 0,6 8 1 0,1 5 0 31,6 5 0-31,6 5-1 0,4 5 1 16,3 4 0-16,6 4 0 0,2 4 0 0,3 3 0 16,0 2 0-16,2 2 0 0,2 3 1 15,-4 3-1-15,-3 2-2 0,-6 2 6 0,-6 2-4 16,-4 2 3-16,-7-1-1 15,-5 3-3-15,-6-1 1 0,-7 0-1 0,-5 1 0 16,-4-4 1-16,-1-2-2 0,-3-4 2 16,-1-5 0-16,1-2 0 0,3-5 3 0,17-6-2 15,0 0 1-15,0 0-1 0,0 0-1 16,-1-1 1-16,1-1 1 0,8-21-2 0,7 6 0 16,8 5 0-16,4 3-2 15,3 5 2-15,2 2 0 0,3 5 1 0,1 5 1 16,0 3-1-16,5 5 0 0,-2 7 1 15,0 6 1-15,-1 4-2 0,-4 5 2 0,-3 2-3 16,-8-1 1-16,-6-1-2 0,-8-2 2 16,-6-1-1-16,-8 0 0 0,-5-2 4 15,-9-2-5 1,-7-2 4-16,-5-5-2 16,-9-1-1-16,-4-5-1 0,-1-4 0 0,-1-7-4 15,2-2-3-15,5-5-6 0,6-2-6 16,1-4-10-16,9 2-19 0,-2-10-32 0,14 2-76 15,11 12-105-15,-15-18 12 0</inkml:trace>
  <inkml:trace contextRef="#ctx0" brushRef="#br0" timeOffset="27033.21">16038 3174 424 0,'10'-15'67'0,"-4"0"-15"16,-6 15-7-16,11-19-8 0,-11 19-7 0,0 0-6 15,0 0-8-15,0 0-7 0,2-1-1 16,-2 1 2-16,0 0 4 0,-14 21 8 0,-6 6-5 16,-7 4 1-16,-3 4-7 0,-9 1-3 15,-3 0-1-15,-5-1-2 0,-2 2 0 16,-1-2-3-16,-1-3 1 0,5-1-2 16,4-4 1-16,7-4-1 0,8-6-1 0,10-7 2 15,17-10 1-15,0 0 0 0,0 0 0 16,0 0 0-16,4-30-3 0,15-3 1 0,9-4-1 15,10 0-1-15,7-5 1 0,3 0 2 16,2-2-3-16,0 1-2 0,0 3 1 31,-4 5-5-31,-4 6 6 0,-6 9 0 16,-4 8 0-16,-3 6 1 0,-3 8 1 0,-3 2-1 16,-2 5 1-16,-3 3-2 0,-2 2 1 15,0 1 0-15,-4 0 1 0,1 1 6 0,-3 0-7 16,0 1 5-16,1 0-9 0,3-1-7 15,0-2-18-15,6 4-45 0,-1-4-102 16,3-4-99-16</inkml:trace>
  <inkml:trace contextRef="#ctx0" brushRef="#br0" timeOffset="27434.31">16865 3142 708 0,'0'0'50'0,"0"0"-10"16,6-17-13-1,-6 17-9-15,0 0-8 0,0 0-5 16,0 0-4-16,1-1-1 0,-2 1-1 16,-15 15 2-16,0 5 5 0,-6 2-6 15,-2 4 6-15,-2 1-6 0,-2-1-1 16,-1-1 1-16,2-3-1 0,1-4 1 0,3-2-1 15,5-6 1-15,18-10 1 0,0 0 0 16,0 0 1-16,0 0-1 0,-2 2 0 0,2-4-1 16,11-31 0-16,8 1-1 0,6 0-4 15,2 2 5-15,0 2-5 0,1 4 4 16,-2 4 2-16,-2 5-1 0,-2 5 1 16,0 4-2-16,-22 6 1 0,30 3 1 0,-4 3 0 15,-3 4 1-15,1 4 0 0,-1 1 0 16,-2 2 5-16,0 0-6 0,0-1 5 0,2 3-6 15,0-3 0-15,-1-1-2 0,1 1-4 16,-1-3-11-16,1 4-27 0,-7-7-50 16,3-4-191-16,0 4 10 0</inkml:trace>
  <inkml:trace contextRef="#ctx0" brushRef="#br0" timeOffset="27917.96">18569 3798 639 0,'0'0'57'0,"-2"-26"-13"0,2 26-6 15,0 0-8-15,0 0-5 0,-1-24-5 16,1 24-5-16,0 0-7 0,0 0-4 0,0 0-3 15,1-2 2-15,-1 2 0 0,7 20 1 16,4 7 0-16,1 7-2 0,0 3 4 0,1 6-4 16,-3 2 4-16,-1 4-5 0,1 1-2 15,-3 3 2-15,1 0-4 0,-1 0 3 16,-3-3-1-16,2-4 2 0,-3-8-2 16,0-9 2-16,-1-6-3 0,-2-23 2 0,5 18 0 15,-5-18-1-15,0 0 1 0,0 0-2 16,0 0-5-16,1 2-6 0,-1-2-13 15,2 0-15-15,-2 0-30 0,-3-22-48 0,-3-1-92 32,-4 2-49-32</inkml:trace>
  <inkml:trace contextRef="#ctx0" brushRef="#br0" timeOffset="28100.25">18168 4106 550 0,'0'0'36'0,"0"0"12"0,-1 0 6 0,-1 0-2 15,2 0-10-15,22 1-13 0,14-1-9 16,13-3-7-16,15 2-4 0,14-6-4 16,9 2-4-16,4 0-2 0,3-1-2 0,-2 3-4 15,-2 0-10-15,-1 2-20 0,-9-6-34 16,1 6-55-16,-11-5-47 0,-11-10-67 0</inkml:trace>
  <inkml:trace contextRef="#ctx0" brushRef="#br0" timeOffset="28717.71">19471 3892 597 0,'0'0'71'0,"6"-22"-19"0,-6 22-6 0,7-20-8 16,-7 20-8-16,0 0-6 0,0 0-5 16,0 0-4-16,6-18-7 0,-6 18-3 0,0 0-3 31,0 0-1-31,0 0 1 0,1-1 4 16,4 27-5-16,-1 1 4 0,-1 5-4 15,0 0-1-15,0 3 1 0,1 1-2 16,0 1 1-16,1 0-1 0,-1 0 1 0,-1-1-1 15,0-2 1-15,-2-4 0 0,1-4 0 16,-2-26 0-16,0 0-1 0,0 23 2 0,0-23 0 16,0 0 1-16,0 0 0 0,0 0-1 15,0 1-1-15,-6-22-2 0,0-6 0 16,-1-5 1-16,-3-3-2 0,-2-3 1 16,-1-3-2-16,-3-3 1 0,2-5 0 0,1-2-3 15,4-2 5-15,5-1-4 0,4 4 3 16,4 8 2-16,6 5-2 0,4 12 1 0,6 7-1 15,4 8 1-15,5 9 0 0,3 7 0 16,1 4 0 0,0 6 0-16,1 2 1 15,-3 3 0-15,1 2 2 0,-1 3-3 16,-4 0 2-16,-4-1 3 0,-4 1-6 0,-8 0 5 16,-3 1-4-16,-8-1-1 0,-5 0 1 15,-6 0 0-15,-7-2-1 0,-2-3 1 16,0-1 0-16,-3-5 0 0,1-2 0 0,6-5 1 15,16-8-1-15,0 0 2 0,0 0-1 16,0 0 1-16,-1 2-1 0,1-2 0 16,0 0 0-16,1 0-1 0,32 5 2 0,-1 2-2 15,2 4 1-15,0 6-1 0,0 2 1 16,-1 7-1-16,-1 6 2 0,-3 3-2 0,-3 3 1 16,-3 0-1-16,-7-2 2 0,-6 1-2 15,-7-4 2-15,-8-3-1 0,-6-3 1 16,-5-2 3-16,-9-4-5 0,-5-3 4 15,-6-4-5-15,-8-5 2 0,-1-3-1 0,-4-5 0 16,1-2-2-16,2-2-6 0,1-5-8 16,8 0-20-1,-3-8-15-15,9 2-33 0,-2-5-38 16,3-6-79-16,6 3-39 0</inkml:trace>
  <inkml:trace contextRef="#ctx0" brushRef="#br0" timeOffset="29100.33">19333 3327 650 0,'-9'-17'54'16,"0"2"-14"-16,9 15-8 0,0 0-11 16,0 0-9-16,0 0-7 0,-2-1-5 0,1 1 0 15,-1 0 1-15,-19 16-1 0,2 5 1 16,-4 7-2-16,-3 2 1 0,-3 2-1 0,-3 0 2 15,-3-1-2-15,-2-1 2 0,-1-5-2 16,-1 0-1 0,6-7 2-16,7-6 0 15,7-6 2-15,19-6 1 0,0 0-2 16,-6-18-1-16,12-9 1 0,13-5-2 0,11-6 3 16,11-2-2-16,5 0 1 0,4-2 0 15,1 4 0-15,1 8-2 0,-4 6 2 0,-6 7 0 16,-6 7-1-16,-4 5 0 0,-3 8 1 15,-3 6 0-15,-2 5 2 0,-2 2 1 16,-2 4-2-16,1 2 2 0,-4 2-3 16,3 2 0-16,0 1-2 0,-1 0-1 0,4 2 0 15,3 0-4-15,5 1-18 0,-2-4-26 16,8 4-67-16,1-2-158 0,-3-10 17 16</inkml:trace>
  <inkml:trace contextRef="#ctx0" brushRef="#br0" timeOffset="29617.62">20470 3750 677 0,'0'0'52'0,"10"-12"-5"15,-10 12-11-15,0 0-11 0,0 0-10 16,0 0-5-16,2-1-5 0,-1 1-1 0,1 1 0 15,7 21 0-15,-7 5 0 0,-6 6-1 16,-2 7 3-16,-3 5-5 0,-2 7 3 0,-4 4-3 16,1 5-3-16,-2 1 2 0,1 2-1 15,0-2 1-15,1-6-1 0,2-7 2 16,3-8-2-16,2-11 0 0,1-9 1 16,6-21 1-16,0 0 1 0,0 0 3 0,0 0-2 15,-3 2-1-15,3-2 0 0,-3-22-3 16,2-6 2-16,-1-7-1 0,-1-6 1 0,1-9-2 15,0-5 2-15,-1-4-3 0,2-3 3 16,1-1-1 0,3-2-3-16,2 0 3 15,7 1-3-15,2 4 2 0,4 8 2 16,1 12-2-16,4 13 0 0,0 12-1 0,0 10 0 16,5 11 1-16,0 10 0 0,3 7 1 15,1 7 0-15,-2 6 2 0,-1 3 2 16,-2 6-4-16,-2-1 4 0,-2 1-5 0,-4 2 0 15,-2 0 1-15,-4 0 0 0,0 0 0 16,-4-1-1-16,-2-5 0 0,-1-5 0 16,-2-5 2-16,-3-8-2 0,-1-23 3 0,0 0-3 15,0 0-1-15,0 0 0 0,-5 18-7 16,5-18-10-16,0 0-13 0,0 0-34 0,-32-13-51 16,3-14-134-16,3 4-16 0</inkml:trace>
  <inkml:trace contextRef="#ctx0" brushRef="#br0" timeOffset="29783.29">20224 4113 647 0,'-1'2'63'0,"20"3"-12"0,8-5-15 16,11-2-10-16,11-3-8 0,6 1-6 15,7-1-4-15,5-1-8 0,-2 1 1 16,-3 3-3-16,-4-1-4 0,-8-1-8 0,-3 3-23 15,-11-7-36-15,-1 2-89 0,-4-1-111 16,-12-12 20-16</inkml:trace>
  <inkml:trace contextRef="#ctx0" brushRef="#br0" timeOffset="30233.68">20641 3320 655 0,'0'0'64'0,"0"0"-13"0,0 0-13 15,0 0-13-15,13-17-10 0,9 5-6 16,10 2-3 0,9 4-4-16,6 2-1 0,5 1-1 0,2 0-1 0,0 0 0 31,0 0 0-31,-4 0 1 0,-6-2-1 0,-4-2-5 16,-7-3 5-16,-5 0-4 0,-8-2 6 15,-3 1-1-15,-17 11 2 0,13-15 0 0,-13 15 2 16,0 0 2-16,0 0 0 0,0 0 0 15,2-2-1-15,-1 1-1 0,-1 1-2 16,2-2 1-16,-2 2 1 0,8 22 5 16,1 6-3-16,1 9 2 0,6 7-3 0,3 7-3 15,4 10 1-15,5 12-3 0,2 9 3 16,2 9 1-16,0 5-1 0,1 1 1 16,3 4-2-16,0 4-3 0,2 1 3 0,-5-2-4 15,-4-7 2 1,-9-9 1-16,-8-9-2 0,-12-8 2 0,-12-8 0 0,-8-8-3 15,-14-5 2-15,-12-8-2 0,-10-10 1 0,-9-8 0 16,-9-8 2-16,-5-8-2 0,-1-6 0 16,-1-8 0-1,2-6-4-15,5-2-1 0,4-3-4 16,7 3-5-16,5 2-8 0,9 6-13 16,5 0-19-16,14 9-42 0,1-1-74 15,7-1-99-15</inkml:trace>
  <inkml:trace contextRef="#ctx0" brushRef="#br0" timeOffset="30767.72">22119 3320 603 0,'11'-25'57'0,"-4"3"-4"15,1 6-9-15,-8 16-9 0,0 0-7 16,0 0-7-16,0 0-9 0,0-1-5 0,1 1-2 16,-1-2-4-16,0 4 5 0,-6 27-1 15,2 10 2 1,1 11-2-16,3 11 1 0,3 13-2 0,6 8 2 0,4 8 2 15,7 5-3-15,6 3 2 0,1 3-5 0,2 4-4 16,-1-2 4-16,-5-4-5 0,-3-8 2 16,-5-9 4-1,-8-9-4-15,-6-11 3 0,-7-10-1 16,-6-12-3-16,-6-6 3 0,-5-7-2 16,-1-7 2-16,-4-5-4 0,1-6 0 15,-1-4-7-15,2-6-7 0,1-1-10 16,-2-7-19-16,4 0-32 0,-6-8-58 0,2-6-141 15,3 1 22-15</inkml:trace>
  <inkml:trace contextRef="#ctx0" brushRef="#br0" timeOffset="30983.65">21806 3971 720 0,'-21'-7'46'0,"21"7"-11"15,0 0-8-15,0 0-8 0,0 0-6 16,-2-1-5-16,17-11-2 16,11 1-3-16,13 2-2 0,14-2 0 0,11 1-2 31,10-1-1-31,8 5-7 0,-1 2-11 0,4 4-28 16,-10-2-49-16,-1 0-137 0,-4 4-37 15</inkml:trace>
  <inkml:trace contextRef="#ctx0" brushRef="#br0" timeOffset="31233.34">23406 3808 810 0,'20'-10'34'16,"5"2"-3"-16,5-1-7 0,6 3-8 0,3 1-5 15,5 3-5-15,6 2-2 0,5 0-2 0,3 2-2 16,0-2 0-16,0 2-1 0,-5-2 0 16,-5 1 0-1,-8 1-5-15,-5-1-5 0,-8-1-5 16,-4 2-12-16,-23-2-11 0,20 3-24 16,-20-3-44-16,0 0-132 0,0 0-26 15</inkml:trace>
  <inkml:trace contextRef="#ctx0" brushRef="#br0" timeOffset="31408.53">23433 4124 748 0,'0'0'50'0,"0"0"-10"0,2 1-13 16,25-1-9-16,11-2-7 0,12 0-3 0,8 2-4 15,4 3-1-15,2 0-3 0,-1 0-1 16,0 2-2-16,-6-4-11 0,-1 4-13 0,-7-5-29 15,1 6-61-15,-8 3-128 0,-5-9-27 16</inkml:trace>
  <inkml:trace contextRef="#ctx0" brushRef="#br0" timeOffset="31817.66">24856 3609 743 0,'-3'-35'46'0,"2"8"-11"0,-4 3-6 16,2 4-10-16,3 20-5 0,-5-21-4 0,5 21-3 15,-10-17-3-15,10 17-1 0,-15-9-2 16,15 9-2-16,-27 8 0 0,1 10 0 16,0 9 0-16,1 10 0 0,3 6 1 0,2 9-1 15,3 3 2-15,4 2 1 16,3 4-2-16,5 2 3 0,7 0-3 0,5-1-2 15,6-1 2-15,9 0-3 0,4-7 3 0,5-5-1 16,6-9 1-16,3-13 1 0,6-9 0 16,4-10-1-1,2-11 1-15,1-9 0 16,1-8 1-16,-7-10 0 0,0-5 0 0,-8-5 1 16,-6-2-2-16,-6-1 2 0,-8-3-2 15,-9-2-4-15,-11-2 2 0,-12-3-3 16,-9-3 3-16,-11-2 1 0,-9 4-1 0,-7 5 1 15,-8 11-1-15,-6 12 0 0,-6 14-2 16,-2 13-2-16,-3 11-4 0,2 13-13 0,1 3-23 16,11 15-72-16,18 4-171 0,-2-3 10 15</inkml:trace>
  <inkml:trace contextRef="#ctx0" brushRef="#br0" timeOffset="33800.01">4929 4282 602 0,'-16'-15'49'16,"2"4"-6"-16,2 0-8 0,12 11-6 31,0 0-12-31,0 0-7 0,0 0-4 0,-20 14 0 16,11 11 1-16,1 6 0 0,2 9-3 16,2 2 1-16,-2 4 1 0,-3 1-4 0,-1 1 4 15,-3 1-5-15,1-2 0 0,-5-3 1 16,4-3-1-16,-1-4 3 0,2-9 0 15,1-2 1-15,2-9 0 0,9-17 1 16,0 0 2-16,0 0 0 0,0 0-2 0,-2 0-1 16,2-2-3-16,0-31-2 0,6-5 1 15,4-6-2-15,6-3-2 16,3-6 4-16,1-7-4 0,5-5 4 0,-1-8 1 0,1-9-2 16,1-1 3-16,-1 1-4 0,1 9 3 15,0 14-1-15,0 12-6 0,-2 13 3 16,-3 13-4-16,0 12 4 0,-21 9 8 0,29 9-4 15,0 9 4-15,-3 8-4 0,-4 8-2 16,4 5 0-16,-3 9 0 16,0 6 1-16,-4 5-1 0,3 0 1 0,-4 0-2 15,-3-1 2 1,-4-5 3-16,-2-3-4 0,-3-4 4 16,-2-5-2-16,-2-6-3 0,-1-5 1 15,-1-6 0-15,0-24 0 0,0 0-1 0,0 25 2 16,0-25-2-16,0 0-1 0,0 0-6 15,0 0-12-15,2 1-11 16,-2 1-29-16,0-1-63 0,0 1-111 0,-2-2-31 0</inkml:trace>
  <inkml:trace contextRef="#ctx0" brushRef="#br0" timeOffset="33968.06">4764 4628 653 0,'0'0'51'15,"0"0"-5"-15,9-25-9 0,11 3-15 16,9 2 0-16,12 0-13 0,7 5-1 31,8 2-3-31,3 2-3 0,-1 3-2 0,1 2-1 16,-1 3-5-16,-6 2-10 0,2 3-27 16,-11-2-50-16,2 2-115 0,-6 6-62 0</inkml:trace>
  <inkml:trace contextRef="#ctx0" brushRef="#br0" timeOffset="34268.03">5644 4777 708 0,'-2'0'64'16,"2"0"-14"-16,0-2-14 0,0 1-9 0,13-17-7 15,6 5-3-15,4 2-4 0,2 4-3 16,2 2-4-16,-1 5-1 0,2 4-3 0,-1 3 2 15,2 5-3-15,-1 5 0 0,-1 4-2 16,-1 7-2-16,-6 5 2 0,-2 6 0 16,-11 8 0-1,-4 3 2-15,-9 2-3 0,-6-3 1 16,-5-2-1-16,-3-5-7 0,-3-4 0 16,-2-6-8-16,4-6-5 0,0-8-3 15,7-4-5-15,-1-7-10 0,15-7-17 0,0 0-30 16,0 0-74-16,0 0-88 0</inkml:trace>
  <inkml:trace contextRef="#ctx0" brushRef="#br0" timeOffset="34733.64">6818 4255 742 0,'-6'-20'46'15,"6"20"-11"-15,-6-22-6 0,6 22-6 16,0 0-8-16,0 0-7 0,0 0-5 0,-1-1-2 16,1 1 0-16,-2 1 1 0,-1 31 1 15,5 7 3-15,2 0-5 0,4 2 1 16,-1 0-2-16,4-3 1 0,-2 0 3 0,4-2-3 15,-6-1 3-15,-1-2-4 0,-2-2-2 16,-1-4 1-16,-1-4-1 0,-1-4 2 16,-1-19-3-16,0 0-3 0,3 24-9 15,-3-24-7 1,0 0-10-16,0 0-20 0,0 0-46 16,2 1-85-16,-4-1-84 0</inkml:trace>
  <inkml:trace contextRef="#ctx0" brushRef="#br0" timeOffset="35250.05">6222 4110 636 0,'-4'-18'51'0,"4"18"-5"0,7-24-7 0,9 4-6 16,6-1-8-16,8 1-7 0,13 0-3 15,8 0-3-15,11 1-8 0,9 1 4 16,3 4-7-16,5 3 2 0,-5 7 4 0,0 7-6 15,-5 5 4-15,-4 2-5 0,-7 5 0 16,-7 4-2-16,-8 3-1 0,-10 4 2 31,-8 3-4-31,-12 1 5 0,-6 3-3 0,-8 4 2 16,-11 3 0-16,-8-1 1 0,-9 1-2 16,-7-6 2-16,-5 0-2 0,-5-7 1 15,1-4 0-15,2-7 1 0,7-3 0 16,7-6 0-16,10-2 1 0,19-5-1 0,0 0 1 15,0 0-2-15,0 0 1 0,-2-2-1 16,4 1 0-16,27-11 1 0,4 4 0 0,8 4-1 16,2 1 2-16,5 4-1 0,1 5-1 15,-1 3 2-15,-1 5-1 0,-3 3 1 16,-5 2 0-16,0 2-1 0,-9 4 4 0,-5 0-3 16,-2 3 2-16,-9 1-3 0,-5-1 0 15,-9 1-1-15,-3 2 1 0,-8 1 1 16,-8 0-2-16,-12 1 3 0,-6-1-3 0,-9-3 1 15,-4-4 1-15,-3-3-1 0,1-4 0 16,0-6 2-16,4-4-1 0,5-5-1 16,8-5 2-1,8-1-3-15,9-3 1 0,18 6-3 16,-13-12-4-16,13 12-5 0,0 0-9 16,13-23-11-16,9 14-19 0,-2 0-27 15,9 9-48-15,6 4-86 0,-3-5-25 0</inkml:trace>
  <inkml:trace contextRef="#ctx0" brushRef="#br0" timeOffset="35783.51">7395 3974 655 0,'0'0'51'0,"-9"-20"-6"0,9 20-6 0,-7-20-7 16,7 20-9-16,0 0-15 0,0 0 0 16,4-20-8-16,-4 20 3 0,19-13-1 0,6 7-1 31,5 1 0-31,6 4-1 0,9 1-1 16,4 0 1-16,5 1-1 0,-1 1 0 15,-1-1 5-15,-4 1-6 0,-7-4 1 0,-6-1 0 16,-8-2-4-16,-6-2 5 0,-21 7 2 15,13-14-1-15,-13 14 1 0,0 0 0 16,-2-22-1-16,2 22 2 0,-15-20 1 0,2 8 1 16,13 12 3-16,-19-8-2 0,19 8 1 15,0 0-3-15,0 0-1 0,-24 6-1 16,9 3 1-16,8 6-1 0,3 7 7 0,4 4-6 16,3 6 5-16,2 7-4 0,4 6-1 15,1 8 1-15,3 8-2 0,0 7 1 16,4 4-1-16,-1 4 2 0,3 0 0 0,-1-4-2 15,-1 0 1-15,-1-4-2 0,-2-1-2 16,1-2 2-16,-4-4-2 0,-4-2 2 16,-1-6-2-16,-4-2 1 0,-2-8-1 15,-5-4 2 1,-2-8-1-16,-4-4 1 0,-4-5 1 16,-2-5-2-16,-1-5 1 0,-5-3-2 15,-3-3-2-15,-1-3 0 0,-5-3-6 0,5-5-4 16,-2 1-10-16,-2-4-9 0,6 2-21 15,-8-6-38-15,9 2-95 0,-1 2-94 16</inkml:trace>
  <inkml:trace contextRef="#ctx0" brushRef="#br0" timeOffset="36884.41">4951 3462 658 0,'-14'-32'54'16,"-1"7"-10"-16,6 6-8 0,-2 6-9 15,11 13-8-15,0 0-9 0,0 0-5 16,0 0-4-16,-3-2-1 0,3 2 0 0,-16 21 1 15,0 7 0-15,-1 8 0 0,2 7-1 16,-2 4 1-16,-2 3-2 0,2 0 1 16,-2-2 0-1,-1-4 0-15,1-6 0 0,3-6 2 16,0-8-2-16,6-6 1 0,10-18 0 16,0 0 1-16,0 0 2 0,0 0 0 15,-3 2 0-15,3-4-4 0,9-25 1 0,4-4-3 16,1-8 3-16,5-4-1 0,-3-8 2 15,4 0-1-15,-4-1 1 0,0 5-2 16,3 6 1-16,-5 8 0 0,-2 7 0 0,2 9 1 16,-2 7-2-16,-12 10 0 0,26-4-1 15,0 8-1-15,0 3 1 0,1 6 2 16,4 2-2-16,-1 5 0 0,6 2-2 0,-1 4-2 16,7 4-10-16,4 4-16 0,4 6-37 15,-3-1-62-15,-5-3-142 0,9 2 13 16</inkml:trace>
  <inkml:trace contextRef="#ctx0" brushRef="#br0" timeOffset="37400.3">6524 3412 553 0,'0'0'60'0,"-11"-21"-7"15,11 21-6-15,0 0-8 0,0 0-6 16,0 0-7-16,4-2-5 0,-14-16-3 0,10 18-8 15,0 0-1-15,0 0-5 0,0 0-3 16,0-1 1-16,-15 8-1 0,0 8 2 16,-3 6-2-1,1 5 0-15,-5 3-1 0,0 5 1 16,-2 2-1-16,-2 0 0 0,0-1-1 16,0-5-1-16,4-5 2 0,3-5 2 15,5-6 0-15,14-14 0 0,0 0 1 0,0 0-1 16,0 0 0-16,-13-22-1 0,13-6 1 15,6-8-2-15,5-3 1 0,7-4-3 16,2 1 4-16,1 1-2 0,1 1 2 0,1 1 1 16,-1 2-1-16,-2 6-1 0,-4 4-4 15,-3 8 4-15,0 7-5 0,-13 12 5 16,0 0 4-16,23 3-5 0,-2 6 6 0,0 5-8 16,2 6 1-16,3 2 2 0,-1 4-2 15,4 1 2-15,0 2-4 0,3-1-2 16,1 1-16-16,-4-5-20 0,10 5-54 0,-9-2-124 15,3-7-58-15</inkml:trace>
  <inkml:trace contextRef="#ctx0" brushRef="#br0" timeOffset="38033.5">8643 5308 545 0,'0'0'60'0,"-12"-22"-5"15,12 22-5-15,-7-20-5 0,7 20-7 16,0 0-13-16,0 0 0 0,-4-22-12 0,4 22 1 16,0 0-4-16,0 0-4 0,0 0 4 15,-2-1-7-15,2 1 8 0,3 20-4 16,0 3-1-16,3 7 1 0,-2 2-1 0,2 2 1 15,-3 6-3-15,-2 4 2 0,2 3-4 16,0 3 2-16,1-2-3 0,1-2 2 16,1-5-3-16,-1-4 3 0,2-7-3 0,-1-4 2 31,0-7-1-31,-6-19 0 0,6 18-2 16,-6-18 1-16,0 0 0 0,11 14 0 15,-11-14-1-15,0 0-3 0,0 0-3 0,0 0-7 16,2 2-7-16,-1-2-10 0,1 0-21 15,-2 0-40-15,1-2-96 0,-1 1-91 16</inkml:trace>
  <inkml:trace contextRef="#ctx0" brushRef="#br0" timeOffset="38400.36">8354 5648 581 0,'-18'-9'60'16,"18"9"-8"-16,0 0-8 0,0 0-6 16,-20-10-9-1,20 10-5-15,0 0-6 0,0 0-3 16,0 0-2-16,0-1-1 0,-3 1-3 16,3-1 0-16,-1 1-2 0,-1 0-1 15,2-2 1-15,-1 2-1 0,1-1 0 0,16-9 1 16,10 5-3-16,7-3 0 0,13 0-1 15,8 1-1-15,9 0 1 0,7 3-1 16,5 1 0-16,4 0-2 0,1 3 1 0,-2-2-2 16,-8 2 1-16,-13 0 0 0,-13 0 1 15,-10-1-1-15,-12 1 1 0,-22 0-1 16,0 0 1-16,0 0 0 0,0 0 0 0,2-2 1 16,-1 2-2-16,-1 0 0 0,0-1-1 15,0 1-2-15,-1-2-4 0,-18-7-8 16,19 9-15-1,-23-3-25-15,23 3-57 0,-22 23-183 0,7-9 15 0</inkml:trace>
  <inkml:trace contextRef="#ctx0" brushRef="#br0" timeOffset="38917.75">9683 4593 630 0,'-11'-15'57'15,"11"15"-9"-15,-7-18-13 0,7 18 1 16,0 0-14-16,0 0 0 0,0-23-5 0,0 23-3 16,15-19-2-16,6 9-4 0,11 1 0 15,9 3-2-15,11 3-1 0,8-1-1 16,7 3-3-16,1 1 1 0,0 1-2 0,-6 1 0 16,-7 0 0-16,-4-1 0 0,-9 1-2 15,-8-1 1-15,-12 1 0 0,-22-2-1 16,23 3-1-16,-23-3-3 15,0 0-6-15,0 0-8 0,0 0-15 0,0-1-24 0,0 2-45 16,-20 14-90-16,-9-4-69 0</inkml:trace>
  <inkml:trace contextRef="#ctx0" brushRef="#br0" timeOffset="39133.68">9701 4849 641 0,'0'0'75'0,"0"0"-19"0,-1 0-15 16,1-1-11-16,20-11-7 0,9 1-8 15,7 2-3-15,12-1-4 0,7 0-4 16,6 3-1-16,7-1-3 0,4 4-1 0,2-1-2 16,1 2-6-16,4 0-14 0,2 6-32 15,-10-3-55-15,-1-8-176 0,-4 7 10 16</inkml:trace>
  <inkml:trace contextRef="#ctx0" brushRef="#br0" timeOffset="39533.31">11090 4280 632 0,'-17'-30'64'0,"6"5"-14"16,-2-2-8-16,2 4-7 0,-4 4-12 15,5 4-4-15,-6 1-4 0,4 3-4 16,-5 4-3-16,17 7-3 0,-30-2-2 0,2 7-2 16,1 7-1-16,-2 9 0 0,3 11 0 15,-2 11-1-15,2 8 0 0,5 7 2 16,3 5 0-16,8 4-1 0,4 2 2 0,6 2-3 16,6 4-1-16,7-1 2 0,6-1-2 15,7-6 3-15,7-12-2 0,5-9 2 16,8-12-1-16,3-12 2 15,2-11 0-15,4-10 1 0,0-11-1 0,1-10 0 0,1-12 1 16,-1-8-2-16,-4-6 2 0,-7-4-2 31,-3 1 1-31,-8 0 0 0,-6-1 0 0,-9-1 2 16,-8-4-6-16,-11-4 3 0,-11-3-5 16,-8-5 2-16,-10-1 3 0,-7 1-2 15,-9 6 2-15,-4 11-3 0,-6 15 0 0,-3 14-1 16,-3 13-1-16,-4 14-2 0,-3 14-9 15,-2 10-22-15,6 19-59 0,5 18-188 16,3-4 0-16</inkml:trace>
  <inkml:trace contextRef="#ctx0" brushRef="#br0" timeOffset="46266.67">26897 3867 700 0,'-13'-30'53'0,"4"7"-14"0,-1 7-9 16,10 16-10-16,0 0-9 0,0 0-5 16,0 0-4-16,0-2 1 0,-15 13-1 15,6 10 2-15,0 11 3 0,0 7-6 0,0 5 4 16,-1 4-4-16,-2 2-2 0,2 4 2 15,-1 2-3-15,-1 2 2 0,-1 0-1 0,3-4 2 16,0-4-1-16,0-9 1 0,3-9-1 16,2-10 2-16,5-22-1 0,0 0 5 15,0 0 1-15,0 0 0 0,-1 1 0 16,1-2-5-16,6-37-1 0,-2-8-2 16,3-7 2-16,-1-8-1 0,1-5 3 0,1-5-3 15,1 0-3-15,0 0 3 0,1-6-5 0,3-8 5 16,2-8 2-16,3-2-4 0,3 8 4 15,2 15-3-15,-1 24 0 0,-3 19 0 16,4 15 0-16,1 16 1 0,7 13-1 16,2 16 2-1,0 14-2-15,0 11 2 0,-1 8-1 16,-4 4 2-16,-2-1 2 0,-3-1-2 16,-4 1 2-16,-2 0-4 0,-2 2-2 0,-1-2 3 15,-1-1-1-15,-2 0 2 0,-2-7-3 16,-3-9 2-16,-3-9-4 0,-3-11 4 15,-2-9-2-15,2-21 2 0,0 0 0 16,0 0 0-16,0 0-3 0,-1 2-4 0,-1-2-7 16,-18-14-7-16,3-3-11 0,-9-10-18 15,0 0-21-15,-12-11-22 0,-4-2-26 0,-13-5 0 16,-7 0 32-16,-9 2 30 0,-1 6 49 16,0 10 32-16,-2 9 12 0,6 10 17 15,3 8 11-15,9 9 1 0,6 2-1 16,13 4-9-16,10-1-9 0,15-1-5 15,12-13-4-15,7 20-3 0,13-6-7 0,13-4-5 16,15-3-8-16,13-6-4 0,8-2-4 0,13-4-4 31,10-4 0-31,3 0-4 0,3-2-2 16,-3 1-2-16,-9 0-4 0,-10-2-2 16,-10-1-2-16,-11-1 0 0,-13 0 6 15,-12 2 3-15,-9 2 4 0,-21 10 4 0,0 0 0 16,0 0 1-16,0 0 1 0,1-2-1 15,-1 0-1-15,0 1 0 0,0 1 0 0,0-2 0 16,0 2 1-16,-1 2-1 0,-13 15 1 16,5 3-2-16,0 2-3 0,1 4 2 15,3 1-1-15,-2 3 0 0,2 2 0 16,2 0 0-16,2 2-3 0,-1-4 3 0,2-2-2 16,0-6 1-16,0-22 2 0,2 23-2 15,-2-23 0-15,0 0 2 0,0 0 0 0,0 0 1 16,1 2 1-16,1-2-2 0,15-16 0 15,-1-7-1-15,1-7 0 0,2-5 0 16,3-5 1-16,2-3-2 0,2 0 2 16,2 5-2-16,1 5 1 0,0 7-1 15,-3 9 1 1,-2 8-1-16,-2 7 0 0,-3 6 0 16,-2 5-1-16,0 6 2 0,0 7-1 0,-3 0 0 15,-3 4 2-15,0 1-2 0,-3 2-1 16,-2-1 0-16,-3-1-3 0,0 0 4 15,-2-2-1-15,1-4 1 0,-2-21 0 16,0 22 1-16,0-22-3 0,0 0 3 0,0 0 0 16,0 0 0-16,1 2 3 0,1-2-2 15,21-3-1-15,0-12-1 0,0-8 0 0,5-6-1 16,1-6 3-16,-1-2-2 0,1-5 1 16,-1-2-2-16,-4-3 2 0,-2-6-1 15,-6-4-4-15,-4-6 4 0,-4-4-5 16,-5-1 4-16,-4 4 2 0,-5 8 0 0,-3 12 1 15,-1 12 0-15,-2 14 0 0,12 18-2 16,-20-9 2-16,20 9-2 0,-27 3 1 0,4 6 1 31,4 8-2-31,3 7 1 0,4 8-1 16,2 6 1-16,5 4-2 0,3 5 2 16,4 5 3-16,1 1-3 0,3 2 3 15,2-1-4-15,2 3-3 0,3-1 3 16,1-2-2-16,4 0 1 0,-1-6 1 0,5-7-1 15,2-6-1-15,4-9 1 0,2-8-1 0,2-6 2 16,3-7 0-16,1-8 0 0,3-6 0 16,3-7-1-16,-2-5 1 0,-1-6-1 15,-2-3 2-15,-5-5 0 0,-5-2 0 16,-4-1 0-16,-4-1 2 0,-5 1-1 0,-1 1 2 16,-1 6-1-16,-3 3-4 0,-4 8 4 15,-5 20 1-15,0 0-3 0,0 0 5 0,0 0-7 16,-1-1 0-16,1 1 1 0,0 1-2 15,-4 28 2-15,-1 2-1 0,1 2 0 16,1 1 0-16,1-1 1 0,2 0-1 16,2 1 2-1,4-4-2-15,1-1 1 0,2-5-1 16,4-4 0-16,0-4 0 0,2-6-1 16,3-6-4-16,-18-4-4 0,33-9-8 0,-5-8-9 15,-1 1-17-15,-4-11-27 0,3 2-56 16,-4 8-133-16,-9-13 5 0</inkml:trace>
  <inkml:trace contextRef="#ctx0" brushRef="#br0" timeOffset="46416.71">28791 3449 703 0,'-17'-16'61'16,"17"16"-15"-16,-14-15-12 0,14 15-10 15,0 0-8-15,0 0-7 0,0 0-5 16,-1-1-4-16,0-1-4 0,-1 0-5 0,2 2-9 15,-1-1-18-15,1 1-41 0,-2 1-98 16,-11 11-104-16</inkml:trace>
  <inkml:trace contextRef="#ctx0" brushRef="#br0" timeOffset="46617.02">27685 3702 832 0,'0'0'35'16,"0"0"-14"-16,6-18-10 0,17 1-5 15,16 3-4-15,16-1-1 0,10 5-5 16,6 0-8-16,5 9-18 0,-5-2-40 16,8 9-112-16,-3 3-109 0,-3-6 20 0</inkml:trace>
  <inkml:trace contextRef="#ctx0" brushRef="#br0" timeOffset="47883.27">29417 3807 759 0,'3'-20'48'16,"-3"20"-13"-16,0 0-7 0,-4-21-7 0,4 21-7 31,0 0-5-31,-9-17-4 0,9 17-3 16,0 0-1-16,0 0-1 0,-29 9 0 16,3 9 0-16,-1 8-1 0,-2 6 5 15,0 6-4-15,0 3 4 0,4 3-5 0,5 1-1 16,4 1 0-16,9 1 0 0,5 0 1 15,8-3-1-15,10-1 2 0,7-7-1 0,9-7 1 16,8-8 0-16,7-7 0 0,6-9 1 16,4-7-1-16,2-7 0 0,2-7 0 15,-2-3 0-15,-4-7-1 0,-6-4 2 16,-6-2-1-16,-8-2 2 0,-8 3-1 0,-6-1 0 16,-7-2 0-16,-5 1 0 0,-5-1-1 15,-4 1 1-15,-2 3-2 0,-4 3-3 0,-2 4 5 31,0 4-7-31,8 19 6 0,-15-10-2 0,15 10 1 0,-27 3 4 0,-2 9-4 16,0 9 4-16,-1 5-6 0,1 4 2 16,8 2 0-1,4 3-2-15,8 2 3 0,6-1-2 16,5-1 0-16,5-3 0 0,5-2 2 16,7-4-1-16,2-2 2 0,4-6-2 0,2-4 1 15,4-5-1-15,-1-5 1 0,-1-4 0 16,0-2 1-16,-3-5 1 0,-5 0-1 15,-3-2 1-15,-2-3-2 0,-6-3 1 16,-1-2-1-16,-4-3 0 0,-5 20-1 16,-2-30 1-16,-6 3-2 0,-3 1 0 0,-6 0 0 15,-3 2 2-15,-1 3-1 0,-1 2 1 0,3 4 1 16,1 1 0-16,4 4 2 0,14 10 0 16,0 0 1-16,0 0 0 0,0 0-1 15,-1-2-1-15,11-15-1 0,10 9 1 16,5 1 1-16,7 4-1 0,5 2 2 0,3 1-3 15,0 1-1-15,6 4-1 0,-1 4 1 16,1 3-1-16,-2 5 1 0,-5 3-1 0,-2 2-1 31,-5 3-1-31,-5 0 1 0,-6 3-1 16,-5-1 2-16,-7 0-1 0,-8-1 1 16,-4 0 0-16,-6-3 1 0,-5-4 1 15,-1-3 0-15,-3-4 0 0,2-5 1 0,16-7-1 16,-22 2 1-16,22-2 1 0,-19-9-1 15,9-5 0-15,10 14 1 0,-3-30-2 0,6-1 0 16,6 1 0-16,7-2 0 0,3 0-1 16,4 0 1-16,4 1 0 0,4-1-2 15,0 3 0-15,3 4-1 0,-2 9 0 16,-1 7 3-16,0 7 0 0,-2 7 0 16,-2 6 0-16,-1 5-2 0,-5 4 0 0,-3 2 1 15,-2 5-1-15,-6-2 2 0,-4 1-2 0,-5 2 1 31,-3-3-1-31,-4 0 1 0,-3-3 0 0,-2-2 1 0,-1-5-1 0,-1-3 1 16,13-12-1-16,-13 9 0 0,13-9 2 16,0 0-1-1,0 0 0-15,0 0 0 0,-10-16-1 16,10 16-1-16,3-30 2 0,7 1-1 16,5-1 1-16,3 2 1 0,4-1-2 0,2-1 0 15,1 1 0-15,3 3-2 0,0 6 2 16,1 6-1-16,-3 7 1 0,-3 6-1 15,-2 4 1-15,-1 6-1 0,-1 6 1 16,-2 5 1-16,0 2-1 0,-2 3 2 0,-2 0-2 16,-4 1 0-16,-5-2 0 0,-1 1 0 15,-3-3 0-15,0-22 0 0,-2 30-1 0,-1-11 0 16,3-19-3-16,0 0-3 0,-5 20-5 16,5-20-8-16,0 0-11 0,0 0-21 15,0 0-42-15,-18 8-69 0,-2-12-109 16</inkml:trace>
  <inkml:trace contextRef="#ctx0" brushRef="#br0" timeOffset="49000.02">30960 4065 706 0,'3'-23'66'0,"-3"23"-16"16,3-24-12-16,2 4-12 0,3 5-10 15,4 3-3-15,3 1-3 0,1 3 0 0,4 5-3 16,-20 3-1-16,35 3-2 16,-6 5-2-16,-3 1-2 0,-3 5 0 0,-2 1 0 15,-1 5-2-15,-2 1 6 0,-2 3-3 16,0 2 0-16,-4 0-1 0,-5 0-5 16,-4 1-2-16,-6-3-1 0,-4 1-4 0,-3-6 0 15,-5-2 0-15,-1-3 2 0,1-6 5 0,15-8 2 31,0 0 2-31,-23-1 2 0,23 1 0 0,-17-15 0 0,10-3 0 0,6-5-1 16,5-2 1-16,5-2-2 0,4-3 3 16,6 1 2-1,5-1 0-15,4 1 0 0,0 3 0 16,1 5-3-16,-4 6 1 0,0 6-1 16,-2 7 0-16,0 5-1 0,-1 8 1 0,1 6 0 15,-2 4-1-15,-3 5 1 0,-4 2-1 16,-5 3-1-16,-5-1 1 0,-2 1 0 15,-5-2-1-15,-1-1 4 0,-4-2-3 16,-1-5 0-16,0-3 0 0,9-18-2 16,-14 14 3-16,14-14-1 0,0 0 1 0,0 0 0 15,0 0 0-15,-20-10-1 0,12-5-1 0,8 15 1 16,2-32 0-16,7 3 0 0,4-1 0 16,3 2 0-16,4-2 0 0,2 1-1 15,0 0 1-15,2 3 0 0,-1 5 1 16,0 5 0-16,-2 6 0 0,-1 5 1 0,-20 5 0 15,29 5 2-15,-5 5-1 0,-2 6 1 16,0 2-2-16,0 3 0 0,-5 3 0 0,0 3-1 31,-2 0-1-31,1 1 0 0,-3 0 0 16,1-2-2-16,-1-3 1 0,-1-4 1 16,-4-2-1-16,-8-17 6 0,9 14-5 15,-9-14 4-15,0 0-4 0,0 0 0 0,0 0 0 16,-1 0 0-16,2 0 4 0,15-14-4 15,-4-4 5-15,-4-4-6 0,4-3 1 0,-2-5-1 16,2-1 0-16,0-3 0 0,0-1 0 16,1-1 0-16,-1 1 1 0,-1 5 0 15,1 5 0-15,-2 9 0 0,-10 16 1 16,0 0-1-16,0 0 0 0,0 0 0 16,1-2 0-16,1 2 2 0,-1 2-1 0,12 18 1 15,-4 0-1-15,-3 1 0 0,0 0-1 0,-2 2 1 16,1 1-1-1,0 0 0-15,-1 0-1 0,1-1 0 0,-1 0 0 0,2-2 0 16,1-1-1-16,-1-2 3 0,-6-18-3 16,9 17 1-1,-9-17 0-15,17 9-1 16,-17-9 1-16,0 0 0 0,27-6-1 0,-6-6-1 16,-6-5 2-16,-1-4-1 0,-2-2 1 0,-1-1 0 15,-1-2 0-15,1-3 0 0,-2-1 0 16,-2-2 0-16,1 3 1 0,-2 5 0 15,0 4 0-15,-6 20 2 0,0 0-1 16,0 0 0-16,0 0 0 0,2-2-1 0,-2 2 2 16,1 0 1-16,1 0 0 0,11 17-1 15,-2 3 0-15,-2 0-1 0,0 2 0 0,-3 4 0 16,2 1 0 0,-1 2-1-16,1 2 0 0,-1-2-1 0,1-2 1 0,1-3-1 15,-1-1 1-15,-1-3 1 0,4-5-2 16,1-4 1-16,-12-11-1 0,26 1 0 15,-3-4-1-15,-4-5 2 0,0-5 5 0,-1-5-1 16,-3-5 0-16,2-5-1 0,1 1-5 0,-1 0-1 31,-4-1 1-31,-2 3-2 0,-3-1 0 16,-4 2-3-16,-1 4-3 0,-3 20-8 16,0 0-12-16,0 0-14 0,0 0-30 15,0-2-56-15,-1 2-144 0,-1 0 18 16</inkml:trace>
  <inkml:trace contextRef="#ctx0" brushRef="#br0" timeOffset="50083.65">32656 3441 329 0,'-4'-23'65'0,"4"23"0"15,-9-16-7-15,9 16-11 0,0 0-12 16,0 0 0-16,-14-11-2 0,14 11 1 0,0 0 0 15,0 0-1-15,-16 9-10 0,6 8 3 16,4 5-1-16,2 7-5 0,1 6 0 0,0 9-4 31,1 6-3-31,5 6-1 0,5 7-4 16,3 3 1-16,-1 2 0 0,-4 1-4 16,0-2 2-16,-2 1-5 0,0-1-3 15,2 0 2-15,-3-3-5 0,-1-7 5 16,-2-7-2-16,0-7 1 0,0-10 1 0,0-9-1 15,0-24-2-15,0 0 2 0,0 0-1 0,0 0 0 16,-2-1-1-16,2 2-6 0,0-1-4 16,-1 0-5-16,1 0-6 0,-8-24-4 15,-1 0-4-15,1-8-10 0,-1-3-11 16,5-7 0-16,-3-4 0 0,1-1 19 16,-3 1 14-16,-4 7 9 0,-2 4 15 0,-3 9 1 15,2 5 14-15,-2 9 10 0,4 1 4 0,14 11 1 16,-17-7-1-1,17 7-6-15,0 0-1 0,0 0-4 0,0 0-5 0,-1-2-4 16,33 5-3-16,-2 0 1 0,4 0-1 16,1-1-2-1,4-1-3-15,0-1-5 0,5-1-1 16,-2-1 1-16,-5-1 0 0,0 0-2 16,-9 0 1-16,-5 0 0 0,-23 3 1 0,23-1 0 15,-23 1 1-15,0 0-1 0,0 0 1 16,0 0 0-16,2 0 0 0,-1 0 1 15,-1 0 2-15,0 1-2 0,0 1-1 16,-15 16 0-16,-3 0-3 0,0 0 2 0,-2 2-1 16,0 3 1-16,0-1-1 0,1 3 0 15,1 4-2-15,3-1 1 0,1 1 0 0,5-1 0 16,3-4 1 0,3-4-1-16,3-20 0 0,0 0 1 0,6 19 0 0,-6-19 0 15,0 0 0-15,18 8 0 0,-18-8 1 16,21-8-1-16,-4-4 0 0,-5-3 0 15,-3-3 1-15,1-3-1 0,-3-4 1 0,2-1-1 16,0-2 0-16,0-1 1 0,0 0 0 0,1 0-1 16,2 5 3-1,-1 4-3-15,4 8 2 16,-15 12 0-16,17-4 0 0,-17 4 1 16,20 10 2-16,-5 5-1 0,-2 6 0 15,-3 5 0-15,-1 3-3 0,2 5 2 0,-2-1-3 16,0 0 2-16,-2-2-3 0,1-4 2 15,-2-3-2-15,0-4 0 0,0-4 0 0,-6-16-1 16,0 0-3-16,0 0-2 0,0 0-5 16,2 2-7-16,-2 0-9 0,1-1-21 15,-1 1-45-15,0-2-86 0,1 0-100 16</inkml:trace>
  <inkml:trace contextRef="#ctx0" brushRef="#br0" timeOffset="50250.21">33082 4116 697 0,'0'0'63'0,"0"0"-8"16,1 0-14-16,32-1-15 0,5 1-8 15,2 0-6 1,5-2-4-16,4 1-2 0,-1-1-2 16,-2-1-4-16,-5 2-5 0,-8 2-18 0,-7-4-35 15,-26 3-129-15,0 0-114 0,0 0 15 16</inkml:trace>
  <inkml:trace contextRef="#ctx0" brushRef="#br0" timeOffset="51717.9">28392 5114 670 0,'-11'-15'58'0,"11"15"-11"16,2-24-12-16,4 6-7 0,0 0-5 0,1 2-4 16,3 0-4-16,-1 2-3 0,-9 14-3 15,11-13-3-15,-11 13-3 0,0 0-2 0,0 0-1 16,0 0 2-1,13 24-3-15,-7 7 3 0,-3 5-3 0,-3 5-1 0,-2 3 5 16,1 2-3-16,1 2 3 0,3 2-3 16,6 0-2-1,5-1 0-15,7 0 0 0,6-5 3 16,5-4-2-16,4-5 2 0,4-9-1 16,1-8-2-16,2-8 2 0,3-7-1 0,3-8-1 15,1-5 1-15,-1-7-1 0,-3-6-1 16,-1-6 2-16,-7-2-1 0,-5-3 2 15,-6 1 0-15,-5-2 1 0,-7-2-1 16,-4-1 1-16,-1 0-3 0,-3 5 0 16,-2 7 3-16,-1 7-4 0,-4 19 5 0,0 0-4 15,0 0-1-15,0 0 4 0,2-2-4 0,-2 4 6 16,-3 34-1-16,0 0-2 16,1 1 0-16,1-1-1 0,2 1 0 0,4-1 0 15,5-1 2-15,3 0-1 0,5-2 1 16,4-3-1-16,4-4-2 0,3-6 2 15,2-5 0-15,1-6 0 0,1-4 1 0,3-6-1 16,1-7-2-16,-2-6 1 0,-2-4 1 0,-1-6 1 16,-4-2 2-16,-4-5-2 15,-5 1-1 1,-3 0 1-16,-4 1-2 0,-4 1 3 16,-3 4-1-16,-5 24 0 0,2-24 0 15,-2 24-2-15,0 0 0 0,-12-15 0 0,12 15 0 16,-28 3 1-16,1 7 0 0,-4 5-1 15,1 5 0-15,4 2 0 0,0 2 1 0,4 2-1 16,5 1 2-16,5-1-2 16,5 0 1-16,4-4-1 0,4-1 0 0,5-2 0 15,4-4 1-15,6-4 0 0,2-4 1 16,5-4 0-16,3-3-2 0,3-4 2 16,0-2-2-16,-1-3 2 0,1-2 0 0,-3-3 0 15,-4-1-1-15,-3-3 0 0,-4-2 0 0,-4 0 1 16,-4 0-1-16,-7 20 1 15,2-27-1-15,-5 4-2 0,-6 4 1 0,-5-1 0 16,-5 2 1-16,-6 3-1 0,-2 0 1 16,-4 2 1-1,0 1-3-15,2 3 3 16,3 0 0-16,4 3 1 0,22 6 1 0,0 0 1 16,0 0 0-16,0 0-2 0,-1-1 0 0,1-1 0 15,18-10 0-15,8 4-1 0,6 3 0 16,4 3 0-16,5 2-1 0,5 1 1 15,3 2 0-15,5 5 0 0,1 4 1 16,-2 3-1-16,-5 5 0 0,-5 3-3 0,-7-1 2 16,-7 3-2-16,-7-1 2 0,-5 0-1 15,-8-1 1-15,-4-2 0 0,-5-21 0 0,-5 27 1 16,-1-7 1-16,-2-6 0 16,8-14-1-16,-19 12 1 0,19-12-2 0,-23 6 2 15,23-6 1-15,0 0-1 0,-24-5 0 16,7-2 0-16,17 7-1 0,-11-17 0 0,11 17 1 15,-6-23-1-15,6 23 0 0,1-27-1 16,5 4-1-16,3 4 0 0,3 1 1 0,2 2 0 31,-3 3 1-31,2 2-1 0,-13 11 0 16,15-9-1-16,-15 9 1 0,0 0-1 16,0 0 0-16,0 0 0 0,1-1 0 15,1 1 1-15,-1 0-1 0,1 0 1 16,-1-2 0-16,1 2 0 0,0 0 2 0,0 0-2 15,-1 0 0-15,1-2 0 0,-1 2 1 0,1 0 0 16,-1 0-1-16,0 0 0 16,1 0 0-16,-1 0 0 0,1 0-1 0,-1 0 1 15,1-1 1-15,-1 1-1 0,1 0-1 16,-1 0 0-16,1 0-1 0,-1 0 1 0,1 0-2 16,-1-2-1-16,2 2-1 0,-2 0 0 15,0-1 0-15,1 1-1 0,-1 0 2 0,1-2 1 16,-1 2 0-16,1 0 2 15,-1-1-1-15,1 1 1 0,-1 0-2 0,1-2 1 16,-1 2-3-16,1 0-1 0,-2 0-3 16,1-1-8-1,-1 1-10-15,0 0-24 0,-1 0-44 16,-1 0-129-16,-21 1-46 0</inkml:trace>
  <inkml:trace contextRef="#ctx0" brushRef="#br0" timeOffset="52167.78">28309 4950 362 0,'0'0'60'0,"-23"-2"-2"0,23 2-2 0,0 0-3 16,0 0-5-16,0 0-6 16,-1-2-4-16,0 2-5 0,-1 0-2 0,1 0-4 15,1 0-4-15,21-8-6 0,15-5-4 16,15-1-5-16,11-2-2 0,8-2-1 16,3 0-3-16,4 1 0 0,-5 5-3 0,-5 4 0 15,-8 4-2-15,-7 4-2 0,-10 0-6 0,-6 3-8 16,-13-2-8-16,-4 4-13 15,-19-5-13-15,12 10-36 0,-12-10-75 0,0 0-86 16</inkml:trace>
  <inkml:trace contextRef="#ctx0" brushRef="#br0" timeOffset="52530.14">30635 5781 857 0,'0'0'28'0,"-2"-25"-6"15,5 2-8-15,0 3-4 0,-3 20-6 16,7-20-4-16,-7 20-1 0,0 0-5 0,0 0-9 15,0 0-19-15,-1 2-34 0,2-2-97 0,1-2-132 16,-1 2 21-16</inkml:trace>
  <inkml:trace contextRef="#ctx0" brushRef="#br0" timeOffset="87367.79">3632 6915 412 0,'3'-27'72'0,"-3"3"-8"16,0 24-9-16,-6-29-12 0,3 6-6 0,-3 2-4 15,1 1-5-15,-4 1-3 16,-1 1-5-16,-4-1-2 0,-1 4-5 0,1 3-2 16,-2 4-4-16,16 8-2 0,-35 6-3 31,0 10-2-31,-5 7 0 0,-4 19-1 0,-6 12 2 16,2 14-2-16,-1 13 4 0,4 6 0 15,8 5-2-15,10 2 2 0,10 5-2 16,17-1-4-16,13-3 4 0,16-9-2 15,13-11 1-15,9-15-2 0,8-13 2 0,10-10 4 16,8-12-3-16,7-9 6 0,2-12-6 16,0-10-5-16,-2-12 3 0,-5-10-4 0,-5-6 5 15,-9-5 2-15,-10-6-1 0,-10-3 1 16,-8-7-2-16,-10-1 1 0,-7-2 0 16,-10 5 2-16,-3 8-1 0,-7 6 1 15,-3 12-1-15,3 27 0 0,-5-19-3 0,5 19 0 16,0 0-2-16,-18 7 2 0,-5 11 0 15,0 11-1-15,-2 9 1 0,2 9-3 0,3 8 3 16,7 6-2-16,0 2 3 0,7-2-3 16,9-6 4-1,4-8 3-15,6-8-3 16,6-7 3-16,6-4-4 0,2-8-2 16,8-4 3-16,1-7-1 0,6-6 0 0,-2-4 2 15,1-7-2-15,2-4-4 0,-5-6 6 16,-5-4-5-16,-7-2 5 0,-7-2 2 0,-9-1-3 15,-4-3 2-15,-9-5-3 0,-6-6 0 16,-8-8-2-16,-2-2 0 0,-10 1 0 16,-8 7 1-16,-7 9 0 0,-6 12-1 15,-4 10 0-15,-4 7 0 0,3 8-1 0,2 6-3 16,2 5-5-16,11 9-11 0,2 1-17 16,15 11-34-16,1-2-56 0,6 0-133 0,16 7 17 15</inkml:trace>
  <inkml:trace contextRef="#ctx0" brushRef="#br0" timeOffset="88000.02">4361 7649 782 0,'10'-35'41'0,"6"-5"-12"0,10 4-6 0,6 1-7 16,7 4-4-16,1 6-3 0,1 6-3 16,-1 9-3-16,-2 7-2 0,-3 6 0 0,-5 7-2 15,0 7 1-15,-5 8-1 0,-3 5-1 16,-5 6 2-16,-1 4-5 0,-6-1 4 16,-1 0-1-16,-8 1 0 0,-2-2 0 0,-5-3 2 15,-3-6-3-15,-2-7 3 0,-1-3 0 16,12-19 0-16,-11 13 3 0,11-13 0 15,0 0-1-15,0 0 0 0,0 0-1 0,4-25-2 16,6-4 4-16,5-3-4 0,6-4 2 16,5-6-1-1,3-3-1-15,4-4 1 16,5 6 0-16,0 3 0 0,-1 11 0 0,1 9-1 16,-5 10 0-16,2 10 0 0,-3 9 1 15,-2 7-1-15,-1 7 0 0,-3 6 1 16,-5 4-2-16,-9 4 2 0,-6 1-1 0,-6 1 1 15,-6 0 0-15,-4-3 0 0,-6-3-1 16,0-2 2-16,-3-6-4 0,2-3 3 16,4-7 6-16,13-15-6 0,0 0 4 0,0 0-1 15,0 0-6-15,0 2 4 0,0-4 0 16,9-27-2-16,5 0 3 0,7-3-2 16,2-3 1-16,1-6-2 0,2-3 1 0,3-4 0 15,3 1 1-15,0 7-1 0,-2 12 0 16,3 11-1-16,-4 10 0 0,-3 9 1 15,-1 7 0-15,1 8 1 0,-3 6-2 0,3 5 3 16,-3 7-4-16,-4 4 3 0,0-2-2 31,-6 1 2-31,0-3 1 0,-6-3-2 16,0-6-1-16,-2-5 0 0,-5-21-1 0,3 20 1 16,-3-20-3-16,0 0-6 0,0 0-8 15,0 0-13-15,8 15-27 0,-8-15-55 16,0 0-164-16,0 0 5 0</inkml:trace>
  <inkml:trace contextRef="#ctx0" brushRef="#br0" timeOffset="89317.76">5904 7679 764 0,'22'-32'50'0,"4"2"-13"0,0-2-11 16,3 4-9-1,1 4-6-15,2 8-1 16,0 3-3-16,-2 6-2 0,3 5-2 0,-1 5-1 16,-3 5-1-16,1 6-1 0,-2 7-1 15,-1 5 1-15,-1 4-2 0,-4 4 0 16,-3-1-1-16,-5 0 1 0,-4 1-2 0,-4-2 2 15,-6-2-2-15,-3-3 2 0,-4-2 3 16,-4-3-3-16,-4-4 7 0,2-3-6 0,-3-4 2 16,16-11 0-16,0 0-1 0,0 0 2 15,0 0 0-15,-20-9-2 0,11-8-4 16,9 17 3-16,6-38-3 0,11 2 4 16,2-2 0-16,4-3-1 0,5-3 2 0,2 0-3 15,5 3 3-15,1 6-1 0,-1 11 1 16,1 10-2-16,-3 11 0 0,-1 9 1 15,-3 10 0-15,-2 5 1 0,-2 6-2 0,-5 3 2 16,-1 4-2-16,-9-1 2 0,-6-1-1 31,-5-2 1-31,-5-1-1 0,-3-1 0 16,-2-4 4-16,2-1-5 0,-1-5 6 0,10-18-6 16,-11 14-2-16,11-14 4 0,0 0-4 15,0 0 5-15,0 0-2 0,-2 1 0 16,15-29 0-16,0 1-1 0,7-1 1 0,1-6-1 15,3-4 0-15,2-7 0 0,3-2 2 16,0 0-3-16,0 7 3 0,0 10-2 16,-3 10 1-16,-3 13-1 0,-1 7 1 0,-4 7-1 15,-3 8 1-15,2 5 1 0,-4 4-1 16,-2 5 1-16,-3 0-1 0,2 1 1 16,-4-1-1-16,0-1 1 0,-3-3-1 0,4-3 0 15,-3-3 1-15,-4-19 0 0,5 21-2 16,-5-21 2-16,0 0-2 0,0 0 1 15,7 14 1-15,-7-14 1 0,0 0 0 0,0 0-1 16,26-12 0-16,-3-5-1 0,0-5 1 16,-1-6-1-1,1-4 2-15,0-4-3 0,3-4 1 16,-1 1-1-16,2 4 1 0,-2 6 0 16,-2 7 1-16,-4 8-1 0,-2 6 0 15,-17 8-1-15,22 2 0 0,-5 5 0 16,-1 4 1-16,-3 6 1 0,0 2 1 0,-3 4 0 15,-1 3 0-15,5-2 0 0,-5 2-1 16,1-2 0-16,0-1 0 0,-4-2-1 16,4-1 0-16,0-2 1 0,-1-1-1 0,0-2 0 15,1-3 1-15,-10-12 0 0,20 11 1 16,-1-7 1-16,1-5-2 0,5-3-1 0,-1-6 1 16,-1-4-1-16,-1-2 1 0,0-8-1 15,1-7 1-15,-2-8-2 0,0-10 1 16,-1-7-1-16,-2-3 1 0,-3-3-2 15,-3 1-2-15,-1 0 1 0,-3 2-2 0,-4 6 5 32,2 7 0-32,-3 11 1 0,-2 8 0 0,-1 27-2 0,-4-26 3 0,4 26-1 0,-6-20 1 31,6 20 3-31,-10-13-3 0,10 13 1 16,0 0 0-16,-14-12-1 0,14 12 1 15,0 0-1-15,0 0-1 0,0 0 0 0,1-2-1 16,-2 2-2-16,-1-2 3 0,1 2-1 15,-1-1 0-15,2 1 2 0,-1 0 0 16,1-2-1-16,-2 2 2 0,2 0 1 0,-1-1 0 16,1 1 2-16,0 0-2 0,0-1 2 15,0 1-1-15,1-2 0 0,1 2-1 16,27 4 0-16,-2 4-3 0,3 3 0 16,-2 0 0-16,-2-1-3 0,-6 2 2 0,-4-1 1 15,-3-1-1-15,-13-10 3 0,10 14-3 16,-10-14-2-16,0 0 2 0,6 18 0 0,-6-18 0 15,0 0 5-15,0 0-4 0,0 0-1 16,1 2 1-16,-1 0-3 0,0-1 3 16,0 1 0-1,0-1 1-15,2-1 0 16,-2 1-1-16,0-1-2 0,0 2 2 0,0-2-1 16,0 1 0-16,-2-1 1 0,2 0-1 15,0 0-2-15,2 0 1 0,8-12-1 0,4-1-2 16,1-1 1-16,1 0-5 0,-6 0-2 15,3 1-3-15,-13 13-5 0,10-14-6 16,-10 14-10-16,0 0-18 0,0 0-22 16,0 0-59-16,16 31-145 0,-16 0 25 0</inkml:trace>
  <inkml:trace contextRef="#ctx0" brushRef="#br0" timeOffset="91233.31">7859 7388 605 0,'17'-13'63'16,"4"6"-11"-16,-4-1-12 0,-17 8-10 0,17-6-10 16,-17 6-6-16,0 0-3 0,13 11 0 15,-13-11-1-15,6 28 0 0,-3 3-2 16,-3 4 0-16,0 4-5 0,2 5 1 0,2 2-3 16,4 1-1-16,4-1 0 0,7-3 1 15,4-3-1-15,6-4 2 0,8-4 2 16,4-4-5-16,7-7 5 0,7-6-5 0,4-7 0 15,5-10-2-15,2-7-5 0,3-7 2 16,1-11-4-16,-1-8 2 0,1-7 3 16,-4-8-1-16,1-9 3 0,-7-6-1 15,-7-4 2 1,-10-4 0-16,-11 1-3 0,-9-2 4 16,-10 0-3-16,-6 1 4 0,-4 5 2 15,-6 6-2-15,-4 4 3 0,-2 8 0 0,-2 8 4 16,-1 10 0-16,3 9 3 0,-2 8-1 15,11 15-1-15,-10-11-2 0,10 11-2 16,0 0-1-16,0 0-1 0,-17 6 1 16,17-6 0-16,-9 26 0 0,6 4 2 0,4 7 2 15,2 7-2-15,2 3 1 0,0 3-4 16,2 2 1-16,1 2 3 0,-2 3-4 0,-2 1 2 16,4 5-3-16,1-1-3 0,4-1 3 15,6-5-3-15,4-3 0 0,6-8 1 16,6-5 0-16,5-10-1 0,9-10 0 15,4-9-1-15,6-11 1 0,6-8-1 0,6-8-1 16,1-9 2 0,6-7-2-16,-7-7 4 0,-6-5-1 0,-7-3 3 0,-12 0-2 0,-7 1 2 31,-9 3-2-31,-12 6 2 0,-2 4 0 16,-12 5-6-16,-4 28 7 0,-3-29-6 15,-8 12 4-15,-4 9 1 0,15 8-1 0,-35 0-2 16,1 5 1-16,-5 9 5 0,0 4-5 15,-5 7 5-15,-3 5-6 0,-1 2 0 16,0 4-1-16,6 5 0 0,5 3 0 0,9 2-2 16,11-1 2-16,7-2-3 0,8-5-1 15,11-7-2-15,6-6 0 0,9-8 1 16,5-10 2-16,9-5 1 0,2-7 1 16,-1-6 1-16,0-4 2 0,-3-5 0 0,-2-5 0 15,-4-5 1-15,-4-7-2 0,-3-3 3 16,-3-2-2-16,-2 0 2 0,0 0-1 0,-3 7 1 15,-2 8-1-15,-4 9 1 0,-9 18-2 16,0 0 0-16,0 0 0 0,0 0 2 16,-2-1 0-1,15 20 1-15,-1 5 1 16,-4 4-2-16,1 2 1 0,4 4-2 0,-1 2 1 16,5 0-1-16,2 2 1 0,4-1-2 15,3-2 1-15,4-2-1 0,4-4 1 0,2-6 0 16,3-5-1-16,4-7 1 0,1-7 0 15,-1-5-1-15,-3-7 1 0,-2-5 0 16,-5-7-1-16,-4-6 1 0,-3-7-1 0,-4-10 1 16,-5-6 0-16,-1-5 1 0,-6-7-2 15,-2-4-4-15,-3-6 2 0,-3-7-2 16,-4-5 3-16,-3-9 3 0,0 3-3 0,-2 10 3 16,-2 17-1-16,-2 18 1 0,1 15-1 15,1 13-1-15,9 16 1 0,0 0-1 16,0 0 2-16,-19 19 0 0,6 10 1 15,5 10-3-15,5 7 3 0,3 7-3 0,5 5 2 16,1 1 0 0,3 1 0-16,0 2 2 15,2 0-2-15,1-2 1 0,-1 1-2 0,4 1-2 16,-2-3 1-16,1-1-1 0,2-7 1 16,1-6-1-16,-2-10 1 0,-1-8-1 15,-5-9 0-15,-9-18 2 0,0 0 0 16,0 0 1-16,0 0 2 0,3 2-3 0,-2-23-3 15,-5-8 1-15,-6-9-2 0,-6-8 2 16,-2-4 0-16,-3-3 2 0,-2-1-2 0,0 4 2 16,4 5-2-16,3 7-2 0,10 8 3 15,6 7-3-15,6 7 2 0,8 5 1 16,9 3 0-16,8 3 0 0,8 4 1 16,4 1-1-16,6 0 1 0,2 1 0 0,3 1-1 15,-1 1 1 1,5-1-2-16,-3-1 1 0,-6-1 1 0,-4-1-2 0,-9-1 2 0,-7-1-1 15,-5 1 0-15,-24 2 1 0,24-3-1 16,-24 3-1-16,0 0 1 0,0 0 0 16,0 0 0-16,10 14 5 0,-10-14-4 15,-12 34 4 1,-4-1-4-16,-5 2-2 0,-4 1 2 16,1 4-2-16,2 1 0 0,2 3 0 15,5 0 2-15,4 0-2 0,5-3 1 0,6-5-1 16,7-4-1-16,6-6 2 0,3-5 0 15,7-6 0-15,4-4 1 0,4-6-1 16,2-4-1-16,6-5 0 0,4-4-1 16,-2-4 1-16,3-7 1 0,-4-3 0 0,-7-6 0 15,-4-7 0-15,-10-2-1 0,-6-6 1 16,-10-1-2-16,-6-3 2 0,-10 0-3 0,-2 0-2 16,-6 1 3-16,-5 5-4 0,-6 6 4 15,2 10 2-15,-7 8-2 0,-2 11 2 16,-2 6 0-16,-3 6-2 0,5 6 2 15,3 5 4-15,5 4-5 0,8 0 5 0,6-1-4 16,11-3-1 0,6-17 1-16,9 21 0 0,11-6 2 0,9-3-1 0,9-4 0 0,6-5 0 31,6-5-1-31,5-2 2 0,2-4-1 16,1-1 1-16,0 0-1 0,-3-2 0 15,-1 4 0-15,-5 3 1 0,-6 4 0 16,-5 4 1-16,-4 3 0 0,-6 7-2 0,-2 4 0 15,0 5-2-15,-6 4 2 0,3 4-1 16,-5 5 0-16,-3 2 0 0,-3 0 1 0,-3 0-1 16,-6-6 0-16,-3-3 0 0,-3-5 0 15,-3-6 1-15,6-18 0 0,-10 16 1 16,10-16 1-16,0 0 0 0,0 0 1 16,-19-7 0-16,19 7-1 0,-10-24-1 0,8-5-1 15,7-6 0 1,5-6-1-16,9-2 1 0,2-5-1 0,6 0 1 0,3-5-1 0,9-2-6 15,0 2 6-15,3 5-5 0,0 11 4 16,-6 8 3-16,-3 9-3 0,-4 8-1 16,-3 6 0-1,-5 6 0-15,-1 6-1 16,-2 3-1-16,-3 2-7 0,-1 4-8 0,-5-2-6 16,-9-13-14-16,-4 20-14 0,-5 3-58 15,-7 1-168-15,-13-7 14 0</inkml:trace>
  <inkml:trace contextRef="#ctx0" brushRef="#br0" timeOffset="91433.61">9428 6909 724 0,'6'-18'25'16,"17"0"-8"-16,16-2-4 0,16 2-5 15,13 3-4-15,11 4-7 0,11 4-16 0,0-1-56 16,-2 2-190 0,7 2 1-16</inkml:trace>
  <inkml:trace contextRef="#ctx0" brushRef="#br0" timeOffset="93700.01">14073 7388 685 0,'-2'-23'44'0,"-2"-3"-11"0,-2 2-9 0,-7 1-4 16,0 3-4-16,-4 4-6 0,-5 3-3 15,-4 9-4-15,-6 7-1 0,-8 9-1 16,-4 9 0-16,-5 10-2 0,-3 8 1 16,2 9-2-16,1 7 2 0,5 6-3 0,6 1 3 15,11-4-3-15,8-5 2 0,13-9-1 16,9-9 1-16,10-11 0 0,6-9 1 0,9-9-1 16,6-10 3-16,7-8-1 0,4-7 0 15,0-5 3-15,1-5-4 0,-4-4 2 16,-2-3-2-16,-7-4-1 0,-4-2 2 15,-5-3 0-15,-6 3 0 0,-3 1 0 0,-2 3-1 16,-5 5 0 0,0 7 0-16,-1 9 0 15,-7 17-1-15,0 0 1 0,0 0-1 0,14 9 0 16,1 11 2-16,-4 7 0 0,1 8 1 16,2 6 0-16,-1 4 1 0,3 2-1 15,2 0 1-15,3-5-1 0,2-2 1 16,3-7 1-16,5-4-2 0,2-8 1 0,3-6-1 15,2-9-1-15,1-6 3 0,3-6-2 16,-3-6 0-16,-1-5 0 0,-4-6-2 0,-2-5 0 16,-3-9-1-16,0-5 1 0,-6-7 0 15,-4-4 2-15,-6-5-3 0,-6-1 2 16,-4-5-2-16,-4-6-4 0,-5-5 3 16,-2-7-3-16,1-5 3 0,0 5 4 0,1 6-2 15,2 14 2 1,-2 14-1-16,3 10 1 0,0 9 0 0,0 9 1 0,3 20-1 0,0 0 0 15,0 0-2-15,0 0 0 0,-2-2 0 16,-13 11 0-16,5 11 2 0,-3 9 0 16,4 11 0-1,2 8 1-15,1 10 0 16,1 4 0-16,0 4 0 0,2 0 2 0,2 1-3 16,1-2 2-16,4-1-3 0,4-3-2 15,4-4 2-15,7-2-3 0,6-7 2 0,7-5-2 16,8-7 2-16,5-8-2 0,7-11 1 15,6-10-2-15,2-10-3 0,5-9-3 16,1-8-1-16,0-7 2 0,-1-5 1 16,-4 0 4-16,-6-3 1 0,-10-1 3 0,-6 1-2 15,-13-2 3-15,-3 5-1 0,-3 3 2 16,-8 6 0-16,-5 3-4 0,-7 20 6 0,0 0-6 16,0 0 4-16,-4-20 0 0,4 20 0 15,-18-12 0-15,-2 5 2 0,20 7 0 16,-33 0-1-16,2 4 0 0,3 2-2 15,-1 3 5-15,-2 4-7 0,-2 3 5 0,1 3-4 16,0 6-3-16,3 1 2 16,6 2-2-1,6 1 0-15,7 2-1 0,9-1 1 0,9-4-2 16,8-3-1-16,9-3-3 0,5-7-2 16,6-3-2-16,3-8 0 0,3-7 1 15,-3-5 0-15,-3-4 5 0,-4-2 0 16,-3-3 4-16,-6-2 2 0,-4-1 1 0,-6-3 0 15,-4-1 1-15,-1 2 1 0,-4 1 2 16,-4 23 1-16,0 0 2 0,0 0-1 0,0 0-1 16,-1-1-1-16,-2-1 0 0,3 2 1 15,-20 12-1-15,4 10 0 0,5 5-3 16,2 8 2-16,2 4-3 0,2 7 1 16,4 6-2-16,1 3 1 0,4 5-1 0,3-1 1 15,2 0 2-15,3 1-3 16,2-5 3-16,5-1-3 0,1-4-1 0,3-3 2 0,0-6-2 15,-1-3 1-15,0-7-1 0,-6-4 0 16,-3-8-1-16,-13-19 2 0,7 14 0 16,-7-14 1-16,0 0 0 0,0 0 0 15,0 0-2 1,-35-13 1-16,-1-3 1 0,-3-5-1 16,-1-5 3-16,1 0-3 0,-1-1 1 15,6-1 0-15,2 3 1 0,6-3 0 0,6-1 1 16,9-1-1-16,11-5-6 0,12-3 3 15,14-3-6-15,13-1 5 0,16-2 0 16,13-3-1-16,13-5 1 0,13-4-4 16,7-3-1-16,1-2-6 0,-3 4 0 0,-6 2-1 15,-12 3 0-15,-9 7 9 16,-8 5 0-16,-15 8 6 0,-10 8 3 0,-16 4 1 0,-10 7 1 16,-13 13 0-16,0 0 0 0,0 0 0 15,-17-12 1-15,-4 9 0 0,-5 4-1 16,-1 5 1-16,-3 5-3 0,1 2-2 15,0 2-1-15,3 4-1 0,4 3 5 0,6 4-5 16,6 1 5-16,3 2-5 16,7 2-1-1,10-2 0-15,3-1 1 0,9-1 0 0,5 0 0 16,9-5 1-16,5-5-2 0,5-5 0 16,2-6 0-16,2-6 0 0,0-4 1 15,2-4 0-15,0-4 1 0,-3-3-1 16,-1-3 1-16,-5-2-1 0,-3 0 0 0,-6 3 1 15,-5 0 1-15,-9 4 0 0,-4 1 0 16,-6 0-1-16,-10 12 1 0,13-13 0 0,-13 13 0 16,0 0 1-16,0 0 0 0,0 0 2 15,1-1-1-15,-1-1 1 0,2 1-1 16,-2 0 0-16,0-1 0 0,1 1-2 16,-1-1-1-16,0 0-1 0,0 1 1 0,0-1 0 15,2 1-1-15,-2-1-1 16,1 1 0-16,8-16-1 0,-9 17 2 0,14-15 0 0,-4 1-4 15,-10 14 5-15,9-17-6 0,-9 17 4 16,5-18 1-16,-5 18-1 0,0 0 2 16,0 0 1-1,0 0-2-15,-6-18-1 16,6 18 1-16,-13-11-2 0,13 11 1 0,0 0 3 16,-23-3-3-16,23 3 1 0,0 0 0 15,-22 3-3-15,22-3 4 0,0 0-1 0,0 0 0 16,0 0 1-16,-3-1 0 0,3 1-1 15,-1 1 1-15,-1-1 0 0,1 0 2 16,-1 2 2-16,1-2-2 0,-1 0-1 16,2 0 0-16,-1-2-3 0,1 1 2 0,-5-23-2 15,4-1 2-15,-1 0-2 16,-2-4 3-16,4-3-4 0,-4-4 2 0,3-4 0 0,-1-2 1 16,1-2 0-16,1 3 0 0,0 4-2 15,1 10 2-15,-1 27-1 0,0 0-1 16,0 0 2-16,0 0-3 0,2-2 1 15,-1 24 0-15,-1 14 1 0,0 13-2 0,4 5 5 16,-1 5-4-16,1 2 2 16,1 0 4-1,1-1-7-15,-2 0 6 0,2-4-5 0,-1-5 0 16,1-5 1-16,3-8-1 0,1-11 2 16,2-7-1-16,-2-7 0 0,-10-13 2 15,20 8 1-15,-20-8-2 0,30-9 0 16,-2-5 1-16,-5-4-3 0,2-4 2 0,-1-3-1 15,-1-2 1-15,2-3-2 0,-2-1 2 16,3 1-4-16,2 2-1 0,-1 7 4 0,-1 6-5 16,-2 8 5-16,-24 7 4 0,28 7-5 15,-5 7 5-15,-3 7-4 0,-2 5 1 16,-2 3 1-16,-5 3-2 0,-2-1 1 16,-8 3-1-16,-4 1 0 0,-8 0 0 0,-5-2 1 15,-7-1-1-15,-7-5 1 16,-5-4-1-16,-3-5-1 0,-4-5 1 0,0-8 0 0,-2-5 0 15,2-4-1-15,2-5-1 0,4-3-4 16,4-3-5-16,2-4-6 0,6 1-10 31,1-5-17-31,11 8-35 0,-1-3-72 16,-6 3-130-16,19 15 19 0</inkml:trace>
  <inkml:trace contextRef="#ctx0" brushRef="#br0" timeOffset="94067.88">17362 7304 825 0,'15'-23'45'16,"4"-1"-16"-16,5 3-2 0,7 1-13 0,6 6 0 0,5 7-6 16,7 7-1-16,1 6 0 0,-1 4-6 15,-2 6 4-15,-5 5-5 0,-4 3-1 16,-5 2 2-16,-2 4-3 0,-5 0 0 0,-6 2-2 15,-8 0 1-15,-8-1-2 0,-5-4 1 16,-5-3-1-16,-3-4 1 16,-2-5 1-1,11-15 0-15,-18 8 4 0,18-8-1 0,-20-12 1 16,10-6 2-16,5-7-2 0,8-5 1 16,9-4-1-16,8-1-1 0,6-4 1 15,3-2-2-15,4-3-2 0,3 0 3 16,2 0-4-16,3 3 3 0,0 8 0 0,-4 8 1 15,-6 8-3-15,-6 10-2 0,-25 7-5 16,27 5-6-16,-6 7-6 0,-8 3-8 0,-5 6-15 16,-8-21-17-16,3 38-35 0,-9-5-65 15,-2-2-91-15</inkml:trace>
  <inkml:trace contextRef="#ctx0" brushRef="#br0" timeOffset="94517.78">18666 7258 786 0,'31'-25'51'15,"-2"-1"-19"-15,-1 1-5 0,-1 2-8 16,-2 4-4-16,-6 4-4 0,-5 4-1 16,-14 11-3-16,0 0-5 0,0 0-2 15,0 0-1-15,-28-6-1 0,-6 13 1 0,-11 10 0 16,-3 10-1-16,-2 4 4 0,-2 7-4 15,4 5 4-15,2 1-4 0,5 1-2 16,9-2-1-16,9-4-1 0,10-3 1 16,9-4 1-16,5-6 3 0,8-6-1 0,8-6 2 15,4-8 0-15,6-6 1 16,3-8 1-16,4-6-1 0,0-5 1 0,1-4-2 0,0-3 3 16,-4 0-2-16,0-1 2 0,-3-3-1 15,-1 1 0-15,-1-2-1 0,-3 1 2 16,2 5 0-16,-8 3 0 0,-1 7 0 15,-16 15-2-15,13-9-1 0,-13 9-1 0,0 0 1 16,16 14 0-16,-6 5 0 16,-3 4-1-16,-2 4 2 0,0 1-2 0,-2-1 2 0,1 0-1 31,2-1-1-31,2-3 1 0,1-2 0 16,2-3 0-16,1-4 0 0,3-5 1 15,4-5-3-15,4-4-2 0,0-4-4 16,2-2-9-16,-5-6-9 0,0 1-21 0,-8-6-45 15,-1-12-182-15,-5 7-11 0</inkml:trace>
  <inkml:trace contextRef="#ctx0" brushRef="#br0" timeOffset="95634.6">2066 9375 583 0,'-12'-20'48'0,"-2"1"1"0,14 19-5 0,-13-19-8 31,13 19-9-31,-9-17-6 0,9 17-3 16,0 0-2-16,0 0-2 0,0 0-4 15,0-1-2-15,0 1-2 0,0 0 0 0,-2 0 2 16,0 24-1-16,2 6 0 0,4 10 1 15,-1 7-5-15,3 6 1 0,0 6-2 16,0 0-1-16,-2 4-1 0,3-4 1 0,2-3 4 16,-2-5-3-16,2-5 3 0,1-5-3 15,0-6-3-15,0-6 2 0,0-6-3 16,3-5 1-16,-4-4-1 0,-9-14-4 16,14 8-3-16,-14-8-5 0,0 0-7 0,23-8-10 15,-1-3-23-15,-6-9-36 0,3 0-74 16,1-3-100-16,-17-12 26 0</inkml:trace>
  <inkml:trace contextRef="#ctx0" brushRef="#br0" timeOffset="95950.19">2040 8951 606 0,'0'0'64'0,"-9"-21"-11"0,9 21-10 0,-7-20-10 16,7 20-8-16,0 0-8 0,0 0-7 15,0 0-1-15,10-16 0 0,-10 16 1 16,31 7 2-16,2 8-2 0,16 9 1 0,12 8-3 16,10 6-1-16,8 5-4 0,7 4-2 15,0 7 3-15,-2 10-3 0,-4 11 1 16,-5 15-1-16,-13 15-4 0,-6 9 3 0,-18 5 3 16,-21-1-2-16,-19-1 0 0,-19-4-2 15,-14-1-2-15,-11-8 2 0,-7-7 7 16,-8-10-3-16,-1-14 3 0,1-14-3 15,6-15-5-15,9-12 2 0,13-12-1 0,8-12-3 16,25-8-7-16,0 0-7 0,0 0-10 31,3-22-18-31,16 4-32 0,-1-4-66 0,3 0-128 16,9 1 15-16</inkml:trace>
  <inkml:trace contextRef="#ctx0" brushRef="#br0" timeOffset="96566.74">4896 9022 600 0,'-19'-12'50'0,"19"12"-8"16,-22-14-3-16,5 6-2 0,-3-2-7 15,1 3-4-15,-1-3-4 0,-3 3-5 0,1 1-4 16,-4 1-5-16,-3 1-4 0,-6-1-2 15,-8 2-2-15,-6 3 0 0,-9 2 0 16,-6 1 2-16,-2 1-3 0,-3 2 1 16,1 1-1-16,1-2 0 0,6 0 1 0,2-2 1 15,8-3 0-15,8-5-1 0,8-2 1 16,11-4-2-16,8-1 2 0,16 12-1 0,-12-17 2 16,12 17-1-16,0 0 0 0,3-21 0 15,-3 21 0-15,0 0 3 0,23 8-1 16,-1 13 3-16,-3 11-2 0,4 6 1 15,0 6-2-15,-6 3 1 0,1 3 4 0,-4 5-2 16,-4 4 0-16,-4 8-2 0,0 5-5 16,-6 7 2-16,0 8-2 0,0 3 3 0,0-1 3 31,0-2-3-31,0-7 2 0,4-4-4 16,3-3-2-16,2-5 3 0,3-4-2 15,5-5 3-15,3-7-3 0,2-12 1 16,10-9-1-16,4-11-1 0,10-8 0 0,6-6-2 15,5-6-3-15,2-5-4 0,2-2-8 16,-2-6-12-16,3 0-13 0,-7-8-28 0,6 3-50 16,-11-2-91-16,-6-10-45 0</inkml:trace>
  <inkml:trace contextRef="#ctx0" brushRef="#br0" timeOffset="97034.25">5268 9526 718 0,'7'-29'57'0,"3"7"-11"0,-4 0-10 16,-6 22-8-1,4-21-9-15,-4 21-5 16,0 0-6-16,0 0-2 0,0 0-4 0,3-1-3 16,-3 1 0-16,-3 0 1 0,-3 21-1 15,-2 8 1-15,-2 7-1 0,-5 7 0 0,2 2 1 16,-3 2 1-16,3 0-3 0,0-3 2 15,6-1-2-15,-3-5 2 0,4-5 4 16,2-4-5-16,-1-9 6 0,5-20-6 16,0 0 2-16,0 0 4 0,0 0-1 0,-1 1-2 15,1-1-5-15,4-20 3 0,2-9-5 16,0-7 5-16,4-6 0 0,0-7 0 0,2-8 2 16,2-6-2-16,1-4 2 0,3-2-3 15,5 0 3-15,1 7-3 0,2 9-3 16,0 11 3-16,-2 12-5 0,1 17 4 15,-3 11 6-15,2 13-4 0,2 12 4 0,0 8-4 16,3 11-1-16,-3 3 2 0,-4 9-1 31,4 1 2-31,-6 5-3 0,0 0 2 0,-5-2-1 16,-5-3 2-16,0-5-3 0,-6-6 2 16,-2-8 4-16,-2-4-5 0,-3-7 5 15,3-25-4-15,-3 22-2 0,3-22 1 16,0 0 0-16,0 0-2 0,0 0-5 0,-2 2-13 15,1-2-19-15,-22-5-39 0,6-2-101 16,-5-4-110-16,-11-9 19 0</inkml:trace>
  <inkml:trace contextRef="#ctx0" brushRef="#br0" timeOffset="97215.43">5058 9810 757 0,'26'-4'53'15,"10"-2"-12"-15,7-7-12 0,8 0-8 16,7-3-10-16,4 1-4 0,2 1-5 16,1 4-6-16,-3 2-7 0,-4 3-15 15,1 7-35 1,-10-4-91-16,-1 0-138 0,0 4 11 16</inkml:trace>
  <inkml:trace contextRef="#ctx0" brushRef="#br0" timeOffset="97716.24">6232 10088 749 0,'-10'-19'22'0,"3"4"7"0,7 15 0 15,0 0-2-15,0 0-4 0,0 0-7 16,-2-1-8-16,2-1-4 0,-1 1-2 16,1 0 0-16,-2 1 1 0,2 0 2 0,8 22 0 15,2 8-1-15,4 5 0 0,-2 7-3 16,-2 5 2-16,-3 3-3 0,-4 1 1 0,-3-1-2 15,-8-1 1-15,-3-3 4 0,-3-4-3 16,-5-2 2-16,-1-7-8 0,4-4-7 16,-3-7-8-1,6-4-10-15,13-18-16 16,0 0-36-16,0 0-92 0,0 0-101 0,0 2 23 16</inkml:trace>
  <inkml:trace contextRef="#ctx0" brushRef="#br0" timeOffset="98000.2">7055 9428 743 0,'0'0'49'0,"0"0"-7"0,0 0-13 16,-3-2-10-16,3 1-9 0,-1 1-4 15,-1 0 0-15,1 0 2 0,-15 19 1 16,10 12 0-16,2 7-4 0,-1 6-2 15,1 4-2-15,-2 3 1 0,2-1-4 0,0-2 3 16,-1 1 3-16,2-5-4 0,-1-5 5 31,1-3-4-31,3-5-2 0,-3-7-1 0,3-24-2 16,3 23-4-16,-3-23-4 0,9 17-7 16,-9-17-5-16,0 0-9 0,17 10-17 15,-17-10-25-15,19-8-67 0,-3-5-120 16,-10-10 17-16</inkml:trace>
  <inkml:trace contextRef="#ctx0" brushRef="#br0" timeOffset="98467.58">6530 9320 682 0,'-20'-6'55'0,"20"6"-10"0,-15-11-11 15,15 11-7-15,0 0-7 0,9-30-11 16,16 3 3-16,14-1-8 0,16 2 5 0,14 2-2 15,15 3-2-15,7 4-1 0,6 6-3 16,-3 5 0-16,-7 6 0 0,-12 4-1 16,-6 3 0-1,-15 7-1-15,-5 4 0 16,-13 5 4-16,-10 2-6 0,-10 4 5 0,-12 3-5 16,-11 2 0-16,-7 0 1 0,-9 1 0 15,-8 2-1-15,-5-2-1 0,-6-3 1 0,-3-2-1 16,3-4 3-16,3-5 0 0,7-5 1 15,8-5 2-15,24-11-1 0,0 0 0 16,0 0-2-16,0 0 0 0,-2 2 0 16,24-16 2-16,11 5-1 0,6 1 1 0,5 4-1 15,5 5 0-15,0 4 2 0,3 4 0 16,2 5 0-16,-1 4 0 0,-2 3 0 0,-2 5-1 16,-7 3 3-16,-6 1-3 0,-7 0 1 15,-7 0-2-15,-12-3 1 0,-3-2-1 16,-10 2 2-16,-7-2 4 0,-6 1-4 15,-10-2 5-15,-7-2-6 0,-9-3-1 0,-3-3 0 16,-1-3-1-16,-2-2 0 0,6-3 0 16,3-3-4-16,4 0-3 0,5-5-6 0,7 1-9 31,23-1-14-31,0 0-38 0,-19-11-58 16,13-8-110-16,12 4-16 0</inkml:trace>
  <inkml:trace contextRef="#ctx0" brushRef="#br0" timeOffset="98950.07">7996 9154 793 0,'-7'-21'41'0,"7"21"-16"0,12-26-6 0,7 4-5 15,15 2-3-15,11 2-4 0,11 2-3 16,5 4-2-16,3 3-2 0,-5 0-1 0,0 3 0 15,-2 1-1-15,-8 4-1 0,-3 1 1 16,-7 1 0-16,-8 1 0 0,-31-2 1 16,23 1-1-16,-23-1 1 0,0 0 1 15,0 0 1 1,0 0 0-16,1-1 0 0,-1 2 1 16,-13 16 1-16,0-5 1 0,-4 1 2 15,4 0 1-15,-3 1-2 0,4 2-1 0,2 6 0 16,2 2 0-16,5 6 5 0,3 8-4 15,3 5 2-15,5 7-4 0,5 8-2 16,3 10 1-16,6 9-2 0,1 7 2 16,7 4-3-16,2-3 3 0,3-2 1 0,3-2-1 15,-3-4 0-15,-4 1-2 0,-9-3-1 16,-8-2 1-16,-5-4-1 0,-9-7 1 0,-9-11-1 16,-8-5 1-16,-8-8-1 0,-8-5 2 15,-3-7 2-15,-8-8-4 0,-6-5 3 16,-5-10-4-16,3-6-6 0,-3-7 2 15,0-2-6-15,0-6-1 0,7-2-4 0,5-1-4 16,8 3-6-16,8-2-8 0,12 10-24 31,4-3-49-31,11 13-55 0,0 0-101 0</inkml:trace>
  <inkml:trace contextRef="#ctx0" brushRef="#br0" timeOffset="99283.29">10573 9468 870 0,'22'-22'23'15,"-9"1"2"-15,-3 2-2 0,-10 19-3 16,9-20-4-16,-9 20-7 0,0 0-5 0,0 0-3 15,0 0 0-15,1-1-1 0,15 19 2 16,-4 11-2-16,-2 11 1 0,1 5-1 16,-3 7 0-1,-4 4-1-15,-1 0 2 0,-2-1-2 16,-1-2 1-16,0-5 3 0,0-3-3 16,2-5 3-16,-1-3-5 0,1-7-2 15,1-7-1-15,1-3-4 0,-4-20-4 0,4 19-5 16,-4-19-10-16,0 0-10 0,0 0-15 15,6 17-46-15,-6-17-101 0,0 0-72 16</inkml:trace>
  <inkml:trace contextRef="#ctx0" brushRef="#br0" timeOffset="99450.36">10183 9793 724 0,'0'0'44'15,"0"0"5"-15,0 0-2 0,0 0-11 16,-2 2-11-16,33-8-9 0,12 1-6 15,12-1-5-15,9 0-3 0,7 0-2 0,5 1-1 16,8 1-4-16,6 0-9 0,5 2-21 16,-5-6-51-1,11-2-162-15,-3 3-49 0</inkml:trace>
  <inkml:trace contextRef="#ctx0" brushRef="#br0" timeOffset="100034.68">13055 8824 694 0,'-8'-22'47'0,"0"2"-11"0,8 20-10 16,-10-25-3-16,1 5-3 0,-4 3-5 15,-3 4-3-15,-1 1-3 0,-5 2-2 0,-6 3-2 16,-5 1-2-16,-7 4-1 0,-8 4-2 15,-7 4 0-15,-10 3 1 0,-6 3-2 16,-10 3 1-16,-7 2 0 0,-3-1-1 16,4 0 1-16,9-1 0 0,13-4-1 0,10-3 2 15,17-3 0-15,11-2 1 0,27-3 3 16,0 0-2-16,0 0 1 0,7-23 1 0,15 4-1 16,10 2 1-16,7 3 0 0,1 5-2 15,2 5 1-15,-1 5 0 0,-2 8-2 16,-3 9 2-16,1 11-3 0,-5 14 3 15,-4 9-3-15,-8 7 2 0,-6 6-3 0,-6 2 3 16,-8 3 3-16,-5 2-2 0,-6 5 2 0,1 5-3 31,-2 4-4-31,-1 7 3 0,3 1-3 16,4-2 3-16,9-4 1 0,6-7-3 16,11-7 3-16,9-6-3 0,11-7 0 15,12-8 0-15,9-10 0 0,10-11-1 16,11-11-1-16,8-10-3 0,4-9-4 0,0-6-5 15,-3-10-12-15,-13-9-15 0,-4 2-38 0,-19-11-97 16,-7-4-115-16,-9 0 18 0</inkml:trace>
  <inkml:trace contextRef="#ctx0" brushRef="#br0" timeOffset="100316.62">13674 9294 843 0,'7'-15'35'0,"3"1"-8"16,-10 14-5-16,10-14-6 0,-10 14-6 16,0 0-3-16,20-4-4 0,-20 4-2 15,19 10 1 1,-5 9-1-16,-3 5-1 0,-2 7 2 16,-4 3-3-16,2 6 1 0,-2 2-1 0,-1 4 0 15,-1 3-1-15,3-1 2 0,-3-1-4 16,0-6 0-16,1-6-5 0,-3-6-6 15,1-6-3-15,-2-23-7 0,0 0-7 16,0 0-2-16,0 0-20 0,1-2-35 16,-1 2-47-16,-1 0-46 0,-27-29-51 0</inkml:trace>
  <inkml:trace contextRef="#ctx0" brushRef="#br0" timeOffset="100734.27">13318 9148 695 0,'-13'-15'57'16,"13"15"-13"-16,0 0-12 0,0 0-8 15,6-20-5-15,8 8-4 0,8 4-2 0,14 5-1 16,4 1-2-16,12 2 0 0,9 1-2 0,9 2-1 31,2 3-2-31,6 3-1 0,-6 2-2 16,-8 1-1-16,-6 2-2 0,-13-2 0 16,-11 3 4-16,-12 3-6 0,-9 4 5 15,-10 0-5-15,-10 4 0 0,-12 0-2 0,-10 1-1 16,-9-1-1-16,-11-1-1 0,-7-2 2 15,-6-1 0-15,-5-2 3 0,4-7 1 0,5-2 2 16,11-6 0-16,11-2 2 0,13-3 0 16,23 0 0-16,0 0-2 0,0 0-3 15,0 0 3-15,16-8-1 0,16 3 1 16,13 5 2-16,4 3-1 0,12 5 0 16,-2 2 1-16,5 4 0 0,-2 4 1 0,-3 5 1 15,-4 3-1-15,-6 3 1 0,-8 0-3 0,-8 0 0 31,-7-1-1-31,-13 1 3 0,-5-3-3 0,-13 0 2 0,-10-3-1 0,-11-2 0 16,-8-3 0-16,-10-1 0 0,-8-5-1 16,-6-1 1-1,-5-5-1-15,-4-2-3 16,3-3 2-16,4-2-2 0,8 0-6 0,8-2-9 16,12 1-17-16,5-2-29 0,27 4-74 0,0 0-150 15,0 0 21-15</inkml:trace>
  <inkml:trace contextRef="#ctx0" brushRef="#br0" timeOffset="100967.83">14450 9856 870 0,'17'-14'27'15,"0"2"-6"-15,1 3-6 0,4 4-5 16,0 7-4-16,4 4-3 0,-2 5-3 15,-1 4 6-15,-5 6-7 0,-4 5 5 0,-7 4-3 16,-8 3-5-16,-8 2 1 0,-11 3-6 0,-9 2-4 31,-6 1-9-31,-7-4-7 0,2 3-20 16,-5-10-36-16,9-1-91 0,3-4-102 16</inkml:trace>
  <inkml:trace contextRef="#ctx0" brushRef="#br0" timeOffset="102516.66">15565 9232 576 0,'0'0'68'16,"0"0"-15"-16,0 0-9 0,-11-17-11 0,11 17-4 15,0 0-11-15,0 0 0 0,0 0 0 16,-2-1-6-16,1-1-4 0,-1 2-2 16,1-1-2-16,-1 1-2 0,1 0 5 0,-18 16-4 15,3 7 2-15,-4 6-2 0,-2 4 0 0,0 5-1 16,-2 5-2-1,-2 2 1-15,0 5-2 0,-3 5 3 0,5-1-4 0,0-2 3 16,1-7-2-16,4-3 1 0,5-9-1 31,2-6 1-31,5-5 0 0,7-22 1 16,0 0 1-16,0 0 0 0,0 0 4 0,-1 1-1 16,1 1 1-16,0-2-2 0,0 0-1 0,1 0-3 15,8-21 1-15,1-4-2 0,-3-2 0 16,-1-3-1-16,0-5 3 0,-1-5-3 15,0-2 1-15,-2-5-1 0,1 0 0 16,0-3-2-16,2-2 1 0,3-2-1 16,1 2-3-16,2-1 4 0,2 2-3 0,-1 6 5 15,7 5 1-15,1 7 0 0,3 9 1 0,4 4-1 16,-1 8 0-16,5 7 1 16,0 8-1-16,2 8 1 0,3 7 0 0,0 5 1 15,-1 6-1-15,-1 4 0 0,-3 5 3 16,-5 3-2-16,-2 3 3 0,-6 3-5 15,-2 0 0-15,-4 2 1 0,-2 1-3 0,-2 0 3 16,-3 0-2-16,-2-2 1 0,-2-3 0 0,-2-8 0 31,0-5-1-31,-2-6 2 0,2-26-2 16,-1 24 1-16,1-24 0 0,0 0-2 16,0 0 1-16,0 0-3 0,0 2-4 15,-3 0-12-15,3-1-24 0,0-1-36 16,0 0-76-16,-1-1-127 0,-17-25 29 0</inkml:trace>
  <inkml:trace contextRef="#ctx0" brushRef="#br0" timeOffset="102683.47">15244 9476 728 0,'0'0'43'0,"0"0"-2"15,0 0-6-15,-1 2-11 0,28-7-7 0,14-3-7 16,6 0-3-1,7-5-4-15,8 2-3 0,6-1-3 0,4 2-5 0,2-1-10 16,4 4-19-16,-7-5-32 0,4 6-85 16,3-1-126-1,-14-6 16-15</inkml:trace>
  <inkml:trace contextRef="#ctx0" brushRef="#br0" timeOffset="103183.22">16358 8693 773 0,'0'0'46'0,"0"0"-13"15,-9-15-13-15,9 15-6 0,0 0-5 0,17-21-4 16,6 5-1-16,6 4-3 0,6 3-1 16,7 2-1-16,1 0 0 0,2 4-1 15,1 3 0-15,-2 2 0 0,-1 3-1 16,-4-1 1-16,-4 0 0 0,0 1 1 15,-8-2 1-15,-5-1 0 0,-22-2 1 0,0 0-1 16,0 0 2-16,0 0 1 0,1-2 0 0,1 2 3 31,-1 2 3-31,5 16 1 0,-2 1 0 16,-2 6-1-16,-2 5-2 0,4 10 1 16,2 8-2-16,5 10 0 0,5 7-2 15,5 7 1-15,5 3 0 0,4 6-1 16,0 2 0-16,1 4-2 0,-2 5-4 0,-3 4 2 15,-2 3-1-15,-3-1 2 0,-4-1 3 0,-5-4-3 16,-7-2 2-16,-5-3-3 0,-5-4-2 16,-7-5 2-16,-7-10 0 0,-4-9-1 15,-8-11 0-15,-4-12 0 0,-3-8-1 16,-6-9-1-16,-6-8 1 0,-4-9 0 16,1-7 0-16,-2-9 0 0,1-8-2 0,4-3-1 15,6-2-1-15,7 0-2 0,8 7-1 0,7 2-4 16,22 17-6-1,-13-13-9-15,13 13-18 0,0 0-14 0,0 0-26 0,0 0-60 16,1-1-110-16,33 4 12 0</inkml:trace>
  <inkml:trace contextRef="#ctx0" brushRef="#br0" timeOffset="103534.47">18109 9411 745 0,'0'0'45'0,"0"0"-2"0,1-1-9 0,-1-1-6 15,2 0-9-15,-2 1-4 0,1-1 0 16,-1 1-4-16,2-1-1 0,15-15-1 15,7 5-4-15,10 2 0 0,8 0-1 0,10 3-2 16,7-1 0-16,9 1 1 0,6-1-2 0,4 2 0 31,-3 3-1-31,-5 2-1 0,-10 1 1 16,-9 0-1-16,-14 0 1 0,-11 0-1 16,-26 0-1-16,0 0 1 0,0 0-3 15,0 0-1-15,2 0-2 0,-1 0-5 16,-1 0-9-16,0 0-9 0,-1 0-14 0,-34 0-28 15,3 7-66-15,-4 7-143 0,-7-3 12 0</inkml:trace>
  <inkml:trace contextRef="#ctx0" brushRef="#br0" timeOffset="103700.13">18141 9690 728 0,'0'0'72'0,"10"12"-13"0,10-7-20 0,13-4-13 16,12-2-10-1,7-2-5-15,7 0-3 0,7-2-4 0,4 2-3 0,1 0-1 16,0 2-4-16,-4-2-3 0,-2 3-10 16,-6-2-16-1,3 8-37-15,-8-7-95 16,-2-1-131-16,-2-1 13 0</inkml:trace>
  <inkml:trace contextRef="#ctx0" brushRef="#br0" timeOffset="104134.39">20198 9000 760 0,'16'-25'39'16,"-4"-2"-5"0,-4 1-8-16,-2 0-2 0,-3 4-6 0,-3 22-4 0,-3-23-5 15,3 23-2-15,-8-17-3 0,8 17-2 16,-21-8-1-16,1 11 0 0,-8 10 0 15,-2 9-1-15,-3 12 1 0,-2 10-3 0,1 4 2 16,0 7-1-16,4 3 4 0,3 1 1 0,5 1-4 31,3 3 4-31,7-1-5 0,6 1-1 16,9-1 3-16,11-3-3 0,9-3 2 16,10-6 0-16,9-8 2 0,8-8-2 15,10-8 1-15,2-9 0 0,3-8-2 16,0-8 3-16,-3-9-1 0,-1-7 1 0,-5-6 0 15,-4-8 0-15,-8-7-1 0,-9-9 1 0,-9-3-1 16,-12-5 2-16,-7-3-2 0,-10-3 1 16,-10-5-3-16,-6-3-2 0,-8-1 1 15,-8 0-2-15,-6 4 4 0,-4 7 0 16,-6 9-2-16,-5 12 1 0,-4 10-3 16,-3 17 0-16,-2 12-4 0,3 18-13 0,-2 9-13 15,8 16-50-15,-2 5-155 0,7 2-53 0</inkml:trace>
  <inkml:trace contextRef="#ctx0" brushRef="#br0" timeOffset="109567.88">5184 8871 436 0,'14'-25'35'0,"-1"3"-4"16,0-3-4-16,5 2-5 0,-4 1-1 16,2 0 0-16,0 3-1 0,-6 5-2 0,-10 14-3 15,0 0-2-15,0 0-5 0,0 0-2 0,0-2 0 16,-3 4-3-16,-11 21 1 0,-5 5-1 16,-6 6-3-16,-5 1 1 0,-2 4-2 15,-4 1 0-15,-2 0-1 0,-2-3 2 16,-1 0 0-16,1-4 3 0,1-6-3 15,7-6 3-15,10-5 0 0,22-16 1 0,0 0 2 16,0 0-1-16,0 0-2 0,9-23-2 0,17-9 0 31,9-7-1-31,5-8 1 0,8-5-1 16,0-1 3-16,-1 1-2 0,-3 4 2 16,2 5-1-16,-7 7 1 0,-3 7-1 15,-7 11-1-15,-6 7 0 0,-23 11 2 16,22 5 3-16,-9 9 0 0,-1 5 0 0,-1 7-2 15,-1 1 0-15,3 5-4 0,0 0-1 0,3 3-1 16,3 0-1-16,7 0-2 0,6-3-3 16,4-2-12-16,3-6-26 0,6-1-55 15,-3 3-149-15,-2-14 12 0</inkml:trace>
  <inkml:trace contextRef="#ctx0" brushRef="#br0" timeOffset="110034.62">6831 8690 584 0,'10'-20'47'16,"-1"2"0"-16,2 4-6 0,-11 14-13 16,13-12-12-16,-13 12-6 0,0 0-5 0,0 0 1 15,16 12-1-15,-9 7-1 0,-11 3 0 0,-3 6-3 16,-9 2 0-16,-4 3-2 0,-4 2 1 16,-3 3 0-16,-5 0 0 0,3-1-1 15,0-4 2-15,3-6-2 0,5-7 1 16,6-8 0-16,15-12-1 0,0 0 1 0,0 0 1 15,9-17 1-15,8-10-1 0,9-8 1 16,3-3 0-16,2-3 1 0,2-1-1 0,0-1 2 31,2 1-2-31,-2 2 3 0,0 5 0 16,-2 8 2-16,-7 9-2 0,-3 6-1 16,-21 12-1-16,21 0-1 0,-2 7 1 15,-3 6-1-15,3 3 0 0,-2 4-2 16,5 1 0-16,2 4-3 0,2-1 0 0,3 0-3 15,6-1-8-15,4 1-22 0,-1-7-41 0,6-3-125 16,3-4-64-16</inkml:trace>
  <inkml:trace contextRef="#ctx0" brushRef="#br0" timeOffset="110734.69">13692 8500 605 0,'0'0'46'15,"0"0"-8"-15,0 0-15 0,-7-18-9 16,7 18-9-16,0 0-1 0,-33 11 3 0,0 5 4 15,1 8-6-15,-1 7 4 0,1 2-7 0,0 3-1 16,5-1 0-16,-1 0-1 0,4-1 0 16,2-4-1-16,2-3 0 0,3-4 1 15,2-4 0-15,3-6 1 0,12-13 3 16,0 0 1-16,0 0 0 0,0 0-1 16,0-1-1-16,7-25-2 0,7-6 0 0,4-4 2 15,7-5-2-15,2-5 3 0,2-1-1 0,1-2-4 16,2 4 8-1,0 5-4-15,-2 10 5 0,-5 10 1 0,0 8-5 0,-2 6-1 16,0 6 0-16,-1 6-2 0,2 6 1 31,2 5 1-31,2 3-1 0,-1 3 1 16,2 2-4-16,3 4 0 0,3 0-4 0,4 0-2 16,2-2-6-16,6 1-18 0,-2-4-28 0,7 4-50 15,0 3-104-15,0-8-37 0</inkml:trace>
  <inkml:trace contextRef="#ctx0" brushRef="#br0" timeOffset="111201.35">15332 8556 544 0,'-4'-20'49'16,"4"20"-2"-16,0 0-2 0,4-21-3 0,-4 21-11 31,0 0-11-31,0 0-8 0,0 0-6 16,0-1-4-16,0 1 0 0,0 0 4 16,0 1-5-16,-14 27 4 0,-2 0-6 15,-4 1-1-15,-5 0 2 0,0 0-1 0,-2-2 1 16,1 1-1-16,3-2 1 0,1-4-2 0,5-2 2 15,0-5-1-15,5-4 1 0,12-11 1 16,0 0 0-16,0 0-1 0,0 0 1 16,-2 0-1-16,5-28 0 0,6-4 2 15,5-1-1-15,4 0 1 0,4-1-1 16,1 2 3-16,-1 2 2 0,1 6-3 0,0 4 7 16,-3 7-5-16,-1 5 4 0,-19 8-1 0,27 1-2 15,-2 6 4-15,-1 3-7 0,0 3 5 16,2 4-6-1,1 1 0-15,3-2-1 0,2 0-3 0,2-2 2 0,-1-1 0 16,0-3 0-16,-1-1-1 0,-2-3-2 16,-2-1-8-16,-4-4-8 0,-1 4-19 0,-23-5-34 31,23 1-90-31,-23-1-109 0,19-6 15 0</inkml:trace>
  <inkml:trace contextRef="#ctx0" brushRef="#br0" timeOffset="133433.7">2127 11686 624 0,'-25'-3'28'0,"25"3"-1"0,0 0-3 15,0 0-7-15,0 0-9 0,-1-1-3 16,-2 1-2-16,3 0 1 0,0 0-1 16,0 1 0-16,0 1-1 0,7 20-1 0,-7-22 0 15,0 26-1-15,-7-5 0 0,-3-4 0 16,-9-3 0-16,0-3 0 0,-1-6 2 16,20-5 0-16,-29 0 2 0,12-4 0 0,17 4 2 15,-16-18 5-15,7-5-3 0,5-4 2 16,9-6 0-16,4-7-2 0,0-4 3 15,5 0-2-15,-2 1 0 0,2 7-5 0,5 9-2 32,3 8 1-32,2 9 0 0,5 7-1 15,3 9 3-15,3 9-1 0,4 9-1 16,0 9 1-16,1 9-1 0,-8 3-1 0,-10 7 0 16,-6 2 0-16,-12 4 3 0,-11 3-3 15,-13 2-1-15,-15 4 0 0,-14 3-5 16,-3 1 3-16,-9-1 0 0,-3-5 3 0,2-6-1 15,3-16 3-15,4-12 1 0,13-13-2 0,6-13 3 16,14-10-4-16,5-10 1 16,8-11-1-16,8-7-1 0,5-7 1 0,6-4 2 15,6 0-3-15,3 3 2 0,3 6-2 16,2 9-5-16,5 10 1 0,4 8 1 16,2 10-1-16,6 5 5 0,-1 8 0 0,2 6-2 31,7 2 1-31,5 3-1 0,2 2 1 0,2 0-1 0,0 3-1 0,-5-3-5 15,-5-1-5-15,-2-2-16 0,-8-7-16 0,-2 4-37 16,-7-12-64-16,-9-5-125 0,-1-1 13 31</inkml:trace>
  <inkml:trace contextRef="#ctx0" brushRef="#br0" timeOffset="133733.66">2517 11349 752 0,'6'-18'49'0,"-6"18"-8"0,10-17-9 0,3 5-9 15,3 6-4-15,-16 6-4 0,39 5-2 0,0 5-3 16,3 7-2-16,4 8-2 16,2 8 0-16,7 11-3 0,9 11 1 0,1 11-2 15,-3 12 1-15,-3 8 0 0,-11 7-1 16,-15 6-1-16,-11 5 0 0,-11 2-4 15,-11-1 2-15,-11-5-1 0,-8-10 0 0,-7-10 3 16,-7-10-2 0,-8-11 3-16,-2-10-4 0,4-13 2 0,1-10-2 0,9-11-1 15,8-9-1 1,21-6-10-16,-16-10-9 0,16 10-21 16,0-32-45-16,14-4-172 0,8 4-27 15</inkml:trace>
  <inkml:trace contextRef="#ctx0" brushRef="#br0" timeOffset="134383.26">5369 11706 653 0,'-13'-20'53'0,"13"20"-5"0,-3-32-5 16,4 7-6-16,2 2-11 0,2 3-5 0,-1 1-5 15,2 2-4-15,-6 17-1 0,8-17-1 16,-8 17-3-16,0 0-3 0,0 0-2 16,0 0-3-16,-18-11 1 0,-11 8 0 0,-13 6-1 15,-15 3 1-15,-19 3-1 0,-13 4 1 16,-10 0-1-16,-7 1 1 0,-2-1 0 15,5 3-1-15,2-4 0 0,7-3 1 0,13-6 0 16,17-4 1 0,21-4 0-16,15-1 0 15,28 6-1-15,0 0 0 0,0 0 0 16,0 0 0-16,25-21 0 0,11 9 1 0,9 9 0 16,7 8 1-16,0 9-1 0,-6 9 1 15,-5 6 0-15,-1 9 1 0,-8 6-1 16,-6 4 2-16,-4 5 2 0,-8 8-3 0,-5 6 2 15,-6 9-2-15,-3 10-5 0,-3 9 4 0,0 5 0 16,-3 0-1-16,3-3 2 16,2-3-3-16,5-8-2 0,2-8 1 0,9-10-1 15,6-10 1-15,5-12 0 0,5-10 0 16,5-12 0-16,6-11-2 0,13-12-4 16,4-13-8-16,8-7-13 0,-4-12-20 0,5-1-54 15,-9-5-132 1,-8-7-51-16</inkml:trace>
  <inkml:trace contextRef="#ctx0" brushRef="#br0" timeOffset="134816.63">5700 11891 774 0,'-4'-18'44'0,"4"18"-4"0,0 0-7 16,0 0-14-16,0 0-9 0,-2-2-4 0,2 2-1 15,-1 0 2-15,-12 25 3 0,4 9-5 16,-4 8 2-16,-3 5-5 0,-3 6-3 16,-4 3 1-16,0 7-2 0,2 4 2 0,0 0-1 15,5-3 1-15,3-9-2 0,3-10 2 0,3-10 3 16,4-11-3-16,3-24 5 16,0 0-5-16,0 0-3 0,0 0 4 0,10-18-5 15,2-14 3-15,2-13 3 0,2-11-2 16,0-11 2-16,3-8-2 0,-1-4 3 15,0-1-3-15,1 4-4 0,-2 9 4 0,3 12-4 16,-1 17 3 0,-3 11 0-16,4 14 1 0,-20 13 0 0,29 9 2 0,0 10 5 15,-4 12-4 1,1 8 5-16,-2 7-4 0,-1 2-3 16,-2 6 3-16,2 2-4 0,-3 5 2 15,3 1-3-15,-4-3 2 0,0-4-2 16,-6-8 0-16,1-6 0 0,-5-8 2 0,-3-9-2 15,-2-5 1-15,-4-19-2 0,0 0-3 16,0 0-4-16,0 0-9 0,2 1-13 16,-14-19-22-16,2-2-56 0,-10-2-150 0,-8-17-22 15</inkml:trace>
  <inkml:trace contextRef="#ctx0" brushRef="#br0" timeOffset="134984.69">5467 12191 625 0,'0'0'57'0,"0"0"8"0,7 19-5 16,8-7-14-16,8-4-13 0,12-2-9 31,7-3-10-31,7-3-6 0,4 0-4 16,1-3-4-16,-5 1-1 0,3-1-5 0,-4 0-15 16,-5-4-31-16,5 5-108 0,-2-4-138 0,-8-9 12 15</inkml:trace>
  <inkml:trace contextRef="#ctx0" brushRef="#br0" timeOffset="135399.94">5826 11451 768 0,'-16'-32'48'0,"-3"2"-11"0,3 2-8 0,-1 6-5 16,0 5-7 0,-1 3-7-16,1 7-3 0,-1 2-4 15,-6 8-1-15,-8 6-2 16,-1 9-1-16,-5 9 0 0,1 6 0 0,2 4-2 16,2 5 0-16,2 3 0 0,4 2 1 15,8-1-3-15,2-5-1 0,8-8-4 16,3-9 0-16,6-24 1 0,10 20 3 0,5-14 4 15,5-10 1-15,9-12 1 0,7-8 0 0,3-5 0 16,3-4 2-16,0-2 0 16,3 2 0-16,-5 4 0 0,-2 6-1 0,-2 7 2 15,-4 4-1-15,-3 7 0 0,-3 3 2 16,-3 5-1-16,0 3-1 0,-7 2 1 16,4-1-1-16,-4 4-2 0,3 0 0 0,-2 4-1 15,2 2-1 1,1 2-4-16,-1 1-12 0,4 4-35 0,-4-4-94 0,4 1-145 15,2 2 8-15</inkml:trace>
  <inkml:trace contextRef="#ctx0" brushRef="#br0" timeOffset="135699.9">6818 12922 765 0,'-16'-17'25'15,"3"1"5"1,1-6 5-16,5 4-3 0,1 0-7 0,6 18-6 0,-1-23-3 16,1 23-4-16,4-23-3 0,5 8-2 0,-9 15-1 15,20-6-1-15,5 6-1 0,2 8 0 16,5 7-3-16,4 7 1 0,-1 8-2 15,-5 7-2-15,-1 9 1 0,-4 4 1 0,-5 6-2 16,-3 3 3 0,-8 2-3-16,-9-2-10 0,-3-1-7 0,-11-7-22 0,2 2-49 15,-5 4-179 1,-2-19-30-16</inkml:trace>
  <inkml:trace contextRef="#ctx0" brushRef="#br0" timeOffset="135999.87">8514 11826 876 0,'-7'-20'29'0,"7"20"-1"0,-7-20-5 0,7 20-3 15,0 0-9 1,0 0-5-16,0 0-4 0,-2-1-2 0,1 1 1 0,1 1 1 15,0 31-2-15,4 8 4 0,2 4-3 0,4 4 1 16,-3 4 0-16,-1 1-3 0,3 0-1 31,-3 0 0-31,-1-1 1 0,-2-4-2 16,1-4 2-16,-1-6-8 0,-1-7-5 0,1-7-10 16,-3-24-11-16,3 20-16 0,-3-20-16 15,0 0-93-15,0 0-124 0,0 0 21 16</inkml:trace>
  <inkml:trace contextRef="#ctx0" brushRef="#br0" timeOffset="136449.87">7840 11746 708 0,'-23'-7'49'0,"23"7"-6"0,0 0-6 16,0 0-5-16,0 0-8 0,0 2-5 0,30-17-5 15,11 3 0-15,15 1-4 0,11 2-2 16,12 1 1-16,11 4-4 0,8 4-2 15,8 3 2-15,-1 4-3 0,-5 4 0 0,-10 4 1 16,-15 3-3-16,-11 4-1 16,-14 0 1-16,-13 3-2 15,-13 0 1-15,-14 5 2 16,-14 1-4-16,-16 4 2 0,-15 0-4 0,-11 0-1 16,-15-2 2-16,-10-2 0 0,-7-2 1 15,-4-4 2-15,3-2 1 0,6-5-1 16,9-9 2-16,16-2-1 0,15-5 1 0,33-2-1 15,0 0-1-15,0 0 0 0,0 0 1 16,33-12 0-16,14 3-1 0,12 5 2 16,6 0-2-16,3 6 2 0,0 3-1 0,-2 2 1 15,-2 3 2-15,1 0-1 0,-4 2 1 16,-5 5-1-16,-5 6 0 0,-11 1-1 16,-8 5 1-16,-14 0-1 0,-10-1 0 0,-12 1 0 15,-12 0 0-15,-11 0-1 16,-10-2 1-16,-8-2-1 0,-7-1-1 0,-4-1 4 15,-2-3-7-15,-1-4 6 0,3-2-5 0,3-5-3 16,6-5-3-16,9 0-7 0,8-6-9 16,30 2-16-16,-28-11-42 0,28 11-99 31,11-18-105-31,4-9 18 0</inkml:trace>
  <inkml:trace contextRef="#ctx0" brushRef="#br0" timeOffset="136717.59">9597 11848 797 0,'15'-18'50'0,"3"8"-3"0,-18 10-5 15,0 0-12-15,0 0-10 16,0 0-9-16,0-2-6 0,2 1-1 0,-1 1-3 16,1 0 0-16,8 11 0 0,1 9 0 0,-5 11 4 15,0 5-3-15,-3 7 1 0,0 3-3 16,-2 4-1-16,1 4 2 0,-1 6-3 15,1 0 3-15,1-1-3 0,-2-4 1 0,3-8-1 16,-2-7 0-16,-1-7-2 16,-1-7-1-16,3-7-5 0,-3-19-5 0,0 0-2 15,0 0-8 1,9 16-11-16,-9-16-34 0,0 0-92 16,9-14-133-16,-11-9 19 0</inkml:trace>
  <inkml:trace contextRef="#ctx0" brushRef="#br0" timeOffset="137149.96">9237 12034 686 0,'0'0'50'0,"0"0"7"15,0 0-7-15,-1 1-11 0,15 16-12 16,15-5-8-16,14-3-6 0,10-3-4 16,10-1-3-16,11-3-3 0,4-4-2 0,4-3-4 15,4-1 2-15,-3-1-4 16,-1-5-5-16,-3 1-7 0,-2-6-15 0,-1 1-11 15,-9-7-9-15,-2 0 0 0,-10-4 12 0,-12 0 15 16,-11-1 21-16,-13 1 15 0,-9 5 17 31,-7 1 9-31,-3 21 5 0,-3-24 0 16,3 24-7-16,-6-18-6 0,6 18-5 0,0 0-6 16,0 0-3-16,-13-14-3 0,13 14-4 15,0 0-1-15,0 0-3 0,-26 0-2 16,2 8 1-16,1 7-2 0,-2 6 1 0,2 8 4 15,0 4-6-15,1 7 3 0,6 2-3 16,5 5-3-16,5 3 3 0,6 3 0 16,6 4 0-16,6-4-2 0,6-3 1 0,9-6-4 15,7-9 2-15,9-9 0 16,3-10-1-16,6-8-1 0,3-8-5 0,0-8-2 16,0-8-3-16,0-6-1 0,-6-3-8 0,-4-4-6 15,-10-4-12-15,-5 2-24 0,-14-5-37 16,-10-3-101-16,-9 5-52 0</inkml:trace>
  <inkml:trace contextRef="#ctx0" brushRef="#br0" timeOffset="137533.44">7979 11033 732 0,'0'0'44'0,"-1"-19"-10"16,1 19-6-16,0 0-7 0,0 0-7 0,0 0-3 15,23 11-2-15,-9 10-4 0,-2 9 0 16,-8 6-3-16,-7 7 1 0,-4 4 4 16,-6 2-6-16,0 1 3 0,-6 0-4 0,-2 2-3 15,-3-2 2-15,4-2-3 16,0-2 1-16,4-8-3 0,0-8-1 0,10-10-1 15,6-20 2-15,0 0 2 0,0 0 3 0,0 0 2 16,20-26-1-16,8-11 1 0,5-5-1 16,3-5 2-16,2-1-2 0,0-1 3 31,2 2-1-31,-1 2-5 0,3 9 5 0,0 9-7 16,-3 7 7-16,0 8-1 0,2 7 2 0,-1 5-1 15,-1 5-1-15,0 3 5 16,-1 2-7-16,2 4 5 0,2 2-7 0,3 3-9 15,-2-4-28-15,11 6-91 0,-2-1-159 16,0-8 4-16</inkml:trace>
  <inkml:trace contextRef="#ctx0" brushRef="#br0" timeOffset="138083.5">10119 11343 631 0,'0'-24'59'0,"0"24"-6"0,0 0-8 15,0 0-9-15,0 0-11 0,-4-2-8 16,4 1-2-16,0-1-3 0,0 2-1 16,0 2-1-16,-9 25-5 0,-4 3-1 0,-4 0-2 15,-1-2-1-15,-3 1-1 16,-1 0 0-16,5-3 0 0,-2-4 0 0,6-5-1 15,0-4 0-15,13-13 1 0,0 0 1 0,0 0 0 16,0 0-1-16,0 1 0 0,7-27-2 31,6-6 2-31,6-5 1 0,4-1 0 16,3-5 0-16,2-1-5 0,-1 0 4 0,0 2-5 16,-1 9 6-16,-2 8-1 0,-3 8 2 15,1 8-2-15,-3 7 0 0,4 7 0 16,0 4 0-16,-1 5 5 0,-2 4-5 0,2 2 5 15,-2 2-5-15,0 1 0 0,3-2-1 16,2-1 0-16,-1 0 0 0,1 0-4 16,0-2-6-16,2 0-18 0,-2-4-31 0,5 4-82 15,6-4-145-15,-7-10 13 16</inkml:trace>
  <inkml:trace contextRef="#ctx0" brushRef="#br0" timeOffset="138683.41">11331 11200 281 0,'-26'-21'90'0,"-6"2"-3"0,-1 5-7 0,-3 0-14 15,4 7-10-15,0 2-13 0,9 5-6 16,23 0-8-16,-26 5-6 0,26-5-5 16,-18 9-1-16,18-9-1 0,0 0 0 0,6 16-1 15,12-2-1-15,11-5-4 16,7-1-1-16,13-2-4 0,4-3-1 0,2-1-3 15,1-4 0-15,-2 1 1 0,1-1-1 16,-1-1 0-16,-3 0 0 0,-4 1-1 0,-8-1 1 16,-8 2 0-16,-10-1 0 0,-21 2 1 31,0 0 2-31,0 0 1 0,0 0 1 0,6 17 6 16,-6 4-5-16,-7 5 3 0,-6 6-4 0,-2 4-4 15,-2 5 1-15,2 9-1 16,3 12 0-16,1 12-1 0,4 9 1 0,1 8 2 15,5 8-1-15,-1 3 0 0,4 5-1 16,-1 2-4-16,2-1 4 0,3-4 0 16,1-9-2-16,1-7 2 0,-1-6-3 0,-6-7 0 15,2-9 1-15,-6-5-1 16,-5-11 1-16,-4-8 0 0,-3-10 0 0,-3-10-1 16,-5-9 1-16,-6-8-1 0,-9-11-1 15,-3-10-2-15,-8-6 0 0,-4-7-1 0,1-3-1 16,-2-3-1-16,4 0-1 0,8 5-4 15,7 2-1-15,9 10-7 0,9 5-12 0,17 13-21 16,0 0-22-16,0 0-47 16,7 18-151-1,3-6 22-15</inkml:trace>
  <inkml:trace contextRef="#ctx0" brushRef="#br0" timeOffset="139049.9">13467 11989 675 0,'0'-2'15'16,"0"0"19"-16,3 1 3 0,-3-1-1 15,0 0-8-15,0 1-10 0,1 0-2 0,-1-1-1 16,0 1 1-16,2-1 0 0,0 2 0 31,23-6-3-31,7 1-3 0,8 3-3 16,5-1-1-16,6-1-1 0,2 1 0 0,1 0-2 16,4 2-2-16,-5-2 0 0,-6 0-2 15,-7 0 2-15,-10 1-1 0,-30 2-1 16,24 0 0-16,-24 0-1 0,0 0-3 0,0 0-7 15,0 0-12-15,2-1-22 0,-4 1-35 16,-13-8-91-16,-8 4-113 0,-10-4 17 16</inkml:trace>
  <inkml:trace contextRef="#ctx0" brushRef="#br0" timeOffset="139233.57">13350 12239 742 0,'0'0'51'15,"19"15"5"-15,5-11-8 0,12-1-13 0,8-3-13 16,11 0-6-16,7-1-6 0,6 1-5 16,4 1-2-1,-4 1-2-15,-1 1-3 16,-8 0 1-16,-6 1-7 0,-6 0-12 0,-4 4-21 16,-14-8-59-16,-29 0-208 0,30-2 9 15</inkml:trace>
  <inkml:trace contextRef="#ctx0" brushRef="#br0" timeOffset="139917.03">16751 11343 729 0,'10'-18'43'0,"-10"18"-5"0,11-14-5 16,-11 14-7-16,0 0-9 0,0 0-8 0,-9-15-4 15,-8 8-2-15,-10 4-1 0,-9 4 0 16,-15 2-3-16,-14 3 1 0,-19 2-2 15,-12 1 1-15,-12 0-1 0,-7 2 1 0,-1-2 0 16,-1-2 1-16,4-1-1 0,6-4 1 31,16-6 0-31,17-5 1 0,21-2 1 16,18-5-1-16,18-3 1 0,17-6-1 0,16-2-5 16,11 0 6-16,15 1-2 0,10 3 4 15,4 3 2-15,4 5-1 0,-4 5-2 16,-1 7 2-16,-7 7 0 0,-6 8 0 0,-6 10 5 15,-7 7-5-15,-7 10 2 0,-9 8-4 16,-6 12-2-16,-11 11 3 0,-7 13-2 16,-5 12 3-16,-8 5 1 0,-2 4-1 0,-2 6-1 15,1 4-2-15,4 5-4 0,5 3 1 16,8-4 3-16,8-5-1 0,10-10 1 16,8-9 0-16,13-9-5 0,9-9 3 0,12-12-2 15,9-13 1-15,11-13-1 0,11-10 1 16,10-12-7-16,3-8-5 0,4-8-11 15,-7-11-18-15,0 2-48 0,-11-8-138 16,-6-8-66-16</inkml:trace>
  <inkml:trace contextRef="#ctx0" brushRef="#br0" timeOffset="140400.21">17553 11811 730 0,'0'0'37'0,"3"-28"2"0,3 10-3 0,-6 18-6 15,0 0-9-15,0 0-11 0,0 0-4 16,2-1-3-16,-2 1 0 0,-15 19 2 16,-2 12-1-16,-2 10 2 0,-6 7-4 0,-2 6 1 15,-5 5-2-15,0 3-2 0,-1 3 1 16,1 2-2-16,2 0 3 0,2-4-4 15,4-6 4-15,6-10-2 0,3-9 1 0,6-13 0 16,9-25 0-16,0 0 5 0,0 0-2 16,0 0-1-16,-2 2-1 0,17-23-5 15,4-13 2 1,1-11 3-16,2-10-1 16,1-9 2-16,-2-7-3 0,0-4 4 0,-1-3-3 15,1-1-4-15,0 0 3 0,2 3-5 16,0 12 5-16,0 13 2 0,-2 17-1 0,-3 15 1 15,0 12 0-15,0 14-1 0,4 11 2 16,0 12-1-16,1 9 2 0,3 8 2 16,-4 7-2-16,-3 2 4 0,-2 3-4 0,-3 3-2 15,1 2 1-15,-4 3-3 0,2-2 1 16,-4-3-2-16,-3-6 2 0,0-7-1 16,-3-9 0-16,0-10-2 0,-3-30-4 0,2 23-5 15,-2-23-6-15,0 0-14 0,0 0-22 16,0 0-43-16,-27-20-66 0,-16-8-111 15,5 0 21-15</inkml:trace>
  <inkml:trace contextRef="#ctx0" brushRef="#br0" timeOffset="140550.29">17130 12058 588 0,'0'0'60'15,"4"20"3"-15,10-4-6 0,1-6-14 16,10-1-12-16,6-3-10 0,13-2-5 0,5-1-7 15,9 0-2-15,4-1-6 0,3 0-3 16,3 1-10-16,-4-2-22 0,5 8-68 16,-5-4-190-16,-7-7 5 0</inkml:trace>
  <inkml:trace contextRef="#ctx0" brushRef="#br0" timeOffset="140784.54">18408 12523 848 0,'16'-7'45'16,"-16"7"-4"-16,23-1-15 0,-23 1-9 15,32 6-6 1,-5 3 0-16,1 5-5 0,-4 3-2 16,-2 4-3-16,-2 2-3 0,-5 2 0 15,-4 4 0-15,-6 2 1 0,-10 4 0 16,-7 1-2-16,-7 2-6 0,-9-3-6 0,-1 0-12 15,-4-7-10-15,5 3-34 0,-3-11-90 16,5-10-137-16,26-10 13 0</inkml:trace>
  <inkml:trace contextRef="#ctx0" brushRef="#br0" timeOffset="141084.37">20327 11704 812 0,'0'0'29'0,"2"-24"1"31,-2 24-3-31,1-21-2 0,-1 21-8 0,0 0-9 16,0 0-2-16,0 0-3 0,1-2 1 15,21 17 0-15,-2 11 1 0,-1 8-3 16,0 5 1-16,-3 4 2 0,-2 4-5 0,-4 2 4 15,-1-1-4-15,-2 2-1 0,-4-3 1 16,-3 0-1-16,-3-1 0 0,-2-5-2 16,-1-7 0-16,0-3-6 0,0-10-5 0,2-3-9 15,4-18-11-15,0 0-19 0,-13 11-45 16,13-11-130-16,0 0-54 0</inkml:trace>
  <inkml:trace contextRef="#ctx0" brushRef="#br0" timeOffset="141500.24">19966 11648 702 0,'0'0'45'0,"0"0"2"0,17-13-3 0,10 7-11 16,9 3-9-16,11 4-7 0,8 2-2 16,10 4-2-16,7 3-3 0,5 4-1 15,2 1-3-15,-3 1-3 0,-7 3 0 16,-7-1-2-16,-10 1-2 0,-9 0 1 0,-11 0-2 15,-10 1 0-15,-8 2 1 0,-11 0-1 16,-10 3 2-16,-13-3-7 0,-12 4 2 0,-10-3-6 16,-10-2 1-16,-4-3 2 0,-4-3 2 15,4-1 3-15,5-3 0 0,7-4 3 16,12-2 0-16,9-2 0 0,23-3 2 16,0 0-1-16,0 0-1 0,0 0 2 0,18 7-2 15,13 1 2-15,8 1 1 0,7 3-1 16,2 3 0-16,4 4 1 0,1 2-3 0,0 5 4 15,-1 4-1-15,-3 4 2 0,-7 2 0 16,-8 0-1-16,-8-1-3 0,-7-1 2 16,-12-2-1-16,-8-4 0 0,-12-2 1 31,-10-3-2-31,-16-3-2 0,-12-4-2 0,-14 0-1 16,-13-7-10-16,-13-3-13 0,-18-11-29 15,-6 1-94-15,-14-7-151 0,-17-10 16 0</inkml:trace>
  <inkml:trace contextRef="#ctx0" brushRef="#br0" timeOffset="141966.87">17209 11164 679 0,'0'0'59'16,"-3"-26"-11"-16,3 26-9 0,0 0-10 16,0 0-10-16,0 0-9 0,-1-1-4 15,-1 1 0-15,-16 9 1 0,-4 14 2 16,-7 8-5-16,-7 9 1 0,-8 4-6 0,-7 1 1 15,-6 2 0-15,-2 5-1 0,1 1 1 16,6-1-3-16,3-2 2 0,8-6-3 0,8-9 1 16,8-9-2-16,10-10 2 0,15-16 0 15,0 0 1-15,20-12 1 0,13-12-1 16,15-12 3-16,8-10-2 0,8-4 3 16,4-5-2-16,1 0 1 0,-1 2-3 0,-4 8 4 15,-5 6-1-15,-7 7-4 0,-8 7 5 16,-6 7-5-16,-6 8 6 0,-6 6 1 0,-4 9 0 15,-2 7 6-15,0 8-6 0,-1 3 3 16,0 4-4-16,-1 0-4 0,2 2 1 31,3 3-3-31,3 0-4 0,8 4-16 16,3-6-31-16,11 5-137 0,4-4-107 0,-2-13 15 16</inkml:trace>
  <inkml:trace contextRef="#ctx0" brushRef="#br0" timeOffset="142466.64">20136 10918 413 0,'0'-32'89'0,"9"3"-8"16,0-1-12-1,6 7-10-15,-3 2-12 0,2 6-11 16,-14 15-9-16,14-13-6 0,-14 13-4 16,0 0-1-16,0 0-2 0,0 0-1 15,1 22-2-15,-5 5-1 0,-7 5-4 16,-6 4-1-16,-6 6-4 0,-3-2-2 0,-5 3 0 15,0 0 2-15,0-3-1 0,1-2 2 16,4-1 2-16,1-3-5 0,5-7 4 0,7-6-5 16,4-6 2-16,9-15-1 0,0 0 1 15,0 0 1-15,11-13-5 0,9-10 4 16,3-8-3-16,6-5 2 0,0-6 2 16,0-5-2-16,0-4 3 0,0 1-2 0,-1 5 1 15,0 5-1-15,-2 10 1 0,0 10-2 16,-1 8 2-16,1 7-2 0,1 7 1 0,2 4 1 15,0 3-1-15,0 3 2 0,0 3-3 16,-2 2 1-16,1 3-1 0,0 0 0 31,0-1-2-31,3 0-5 0,3 2-14 16,-2-5-21-16,6 7-59 0,-5 6-195 0,-1-11 14 16</inkml:trace>
  <inkml:trace contextRef="#ctx0" brushRef="#br0" timeOffset="143084.34">21504 11078 304 0,'-22'-50'85'16,"1"5"1"-16,-2 8-3 0,3 9-13 15,-1 7-18-15,4 10-13 0,17 11-10 16,0 0-7-16,0 0-4 0,0 0 2 0,-2-1-3 15,4 1-1-15,24-2-3 0,10-2-4 16,13-3-2-16,9-1-1 0,5-5-3 0,6 1-2 16,-1-1 1-16,-2 1-1 0,-4-1 0 15,-5 1 1-15,-8 2-1 0,-12 0 2 16,-9 3 2-16,-11 0-1 0,-17 7 2 16,0 0-1-16,0 0 0 0,0 0 2 0,3 0 0 15,-10 22 1-15,-3 2-3 0,-3 8 0 16,-2 6-2-1,4 6 0-15,2 8-1 0,5 4 2 0,4 9 3 0,3 8-3 0,5 9 2 16,2 14-3-16,2 10-2 0,4 8 1 31,1 6 2-31,5-1-2 0,1 1 1 16,3 3-1-16,0-3-4 0,3-3 2 0,-1-8 1 16,1-7-1-16,-2-8 0 0,-4-7 1 15,-6-5-3-15,-9-8 2 0,-10-7 0 0,-8-9-1 16,-7-11 0-16,-9-11 1 0,-8-9-2 15,-6-8 0-15,-9-9-2 0,-9-10-2 16,-6-7-1-16,-4-10-3 0,0-8-1 16,-1-2-3-16,8 0-4 0,8 1-1 0,9 5-4 15,10 2-11-15,18 11-35 0,3-4-47 16,13 12-84-16,17-7-69 0</inkml:trace>
  <inkml:trace contextRef="#ctx0" brushRef="#br0" timeOffset="143399.99">23339 11590 776 0,'6'-19'42'0,"-2"-1"-5"16,-4 20-5-16,6-23-6 0,-6 23-7 0,10-15-7 15,-10 15-4-15,0 0-3 0,16 6 0 16,-2 12-1-16,1 13 2 0,1 8-3 0,-4 8-1 16,-1 5 0-16,1 0-1 0,-5 2 3 15,2 1-3-15,-2 1 2 0,-2 0-3 16,0-1-1-16,-2 0 0 0,0-3-2 16,-3-3 1-16,0-5-3 0,-2-6-1 0,1-6-9 15,-2-8-9-15,1-2-15 0,2-22-23 16,-4 18-49-1,4-18-96-15,-23 1-69 0</inkml:trace>
  <inkml:trace contextRef="#ctx0" brushRef="#br0" timeOffset="143566.68">22923 12025 678 0,'0'0'36'0,"0"0"6"15,0 0 9-15,0 0-5 0,23 12-13 0,12-2-8 16,11-2-7-16,10-2-7 0,8 0-3 15,10 0-3-15,9 3-2 0,8 0-1 16,6 4-5-16,2 0-6 0,5 4-16 16,-2-5-32-16,10 0-169 0,-1-1-81 0</inkml:trace>
  <inkml:trace contextRef="#ctx0" brushRef="#br0" timeOffset="144116.74">25771 11803 541 0,'-20'-7'-6'0,"-4"-3"-2"15,-4 0 8-15,1-2 9 0,-2-4 6 16,4 1 15-16,-1-1 15 0,6 2 9 0,1-1 1 15,3 3-7-15,3 1-12 0,13 11-13 16,0 0-9-16,0 0-3 0,-17 6-3 0,5 9 2 16,-1 6 0-16,3 7-1 0,-2 4-1 15,0 4-1-15,-3 2 3 0,-1 3-6 16,0-1 3-16,-1-1-5 0,2-3-3 16,1-1 2-16,2-1-2 0,2-4 2 0,0-5-1 15,3-6-1-15,7-19 1 0,0 0 0 16,0 0 2-1,0 0 0-15,-1 1 1 0,5-19-3 0,5-12 1 0,3-11-2 0,3-7-2 16,4-7 3-16,-2-6-2 0,3-7 3 31,2-8 1-31,1-6-3 0,2 0 2 16,1 6-1-16,0 14 1 0,1 16-2 0,1 16 1 16,1 13 0-16,1 14-1 0,3 12 2 15,4 14 0-15,2 15 3 0,2 14-2 0,0 10 3 16,-5 6-4-16,-2 1 2 0,-7-3 2 15,-4-1-4-15,-7-2 4 0,-3-2-4 16,-4-7-2-16,-3-2 1 0,-5-7-1 16,-1-4 1-16,-1-6-1 0,-4-8 1 0,-1-5-3 15,6-22-1-15,-10 13-4 0,10-13-6 16,0 0-8-16,-30-13-13 0,5-4-23 0,-7-12-46 16,3-6-111-16,-4-1-60 0</inkml:trace>
  <inkml:trace contextRef="#ctx0" brushRef="#br0" timeOffset="144284.29">25266 11900 561 0,'12'18'60'16,"-12"-18"9"-16,21 12-5 0,0-7-15 16,7-2-13-16,4-3-12 0,5-1-10 15,6-2-5-15,3-1-4 0,2 0-4 0,0-2-3 16,1 1-4-16,-4-2-11 0,0 2-26 15,-9-5-50-15,1-8-145 0,-4 4-41 16</inkml:trace>
  <inkml:trace contextRef="#ctx0" brushRef="#br0" timeOffset="144916.75">25657 10762 623 0,'0'0'51'15,"-14"-12"-14"-15,14 12-7 0,0 0-3 16,-22 15-2-16,2 6-2 0,2 10-4 16,-3 5-6-1,-1 7-1-15,-1 2-6 0,-3 2 1 16,-2 0-6-16,0 0 2 0,-1-3 2 16,0-1-5-16,1-5 5 0,4-5-6 15,5-7-1-15,3-6 0 0,16-20 0 0,0 0 0 16,0 0 2-16,0 0-2 0,26-11 1 15,6-10-2-15,4-10-4 0,4-7 6 16,2-5-4-16,0-9 4 0,0-5 2 0,-1-5 0 16,-2 2 1-16,-3 5-1 0,-3 11 2 15,-2 11 0-15,-7 11 0 0,-5 10 0 16,-19 12 1-16,0 0 1 0,26 8 0 0,-6 6 1 16,0 6-3-16,-1 7 0 0,0 4-1 15,3 4-1-15,1 3 0 0,0 0 0 16,2-1-3-16,1-2-1 15,1-2-9-15,-2-3-14 0,4 4-37 0,-7-7-99 0,2-3-124 16,3-1 14-16</inkml:trace>
  <inkml:trace contextRef="#ctx0" brushRef="#br0" timeOffset="145316.87">26862 12348 823 0,'1'0'32'0,"17"-8"0"0,-4 1-4 16,5 1-11-16,2 3-7 0,3 3-2 15,5 6-2-15,1 4-1 0,-2 4-2 0,-2 4-1 16,-5 5-5-16,-5 3 3 0,-4 3 2 15,-10 3-5-15,-6 2 6 0,-10 1-10 16,-4 0-8-16,-9-5-8 0,-2 1-17 0,-7-8-20 16,7 4-55-16,0 5-165 0,3-18 2 15</inkml:trace>
  <inkml:trace contextRef="#ctx0" brushRef="#br0" timeOffset="145699.87">27984 11554 731 0,'7'-24'40'0,"5"4"-3"0,-2-1-4 16,0 1-6-16,-1 2-2 0,1 2-7 15,-10 16-2-15,8-20-3 0,-8 20-2 0,0 0-2 16,0 0-1-16,0 0-1 0,2-2-3 15,-2 0-2-15,-2 1-3 0,-21-4 1 16,-7 10-1-16,-9 8 2 0,-9 10-2 0,0 8 1 16,-2 9-1-16,3 6 0 0,4 9 0 15,6 1 2-15,5 3 1 0,7 1-3 16,11-3 4-16,11-2-4 16,12-5 2-16,14-5-1 0,11-5-1 0,10-5 0 0,11-8 0 15,5-7 0-15,4-6-1 0,3-10 0 16,-2-7-2-16,-2-8-1 0,-5-5-1 0,-6-4-2 15,-10-1-4-15,-10-2-2 0,-6 0-7 16,-12-3-10-16,-6 5-16 0,-13-5-28 31,-3 6-47-31,-11 2-91 0,-9-4-42 0</inkml:trace>
  <inkml:trace contextRef="#ctx0" brushRef="#br0" timeOffset="146133.26">27762 10839 741 0,'12'-20'49'0,"-4"4"-8"0,-8 16-9 16,0 0-9-16,0 0-8 0,0 0-7 15,1-2-1-15,-1 2-4 0,0 0 1 16,-15 21-2-16,-8 10-2 15,-6 5 0-15,-4 5 1 0,-3 3-2 0,-4 2 3 0,1-2-4 16,1 0 2-16,2-2 2 0,2-2-4 31,7-5 5-31,5-6-4 0,8-10-2 0,14-19 1 16,0 0 1-16,0 0 0 0,0 0 1 16,30-7 0-16,8-12-4 0,4-8 3 15,4-9-2-15,0-6 2 0,2-7 2 0,-3-3-1 16,-2-1 1-16,-5 1 0 0,-5 7 1 15,-3 10-2-15,-4 11 3 0,-5 9 0 16,-4 8 0-16,-17 7 3 0,20 8-1 0,-4 7 1 16,0 5-2-16,-1 4 0 0,0 5-2 15,2 1 2-15,1 1-3 0,1-1-1 16,3 1 0-16,1-3-2 16,1-2-1-16,0-1-1 0,2-4-8 0,0-3-8 0,1-2-16 15,-7-6-30-15,5 2-87 0,-3-3-140 16,-22-9 22-16</inkml:trace>
  <inkml:trace contextRef="#ctx0" brushRef="#br0" timeOffset="146800.1">24123 10546 440 0,'-9'-24'55'0,"3"4"-4"0,1 0-6 0,5 20-4 16,-6-25-5-16,6 25-6 0,0-26-3 0,0 26-5 31,6-26-3-31,-1 8-1 0,-5 18-2 16,9-15-1-16,-9 15-2 0,0 0-3 15,0 0-3-15,0 0-3 0,2-2-2 0,-2 2 0 16,-2 0-1-16,-19 9 0 0,-8 6 0 15,-10 5 0-15,-11 2-2 0,-8 2 2 16,-8 2 3-16,-5 1-4 0,0 0 5 0,6 1-6 16,7-4 1-16,12-3 0 0,13-4-1 15,11-7 0-15,22-10 2 0,0 0 0 16,0 0 3-16,9 17 3 16,11-5 1-16,13 1 1 0,9 0 0 0,7 4-3 0,2 7-1 15,3 9 3-15,-3 10-4 0,-3 10 2 16,-1 8-2-16,-7 9 0 0,-5 6 4 0,-6 9-4 15,-9 9 2-15,-5 12-3 0,-4 10-5 16,-5 11 4-16,-3 5 1 0,-3 6-2 31,-2 4 1-31,1 1 0 0,-2-1-1 0,1-7-1 16,4-6 0-16,2-5-1 16,6-7-2-16,9-8 3 0,7-10 2 0,6-11-3 15,8-14 2-15,11-13-4 0,11-12-2 0,12-13-2 16,14-10-3-16,6-11-7 0,11-6-15 15,1-11-28-15,11 2-57 0,-4 0-136 16,4-13-29-16</inkml:trace>
  <inkml:trace contextRef="#ctx0" brushRef="#br0" timeOffset="147333.63">28252 10494 563 0,'10'-28'53'15,"-5"5"-2"-15,4 9-4 0,-9 14-7 0,17-12-8 16,1 5-7-16,8 7-5 0,9 2-4 15,9 5-2-15,7 0-6 0,7 3-2 16,3-2-3-16,1 0-1 0,-1 0-2 0,-4-4 0 16,-2-1-1-16,-5-1 1 0,-3-4 0 15,-6 1 1-15,-4-4 2 0,-8-1 0 16,-6-2 3-16,-7 1 2 16,-16 7 1-16,0 0 0 0,0 0 0 0,0 0-3 0,2-1-1 15,-1 1-3-15,1-2-1 0,-2 2 1 16,0 2 1-16,-9 23 0 0,-3 7 3 0,4 6-4 15,0 11 2-15,4 11-4 0,-2 16 0 16,2 15 2-16,0 16 2 0,1 14-1 16,0 14-1-16,1 14 2 15,2 10-2-15,2 7-1 16,2-1 1-16,2-1-2 0,5-3 2 16,4-3-2-16,2-8 1 0,4-7-2 15,0-11-2-15,2-12 3 0,-4-11-2 0,-4-13 3 16,-10-14 3-16,-7-15-4 0,-10-13 2 15,-11-13-4-15,-12-12-3 0,-14-9 0 16,-12-10-3-16,-13-8-1 16,-9-8 0-16,-8-8-4 0,-3-4-6 0,-2-7-11 15,8 3-24-15,0-10-57 0,12-1-182 0,14 4 10 16</inkml:trace>
  <inkml:trace contextRef="#ctx0" brushRef="#br0" timeOffset="177583.69">5515 13950 561 0,'10'-19'68'0,"-4"-2"-14"0,-2 3-6 16,-4 18-18-16,6-26-3 0,-6 26-8 15,1-25-6-15,-1 25-4 0,-7-23-2 16,-1 3-3-16,-7 5-2 0,-5 1-2 0,-5 2-2 16,-11 3 1-16,-9 1 1 0,-10 5-1 15,-10 2 1-15,-10 2-1 0,-10 3 0 16,-8 3-1-16,2 0 2 0,3 4-1 0,7-1 4 16,16 0-2-16,14-5-1 0,15 0 1 15,16-3-3-15,20-2 2 0,0 0 4 0,0 0 0 16,0 0 3-16,-2-2 2 0,24 4-2 15,7 1 1-15,0 1-1 0,3 4-1 0,-3 2 1 32,-5 3-1-32,1 5 1 0,-2 4 4 15,-3 6-5-15,2 5 3 0,-1 7-3 16,-6 4-3-16,2 7 1 0,-8 10-3 16,0 7 1-16,-5 7-4 0,-4 4 3 0,-3 1 1 15,-1 2-1-15,-2-3 2 0,2-5-4 16,2-7 0-16,2-9 1 0,2-9-1 0,2-10 1 15,5-7-1-15,2-8 1 16,7-7-1-16,5-8 1 0,7-6-2 0,9-10-3 16,9-4-7-16,0-6-11 0,5 0-14 15,-4-2-28-15,8 4-54 0,-4 2-121 0,-4-5-29 16</inkml:trace>
  <inkml:trace contextRef="#ctx0" brushRef="#br0" timeOffset="178033.27">5940 14314 823 0,'-6'-20'47'0,"6"20"-12"15,-4-19-8 1,4 19-10-16,0 0-7 16,0 0-3-16,0 0-4 0,-3-2-3 0,3 2-2 15,-1 0 1-15,1 0-1 0,-6 24 4 16,0 6-3-16,3 5 1 0,-1 3-1 15,-2 2 0-15,-4-1 4 0,3 1-4 0,-2-2 4 16,-1-4-6-16,4-2 0 0,0-6 0 16,-1-7 0-16,7-19 1 0,0 0 2 0,0 0 1 15,0 0 0-15,0 1 0 16,-4-21 1-16,2-9-3 0,5-8-3 0,0-7 3 16,6-10-3-16,1-5 3 0,1-9 2 15,1-5-1-15,5-1 2 0,1 1-3 0,2 12 3 16,0 13-1-16,-1 14 0 0,0 13 1 15,-3 10-3-15,-16 11 1 0,27 9-1 0,-1 11 1 32,-1 9-1-32,-1 9 0 0,-2 9 1 0,0 6 0 0,-2 6 0 0,-4 3 4 31,1 1-5-31,-5-4 1 0,2-4 4 16,-5-8-6-16,1-7 6 0,-1-5-4 0,-5-6-1 15,-1-7 0-15,-3-22-1 0,0 0-1 16,0 0 0-16,0 0-6 0,1 1-14 0,-1-1-24 15,-1 2-43-15,-21-15-94 16,-1-9-99-16,3-4 21 0</inkml:trace>
  <inkml:trace contextRef="#ctx0" brushRef="#br0" timeOffset="178201">5800 14405 678 0,'0'0'77'0,"20"18"-18"15,2-7-21-15,8-4-12 0,5-4-8 16,7-3-7-16,5 0-5 0,3-3-4 0,6 1-9 31,-1-3-15-31,10 5-37 0,-7-9-82 16,3-1-150-16,4 3 10 0</inkml:trace>
  <inkml:trace contextRef="#ctx0" brushRef="#br0" timeOffset="178500.34">7114 14162 860 0,'9'-23'42'0,"4"3"-9"16,-3 4-8-16,-10 16-9 0,12-16-5 15,-12 16-2-15,0 0-4 0,0 0-1 0,0 0-1 16,20 7-2-16,-3 10 0 0,-5 10 0 15,-2 6-1-15,0 8 1 0,-4 5-2 16,-2 2 1-16,-1 4-1 16,0 1 1-16,0 0 3 0,0-3-4 0,2-3 3 0,0-6-5 31,-1-4-3-31,-1-7-1 0,3-4-4 16,0-6-3-16,-2-2-9 0,-4-18-10 0,0 0-10 15,0 0-23-15,0 0-66 0,3 1-115 16,-3-1-24-16</inkml:trace>
  <inkml:trace contextRef="#ctx0" brushRef="#br0" timeOffset="179249.96">6793 14435 627 0,'0'0'75'0,"0"0"-4"16,0 0-18-16,0 0-18 0,21-1-9 0,12-1-9 15,10-1-6-15,13 0-2 16,5 0-4-16,7-1-3 0,3-3-1 0,3-2-3 15,1 1 0-15,2-2-3 0,1 0-3 16,-3-3-4-16,0-1-6 0,-7-2-1 0,-9-4 4 16,-11-1 4-16,-10 0 9 0,-11 1 4 15,-12 2 3 1,-8 4 3-16,-7 14 2 0,0 0 1 16,-3-23 3-16,3 23 1 0,-12-13 0 15,12 13 0-15,0 0-2 0,-15-9-4 16,15 9-1-16,0 0-4 0,0 0-2 15,0 0 1-15,-2-2-1 0,2 4 1 0,-3 28 0 16,5 2 0-16,2 3-2 0,3 4 2 16,0 2-4-16,2 0 1 0,-3 0-1 0,5 0 0 15,-3 0 3-15,-1-3-2 16,0-4 1-16,2-7-3 0,-5-6-1 0,-4-21-1 16,6 18 0-16,-6-18 1 0,0 0 0 15,0 0-2-15,0 0 0 0,3 2-5 0,-6-33-2 16,-4-3 3-16,-3-4-2 0,-2-6 5 15,2-6 3-15,-6-7-1 0,3-6 4 16,-1-7 0-16,2 0 2 16,5 5 0-16,5 9 0 0,5 9 0 0,6 12 0 0,0 10 0 31,2 10 0-31,5 8 1 0,-16 7 1 16,35 4 0-16,-2 5-2 0,3 5 2 0,-3 4-3 15,-1 3 1-15,4 2-2 0,-1 6 2 16,1 1-3-16,-2 2 1 0,-7 2-1 0,-4-2 0 15,-8 1-1-15,-10 0 1 16,-9 1-2-16,-5-4 0 0,-5-3-1 0,-5-7 1 16,-1-5 1-16,1-3 0 0,0-6 3 15,19-6-1-15,0 0 1 0,0 0 0 0,-19-8 1 16,19 8 0-16,0 0 0 0,5-20 0 16,6 4 0-16,8 5 1 0,3 7 0 0,5 3 1 15,2 3 0-15,3 8 1 16,3 3-2-16,2 6 1 0,4 3-2 0,-1 4 0 15,2 3-1-15,-6 3 0 0,-7 0 5 16,-5-1-5-16,-7 0 3 0,-10-2-6 0,-5-2 2 16,-10-3 1-16,-8-1-2 0,-8-3 4 15,-8-2-4 1,-4-4 1-16,-6-2-3 0,-2-6-5 16,1-1-7-16,3-5-14 0,6 2-34 15,-2-7-96-15,9-3-141 0,5 1 16 16</inkml:trace>
  <inkml:trace contextRef="#ctx0" brushRef="#br0" timeOffset="179684.28">9341 14686 851 0,'38'-14'35'0,"-2"3"-1"0,0 5-10 0,3 6-9 16,-4 5-4-16,1 7-3 0,0 5-2 16,-6 6-3-16,-3 7 0 0,-7 8-3 0,-7 7 2 15,-12 7-3-15,-9 5 0 0,-11 2 0 16,-7-5 0-16,-5-3-2 0,-2-6-1 15,1-3 2-15,3-5-9 0,6-4-7 16,2-7-20-16,9-3-39 0,12-23-49 0,0 0-170 16,0 0 20-16</inkml:trace>
  <inkml:trace contextRef="#ctx0" brushRef="#br0" timeOffset="179966.6">10542 14229 783 0,'-9'-25'52'0,"4"6"-10"15,-3-1-11-15,-1 5-8 16,9 15-8-16,-16-16-6 0,0 8-3 16,16 8-1-16,-34 3-2 0,-3 9-1 0,-2 9 0 15,-2 11-1-15,0 10-1 0,2 7 0 0,4 6-3 16,9-1 3-16,10-1 3 0,6-1-5 15,9-3 3-15,8-4-6 0,10-4-2 0,7-6-1 16,13-6-4-16,5-9-7 0,14-5-10 31,2-11-19-31,9-1-35 0,-4-12-34 16,1-14-130-16,4 2-7 0</inkml:trace>
  <inkml:trace contextRef="#ctx0" brushRef="#br0" timeOffset="180416.61">10725 13704 739 0,'0'0'68'0,"0"0"-24"16,0 0-14-16,0 0-10 0,19-15-5 16,16 3-3-16,15 4-3 0,17 0-3 0,7 2-4 15,2-2-1-15,2 2-1 0,-1-1-2 16,-6-1 1-16,-3-3 0 15,-6 0-1-15,-1-3 0 0,-8 0 1 0,-9 2 0 16,-11 3 2-16,-10 3 1 0,-23 6 0 0,0 0 1 31,0 0-1-31,0 0 0 0,0-2 0 16,0 2 1-16,0 0 0 0,3 0 1 0,-3 2 1 16,-9 16 0-16,0 0 0 0,-2 2-2 15,7 2 1-15,2 6-2 0,5 4 2 16,3 6-1-16,4 6 0 0,0 6 3 15,4 7-3-15,-2 9 2 0,0 8-3 0,-2 8-3 16,-2 8 2-16,1 2-4 0,-3 3 5 16,4-3 1-16,-4-2-3 0,-2-4 3 0,-1-1-5 15,0-4 0-15,-6-8 0 0,-3-7 0 16,-7-10 2-16,-9-9-2 16,-5-10 2-16,-2-12-2 0,-4-6 0 0,-2-8-4 15,3-9 3-15,-1-4-2 0,0-6-1 0,1-4-2 16,1-3-6-16,4 0-6 0,4-3-10 15,9 5-12-15,-2-2-30 0,16 15-80 16,0 0-134-16,0 0 20 0</inkml:trace>
  <inkml:trace contextRef="#ctx0" brushRef="#br0" timeOffset="180916.87">13478 14109 735 0,'-1'2'52'0,"1"-2"-6"15,-2 0-6-15,2-2-11 0,0 2-10 0,0-2-6 16,18-11-3-16,12 1-1 0,16 1 0 16,14 2-2-16,12 1 0 0,12 2-1 0,4 2-3 15,2-1-1-15,-5 0-1 0,-7 3-1 16,-8-1 0-16,-10-1 1 16,-8 1-1-16,-11 2 0 0,-14-1-1 0,-27 2 1 15,0 0 0-15,0 0-2 0,0 0-1 0,2 0-6 16,-4 0-9-16,-21-6-12 0,-10-3-27 15,4 9-62-15,-9 14-157 0,-3-8-10 0</inkml:trace>
  <inkml:trace contextRef="#ctx0" brushRef="#br0" timeOffset="181116.69">13455 14441 814 0,'0'0'48'16,"0"0"-1"-16,0 0-12 0,34-4-12 16,6 1-8-16,11-1-5 0,9 1-2 15,8 3-3-15,5 0-3 0,0 5-1 0,-2 0-3 16,-3-2-2-16,-4 3-5 0,-5-3-9 16,-2 3-18-16,-10-7-33 0,3 4-120 15,-6-2-117-15,-5-7 21 0</inkml:trace>
  <inkml:trace contextRef="#ctx0" brushRef="#br0" timeOffset="181816.77">16321 13657 645 0,'9'-20'53'0,"-4"2"-6"0,-5 18-11 16,0 0-7-16,6-17-8 0,-6 17-8 0,0 0-2 15,0 0-3-15,0 0-3 0,-20-8-2 16,-6 7-1-16,-7 4-2 16,-9 5 1-16,-8 2 0 0,-8 2-2 0,-7 2 1 15,-8 1 0-15,-9 0 0 0,-8 2 3 0,1-3-4 16,2-2 1-16,13-4 0 0,15-4 0 16,17-4 3-16,16 0 4 0,26 0-1 0,0 0 0 15,-13-14-2-15,13 14-2 0,11-20 2 16,5 5 0-16,6 5 2 15,4 3-2-15,-2 6 1 0,-3 4 0 0,-2 5-1 16,-3 7 2-16,-2 6-1 0,-2 8 3 0,-4 8-4 31,-5 5 1-31,-3 8 3 0,-3 8-5 16,-7 7 3-16,-3 8-4 0,-3 9-4 16,2 7 3-16,-2 7 2 0,3 1-1 0,1-4 1 15,8-7-2-15,6-8-3 0,9-11 2 16,5-9-2-16,7-6 1 0,6-11 0 15,7-7 0-15,7-12 0 0,7-10 0 0,5-7-3 16,4-8-3-16,2-4-7 0,-2-7-10 16,0 0-15-16,-7-6-29 0,6 9-66 0,-1 1-156 15,-7-7 16-15</inkml:trace>
  <inkml:trace contextRef="#ctx0" brushRef="#br0" timeOffset="182299.98">17211 14130 783 0,'0'0'53'0,"-3"-23"-15"16,3 23-10-16,0 0-10 0,0 0-6 0,0 0-6 15,1-1-2-15,-2-1-2 0,-1 2 0 16,-12 18-1-16,1 13 3 0,-1 7-4 0,-1 6 1 15,-2 4-2-15,-1 2 2 0,-2 2-2 16,0-2 1-16,1-3 4 16,0-3-6-16,5-6 6 0,-1-8-4 0,5-8-1 15,10-22 1-15,-9 14 1 0,9-14 0 0,0 0 1 16,0 0-1-16,5-29-7 0,5-6 5 16,4-9-3-16,1-6 2 0,2-10 4 0,-2-7-2 15,0-5 2-15,2-4 0 0,0-2 1 16,2 4-4-16,1 3-1 15,1 10 1-15,0 13-3 0,2 14 4 0,0 14 1 16,0 13 0-16,1 10 0 0,-1 12 2 0,0 11 4 16,-2 7-4-16,-2 9 3 0,0 7-5 15,-3 3 0 1,0 4 1-16,-5 3-2 0,2 3 1 16,-4 1-2-16,0-4 3 0,-2-5-3 15,0-5 2-15,-1-8-1 0,0-7-1 16,0-7 5-16,-2-7-5 0,-4-20 3 15,0 0-8-15,0 0-1 0,0 0-10 0,1 1-16 16,-1-1-14-16,0-1-48 0,-8-30-95 16,-6-4-92-16</inkml:trace>
  <inkml:trace contextRef="#ctx0" brushRef="#br0" timeOffset="182500.29">16956 14302 640 0,'-10'16'77'0,"10"-16"-11"0,0 0-10 0,0 0-18 31,10 19-8-31,11-11-9 0,10-5-7 16,11-3-4-16,6-3-4 0,11-1-3 16,3-2-3-16,2 1-4 0,-2 1-8 0,1 3-15 15,-10-4-31-15,5 8-90 0,-6-1-154 16,-12-9 16-16</inkml:trace>
  <inkml:trace contextRef="#ctx0" brushRef="#br0" timeOffset="183000.08">18336 14713 708 0,'11'-18'54'0,"-2"-1"-3"0,4 6-11 0,1 1-6 16,3 2-9-16,1 6-6 0,5 3-2 15,2 4-5-15,4 4-1 0,-1 7-3 16,2 6-3-16,-1 7-2 0,-5 6 0 0,-2 7-4 31,-9 5 2-31,-2 5-2 0,-6 4 0 16,-8-1-1-16,-6 0 3 0,-4-5-7 16,-5-4-1-16,-3-3-4 0,-3-7-16 0,3-4-6 15,1-10-28-15,10-2-49 0,1 0-147 16,9-18-26-16</inkml:trace>
  <inkml:trace contextRef="#ctx0" brushRef="#br0" timeOffset="183316.69">20103 13952 792 0,'1'-27'47'0,"-1"-2"-17"0,2 5-3 0,-2 24-8 16,-2-27-7-16,2 27-5 0,0 0-1 0,-7-17-3 16,7 17 0-16,-22 2 0 0,-2 11-1 15,-7 13 3 1,-3 9-3-16,-4 9 1 16,-1 9-3-16,2 10-1 0,3 3 0 0,7 4-1 15,8-2 2-15,8-3-3 16,9-4 3-16,9-6 3 0,11-8-3 0,9-7 3 15,11-9-5-15,8-8-2 0,6-9-1 0,7-8-2 16,4-9-5-16,0-6-5 0,-4-6-8 16,2-4-19-16,-9-9-19 0,0 1-57 15,-11 3-121-15,-10-11-22 0</inkml:trace>
  <inkml:trace contextRef="#ctx0" brushRef="#br0" timeOffset="183766.61">20881 13669 788 0,'0'0'44'0,"6"-22"-13"16,11 2-7-16,9 2-10 0,12 2-3 0,8 0-4 15,9 3-3-15,4-1 2 0,0 2-5 16,2 0-1-16,-2 1 0 0,-4 2-2 15,-2 1 1-15,-6 1 1 0,-6 1 0 0,-6 1 0 16,-7 1 1-16,-6 3-3 16,-22 1 2-16,0 0 1 0,0 0-2 0,0 0 4 15,1-2-2-15,11 15 1 0,-6 6 3 0,-6 3 0 16,-4 9 1-16,1 5 1 0,-2 9-2 16,4 5-1-16,1 5 0 0,3 11 3 15,1 7-3-15,3 12 2 0,0 13-3 0,1 9-3 16,-2 3 3-16,-2 1-3 15,1-3 2-15,0-2 0 0,-1-2-2 0,2-6-1 16,-1-7 2-16,-4-9-3 0,-5-12 2 0,-8-12 3 31,-7-10-3-31,-5-12 4 0,-10-6-4 16,-5-9-1-16,-6-9 1 0,-7-8-4 0,-7-7-1 16,-6-6-5-16,0-6 2 0,1-3-7 15,6-6 0-15,12 1-9 16,6-3-11-16,12 7-28 0,4-6-63 0,-7 2-166 15,23 5 9-15</inkml:trace>
  <inkml:trace contextRef="#ctx0" brushRef="#br0" timeOffset="184216.65">23153 13846 736 0,'8'-16'51'16,"7"5"-6"-16,-15 11-10 0,0 0-8 0,11-11-9 15,-11 11-5-15,0 0-5 0,0 0 0 0,0 0 0 16,14 25-1-16,-3 5 5 0,-4 8-7 16,-1 8 3-16,-3 5-4 0,-2 5-4 15,-1 4 3-15,-1 2-3 0,-2 0 1 0,2-2-2 16,-1-1 2-16,2-8-2 15,2-4 0-15,-1-6 5 0,3-6-5 0,2-7 4 16,1-4-4-16,1-6-2 0,-1-5-3 0,-7-13-4 31,14 11-5-31,-14-11-8 0,0 0-11 16,0 0-23-16,16-15-47 0,-3-2-111 16,-7-4-70-16</inkml:trace>
  <inkml:trace contextRef="#ctx0" brushRef="#br0" timeOffset="184399.87">22824 14244 623 0,'0'0'59'0,"0"0"1"0,2-1-2 0,-2 2-13 16,14 14-14-16,8-6-10 0,15 0-5 16,11-1-5-16,12-2-3 0,9 0-3 15,10-1-4-15,8-4-1 0,6 1-6 0,10 1-16 16,-1-6-34-16,15 6-114 0,5-3-135 15,-2-13 15-15</inkml:trace>
  <inkml:trace contextRef="#ctx0" brushRef="#br0" timeOffset="184850.34">25705 13611 824 0,'4'-34'38'0,"4"6"-9"16,-1 1-7-16,3 2-5 0,-4 5-6 15,-6 20-3-15,4-21-2 0,-4 21-4 0,0 0-1 16,-10-26-1-16,-10 11-2 0,-14 6 0 16,-13 3 1-16,-14 3-2 0,-11 3 1 0,-11 3-1 15,-2 3 0-15,-2 3 0 0,3 3 0 16,10 2 0-16,12 1 1 0,12-1 0 15,15-5 1-15,12-3-1 0,23-6 1 16,0 0 2-16,0 0 1 0,29 15 1 0,7-4 0 16,6-2 1-16,-2 1 1 0,-2 3 0 15,-3 2 0 1,-3 6 1-16,-5 4-2 16,-2 3 1-16,-4 6-1 0,-5 4 1 0,-3 4-2 15,-6 5 1-15,-5 3 3 0,-2 5-4 16,-3 2 3-16,-2 4-4 0,0 5-3 15,1 5 2-15,-1 3-2 0,2 2 2 0,3-2 2 16,2-2-4-16,2-5 2 0,2-7-3 16,5-3-3-16,1-9-2 0,4-6-6 15,1-7-8-15,5-4-13 0,-2-15-14 0,5-1-43 16,-25-15-86-16,34-8-112 0,1-7 19 16</inkml:trace>
  <inkml:trace contextRef="#ctx0" brushRef="#br0" timeOffset="185084.44">26040 13892 744 0,'19'-19'55'0,"3"9"-8"16,-7 1-17-16,-15 9-6 0,0 0-11 16,0 0-3-16,0 0 1 0,23 6-5 0,-8 6 3 15,-3 6-6-15,-2 7-1 0,0 3 0 16,-4 6-2-16,-2 5 1 0,-1 2-1 15,0 2 0-15,-1 1-1 0,-2-2 1 0,0 1-4 16,-2-2 1-16,2-3-5 0,-3-8-7 16,3-6-8-16,0-24-10 0,0 0-9 15,0 0-16-15,0 0-56 0,2 2-99 0,-4-2-49 16</inkml:trace>
  <inkml:trace contextRef="#ctx0" brushRef="#br0" timeOffset="185500.13">25978 13845 647 0,'0'-29'74'15,"0"3"-15"-15,6 7-14 0,3 0-13 16,4 4-8-16,6 4-6 0,5 4-3 0,5 2-1 16,4 4-3-16,4-1-3 0,2 4-1 15,4 1-1 1,0 2 0-16,3 2-3 0,-1 4-1 16,-1 2-2-16,-2 3-2 0,-9 2 1 15,-6 0 0-15,-8 1 3 0,-4 3-4 16,-8 1 3-16,-8 1-5 0,-8-1-1 15,-10-1-2-15,-10-1-1 0,-7-2-2 0,-6-2 2 16,-4-6 0-16,2 0 4 0,5-3 2 16,6-2 1-16,11-2 2 0,22-4-1 15,0 0 0-15,0 0-1 0,0 0 2 0,-1 2 1 16,2-1 1-16,24 14-1 0,7-1 0 16,5 0 0-16,4 0 0 0,3 4 0 15,2 3 2-15,-3 5-2 0,3 6 3 0,-1 4-2 16,1 4 0-16,-5 1-2 0,-6-2 0 15,-11-2-1-15,-10-4 1 0,-9-3-1 16,-10-1 1-16,-10-3 4 0,-10-3-5 0,-8-5 5 31,-6-3-4-31,-7-4-1 0,-1-5 0 16,-2-3 0-16,4-5-2 0,2-2-2 16,4-4-4-16,4-1-13 0,3-5-10 0,9 5-40 15,0-7-79-15,1 1-142 0,9 3 10 16</inkml:trace>
  <inkml:trace contextRef="#ctx0" brushRef="#br0" timeOffset="185716.84">27170 14536 903 0,'26'1'31'15,"1"2"-4"-15,-4 0-9 0,-4 5-8 0,-1 2 1 16,-2 5-6-16,-1 5-3 0,-1 3-1 15,-3 3-1-15,-4 2-1 0,-4 1-1 16,-6 2 1-16,-6-1-3 0,-6-3-3 0,-7 1-7 31,-4-6-8-31,-2 3-14 0,-3-8-20 16,8 2-54-16,-3 1-146 0,4-12-31 0</inkml:trace>
  <inkml:trace contextRef="#ctx0" brushRef="#br0" timeOffset="185983.58">28078 14079 822 0,'0'0'52'16,"7"-19"-14"-16,-7 19-13 0,0 0-10 16,0 0-6-16,0 0-4 0,2-1-3 15,-4 1-1-15,1 0-1 0,-27 12 1 0,2 9-1 16,2 8 0-16,2 6 0 0,3 6 0 15,5 3-1-15,2 1 3 0,5-1-4 0,5-1 1 16,5-2-2-16,6-3 0 0,5-5 2 16,4-6-8-16,8-2-1 0,3-10-13 31,9-3-11-31,2-9-20 0,9-1-33 16,-3-13-57-16,2-15-94 0,4-1-16 0</inkml:trace>
  <inkml:trace contextRef="#ctx0" brushRef="#br0" timeOffset="186383.25">28506 13744 697 0,'0'0'70'0,"-4"-27"-18"15,4 27-14-15,7-20-12 0,-7 20-6 0,22-11-5 16,7 4-3-16,8 5-1 0,7 6-2 16,4 1-2-16,6-1-2 0,6 0-3 15,0-1-1-15,-2-1-2 0,-5-4 1 0,-6-1 0 16,-5-1 0-16,-11-2 1 0,-5-2 0 15,-9-1 0-15,-17 9-1 0,11-10 2 16,-11 10-1-16,0 0 1 0,0 0-1 0,0 0-1 31,3-2 2-31,-3 2-2 0,0 0 0 16,0 0 1-16,-3 2-1 0,-8 23 1 0,2 2 1 16,1 4-1-16,2 4 2 0,0 3 3 15,3 6-4-15,1 7 4 0,4 7-3 16,1 8-4-16,3 6 4 0,2 9-4 15,1 4 1-15,1 4 3 0,4 1-4 0,1-5 4 16,1-3-4-16,-6-6-1 0,-7-8 1 16,-9-8-3-16,-10-8 2 0,-6-8-1 0,-8-10 3 15,-9-10-1-15,-7-9 0 0,-11-9-2 16,-5-7-3-16,-4-9-2 0,-7-5-2 16,-3-3-4-16,-3-4-9 0,3 0-19 15,-5-8-59-15,-2 4-202 0,5 2 9 0</inkml:trace>
  <inkml:trace contextRef="#ctx0" brushRef="#br0" timeOffset="186716.97">26252 13222 785 0,'0'0'47'0,"0"-24"-14"16,0 24-8-16,0 0-10 0,0 0-5 16,0 0-4-16,1-1-4 0,-1 1-1 0,0 0 2 15,-10 12 2-15,-5 9-1 0,-6 8 2 16,-8 4-5-16,-6 4-1 0,-9 0 0 15,-4 6-1 1,-7-1 0-16,-3 1-1 0,0 0 0 0,3-7-1 0,3-4-3 0,6-3-4 16,5-8-5-16,12-3-12 0,6-9-11 15,23-9-23 1,0 0-32-16,0 0-50 0,0 0-62 16,26-27-30-16</inkml:trace>
  <inkml:trace contextRef="#ctx0" brushRef="#br0" timeOffset="186883.52">26233 13203 706 0,'27'-9'53'0,"1"7"-6"16,-6 5-8-16,1 7-13 0,0 4-2 15,1 4-10-15,0 4-5 0,2 1-2 0,0 1-3 16,1 3-2-16,2 2-2 0,0 2-2 16,0 0-9-16,-3 0-12 0,4 5-34 15,-7-9-64-15,-8-1-175 0,9-2 12 0</inkml:trace>
  <inkml:trace contextRef="#ctx0" brushRef="#br0" timeOffset="187300.27">27857 13435 802 0,'10'-19'54'0,"-10"19"-16"0,6-16-10 15,-6 16-8-15,0 0-7 0,0 0-5 16,0 0-4-16,1-2-3 0,-1 2-1 16,0 0-1-16,0 0 2 0,-12 23-1 15,-5 4 0-15,-4 4 1 0,-1 2-1 0,-3 4-2 16,-1 1 2-16,-1-2-5 0,-1 0 2 16,2-4-6-16,3-4 1 0,1-4-5 15,4-6 0-15,5-6 4 0,13-12 0 0,0 0 3 16,0 0 3-16,0 0-2 0,-2 2 3 15,12-25 2 1,9-6-1-16,5-4 2 0,5-7 1 0,6-5-1 0,3-2 1 0,2 1 4 31,5 9 1-31,-1 5 4 0,-1 9-1 16,-4 9 1-16,-1 6-2 0,-4 10-2 16,0 7-1-16,-3 8-2 0,1 8 1 0,-3 6-3 15,-1 4-1-15,-5 1-1 0,-7 2 1 16,-1 0-1-16,-3-1 0 0,1-4-3 15,-3-4-1-15,1-2-11 0,-2-4-5 0,2-3-19 16,-11-20-33-16,15 16-100 0,-15-16-125 16,0 0 24-16</inkml:trace>
  <inkml:trace contextRef="#ctx0" brushRef="#br0" timeOffset="188033.52">16877 13400 624 0,'3'-26'66'0,"1"8"-14"16,-4 18-10-16,11-20-12 0,-3 5-6 15,-8 15-3-15,11-14-5 0,-11 14-2 0,0 0-3 16,0 0-2-16,0 0-1 0,10 14 0 16,-10-14-2-16,-10 38-1 0,-6 1-3 15,-10 6 1-15,-4 0-2 0,-8 4-1 0,-2-1-2 16,-1-2 2-16,1-4-2 0,4-4 1 16,5-6 0-16,7-6 0 0,7-8-2 15,17-18 0-15,0 0 0 0,0 0 2 0,0 0 1 16,14-15 0-16,8-11 3 0,10-9-4 15,3-9 2-15,0-6 1 0,0 0 0 16,-3 0 0-16,0 4 1 0,-4 7-1 0,0 5 2 31,-1 10-1-31,0 4 1 0,0 10 0 16,-1 7 1-16,0 4-2 0,0 5-1 16,4 7 0-16,-1 2-2 0,2 6 1 0,-1 3-2 15,3 5 1-15,2 1-2 0,3 2 0 16,3 2-6-16,2-3-7 0,3 3-17 0,4-10-37 15,13 0-131-15,2-4-100 0,1-10 18 16</inkml:trace>
  <inkml:trace contextRef="#ctx0" brushRef="#br0" timeOffset="188516.68">19786 13168 674 0,'20'-26'60'0,"6"7"-5"0,-4 3-8 15,-3 4-13-15,-5 3-10 0,-14 9-9 16,0 0-5-16,0 0-2 0,0 0-2 15,12 18-1-15,-10 6 0 0,-11 7-1 0,-10 4 3 16,-7 5-5-16,-7 3 3 0,-5 1-4 16,0 0-2-16,2 2 2 0,3 1-3 0,3 1 1 15,4 1-2-15,3-5 2 0,6-8-1 16,5-10 1-16,12-26 0 0,-6 16 0 16,6-16 1-16,0 0-1 0,0 0 0 15,6-20 0-15,2-11 1 0,5-10-1 0,2-4 2 16,4-7-1-16,2-1 1 0,1 0-1 15,4-2-4-15,1 4 4 0,2 5-4 16,2 10 5-16,-2 10 0 0,1 11 0 0,0 10 0 31,1 10-1-31,1 8 2 0,1 7 2 16,0 8 3-16,0 3-4 0,-1 3 3 0,-1-1-6 16,-2 1-1-16,-2-1 2 0,-1 0-4 15,0 1 1-15,-3-3-4 0,-1-5-8 16,-2 0-14-16,-5-12-28 0,5 4-78 15,-6-7-169-15,-14-11 16 0</inkml:trace>
  <inkml:trace contextRef="#ctx0" brushRef="#br0" timeOffset="189250.92">5856 13625 355 0,'13'-53'86'0,"2"6"5"0,-11-1 0 15,-1 12-12-15,-7 4-13 0,-1 9-17 16,5 23-14-16,-7-18-13 0,7 18-9 0,0 0-4 15,0 0-3-15,-19 6 1 0,2 9 1 16,-2 10-1-16,-4 5-1 0,1 6-2 16,-4 6-2-16,0 1 0 0,0 4-2 0,-3 2 2 15,0-2-4-15,-1-3 2 0,4-1 4 16,7-5-6-16,0-5 5 0,6-7-6 16,5-6-1-16,8-20 0 0,0 0 1 15,0 0-1-15,0 0-3 0,14-25 6 0,4-7-5 16,3-7 6-16,1-8 1 0,-2-3-1 15,0-7 2-15,-1 0-2 16,-3 1 2-16,0 5-1 0,-3 12 1 0,4 9-2 0,-4 12 1 31,3 7-2-31,-16 11 1 0,29 5 1 16,-3 5-1-16,3 7 1 0,2 6-2 16,2 1 0-16,3 6-2 0,-3 2 0 0,0 2-7 15,-1-1-10-15,6 2-27 0,-5-8-41 16,10-4-124-16,2 0-68 0</inkml:trace>
  <inkml:trace contextRef="#ctx0" brushRef="#br0" timeOffset="189684.29">7321 13423 804 0,'0'0'49'0,"0"-26"-14"16,0 26-4-16,4-21-11 0,-4 21-7 0,0 0-8 16,0 0-2-16,0 0-2 0,2-2 0 31,-2 2-1-31,-3 20 1 0,-3 6-1 0,-5 7 2 16,-4 5-3-16,-5 6 0 0,-3 1 0 15,1 2-3-15,-4 2 2 0,0-2 0 16,0-2-2-16,3-9 2 0,1-6-3 0,3-7-2 15,8-8 1-15,11-15 3 0,0 0 0 16,0 0 4-16,0 0-1 0,14-27-2 16,8-8 2-16,5-7-1 0,4-7 2 0,2-6 2 15,2-4 0-15,1 1-1 0,2 5 1 16,-1 9-3-16,-4 9 5 0,-4 11-1 16,-1 7 1-16,-5 9-1 0,-23 8-1 0,33 7-1 15,-8 8-1-15,-2 8 2 0,-2 6-3 16,0 6 4-16,-1 4-4 0,0 2 0 15,-1 1-1-15,3 1-2 16,1-2-1-16,-1-5-3 0,2-4-14 0,-1-9-21 0,8 1-72 16,3-7-192-16,-2-11 16 0</inkml:trace>
  <inkml:trace contextRef="#ctx0" brushRef="#br0" timeOffset="190300.33">10261 13409 702 0,'0'0'62'0,"0"0"-9"15,0 0-11-15,0 0-17 0,-3-1-9 0,3 1-7 16,-1-2 1-16,-1 2-2 0,-11 17 0 16,-1 7-2-16,-1 5-2 0,-4 6-3 0,-4 4 1 15,-4 2-2-15,-2 2 1 0,-1-1-2 16,-2-4 1-16,0-4 0 0,9-6 0 16,1-6 0-16,6-7 0 0,16-15 0 15,0 0 0-15,0 0 0 0,0 0 0 0,16-15 0 16,7-8-1-16,10-9 2 0,5-6-1 15,1-8 1-15,1-4 0 16,-2-1 1-16,0 2-1 0,-5 7 1 0,2 7-1 0,-6 6 1 31,-2 9 1-31,-4 6 0 0,-2 10 0 16,-1 7 0-16,-3 6 0 0,1 8 0 16,-1 4-1-16,-1 5 0 0,0 6 0 0,-2 3-2 15,2 4 2-15,-1 1-3 0,0-1 1 16,0-3-1-16,1-5-1 0,0-3-2 0,-2-8-7 15,4-2-11-15,-4-6-19 0,5 1-61 16,1-6-203-16,2-9 13 0</inkml:trace>
  <inkml:trace contextRef="#ctx0" brushRef="#br0" timeOffset="197366.77">2516 16077 445 0,'0'0'34'31,"-16"-16"-6"-31,16 16-14 0,-7-21-6 16,7 21 0-16,-3-25 2 0,3 25-1 0,1-22 4 16,-1 22 2-16,3-21 2 0,-3 21-1 15,6-22-1-15,-6 22-2 0,9-23-1 16,-1 5-4-16,1-3-6 0,3-1 1 0,6-1-9 15,7-4 8-15,5 2-2 0,5-4-1 16,1 3 5-16,5 2-3 0,-1 3 5 16,2 4 0-16,4 5 0 0,-1 5-4 0,4 7 0 15,-5 8-1-15,-5 6-1 0,-7 4 1 16,-8 6-2-16,-7 4-1 0,-8 4 4 16,-3 1-6-16,-9 2 3 15,-6 1-4-15,-9 2-4 0,-10-1-1 0,-4-2-4 0,-2 1-1 16,-4-3 1-16,3-4 5 0,3-1 4 15,6-10 4-15,5-4 3 0,21-14-2 0,0 0 2 16,0 0 1-16,0 0 0 0,1-2 3 31,9-20 2-31,11 6 0 0,9 1 3 16,10 7 0-16,2 5 2 0,5 3 0 0,-1 5-2 16,-4 2 0-16,1 5-2 0,-4 2 1 15,-4 3-4-15,-2 1-3 0,-4 0 0 16,-4 0 0-16,-9 2-1 0,-8 2 1 0,-5-2-2 15,-7 4 1-15,-12 0-2 0,-7 0 0 16,-6 0-2-16,-10-3-2 0,-6 1 0 16,-7-2-2-16,-3-2 3 15,-4 0-7-15,1-1 0 0,4-2-6 0,4-1-8 0,8-1-12 16,8-2-16-16,7-5-10 0,8 0-17 16,19-6 4-16,0 0-4 0,0 0-22 0</inkml:trace>
  <inkml:trace contextRef="#ctx0" brushRef="#br0" timeOffset="197684.36">3415 15691 568 0,'-20'-14'52'0,"20"14"-2"16,0 0-9-16,0 0-9 0,0 0-10 16,-7-15-9-16,7 15-3 0,0 0-2 0,0 0 1 15,0 0 2-15,-2-2 1 0,21 5 0 16,3 8-2-16,7 7-1 0,4 6 0 16,9 8-2-16,6 9 5 15,8 8-8-15,9 6 3 0,2 10-3 0,-1 4-7 0,-1 9 4 16,-7 4-4-16,-10 1-2 0,-15 2-2 15,-19 0-18-15,-14 5-14 0,-20-7-18 0,-16 1-16 16,-17-11-3-16,-11-5-24 0,-14-4-51 31,-6-17-66-31</inkml:trace>
  <inkml:trace contextRef="#ctx0" brushRef="#br0" timeOffset="200933.29">5855 16043 548 0,'7'-34'72'15,"3"10"-11"-15,-4-2-8 0,0 7-14 16,-6 19-8-16,4-23-5 0,-4 23-13 0,3-22 6 16,-3 22-10-16,0 0 2 15,0 0-4-15,-6-19-4 0,6 19-3 0,-27-10-1 16,-11 9 6-16,-11 4-6 0,-8 6 7 0,-12 4-7 15,-5 0 1-15,-5 2-2 0,2 0-2 16,-7 0 3-16,-2-1 0 0,3 0 2 16,5-3-1-16,13-4 1 15,16-2 0-15,17-4 1 16,32-1 0-16,0 0 0 0,0 0 0 16,3-21-1-16,19 1 2 0,8 4-2 15,8 2 2-15,6 2-1 0,0 3 0 0,0 4 1 16,-3 5-1-16,-5 3 1 0,-4 4-2 15,-6 6 2-15,0 2 0 0,-6 5-1 16,-1 6-1-16,-6 2 1 0,-4 7-5 0,-6 5 4 16,-2 6-1-16,-4 5 1 15,-1 3-3-15,-2 6 2 0,-4 1-4 0,1-1 2 16,-1 4 6-16,3 1-6 0,3-4 7 0,2-3-5 16,7-10-2-16,3-5 3 0,7-5-3 15,5-5 2-15,6-4 1 0,4-6-1 16,9-7-1-16,3-5-5 15,7-3-7-15,-1-8-13 0,6 0-20 0,-7-11-29 16,4 5-70-16,1 6-132 0,-8-15 17 0</inkml:trace>
  <inkml:trace contextRef="#ctx0" brushRef="#br0" timeOffset="201400.3">6420 16104 713 0,'4'-22'57'0,"-4"22"-4"0,8-24-11 0,-8 24-14 16,4-21-7-16,-4 21-10 0,0 0-4 15,0 0-3-15,0 0-3 0,0-2 1 16,0 2-1-16,9 17 0 0,-6 7-1 0,-2 6 0 16,-2 8-2-16,-5 2 1 0,3 2-2 15,-4 2 2-15,-2 1-3 0,-1-5 2 16,0-2-1-16,1-11 1 0,2-3 0 0,7-24 2 15,-6 16 0-15,6-16 0 0,0 0 2 16,0 0-2-16,0 0 3 0,-6-27-3 31,2-4 2-31,7-2-3 0,1-5 1 0,4-5 1 16,0-7 1-16,5-2 0 16,3-5 0-16,0 1-2 0,4 3 1 0,2 8 0 15,1 8-5-15,-1 12 6 0,-2 12-2 0,-1 8-1 16,1 10 7-16,3 7-7 0,-1 8 1 15,1 7 1-15,0 8-2 0,0 5 1 16,-2 2-1-16,-1 7 2 0,-3-1-2 0,-1 1 1 16,0-2-1-16,-2-5 1 15,-3-3-1-15,-4-6 1 0,1-4-1 0,-5-8 1 16,-3-21-2-16,0 0 1 0,-3 22-1 0,3-22 0 16,0 0-5-16,0 0-8 0,0 0-12 15,-1 0-20-15,-1 0-35 0,-28-10-58 16,7-15-125-16,4 7 6 15</inkml:trace>
  <inkml:trace contextRef="#ctx0" brushRef="#br0" timeOffset="201567.99">6278 16287 649 0,'0'0'68'0,"2"1"-7"16,-1-1-15-16,34 2-13 15,1-4-12-15,9 1-6 0,4-2-4 0,9 0-5 16,3 0-3-16,1 1-5 0,0 4-10 0,-1-2-16 16,4 9-47-16,-7-5-100 0,-5 1-118 15,1 0 17-15</inkml:trace>
  <inkml:trace contextRef="#ctx0" brushRef="#br0" timeOffset="201816.57">7401 16545 815 0,'26'-6'61'0,"4"6"-21"16,3 0-9-16,5 6-10 0,5-2-8 16,5 6 0-16,4 3-2 0,4 1-4 15,-2 3-2-15,-3 4-2 0,-4 3-4 0,-8 5 3 16,-10 3-4-16,-10 6 0 0,-13 2-2 15,-14 2-3-15,-10-2-4 0,-14-4-6 16,-7 0-9-16,-10-7-13 0,2 2-28 0,-9-13-55 16,1-9-179-16,10-1 16 15</inkml:trace>
  <inkml:trace contextRef="#ctx0" brushRef="#br0" timeOffset="202284.59">9314 16134 727 0,'0'0'65'0,"5"-23"-15"0,-5 23-12 16,6-17-12-16,-6 17-10 0,0 0-6 0,0 0 0 15,0 0-3-15,16 15 4 0,-1 8-5 16,-5 8-2-16,-3 5-2 0,-1 2-3 31,-2 3 1-31,-4 0 1 0,4 0-2 0,-1-1 1 16,2-3 5-16,1 0-7 16,1-4 6-16,3-6-6 0,-1-4 0 0,-1-8-1 15,-8-15-3-15,0 0-2 0,19 8-6 0,-19-8-12 16,23-4-16-16,-7-13-32 0,4 3-67 15,-8 3-115-15,-8-13-16 0</inkml:trace>
  <inkml:trace contextRef="#ctx0" brushRef="#br0" timeOffset="202766.84">9000 16055 696 0,'0'0'64'0,"0"0"-14"0,0 0-14 16,0 0-9-16,0-1-4 15,3 1-3-15,23-7-1 0,12-2-3 0,11 1-5 16,10 4 1-16,6 1-3 0,9 2-2 0,4 2-1 31,-1 1-4-31,-1 0-2 0,-5 6 0 0,-6 4 1 16,-10 0-2-16,-6 5 1 0,-10 1-2 16,-11 0 0-16,-8 2 0 0,-10 2-1 15,-10 0 0-15,-6 1 0 0,-14 1-2 0,-7-1 0 16,-11 0-1-16,-11-4-1 15,-6 0 2-15,-6-6 1 0,0 0 2 0,5-4 3 16,8-3-1-16,12-2-2 0,12-2 1 0,24-2 0 16,0 0 0-16,0 0 5 0,0 0-4 15,-2 1 0-15,24 7-1 0,8-1 0 16,8 3 1-16,4-1 2 16,5 2-1-16,4 2 1 0,-2 1-1 0,3 1-3 15,-3 0 4-15,-4 3-1 0,-4 4 6 0,-6 0-5 16,-8 1 3-16,-4-2-5 0,-9-3 0 0,-8 0 1 15,-6-18-1-15,-13 22 3 0,-9 0-3 16,-8-9 0-16,-10-3 1 0,-4 1-3 16,-6-7 0-16,-5-4 0 15,4 0 0-15,1-1-1 16,6-2 0-16,6 0-4 0,8 0-3 16,10-2-5-16,20 5-11 0,0 0-9 15,0 0-11-15,0 0-9 0,-3 4-25 0,6-4-41 16,21-4-73-16,10 8-45 0</inkml:trace>
  <inkml:trace contextRef="#ctx0" brushRef="#br0" timeOffset="203084.31">10468 16248 729 0,'0'0'70'16,"3"-28"-19"-16,-3 28-13 15,-2-29-9-15,2 29-8 0,0 0-5 0,-6-19-3 16,6 19-5-16,0 0-3 0,0 0-3 0,-24 3-2 31,-2 10 0-31,-6 10-1 0,3 6-1 0,-1 6 2 16,2 3-2-16,6 3 3 0,4 0-3 16,7 0 1-16,6 0 4 0,9 0-5 15,6-6 5-15,6-2-2 0,9-6-1 0,5-5-1 16,8-9 0-16,5-3-4 0,2-6 1 15,7-7 0-15,-2-3 0 0,-2-3-3 16,-2-5-2-16,-5-1-5 0,-5-1-4 0,-8 1-2 16,-5 5-3-16,-10-3-11 0,-13 13-32 15,0 0-78-15,0 0-143 0,0 0 24 16</inkml:trace>
  <inkml:trace contextRef="#ctx0" brushRef="#br0" timeOffset="205784.44">11155 15883 197 0,'0'0'41'0,"-18"-10"0"0,18 10-3 15,-17-10-2-15,17 10 3 0,-19-7 1 16,19 7 5-16,0 0-1 0,-19-8-11 16,19 8-2-1,0 0-10-15,0 0 2 0,-24-1 8 0,24 1-5 16,-20 9 4-16,20-9-9 0,-15 14-4 16,15-14-6-16,0 0-1 0,0 0 1 15,0 0-2-15,6 25 2 0,8-11-4 16,7-5-2-16,9-1-1 0,12-4-2 15,4-1-2-15,6 1 0 0,3-3-1 16,-4 1 2-16,-5-2-2 0,-7-2 3 0,-4 1-2 0,-9-1 3 16,-26 2 6-16,21-2 8 0,-21 2 4 15,0 0 3-15,0 0-4 0,0 0-5 16,-1 2-4-16,1-2-3 0,1 0-1 16,-1 0-4-16,0 0-1 0,0 0 0 0,0 2-2 15,-5 16 2-15,-1 4-2 16,3 9 1-16,3 8-1 0,0 10 1 0,0 14-4 0,0 12 5 15,0 9 1-15,0 2-5 0,-3 2 5 16,-1 1-4-16,-1 3 0 0,-2 2 2 16,2-2-2-16,-1 3 2 0,-2-12-2 31,-2-7 10-31,-6-9 2 0,-4-8-3 16,-3-11 6-16,-3-6-13 0,-3-14 0 0,0-8 0 15,-4-8-2-15,-2-12-2 0,-1-5-5 0,-6-5-2 16,0-2-1-16,-4-3-9 0,7-2-13 15,-5-6-32-15,11 8-62 0,1 9-139 16,2-8-24-16</inkml:trace>
  <inkml:trace contextRef="#ctx0" brushRef="#br0" timeOffset="206533.29">6478 15361 708 0,'0'0'31'0,"0"0"-1"0,0 0-6 16,2-2-4-16,-2 1-6 0,-2 1-2 15,2 0 1-15,-1 0 0 0,-11 15-3 16,5 3 0-16,-5 7-5 0,2 4 0 16,-3 6-4-16,-3 4-1 0,0 2-1 0,-1 3 1 15,-2 2-2-15,0-2 0 0,-1-4-2 16,0-3 2-16,7-11 0 0,1-7 1 0,12-19 1 16,-10 14 1-16,10-14 1 0,0 0 0 15,0 0 1-15,0 0-3 0,0-30-1 16,3-5 1-16,4-4 0 0,2-4 0 15,1-6 1-15,0-1 1 0,3 0 1 16,-1 0-1-16,2 4 1 0,2 4-1 0,6 7 1 31,1 10-1-31,1 6 3 0,0 11-1 0,0 8 0 16,2 7 1-16,0 5-1 0,0 6 0 16,2 3-1-16,-5 5-2 0,3 1-2 15,-3 2-1-15,3 3-5 0,-3 0 0 16,5 3-10-16,-2-3-13 0,7 1-33 15,-5-9-79-15,2-4-147 0,5-3 11 0</inkml:trace>
  <inkml:trace contextRef="#ctx0" brushRef="#br0" timeOffset="207117.63">9519 15583 761 0,'0'0'48'15,"-6"-17"-11"-15,6 17-8 0,0 0-8 16,0 0-7-16,-14-11-8 0,14 11-1 15,0 0-4-15,-30 10 1 0,-1 5-2 0,-2 7-1 16,0 6-1-16,-5 2-1 0,-4 4-1 31,-3-1 1-31,2 1-1 0,-2-4 0 0,6-2 4 16,4-4-3-16,8-8 4 0,7-4-4 16,20-12-4-16,0 0 5 0,0 0-3 15,0 0 4-15,-2-1 2 0,18-28-1 16,7-3 2-16,6 0 0 0,3-1 1 15,1-1-2-15,5 1 4 0,-2 3-1 0,3 3 0 16,0 11 1-16,-3 4-3 0,5 6 1 0,-4 4-1 16,1 4-3-16,-4 4 1 0,-2 4 0 15,-1 3-1-15,-7 2 0 0,1 0-1 16,-3 0-3-16,-2 2-6 0,-1-2-9 16,5 3-23-16,-4-6-36 0,11 3-97 15,-1-1-106-15,0-8 27 0</inkml:trace>
  <inkml:trace contextRef="#ctx0" brushRef="#br0" timeOffset="207617.9">10641 15630 665 0,'-20'-17'60'0,"4"6"-11"0,2 2-9 16,14 9-8-16,0 0-9 0,0 0-5 15,-16-9-6-15,16 9-5 0,0 0-4 16,0 0-4-16,-24 8 2 0,4 4-1 15,2 3-1-15,-1 3 3 0,-3 4-5 16,2 2 1-16,2 2-3 0,-2-2-1 0,1 0-2 16,-2-2-1-16,2-4-1 0,3-6 4 0,16-12 1 31,-14 10 1-31,14-10 6 0,0 0-1 16,0 0 2-16,0 0-1 0,8-24 0 15,8-3-2-15,6-5 4 0,4-3 0 16,3-1 3-16,0-1 2 0,0 2 0 15,-2 5-2-15,-1 4 0 0,-1 9-2 0,-2 7-1 16,-4 5 2-16,-19 5-3 0,24 8 2 0,-4 4-2 16,-5 5 0-16,-1 4-2 0,-2 2-1 15,0 1 0-15,-1 2-1 0,-2-2-1 16,0-1-2-16,2-2-3 0,-1-1-8 16,4 1-16-16,-3-5-31 0,6 2-105 15,2-2-127-15,-5-7 20 0</inkml:trace>
  <inkml:trace contextRef="#ctx0" brushRef="#br0" timeOffset="208133.3">13643 16319 650 0,'0'0'51'16,"0"0"-3"-16,2 1-7 0,-2-1-8 15,0 3-6-15,1-3-4 0,16 5-1 16,7-2-2-16,16-6-4 0,14 0-3 15,16-2-5-15,10 0-1 0,10 0-2 0,2 2-1 16,-2 1-3-16,-3 1-2 0,-15 2 2 0,-14 1-2 16,-15 1 3-16,-13 0-1 0,-30-3-2 15,0 0 1-15,0 0-1 0,0 0-1 16,2 2-2-16,-1-2-3 0,-1 0-6 16,-1 0-10-16,-34-2-17 0,5 5-25 15,-12-8-49-15,6-4-138 0,1 9-22 0</inkml:trace>
  <inkml:trace contextRef="#ctx0" brushRef="#br0" timeOffset="208384.51">13763 16663 710 0,'0'0'51'16,"0"0"7"-16,0 0-6 0,-1 2-13 15,24-4-14-15,7 1-7 0,6-2-5 16,5 2-2-16,8-1-4 0,-1 2-2 16,4-2-3-16,0-1-2 0,-3 3 0 15,0-1 1-15,-5 1-2 0,-8 1 1 0,-3 1-2 16,-8-1-3-16,-5 3-2 0,-20-4-4 0,16 4-5 16,-16-4-5-16,0 0-13 0,0 0-12 15,0 0-29-15,3 1-66 0,-3-1-143 16,-3 0 21-16</inkml:trace>
  <inkml:trace contextRef="#ctx0" brushRef="#br0" timeOffset="210351.36">16564 16012 611 0,'0'0'51'0,"0"0"0"0,-15-10-6 0,15 10-5 16,0 0-11-16,0 0-9 0,0 0-7 16,-2-2-4-16,1 2-3 0,-17 5 2 15,1 7-1-15,2 9 2 0,0 8-2 16,0 6-1-16,-2 7-4 0,-1 4 2 0,-2 5-4 15,-4 6-1-15,-2 0 5 0,-3 4-5 16,-2 0 3-16,1-2-2 0,3-4-2 0,3-3 3 16,1-12-2-16,7-5 3 0,3-9-2 15,4-9 1-15,9-17 1 0,0 0 0 16,0 0 1-16,0 0-1 0,-1 1-1 16,1-31-1-16,4-9 0 0,4-3-1 0,0-1-3 15,4-6 7-15,-1-4-7 0,1-4 4 16,2-3 2-16,1-6-5 0,2-2 6 0,2-1-2 15,0 0 2-15,5 6-3 0,1 9 1 16,-1 13-3-16,0 14 2 0,0 12-1 16,4 11 1-16,-1 11 0 0,2 6-1 31,1 9 2-31,2 8-1 0,3 5 2 0,0 9-2 16,0 8 2-16,-2 1-3 0,-1 1 2 15,-2-1-1-15,-4 2 1 0,0-5-1 0,-3 0-1 16,-5 2 5-16,-3-6-5 0,-4-1 6 15,-6-3-3-15,1-8-2 0,-5-5-1 16,1-7 2-16,-2-22 0 0,0 0 0 16,0 0 0-16,0 0-1 0,1 4 0 0,-1-4 0 15,0 1 1-15,0 1-7 0,0-1-10 16,0-1-17-16,0 0-35 0,0 0-93 0,0-1-132 16,-8-24 10-16</inkml:trace>
  <inkml:trace contextRef="#ctx0" brushRef="#br0" timeOffset="210566.79">16279 16522 766 0,'0'0'54'0,"0"0"-13"0,0 0-16 16,-1 0-3-16,1-1-15 0,13-10 2 0,16 2-3 15,13 5 2-15,13-1-5 0,4 0-2 0,6 2-4 16,2 2-9-16,5 4-12 0,-6-2-46 16,8 6-139-16,-4 1-89 0</inkml:trace>
  <inkml:trace contextRef="#ctx0" brushRef="#br0" timeOffset="210801.25">17690 16829 879 0,'1'1'37'16,"24"6"-6"-16,-1-6-9 0,2 2-7 0,4 5-6 16,7 2 2-16,0 7-6 0,3 4-2 0,-2 2-3 15,-5 3-1-15,-5 1 0 0,-9 1 1 16,-9 2-2-16,-10 2-1 0,-13-2-6 15,-10 2-5-15,-13-2-8 0,-11-2-7 16,-6 1-4-16,-8-4-42 0,8 3-80 16,18-7-131-16,-7-10 3 0</inkml:trace>
  <inkml:trace contextRef="#ctx0" brushRef="#br0" timeOffset="211250.24">18829 16255 689 0,'11'-18'62'0,"-3"-1"-9"0,-8 19-10 16,6-19-8-16,-6 19-8 0,0 0-8 16,0 0-8-16,0 0-5 15,1-1-1-15,-1 1 1 0,1 1 3 0,12 25-4 0,-1 3 0 0,-3 3-4 16,-1 1 0-16,-2 0-1 0,-2 4-1 15,-1-1-1-15,0 1 2 0,0-1 4 16,0-1-4-16,3-5 5 0,-2-2-5 16,0-6-1-16,-4-22 1 0,6 22-2 31,-6-22-4-31,0 0 0 0,0 0-2 0,11 12-6 16,-11-12-7-16,0 0-21 0,12-11-32 0,3 1-79 15,-1-5-137-15,-9-10 15 0</inkml:trace>
  <inkml:trace contextRef="#ctx0" brushRef="#br0" timeOffset="211716.76">18609 16105 703 0,'0'0'54'16,"0"0"-16"-16,0 0-6 0,6-21-6 15,11 6-4-15,8 0-3 0,7 4-4 16,8 0-1-16,9 5-4 0,9 3-1 15,9 5-4-15,4 2-3 16,0 5 0-16,-1 3-2 0,-8 5 1 0,-8 1-3 0,-6 3 0 0,-11 5-3 31,-9 0 2-31,-8 3-1 0,-10 2-2 16,-5-3-1-16,-10 1-2 0,-7 1-2 16,-8-4 2-16,-6 1 1 0,-7-7 4 15,-8 0 1-15,-3-2 1 0,2-4 1 16,3-4 3-16,8-2-2 0,31-8 3 0,-21 0-1 15,21 0 0-15,0 0 0 0,0 0 0 0,0 0-1 16,24-8 0-16,6 2 3 0,5 6-1 16,1 2 1-16,4 2 0 0,1 4 0 15,0 1 1-15,0 6 3 0,-3 7-6 16,-2 2 6-16,-4 3-8 0,-6 0 3 16,-7 0-2-16,-4-2 0 15,-10-1-1-15,-5 1 1 0,-5-1 0 0,-10-1-1 0,-5 0 0 0,-9-3-2 16,-6-1 2-16,-8-4-1 0,-3-3-1 15,-6-4 1-15,0-2-2 0,4 0-4 16,2-6-3-16,8 0-11 0,3-7-13 31,11 2-35-31,-2-4-81 0,5-2-142 16,21 11 16-16</inkml:trace>
  <inkml:trace contextRef="#ctx0" brushRef="#br0" timeOffset="212316.61">15551 15619 720 0,'0'0'56'15,"0"0"-19"-15,0 0-10 0,-2-1-4 16,1-1-4-16,-1 1-3 0,1-1-3 0,-1 2-4 15,1-1-3-15,-1 1-1 0,1-2-1 0,-2 2 1 16,2 0-3-16,-21 5-1 0,-1 0 0 16,-3 3-2-16,-4 3 1 0,-5 1 0 15,-6 2-1-15,-8 1-1 0,-9 0 0 16,-8-1-1-16,-8 1 1 0,-4-3 2 16,6-3 0-16,8-1 2 15,13-5-2-15,15-3 2 0,12-2-1 0,24 2-1 0,0 0 1 0,0 0-3 16,0 0 2-16,-2-1 0 0,27-8 1 15,4 7 1-15,1 7 1 0,3 4 1 16,1 6 0-16,0 8 2 0,0 4 4 16,-4 5-4-16,0 8 2 0,-4 5-5 31,-4 10-1-31,-6 7 0 0,-3 8-2 0,-7 4 1 16,-3 5-3-16,-2 3 4 0,1 6 2 0,-1 3-4 15,0 6 3-15,2 3-5 0,2-1 1 16,2-2 4-16,3-7-4 0,6-11 10 15,7-11 2-15,5-10-5 0,5-8-4 16,6-14-2-16,7-10 0 0,13-16-7 16,12-8-9-16,12-11-10 0,16-3-22 0,6-6-63 15,10-15-202-15,10 3 8 0</inkml:trace>
  <inkml:trace contextRef="#ctx0" brushRef="#br0" timeOffset="212967.93">19704 15850 530 0,'13'-9'74'0,"-13"9"-2"0,0 0-18 15,0 0-10-15,0 0-14 0,1-2-7 0,-1 2-4 0,2 0-8 16,-2 0 1-16,1-1-2 0,1 1-2 15,38 1 0-15,8-1-3 0,10 0-3 16,8-1 0-16,8-1-1 0,-2 2-3 31,1 0 3-31,-3 2 3 0,-5-1-6 16,-5 1 8-16,-11 1-8 0,-12-2-3 0,-12 1 3 16,-25-2 2-16,0 0 2 0,0 0 1 0,0 0 4 15,2 1-5-15,-1-1 6 0,-1 2 6 16,0-1-4-16,0 1 3 0,-13 18-12 15,0-3 3-15,1 2-3 0,5 4 2 16,4 6 6-16,3 5-8 0,5 8 2 16,3 6-3-16,5 8-1 0,0 5 1 15,3 3 3-15,-1 3-5 0,3 2 2 0,0 6 3 0,2 1-7 16,-1 1 7-16,-5 2-3 0,-2 3-2 16,-4-1 3-16,-6-6-3 0,-7-5 0 15,-7-9 1-15,-6-6 8 0,-5-5 5 16,-6-8-4-16,-3-7 3 0,-4-8-11 15,-3-10-1-15,0-8-2 0,2-6-2 16,0-7-3-16,6-4 0 0,2-2-3 0,6-5-16 0,3-2 0 31,6 0-16-31,4-3-7 0,10 20-30 16,0 0-81-16,-1-26-123 0,9 14 17 16</inkml:trace>
  <inkml:trace contextRef="#ctx0" brushRef="#br0" timeOffset="213616.87">21624 16445 565 0,'6'-18'74'16,"-6"18"-14"-16,0 0-12 0,-1-23-13 16,1 23-8-16,0 0-1 0,-3-24-6 15,3 24 0-15,-5-22-4 0,5 22-2 16,-4-22-1-16,4 22-4 0,-6-21-2 15,6 21-1-15,-11-19-1 0,0 3-1 16,11 16-1-16,-20-14-2 0,1 4 0 0,-5 8-1 0,-8 3 0 31,-6 8-1-31,-6 8 1 0,-3 9 0 16,-2 7 0-16,3 4-1 0,1 4-1 16,7 4 5-16,8 2-3 0,10 0 5 15,11-1-1-15,11-5-4 0,15-4 1 16,13-1-2-16,12-6 1 0,13-3 2 0,10-6 0 15,8-4-1-15,5-3 0 0,1-6-1 0,-1-7 2 16,-5-2-1-16,-7-7 0 0,-8-4-1 16,-9 0-2-16,-10-2 1 0,-8 2 2 15,-11 3-1-15,-20 9-2 0,14-12-4 16,-14 12-6-16,0 0-8 0,0 0-14 16,0 0-27-16,2-2-49 0,-2 1-135 15,-2-1-41-15</inkml:trace>
  <inkml:trace contextRef="#ctx0" brushRef="#br0" timeOffset="214417.84">16093 15518 398 0,'14'-18'69'0,"-2"1"9"15,4 7-7-15,-16 10-15 0,0 0-10 16,16-8-9-16,-16 8-6 0,0 0-7 31,0 0-3-31,19 10-5 0,-11 5-1 16,-5 5-3-16,-6 6-1 0,-4 3-3 0,-5 6-3 16,-5-1-2-16,-2 1-2 0,-2 0-1 0,-4-3-1 15,2-2-1-15,1-2 2 0,-1-4-1 16,0-3 0-16,1-2 5 0,5-6-6 15,1-2 6-15,16-11-5 0,0 0-4 16,0 0 6-16,0 0-6 0,-10-23 5 16,7-3 0-16,6-6 0 0,6-4 1 15,5-7-1-15,2-2 2 0,4-5-2 0,0 0 2 16,-1 4-2-16,4 8 2 0,2 10-2 0,2 9 1 16,4 9 0-16,0 7-1 0,4 8 1 15,4 8-1-15,3 4 2 0,4 7-4 16,1 3 2-16,0 4-2 0,0 2 0 15,2 0-4-15,1-1-7 0,4 3-17 16,1-8-28-16,13 5-84 0,10-1-145 0,3-12 19 0</inkml:trace>
  <inkml:trace contextRef="#ctx0" brushRef="#br0" timeOffset="-214580.13">18620 15563 620 0,'41'-25'62'0,"-6"10"-2"0,-12 0-7 15,-8 7-13-15,-15 8-9 0,0 0-8 0,0 0-7 0,0 0-3 16,1-2-4-16,-1 2 0 0,0 2-2 15,-10 16 1-15,-5 4-3 0,-4 6 0 16,-1 1-4-16,1-1 0 0,-2 2-2 31,-1 2 2-31,2 0-3 0,-2-1 1 16,1-2-1-16,3-4 0 0,1-3-1 0,2-4 0 16,2-3 5-16,13-15-5 0,-11 11 11 0,11-11-10 15,0 0-4-15,0 0 6 0,0 0-10 16,-2-31 9-16,7 0 1 0,3-4-1 15,5-2 3-15,3-4-2 0,1-3 1 16,2-3-1-16,5 1 1 0,0 8 1 16,2 6 0-16,-3 12 0 0,-1 7 1 15,0 7 0-15,-22 6 0 0,31 8 1 0,-3 3-1 0,-2 5-1 16,-1 5 0-16,-1 4-2 0,-1 2 0 16,-1 0 1-16,-3 2-2 0,-1 0 1 15,-1-3-2-15,0-3 0 0,-3-2-7 16,-1-4-6-16,0-2-18 0,-13-15-36 15,16 15-122-15,-6-3-114 0,-10-12 22 16</inkml:trace>
  <inkml:trace contextRef="#ctx0" brushRef="#br0" timeOffset="-211646.67">23462 16100 482 0,'0'0'84'0,"12"-15"-6"31,-12 15-8-31,0 0-12 0,0 0-10 0,0 0-14 0,1-1-8 0,-1 1-7 16,2-2-5-16,-2 2-3 0,0 0-4 31,0 0-1-31,0 0 0 0,0 0 0 16,-2 37 2-16,1 5-3 0,1 5-1 0,1 5-4 16,2 1 3-16,3 2-4 0,-2 2 3 0,2 4 2 15,0 1-4-15,1-2 5 0,1-5-5 16,0-3-2-16,1-4 3 0,-2 0-3 15,1-7 3-15,-2-8-1 0,0-7 0 16,-6-26 1-16,6 18-1 0,-6-18 0 16,0 0 0-16,0 0-2 0,0 0 2 0,1 2-2 15,1-4-4-15,8-16-6 0,-5-6-10 0,3 1-18 16,-8-4-35-16,6 4-83 0,8 0-138 16,-13-7 14-16</inkml:trace>
  <inkml:trace contextRef="#ctx0" brushRef="#br0" timeOffset="-211346.7">23061 16565 721 0,'0'0'58'0,"0"0"-14"16,-1 0-13-16,0 0-13 0,-1 0-4 0,1 0 1 15,1 0 0-15,1 0 0 0,31 3-2 0,7-2-4 16,9 2-3-16,5-1-1 0,10 0-2 16,6-2-2-16,6-2-1 0,4 0-1 15,1-1 1-15,-2 0-2 0,-8 0 0 16,-11 3-3-16,-13 0-3 0,-10 2-4 16,-15-1-6-16,-21-1-4 0,0 0-2 0,0 0-9 15,0 0-16-15,1 2-43 0,-1-1-76 0,-1-1-109 31</inkml:trace>
  <inkml:trace contextRef="#ctx0" brushRef="#br0" timeOffset="-206639.51">25976 16213 226 0,'0'-2'36'0,"2"2"-10"0,-2 0-6 15,0-2-4-15,2 2 2 0,-2 0 2 16,0 0 1-16,0-1 2 0,1 1 0 0,-1 0 1 16,0 0 1-16,0 0-2 0,0 0-2 15,0 0-3-15,0 0-2 0,0 0 0 0,0 0-1 16,0 0-1-16,0 0-1 0,0 1-1 16,1-1 0-16,-1 0 1 0,0 0-1 15,0 0-2-15,2 2-3 16,-2-2-1-16,0 2 0 0,0-2 3 0,1 1 2 0,-1-1 2 15,0 0 2-15,0 0 0 0,2 0 2 0,-2 0-3 16,0 0-1-16,1 0-4 0,1 0-3 31,8-18 1-31,1 0-3 0,0-2 3 16,-1 0-2-16,1-2 3 0,-1-1-1 16,1-3 2-16,0 0-1 0,-2 0-2 15,0 1 0-15,-3 0 1 0,-1 7 0 0,-5 18 1 16,-2-22-2-16,2 22-9 0,-14-19 4 0,-6 8-2 15,-5 9 0-15,-11 4 5 0,-7 8-5 16,-13 2-1-16,-10 1 1 0,-8 2 0 16,-5 2 0-16,1 0 0 0,3-2 2 15,8 0-1-15,7-1 0 0,5-3 0 16,8-4 0-16,8-1 0 0,13-3 1 0,26-3 0 16,0 0 1-16,-17-9-2 0,17 9 1 15,4-21 1-15,11-2 0 0,7 2 2 0,6 3-2 16,6 0 3-16,0 3-2 0,-5 2 1 15,-1 4-1-15,-5 3-1 0,-23 6 0 16,0 0-1-16,26 3 1 16,-12 5-2-1,-14-8 2-15,12 19-1 0,-6 2 1 0,-5 4 0 16,-2 7 1-16,-4 10-2 0,-1 5 2 16,-2 11-5-16,-2 9 3 0,-2 7 3 0,-1 11-3 15,0 6 3-15,-1 6-4 0,2 7-2 16,3-2 3-16,5-1-2 0,1-1 3 15,6-10 11-15,3-10-7 0,4-11 6 16,6-12-4-16,1-11-6 0,5-13 2 0,2-10-2 16,4-10-2-16,2-8-1 0,6-5 1 0,4-8-2 15,2-7 4-15,2 0-3 0,-2-3-6 16,-1-3-15-16,-2 1 1 0,1-1-29 16,-3-1-22-16,6 10-54 0,-3 12-157 15,-5-7 3-15</inkml:trace>
  <inkml:trace contextRef="#ctx0" brushRef="#br0" timeOffset="-206029.08">26554 16378 590 0,'10'-30'76'0,"4"5"-10"0,-6-2-10 16,0 3-11-16,-2 1-12 0,0 8-7 0,-6 15-6 16,0 0-2-16,0 0-6 0,0 0-3 0,1-3-4 15,-1 1-2-15,0 2-2 0,0 0 1 16,-3 20-2-16,0 6 2 0,-1 6-1 15,-4 3 1-15,0 0-2 0,2 3 1 16,-1 2 2-16,-3 3-3 16,2 4 4-16,-3-4-6 0,0-1 0 0,-1-2-1 0,2-4 2 31,-1-2-1-31,2-12-3 0,9-22 5 16,-7 18-1-16,7-18 2 0,0 0 2 0,0 0-2 15,0 0-2-15,-5-19-1 0,4-9 3 16,-1-5-2-16,2-5 6 0,3-8-2 15,2-2-8-15,2-2 5 0,3-8-6 16,3-1 5-16,3-2 4 0,6 2-2 0,4 3 0 16,1 9-1-16,2 13 0 0,-2 13-1 15,0 10 2-15,0 15 0 0,1 7-2 0,-1 13 3 16,0 4-2-16,-1 7 0 0,-1 6 0 16,-6 4 1-16,0 0-2 0,-6 3 1 15,-3-2 4-15,-3 1-4 16,-3 0 4-16,-2-3-4 0,-2-5 2 0,0-2-2 0,-2-5 0 15,1-6-1-15,-2-4-2 0,3-22 2 16,-6 20-1-16,6-20 2 0,0 0-5 0,0 0-4 31,-13 10-12-31,13-10-12 0,0 0-20 16,-33-11-38-16,10-1-90 0,5-4-100 16</inkml:trace>
  <inkml:trace contextRef="#ctx0" brushRef="#br0" timeOffset="-205880.04">26338 16524 722 0,'10'15'69'0,"6"-3"-16"15,5-7-16-15,7 1-12 0,7-5-9 16,6 1-4-16,6-1-3 0,4-1-6 0,3 0-4 16,0-1-11-16,4 4-28 0,-10-6-81 15,1-1-194-15,1 0 17 0</inkml:trace>
  <inkml:trace contextRef="#ctx0" brushRef="#br0" timeOffset="-205595.69">27530 17073 946 0,'38'-21'28'16,"1"2"-7"-16,1 2-7 0,1 2-4 0,1 0-6 16,1 7-4-16,-3 3 0 0,0 6 0 15,-7 7 0-15,-4 4 0 0,-8 5 0 0,-6 3 0 16,-11 4 0-16,-8 5 0 0,-14 3 0 16,-8 4 0-16,-8 4 0 0,-8-1 0 15,-4-1 0-15,-2-1 0 16,2-4-21-16,0-9-12 0,12 2-22 0,-2-11-55 0,11-8-204 15,25-7 22-15</inkml:trace>
  <inkml:trace contextRef="#ctx0" brushRef="#br0" timeOffset="-205263.45">28831 16301 865 0,'9'-23'38'0,"1"3"-8"15,-10 20-7-15,5-21-6 16,-5 21-6-16,0 0-3 0,0 0-4 0,0 0-2 0,-2 1-1 16,-24 1-3-16,0 13 1 0,-1 11 1 15,-1 8-1-15,2 2 3 0,0 6 3 0,3 4-6 16,3 2 4-16,7 1-4 0,7-4-3 15,9-5 4-15,8-7-4 0,9-2 1 16,9-7-2-16,6-1 0 16,7-11-2-1,7-4-3-15,5-5-4 0,-2-11-4 0,3 1-5 16,-3-9-9-16,-3 0-11 0,-9-6-28 16,-2 6-70-16,-6-6-137 0,-17-5 8 0</inkml:trace>
  <inkml:trace contextRef="#ctx0" brushRef="#br0" timeOffset="-204963.46">26599 15841 725 0,'10'-15'57'0,"-10"15"-11"0,0 0-15 31,0 0-14-31,0 0-10 0,1-2-3 16,-1 2 0-16,-11 12 5 0,-5 8-6 16,-6 7 4-16,-3 3-6 0,-5 1-3 15,-5 1 2-15,-4 0-2 0,2-3-1 0,-1 1 0 16,0-3-2-16,5 1-4 0,3-4-7 15,8-3-15-15,4-9-21 0,18-12-40 0,-11 14-63 16,11-14-115-16</inkml:trace>
  <inkml:trace contextRef="#ctx0" brushRef="#br0" timeOffset="-204746.48">26573 15844 732 0,'0'0'61'15,"0"0"-11"-15,1-1-15 0,-1-1-13 16,7-15-7-16,-7 17-2 16,25-5-2-16,4 9-1 0,4 3-5 0,5 7-1 0,1 3 2 31,1 1-5-31,-1 3 2 0,-3 0-10 0,1 2-7 16,-5-3-16-16,1 4-29 0,-10-7-71 15,-7-2-176-15,0 0 19 0</inkml:trace>
  <inkml:trace contextRef="#ctx0" brushRef="#br0" timeOffset="-204078.91">28654 15798 646 0,'-12'-17'63'0,"12"17"-14"16,0 0-16-16,0 0-13 0,0 0-10 0,-1-1-4 31,-15 9 0-31,4 5 1 0,0 4 4 16,1 3-5-16,1 1 3 0,-2 2-7 0,-1 0-1 15,2-3-2-15,-4-1-1 0,2-1 2 16,1-3-1-16,0-2 0 0,12-13 1 15,0 0-1-15,0 0-1 0,0 0 3 16,-2 1 0-16,2-1 1 0,0-1 0 0,14-24-1 16,4-2 0-16,5-2-1 0,3-1-4 15,3 2 6-15,0 3-5 0,0 2 5 0,-3 4 1 16,-1 6-1-16,-2 3 2 0,-2 5-1 16,-21 5-1-16,29 6 0 0,-7 3-1 15,-3 1-1-15,-5 4 0 0,1 0 1 16,-4 1 5-16,2 2-6 0,-3 0 4 0,1-1-8 15,0 0-7-15,1-5-11 0,5 6-29 16,-4-6-47-16,7-5-147 0,2 3-29 0</inkml:trace>
  <inkml:trace contextRef="#ctx0" brushRef="#br0" timeOffset="-203580.1">29268 15701 703 0,'-16'-10'66'0,"16"10"-16"0,0 0-15 0,0 0-11 16,0 0-9-16,2-2-7 0,-2 0-2 15,16-13-1-15,10 8-3 0,8 2 0 0,8 5-2 16,2 2-2-16,2 2 0 0,-1 2 1 15,-1 2-2-15,-3-1 1 0,-5 0 1 16,-5-3-1-16,-8-1 2 0,-23-3 1 31,0 0 1-31,0 0 2 0,0 0-1 0,1 1 3 16,1-1 1-16,-1 0 0 0,0 0 2 16,1 2 0-16,-1-2-2 0,-1 0-2 0,2 2-1 15,-2-2-2-15,0 3 1 0,-5 21 2 16,1 5 4-16,4 7-4 0,3 9 2 15,3 9-4-15,3 13-4 0,2 12 3 16,1 10-4-16,0 8 4 0,0 5 2 0,-2 3-4 16,0-2 3-16,-1 5-3 0,-2 1-3 0,-2-4 3 15,-5-4-2-15,-6-11 4 0,-4-9 9 16,-7-12-5-16,-6-6-6 0,-8-13 0 16,-4-9 0-16,-1-11 0 0,-2-7 0 15,-1-14 0-15,-1-8 0 0,-1-8 0 16,1-7 0-16,0-5-8 0,2-1-6 0,2 0-6 15,5 0-11-15,1 0-24 0,10 8-42 16,-2 2-112-16,3-2-94 0</inkml:trace>
  <inkml:trace contextRef="#ctx0" brushRef="#br0" timeOffset="-202828.84">24680 16269 556 0,'0'0'60'16,"5"-20"-4"-16,-5 20-10 0,0 0-9 16,0 0-9-16,0 0-5 0,-2-1-6 15,2-1-2-15,0 1-4 0,0-1 1 0,0 2 0 16,0 0 1-16,0 2 0 0,-3 19-1 0,3 1-4 15,1 6 1-15,3 1-4 0,1 1 1 16,1 5 4-16,-1 4-5 0,3 2 2 16,-1 5-5-16,0-2-2 0,-1-5 1 15,0-2-1-15,-2-2 1 0,1-5-1 16,0-1-1-16,-2-3 0 0,0-3 0 0,-3-23 1 16,0 0-2-16,3 19-1 0,-3-19 2 15,0 0-2-15,0 0-1 0,0 0-6 0,1 4-13 16,-1-4-22-16,0 0-36 0,0 0-76 15,-1-4-134-15,-13-24 18 0</inkml:trace>
  <inkml:trace contextRef="#ctx0" brushRef="#br0" timeOffset="-202346.58">24324 16372 663 0,'-13'-14'63'0,"13"14"-13"0,0 0-11 16,6-24-10-16,2 3-3 0,7 4-7 0,8-1-3 16,7 4-1-16,5 2-5 0,4 5-1 0,4 2-1 15,3 6-3-15,0 7-2 0,-1 3-1 16,-1 5-2-16,-3 4 0 0,-3-1-1 16,-4 4 1-16,-3 2-1 0,-4 1 1 15,-4 0-2-15,-4 3 1 0,-6 1 5 16,-6 0-6-16,-7 3 8 0,-6-2-8 0,-5-2-1 15,-9-3 2-15,-6-4-2 0,-6 3 2 16,-3-5 1-16,-3-1-3 0,4-2 1 0,2-3 0 16,4-6-4-16,8-1 7 0,20-7-1 31,0 0 0-31,0 0 3 0,0 0-4 16,-1-2 0-16,1 2 1 0,1 0 0 15,24-3 0-15,4 3 5 0,2 2-3 0,3 2-1 16,2 2 2-16,-1 4-3 0,-2 0 0 15,-3 5 0-15,-2 5 0 0,-4 4 0 0,-2 2 2 16,-6 0-2-16,-5 0 1 0,-6-2-1 16,-8 2 0-16,-9-4-1 0,-5 0 1 15,-11-2-2-15,-3-2 1 0,-6-5 0 16,-3 1-1-16,0-6 2 0,-3-3-4 0,0-1-3 16,1-8-5-16,5 1-6 0,2-4-5 15,6 1-6-15,1-6-16 0,10 3-27 0,-2-7-41 16,8-2-102-16,12 18-43 0</inkml:trace>
  <inkml:trace contextRef="#ctx0" brushRef="#br0" timeOffset="-201896.7">24656 15794 660 0,'-18'-17'62'0,"3"3"-15"15,-4 1-9-15,1 4-10 0,0-1-9 0,18 10-6 16,-26-2-3-16,5 3-2 0,2 6-3 16,-1 7 2-16,-2 6-3 0,0 4-1 15,-1 5 4-15,0 5-7 0,0-1 4 16,2 2-3-16,0-2-1 0,-1 1-1 0,5-2-1 15,0-5 1-15,3-4-1 0,4-5 1 16,10-18 1-16,0 0 0 0,0 0 0 0,0 0 1 31,-1 1-2-31,1-1 2 0,10-15 1 16,3-5-2-16,4-5 3 0,2-4-3 16,0-4 2-16,0-4 0 0,0-1-6 15,-2 0 7-15,-3 0-7 0,1 5 5 0,-5 6 2 16,-1 5-2-16,-9 22 0 0,0 0 2 15,0 0-1-15,18 5 3 0,-4 10-1 0,0 7 1 16,-1 6 3-16,1 4-6 0,-1 1 2 16,-1 1-5-16,2-1-1 0,0-1 0 15,3 0-4-15,0-3-6 0,6 1-13 16,-1-4-22-16,7 6-73 0,16-3-181 0,-12-11 10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9T11:20:20.1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3661 1778 302 0,'0'-1'45'15,"0"0"-5"-15,-4-19-4 0,4 20-4 16,0 0-5-16,0 0-2 0,0 0-1 31,-13-14 1-31,13 14 0 0,0 0-2 16,-15-10-4-16,15 10-6 0,0 0-3 0,-14-12-4 16,14 12-1-16,-3-22-2 0,3 0-2 15,10-6 0-15,3-7 0 0,4-2 1 0,4-8 0 16,3-2 1-16,2-3-1 0,0-6 1 15,0-6-8-15,-1-2 2 0,-2 1 1 16,-4 8-2-16,-6 11 8 0,-4 18-4 16,-9 26-1-16,0 0 1 0,0 0-1 0,0 0-1 15,-2-2 0-15,-27 20 6 0,-11 19 0 16,-15 12 0-16,-10 8-3 0,-6 5-6 0,-7 2 0 16,1 3-1-16,-1 1 1 0,1-3 1 15,9-2 1-15,12-10 0 0,15-10 2 16,14-9 0-16,13-8 0 0,14-26 5 15,11 23-1 1,11-11 4-16,17-7 1 0,9-8-1 0,11-4 3 0,9 0-1 0,8-2 0 16,11 3 1-16,3 3 0 0,8 3-1 0,-1 4-1 31,-3 4-4-31,-9 5-2 0,-12 4-2 16,-17 3-1-16,-11 1 13 0,-16 2 1 15,-9 3-1-15,-17 3 1 0,-13 3-13 16,-18 1-1-16,-16 2 2 0,-17 0-2 0,-16-1 2 15,-11 1-2-15,-6-3 1 0,1-1-2 16,4-4 2-16,8-6-1 0,13-3 0 0,10-4 2 16,10-5-1-16,13-4-1 0,5-4-2 15,30-1-8-15,-20-7-16 0,20 7-27 16,0 0-18-16,16-23-24 0,10 3-27 16,6 2-35-16,14 6-36 0</inkml:trace>
  <inkml:trace contextRef="#ctx0" brushRef="#br0" timeOffset="1248.75">4202 1534 658 0,'0'-32'44'0,"4"5"-8"0,-1 6-7 0,-3 21-8 16,0-23-7-16,0 23-4 0,0 0-6 15,0 0-2-15,0 0-2 0,3-1-1 16,13 23-1-16,1 15 0 0,-5 11-1 16,-1 13 0-16,-5 4 0 0,-3 5 14 0,0 2-2 15,-3-1 2-15,3-1 0 0,-2-2-15 16,4-3 3-16,1-4-1 0,2-6 2 0,1-11-1 16,0-11 2-16,-1-10-1 0,-8-23 2 15,0 0 0-15,0 0 2 0,19-5-1 16,1-15-1-16,-1-10 0 0,1-11-3 15,0-3 3-15,-2-3-1 16,2 2 1-16,2 2 0 0,-5 2-11 0,2 3-2 0,-3 8-1 31,4 7-2-31,-3 9 9 0,-17 14 3 0,25 0 1 16,-3 8 11-16,-2 6 1 0,-4 5 0 16,0 4-1-16,-3 3-10 0,0 1-2 15,-2 2 1-15,1 0-1 0,1 1 2 16,0 1-2-16,3 1 2 0,0-2-1 0,1-1 1 15,2-7 0-15,1-5 1 0,2-8 0 16,2-7-1-16,5-8 1 0,-1-8 0 0,6-7 1 16,-2-7-1-16,-3-5 1 0,-1-3-2 15,-1-2 2-15,-5-2-1 0,-2 1-7 16,-1-1-5-16,-3 5 2 0,-6 5-3 16,3 9 9-16,-13 21 2 0,0 0-1 0,0 0 1 15,0 0-1-15,1-1 1 0,1 1 11 16,8 18 1-16,-7 3-1 0,-3 3 1 0,0 0-13 15,-6 1 1-15,3-1 0 0,-1-1 0 16,-2 0 0-16,2-3 1 0,4-20-1 16,0 28 1-16,4-7-1 0,-4-21 1 15,7 20 1 1,-7-20-1-16,9 12 1 0,-9-12 1 16,0 0 0-16,29-9-1 0,-9-4 1 15,-1-6-2-15,-5-2 2 0,-5-3-2 0,-3-4 2 16,-3-2-2-16,-6-4-12 0,-3-1 1 15,-3 2-1-15,-5 3 1 0,-2 4 11 16,-3 8-2-16,-2 7 1 0,-3 8-2 16,-5 5 3-16,-1 2-1 0,3 4 1 0,2 1 0 15,8-1-1-15,17-8 1 0,0 0 0 16,0 0 0-16,0 0 2 0,16 13 0 0,10-5-2 16,8-7 0-16,10-2 0 0,6-2 0 15,8-2 0-15,6-1 0 0,4-3-1 16,0 0-1-16,-3 0 1 0,0 0 0 15,-13 1 1-15,-3 2 0 16,-11 2 0-16,-8 0-1 0,-7 3 1 0,-23 1-2 0,0 0 1 16,0 0 1-16,18 6-1 0,-18-6 1 0,8 17-1 31,-8-17 1-31,0 29 11 0,-1-2-1 16,-5 2 0-16,2 1 0 0,-2 4-13 15,0-1 3-15,0 3-2 0,2 2-1 16,4 0 1-16,3 1 1 0,3 0 0 0,4-6 3 15,3-6-2-15,0-9 2 0,4-6 0 16,1-5 0-16,-18-7 1 0,33-9-1 0,-3-8-1 16,-2-6 0-16,-2-5 1 0,0-6-2 15,-3-1 2-15,-3 0 0 0,0 2 0 16,-2 1-2-16,-1 3 2 0,0 3-3 16,-5 7 3-16,3 3-3 15,-3 4 1-15,-12 12-1 0,15-10-1 0,-15 10 1 0,0 0-1 16,29 6 1-16,-6 4 0 0,-3 5-1 0,-4 4 1 15,0 2 0-15,-3 1-1 0,4 3 3 16,-2 1-3-16,2-2 1 0,-1 0 0 31,3 1 2-31,-3-3-1 0,4 0 1 16,2-7 0-16,-3-5 1 0,1-7 0 0,1-6 1 16,1-6 0-16,3-7 0 0,-1-7 0 15,1-4-1-15,-3-4 1 0,-2-2-1 0,-3-2 1 16,-4-5-13-16,-5-1 0 0,-8-2 0 15,-5-6-2-15,-5-3 13 0,-6-3 1 16,-1-2-1-16,-5-1 2 0,-1 4-2 16,0 8 0-16,-2 11 0 0,1 11-2 0,-1 12-2 15,1 7-1-15,0 8-4 0,3 11-7 16,-4 7-25-16,9 13-35 0,-4 10-144 0,3 4-47 16</inkml:trace>
  <inkml:trace contextRef="#ctx0" brushRef="#br0" timeOffset="1665.49">7495 1348 622 0,'0'0'53'0,"5"-25"-13"16,-5 25-7-16,0 0-11 15,3-20-6-15,-3 20-8 0,0 0-3 0,0 0-4 0,0 0-1 16,6 22 1-16,0 6 0 0,1 9 0 0,-1 6-1 15,1 5-1-15,-1 7 0 0,0 4 0 16,-2 2 0-16,5-4 0 0,-1 0 13 16,0-3-1-16,-1-4 1 0,0-4 1 31,0-7-15-31,-1-7 1 0,3-4 1 0,-2-7-1 16,0-5-1-16,-7-16-1 0,10 14-3 15,-10-14-3-15,0 0-8 0,0 0-12 0,0 0-15 16,20-14-22-16,-2-2-28 0,-7-7-40 15,-5-13-54-15</inkml:trace>
  <inkml:trace contextRef="#ctx0" brushRef="#br0" timeOffset="2665.52">7784 1223 570 0,'4'-24'65'0,"-4"24"-20"0,6-18-8 0,-6 18-8 16,0 0-9-16,0 0 5 0,0 0-10 15,3 0-5-15,-2 1-6 0,15 18 0 16,-6 6-1-16,-2 10-1 0,-4 6 0 15,0 5-2-15,-4 4-1 16,-4 4-1-16,1 6 0 0,-1 2 0 0,-1 2 0 0,2-1 0 16,-1-4 13-16,4-4 0 0,0-5 1 0,3-6 0 31,1-6-13-31,2-7 1 0,0-8 0 16,1-7 1-16,-7-16 0 0,0 0 0 15,16 9 1-15,-16-9 0 0,25-5 1 16,-4-7-1-16,0-4-1 0,0-8-13 0,1-6-1 15,-2-1 1-15,2-1-1 0,-2 0 14 16,3 2-1-16,-1 3 0 0,0 3-1 0,-2 8-1 16,-4 5 0-16,-16 11 0 0,21 5 0 15,-6 7 1-15,1 6 0 0,-6 6 0 16,3 4 0-16,-6 2 13 0,3 2 0 16,1 2 0-16,1-1 1 15,0 2-15-15,2-3 2 0,-2-2-2 0,5-1 2 0,-1-5-2 16,3-1 2-16,0-3-2 0,4-5 1 0,3-5 0 15,3-7 0-15,7-7 1 0,3-8 0 16,3-8 0-16,2-7 0 0,-1-7 1 31,-4-4-1-31,-3-4-13 0,-3-3 1 16,-4-4-1-16,-1-1 1 0,-5 3 12 0,-6 5 1 16,-1 7 1-16,-6 7-1 0,-2 5 2 15,-8 23-1-15,0 0-2 0,0 0 1 0,0 0-3 16,1-1 1-16,-2 1 1 0,-25 4-1 15,1 10-1-15,-3 5 1 0,-1 6-1 16,-1 2 0-16,0 3 0 0,1 2 12 16,1 3-1-16,4 0-1 0,5-1-4 0,3-6-16 15,7-3-1-15,5-6 2 0,4-19 1 16,7 20 4-16,5-9 2 0,-12-11 2 0,29-2 2 16,0-6 0-16,-2-3 2 0,2-8-1 15,-3-2 2-15,3-5-14 0,-2-4-1 16,-2 0 1-16,1-1-1 0,-3 4 16 15,-1 4-1-15,-6 6 0 16,-2 8-1-16,-14 9 0 0,0 0 0 0,19 5 1 0,-6 2 1 31,-1 6 0-31,-5 3-2 0,0 4 13 0,-1 3 0 16,0 1-1-16,-2 0 1 0,-1 1-15 16,3-3 0-16,2 0-1 0,0-1 0 15,-1-4 2-15,6-2 1 0,-3-1 0 16,6-6 1-16,3-1 1 0,2-6-2 0,5-4 2 15,1-5-1-15,3-5 0 0,2-7 1 16,-2-6-3-16,-2-6-14 0,-2-6 1 0,-3-6-1 16,-3-7 2-16,-3-10 16 0,-4-9-2 15,-3-7 1-15,-2-10 1 0,-5-1-2 16,-2 3 2-16,-1 7-13 0,-1 12 5 16,-2 18 0-16,0 13-2 0,0 13 9 15,3 22-6-15,0 0 0 0,-5 25 6 0,1 12 1 16,0 9-2-16,-2 7-2 0,3 4-5 0,0 5 0 15,2 5 1-15,-1 5 0 0,1 4 0 16,-2-2 1-16,3 0 15 0,0-5 0 16,0-4 0-16,6-7-2 0,3-8-13 31,6-6 0-31,3-7 2 0,5-7 0 0,0-7-1 16,6-8-3-16,-2-10-4 0,2-7-9 15,0-7-13-15,4-3-18 0,-4-8-27 0,3-3-36 16,-6-2-66-16,-8-11-51 0</inkml:trace>
  <inkml:trace contextRef="#ctx0" brushRef="#br0" timeOffset="2865.32">9753 1483 580 0,'0'0'54'0,"2"-2"-2"0,-2 1-12 0,16-7-7 16,11 5-10-16,11 0-3 0,12 1-4 15,8 1-3-15,9-2-1 0,5-2-3 16,6-1-2-16,-1-1-2 0,4-1-2 15,-7 1-2-15,-5-3 0 0,-11 1 1 16,-10-1-2-16,-12-3-1 0,-10 3-3 0,-11-1-10 31,-15 11-15-31,0 0-16 0,-23-24-24 0,-8 10-26 16,-20 11-108-16,-14 3-49 0</inkml:trace>
  <inkml:trace contextRef="#ctx0" brushRef="#br0" timeOffset="3099.78">7353 1494 616 0,'-20'-10'56'0,"2"1"-6"15,18 9-12-15,-11-11-6 0,11 11-10 0,0 0-7 16,0 0-4-16,11-22-5 0,7 2-2 0,11 3 0 15,10 2-2-15,13 0-1 0,13 1-1 16,16 1-1-16,10-1-7 0,10 6-8 31,5 2-30-31,9 5-42 0,-2 12-170 16,1-6-18-16</inkml:trace>
  <inkml:trace contextRef="#ctx0" brushRef="#br0" timeOffset="4765.55">13963 992 445 0,'7'-18'51'0,"0"2"-4"16,-7 16-4-16,8-22-9 0,-4 4-6 0,-4 18-7 15,7-18-4-15,-7 18-6 0,0 0-3 16,-3-23-4-16,-5 6-3 0,-11 8-1 0,-10 6-1 16,-16 3 0-16,-10 5 0 0,-16 0 1 15,-14-1-1-15,-12 2 0 0,-4-1 1 16,-9-2-1-16,-2-2 1 0,-2-5 0 16,5-4 0-16,10-3 1 0,17-4 0 15,18-3 3-15,19-4 1 0,18-1 2 0,12-2 1 16,15 1 1-16,12 1-1 0,11 0 0 0,9 4 0 15,7 2 0-15,4 5-1 0,5 4-1 16,-3 7 0-16,-2 4-3 0,-5 4-1 31,-6 8-1-31,-5 10-1 0,-5 5 2 16,-6 10-1-16,-4 10 2 0,-6 9 0 0,-4 16 1 16,-7 12 0-16,-6 14-3 0,-5 4-1 15,-6 8-4-15,-2 7 0 0,-5 2 2 0,4 2 14 16,1-3 1-16,5 0-2 0,10 0 4 15,9-3-18-15,9-5 5 0,10-12 7 16,5-15-2-16,12-14 4 0,6-15-5 16,9-12-5-16,7-12 1 0,5-10-1 15,5-8-1-15,3-7-1 0,3-4-2 0,-3-5-5 16,-5-7-8-16,-2 2-14 0,-11-8-19 0,-1 5-35 16,-14-4-58-16,-9-4-120 0,0 2 20 15</inkml:trace>
  <inkml:trace contextRef="#ctx0" brushRef="#br0" timeOffset="5233.07">14320 1594 643 0,'7'-34'47'15,"3"7"-12"-15,-4 3-5 0,-6 24-8 16,3-19-6-16,-3 19-8 0,0 0-3 0,0 0-4 15,0 0-2-15,3-1 1 0,-17 36-1 16,-1 5-1-16,-2 8 1 0,1 2-1 0,-3 0 1 16,0 0 0-16,5 0 14 0,-1 0 0 15,1-3-1-15,4-4 3 0,-2-8-17 16,1-6 3-16,3-10-2 0,8-19 1 16,0 0 2-16,0 0 0 0,0 0 2 15,-1 2-2-15,-8-30 0 0,8-5-14 0,1-8-1 16,1-6 0-16,6-8 0 0,2-7 15 0,4-11 0 15,0-6 1-15,4-3 1 0,2 4-1 16,4 11 1-16,2 13-3 0,-3 15-1 31,1 16-1-31,0 14 0 0,0 15-2 16,2 12 1-16,2 10 0 0,1 5-1 0,-2 7 0 16,-2 3 1-16,-1 6 0 0,-1 8 0 15,0 1 1-15,-4 2-1 0,-3-3 1 0,-2-3 1 16,-4-6 13-16,-2-4 1 0,-1-6 0 15,-2-4-2-15,0-7-12 0,-2-4-2 16,-2-23 1-16,0 21-3 0,0-21-4 16,0 0-7-16,0 0-13 0,-4 19-20 15,4-19-39-15,0 0-85 0,-21 4-89 0</inkml:trace>
  <inkml:trace contextRef="#ctx0" brushRef="#br0" timeOffset="5415.25">14087 1808 538 0,'0'0'67'0,"0"0"-6"31,-1 1-14-31,-2-2-12 0,3-1-12 0,11-15-6 16,7 4-5-16,9 0-5 0,8 1-3 16,5 0-3-16,1 1 0 0,1 3-2 15,0-3-7-15,-2 3-11 0,-2-4-28 16,3 3-36-16,-7 3-135 0,-6-5-48 15</inkml:trace>
  <inkml:trace contextRef="#ctx0" brushRef="#br0" timeOffset="5932.16">14660 686 525 0,'-6'-21'65'0,"9"0"-14"16,0-1-5-16,4 2-10 0,6 3-8 15,5-1-6-15,6 4-2 0,6 4-5 0,7 2-2 16,6 3-4-16,2 5-5 0,1 3-1 0,-3 4-3 16,-2 5-1-16,-2 3 0 0,-7 8-1 15,-6 4-1-15,-6 5 2 0,-8 8 0 16,-7 7 0-16,-10 1 1 0,-8 7 0 15,-7 1 0-15,-7 2 1 0,-6 1 0 0,-1-4 1 16,0-11 0-16,4-9-1 0,8-10 0 0,5-7-1 16,17-18 0-16,0 0 0 0,0 0 2 31,0 0-1-31,18 12 1 0,7-12-1 16,11-7 0-16,6 0 0 0,2-1-6 15,3 2 5-15,0 2-13 0,-1-3 6 16,-4 4 0-16,-6 2-16 0,-2 2-2 0,-9 1-33 15,1 6-25-15,-10-1-65 0,-16-7-103 0</inkml:trace>
  <inkml:trace contextRef="#ctx0" brushRef="#br0" timeOffset="6232.16">15432 2222 705 0,'12'-34'46'31,"5"4"-5"-31,-4 2-6 0,3 3-9 16,-1 4-6-16,0 4-6 0,-3 5-2 0,-12 12-4 16,23-7-3-16,0 8-1 0,-1 8-3 0,0 8-1 15,1 10-1-15,-2 13 0 0,-3 10 0 16,-4 7 0-16,-5 7-1 0,-8-1 2 15,-7 0 7-15,-6 1-5 0,-7-2 2 16,-6-4-8-16,-2-4-8 0,-2-7-3 16,3-2-8-16,1-12-7 0,6-4-14 0,1-12-17 15,10-1-64-15,8-16-146 0,0 0 20 0</inkml:trace>
  <inkml:trace contextRef="#ctx0" brushRef="#br0" timeOffset="6548.77">16678 1401 722 0,'15'-28'41'0,"-2"1"-8"0,3 3-5 16,-3 4-5-16,0 6-11 0,-13 14-4 0,15-8-4 15,-15 8-3-15,17 8-1 0,-4 12-1 0,-2 9 0 16,-3 7-2-16,-4 7 1 0,-3 4 1 16,-1 6-1-16,-1 3 1 0,-2 2-1 15,2-2 0-15,-1-6 1 0,2-4 1 16,2-7 0-16,-1-4 13 0,3-6 0 16,1-8 0-16,-1-4-1 0,-4-17-14 0,0 0 0 15,0 0-6-15,9 14-2 0,-9-14-9 0,0 0-13 16,0 0-21-16,0 0-64 0,8-20-62 15,-8 20-95-15</inkml:trace>
  <inkml:trace contextRef="#ctx0" brushRef="#br0" timeOffset="7015.3">16308 1256 599 0,'0'0'59'0,"2"-27"-8"0,5 6-10 15,5 1-15-15,9 1-4 0,8-1-4 16,7 2-6-16,8 7 3 0,8 0-8 16,3 4-1-16,3 7 0 0,-1 1-2 0,-1 7-1 15,-3 5-4-15,-3 3 0 0,-7 2 2 0,-9 6-2 16,-5 5 1-16,-6 3-3 0,-10 5-2 16,-6 0 0-16,-10-2 2 0,-9 0-2 15,-7 0 1-15,-10-2-1 0,-6 2-2 16,1-1 1-16,-3-4 3 0,3-6-1 15,2-4 3-15,6-8 0 0,8-4 0 0,18-8 3 16,0 0 1-16,0 0 0 0,0 0 0 0,9-12-2 31,14-2 0-31,6 2 0 0,6 0 0 16,2 4 1-16,4 4-2 0,2 5 1 16,1 5 0-16,2 7 0 0,-1 6 2 15,2 5-1-15,0 5-1 0,-4 1 0 16,-2 4 0-16,-8-1 0 0,-9-1 1 0,-9 0-1 15,-6-2 12-15,-9 1 1 0,-9-2-2 0,-6-2 2 16,-11-2-14-16,-7-5 1 0,-9-2-1 16,-3-2-1-16,-5-4 1 0,1-3-1 15,0-3-2-15,2-1-2 0,4-2-7 16,5-5-8-16,6 4-16 0,2-7-29 16,30 5-84-16,-26-1-131 0,3-5 18 0</inkml:trace>
  <inkml:trace contextRef="#ctx0" brushRef="#br0" timeOffset="7615.28">17089 731 264 0,'-18'-21'77'0,"-1"3"-1"0,4 1-12 16,1 2-3-16,14 15-10 0,-13-16-10 16,13 16-8-16,0 0-9 0,0 0-4 15,16-9-2-15,10 7-4 0,13 2-2 16,13 0-4-16,11 0-3 0,8 0-1 15,5-2-2-15,3 1-2 0,0-2 2 0,-3-2 0 16,-5 0-2-16,-6 1 3 0,-9-1-3 0,-8-1 2 16,-11-1 2-16,-6 1 0 0,-11-2 3 31,-20 8 2-31,0 0-1 0,0 0 0 16,10-12-1-16,-10 12-2 0,0 0 1 15,0 0-1-15,0 0-3 0,-17-9 1 16,17 9-3-16,-21 6 1 0,4 8 0 0,6 7-1 15,3 8 0-15,1 12 1 0,7 10-1 0,4 15 1 16,4 16 2-16,3 16-1 0,4 13 0 16,-2 4-1-16,2 5-3 0,0 0-1 15,-2-3 1-15,3-5 14 0,-1-7-1 16,-1-9 2-16,-1-2-4 0,0-3-9 16,-6-2-3-16,-4-2 3 0,-4-8-1 0,-5-12 1 15,-4-10-1-15,-8-9 5 0,-3-8 5 0,-5-6-4 16,-6-6 6-16,-6-6-11 0,-5-7 0 15,-8-6 0-15,-4-4-2 0,0-4 1 16,2-2-2-16,2-1-6 0,9 1-7 31,1-1-9-31,9 4-17 0,0-2-23 16,13 7-53-16,0 7-107 0,5-6-35 0</inkml:trace>
  <inkml:trace contextRef="#ctx0" brushRef="#br0" timeOffset="8082.27">19359 977 452 0,'0'-36'57'0,"0"1"-7"0,-5 0-3 0,1 3-4 31,-4 2-6-31,1 4-9 0,-4 5-4 16,0 5-6-16,0 4-3 0,-4 2-4 16,15 10 0-16,-19-9-3 0,19 9-2 15,-24 2-1-15,4 7 0 0,4 9 1 16,0 9-1-16,4 10 0 0,1 15 1 0,5 18 4 15,3 10-2-15,5 18 1 0,1 2-5 0,2 0-4 16,2 2 2-16,1 0-2 0,-1 1 1 16,-1 0 14-16,2-6-3 0,-1-6 3 15,-1-6-3-15,-1-5-12 0,-5-2-2 16,-3-7 2-16,-6-4-2 0,-5-10 2 16,-2-10 0-16,-3-8 1 0,-2-9 1 0,0-7-1 15,-2-6-1-15,0-7 0 0,-1-2 0 0,-2-3 1 16,-1-5 0-16,-2-3-2 0,0-4-1 15,0-1-4-15,2-3-7 0,-2-2-10 16,5 5-20-16,-7-6-38 0,11 3-96 31,0 2-113-31</inkml:trace>
  <inkml:trace contextRef="#ctx0" brushRef="#br0" timeOffset="8416.34">18854 1495 634 0,'0'0'55'16,"0"0"-6"-16,0 0-11 0,0 0-9 16,1-1-10-16,-1-1-4 0,0 0-5 15,22-11 0-15,9 3-2 0,13 5-3 16,12 0-1-16,11 0 0 0,12 1-1 15,8 1 0-15,5 1-1 0,0 1-1 0,-4-1 0 16,-10 1 0-16,-11-3 0 0,-14 3-1 0,-12-2 2 31,-11 2-2-31,-30 1 1 0,23-3-1 16,-23 3 0-16,0 0 1 0,0 0-1 16,0 0-1-16,1-2-2 0,-1 1-3 15,-8-13-11-15,8 14-9 0,-23-11-30 16,23 11-52-16,-20 6-180 0,-4 2 9 0</inkml:trace>
  <inkml:trace contextRef="#ctx0" brushRef="#br0" timeOffset="9565.61">15594 4188 265 0,'-20'-14'75'0,"0"0"0"0,20 14-9 0,-19-13-11 0,19 13-7 31,0 0-6-31,0 0-7 0,-15-9-6 16,15 9-4-16,0 0-7 0,0 0-2 15,0 0-1-15,-1-2-2 0,-1 2 4 16,2 0 1-16,0 2 2 0,2-2-1 0,30-2-4 15,8-3-4-15,14-3-4 0,11-5-1 0,13-1-1 16,6 1-2-16,5-1-1 0,3 2-1 16,-4 3-1-16,-5 2-1 0,-10 2 1 15,-12 2 0-15,-15 3 0 0,-16 0-1 16,-8 1-2-16,-22-1 0 0,0 0 0 16,0 0 1-16,0 0 0 0,0 2-1 0,0 0-4 15,0-1-5-15,-16 14-5 0,-6-4-7 0,-1-1-11 16,-6 1-12-16,3 4-31 0,-10-1-40 15,0 2-73-15,0 8-43 0</inkml:trace>
  <inkml:trace contextRef="#ctx0" brushRef="#br0" timeOffset="9798.68">15470 4493 559 0,'0'0'55'0,"-2"1"4"0,1-1-4 16,-1 2-13-16,1-2-8 0,1 0-10 16,0 0-5-16,23-5-3 0,10 0-4 0,12 0-4 15,12-3-2-15,8 1-2 0,7-1-2 0,3 0-1 16,3 2-1-16,0 1-1 0,-4 2-1 16,-6 3-2-16,-4 0-2 0,-5 2-7 15,-8 1-10-15,-1 3-21 0,-11-3-34 16,3 6-74-16,2 2-121 0,-13-7 26 15</inkml:trace>
  <inkml:trace contextRef="#ctx0" brushRef="#br0" timeOffset="10531.91">18115 3362 495 0,'-9'-20'48'16,"1"5"-8"-16,-4 0-3 0,-1 4-6 15,-6 2-9-15,-2 2-2 0,-6 0-2 16,-6 4-3-16,-9 2-2 0,-5 2-2 16,-10 7-2-16,-7 4-1 0,-8 5-2 31,1 6 0-31,4 4-3 0,4 6 0 0,6 7-2 16,11 4 0-16,10 4-1 0,13 4 1 0,7 0 1 15,19-2 2-15,11-5 0 0,15-4 5 16,13-8-2-16,13-3 2 0,9-8 3 15,7-4-8-15,4-3 6 0,0-2-6 16,-1-4 0-16,-2 0 2 0,-8 0-3 16,-8 0-1-16,-10-1 0 0,-8 1-2 0,-9 0 0 15,-4 3 0-15,-10 3 0 0,-5 2 0 0,-10-17 2 16,-2 30-2-16,-7 1 0 0,-10 2 1 16,-4 5-2-16,-6 3 2 0,-6 5-2 15,-4 2 1-15,-5 2 0 0,-1 2 1 16,1-2 2-16,5 1-3 0,8-4 2 15,9-2-4-15,7-8 2 0,11-6 1 0,8-7 2 16,11-5 4 0,7-7-1-16,9-5 1 0,11-5-1 15,6-2-3-15,4-5 2 0,1 2-1 16,1 0-1-16,0 0 0 0,-3 3-2 16,-3 0-1-16,-6 3 0 0,-7 5 0 15,-6 2 0-15,-6 7 2 0,-7 4-3 16,-4 8 2-16,-6 9 0 0,-4 9-1 0,-6 9 0 15,-6 5 2-15,-3 4-2 0,-5 3 1 0,1 2 4 16,-2 5-6-16,4 5 7 0,3 8-2 16,4 8-4-16,8 2 4 0,8-1 0 15,10-2-2-15,8-9 2 0,8-6-3 16,5-5-3-16,6-8 2 0,7-6-2 16,4-10-2-16,2-11-3 0,3-13-5 0,4-9-7 15,-2-13-11 1,4-5-25-16,-9-16-43 0,-1-2-101 0,-5-6-85 0</inkml:trace>
  <inkml:trace contextRef="#ctx0" brushRef="#br0" timeOffset="11265.41">19493 4175 624 0,'-3'-36'58'0,"3"7"-12"15,-3 2-9-15,3 27-7 0,-5-27-8 16,5 27-7-16,0 0-7 0,0 0-4 0,0 0-3 15,-1-2 0-15,-10 16 0 0,0 14 1 0,1 14-4 16,-3 8 4-16,0 7-2 0,-3 5 2 16,2 2 1-16,-5-1-4 0,0-3 3 15,2-2-3-15,0-3 2 0,2-4-1 16,1-7 0-16,2-9 0 0,2-9 2 16,1-11 3-16,9-15 3 0,0 0 2 0,0 0 0 15,0 0-5 1,-1-29 0-16,2-4-4 0,6-5 2 0,1-6-1 0,0-6-4 0,1-3 4 15,3-7-5-15,-2-3 2 0,4-9 3 16,1-5-3-16,2-2 3 0,1 5-3 31,2 9 4-31,1 13-4 0,-2 14 1 16,1 12-1-16,2 14-3 0,-22 12 3 0,35 9 0 16,-4 11 2-16,3 10-2 0,-1 11 2 0,-1 11-3 15,-2 7 4-15,-2 8-3 0,-2 2 3 16,-4 1-1-16,-1-3-2 0,-2-1 3 15,-5-4-3-15,-1-6 2 0,-4-5-1 16,-2-6 0-16,-1-8 1 0,-3-6-2 16,-1-9 1-16,-2-22-2 0,0 0 3 0,0 0 1 15,0 0 0-15,0 2 1 0,0 0-4 0,0-2-4 16,-2 0-6-16,-11-17-13 0,-3-6-17 16,7 2-31-16,-8-7-53 0,0-6-134 15,2 5 0-15</inkml:trace>
  <inkml:trace contextRef="#ctx0" brushRef="#br0" timeOffset="11532.12">19205 4526 671 0,'0'0'54'0,"-25"-6"-11"0,25 6-8 0,0 0-5 15,0 0-8-15,0 0-4 0,-1-2-4 0,1 2-4 16,0-1-1-16,20-10-3 0,15 4-2 16,10-1-1-16,9 2-2 0,9 2-1 15,3 1-1-15,5 1 0 0,3 0-2 16,-3 2 0-16,-6-1-3 0,-4-1-6 16,-8 1-6-16,-8 1-11 0,-10-3-9 0,-6 4-16 15,-29-1-23 1,23-1-65-16,-2 0-119 0,-21 1 26 0</inkml:trace>
  <inkml:trace contextRef="#ctx0" brushRef="#br0" timeOffset="12382.31">21647 3711 526 0,'3'-23'49'0,"-3"23"-3"0,2-21-8 16,-2 21-6-16,0 0-8 0,0-26-4 0,0 26-3 15,-5-25-3 1,1 5-3-16,4 20-3 0,-11-23-3 0,-1 5-2 0,-1 1-2 0,-5 3-1 15,-2 2 0-15,-5 0-1 0,-6 1 1 16,-10 1-1-16,-8-1 0 0,-12 0 1 31,-9 1 0-31,-9 0 0 0,-6-3 0 16,-2 1 0-16,6-2 2 0,6 2-1 0,15 0 2 16,13 1 2-16,15 4 2 0,12 1 2 0,20 6 0 15,0 0-3-15,0 0 0 0,0 0 0 16,0-2-1-16,2 2 1 0,25 9-1 15,-2 7-1-15,-3 3 0 0,-1 6 1 16,-1 7-1-16,-4 6 1 0,0 7-2 16,-6 10 1-16,-1 8-2 0,-4 8 2 0,-3 8 1 15,-5 8-2-15,-4 12 0 0,-2 11-1 0,-2 7-3 16,-4 4 1-16,1-3 1 0,-1 0-2 16,5 1 2-16,3-2 0 0,2-5-2 15,5-9 2-15,5-12 2 0,5-12-2 16,6-11 1-16,6-11 1 0,8-12-1 15,10-7 1-15,8-10 1 0,9-9-2 0,5-7-1 16,3-9 0 0,0-3 0-16,0-3-1 0,-3-3 0 0,-5 0-2 0,-5 0-3 0,-9-2-6 31,-1 3-12-31,-9-5-10 0,-1 6-24 16,-10-4-37-16,1 3-76 0,-1 1-103 15</inkml:trace>
  <inkml:trace contextRef="#ctx0" brushRef="#br0" timeOffset="12882.09">21915 4352 730 0,'0'-29'36'15,"4"5"-4"1,-1 2-6-16,-3 22-7 0,0 0-7 0,0 0-7 0,0 0-4 0,1-2 0 15,-1 4-1-15,-5 30 2 0,-7 8-1 16,-1 3 1-16,-3 3 1 0,0 2-4 31,-2 1 2-31,0 1-2 0,-2 0 0 16,1-1 2-16,2-6-1 0,0-6 0 0,3-8-1 16,2-9 2-16,12-20 1 0,0 0 1 0,0 0 2 15,0 0-2-15,-2 1-1 0,-5-28-1 16,5-6 0-16,7-8-2 0,3-6 3 15,-1-5-2-15,4-4-1 0,-1-4 2 16,0-9-2-16,-1-5 1 0,-1-4 2 16,5 4-2-16,0 7 1 0,2 15-1 0,-1 16 0 15,2 13-1-15,-1 12 1 16,-15 11 1-16,30 13-1 0,0 8 2 0,1 11-2 0,-2 8 2 16,-1 8-2-16,0 5 2 0,-2 3-1 15,-4 2 2-15,1-4-3 0,-2-2 1 16,-3-3 2-16,-1-5-3 0,-2-5 3 15,-1-4-3-15,-4-6 0 0,-2-6 0 0,-1-6 0 16,-7-17 0-16,0 0 0 16,0 0 1-16,0 0-1 15,1 1-2-15,-1-1-6 0,0 0-11 16,-1 0-16-16,-18-21-27 0,3 2-66 16,-7 8-125-16,-9-13-11 0</inkml:trace>
  <inkml:trace contextRef="#ctx0" brushRef="#br0" timeOffset="13048.65">21566 4514 627 0,'0'0'68'15,"-1"2"-11"-15,21 2-16 0,12-3-9 16,9-5-13-16,10-2 1 0,9-3-8 16,5 1-5-16,0 0-6 0,-1 3-1 0,-4-2-3 15,-6 1-6-15,-5 4-9 16,-7-3-22-16,0 5-45 0,-12-3-82 0,-5 0-105 0</inkml:trace>
  <inkml:trace contextRef="#ctx0" brushRef="#br0" timeOffset="13331.99">22622 4825 785 0,'26'-18'43'0,"7"2"-7"0,2-1-9 16,1 3-5-16,2 3-7 0,1 4-6 0,3 4-4 15,-3 3-3-15,-2 4 0 16,0 5-1-16,-3 6-1 0,-3 7 1 0,-4 5-3 0,-5 5 1 16,-5 6-1-16,-8 4 1 0,-8 4-2 15,-8 1 3-15,-9-1-3 0,-5-3-2 16,-3-1 1-16,-2-5-10 0,2-3-1 15,-1-7-9-15,8-3-10 0,-1-8-13 0,18-16-23 16,-13 12-47-16,13-12-152 16,0 0 20-16</inkml:trace>
  <inkml:trace contextRef="#ctx0" brushRef="#br0" timeOffset="13598.8">23825 4025 782 0,'12'-16'41'0,"-2"2"-9"15,-10 14-5-15,14-12-10 0,-14 12-6 16,19-5-5-16,-19 5-1 0,29 11-1 16,-4 7 0-16,-4 6-2 0,-2 7 0 0,-2 5-2 15,-3 7-2-15,-3 2 2 16,-4 2 0-16,-2 2-1 0,-2-1 3 0,-2-2-4 0,-2-5 1 15,-1-5 2-15,-1-4-4 0,2-4 2 16,-2-7-8-16,3-21-7 0,-3 21-9 31,3-21-14-31,0 0-19 0,0 0-51 16,-5 21-114-16,5-21-42 0</inkml:trace>
  <inkml:trace contextRef="#ctx0" brushRef="#br0" timeOffset="14049.69">23630 3993 704 0,'0'0'54'0,"0"0"-11"0,6-27-8 15,7 9-8-15,7 4-8 16,8 2-4-16,9 2-4 0,6 0-3 0,8 4-5 0,3 2 2 16,2 2-3-16,0 4 0 0,-2 4 2 15,-6 5-5-15,-2 2 0 0,-6 4 0 16,-5 4-1-16,-6 2 0 0,-6 3-1 15,-6 3 1-15,-8 2-3 0,-9 4 0 0,-7 3-2 16,-12-2 1-16,-8 3-1 16,-8-4 1-16,-6-3 1 15,-5-5 3-15,1-4 0 0,2-5 2 16,7-5 0-16,7-2 0 0,8-5 3 16,21-6 0-16,0 0 0 0,0 0 0 15,0 0-3-15,-2 0 1 0,28-17 0 16,4 5-1-16,5 3 1 0,5 4 1 0,-1 5-1 15,2 3 1-15,2 5 0 0,-1 6 0 0,0 3 1 16,0 4 0-16,-4 3-2 0,-4 3 2 16,-5 4 1-16,-6 1-5 0,-8 0 4 15,-5 0-4-15,-9-1 0 0,-9 0 1 16,-7-4 0-16,-8 0 0 0,-6-4-1 16,-7-3 1-16,-3-2 0 0,-4-3-1 0,1-5-1 15,0-1-1-15,1-5-8 16,4-6-6-16,5 1-14 0,2-7-19 0,8 4-40 0,0-7-92 15,3-6-88-15</inkml:trace>
  <inkml:trace contextRef="#ctx0" brushRef="#br0" timeOffset="14532.33">24269 3664 728 0,'9'-25'41'0,"8"0"-12"16,12 0-7-16,12 0-4 0,12 2-7 0,11 3-5 15,5 4-4-15,1 3-1 16,-1 5-2-16,-6-1 0 0,-6 2-1 0,-9-1 0 0,-8 1 0 16,-5-1 0-16,-12 1 1 0,-6-1 2 15,-17 8-1-15,0 0 1 0,0 0 0 16,11-13-2-16,-11 13 2 0,0 0 0 15,0 0-1-15,0 0 3 0,1-2 0 0,-2 2 0 16,-1 2 2-16,-13 13 1 16,4 5 0-16,4 7 1 0,4 8-1 0,1 7-1 0,2 7 1 31,5 5-3-31,1 8 3 0,2 7 2 16,2 8-5-16,1 8 2 0,1 9-2 15,0 7-5-15,0 0 6 0,2 0 0 16,-1-6-3-16,1-5 3 0,-2-4-4 0,-3-2-1 15,-4-6 2-15,-5-3-3 0,-7-5 3 0,-6-8-2 16,-7-9 1-16,-9-6 1 0,-7-7-1 16,-8-7 5-16,-7-4-5 0,-6-8 4 15,-3-4-4-15,-1-7-1 0,2-3 1 16,3-4-1-16,3-3-2 0,2-2-7 16,8-2-8-16,7 2-7 0,0 0-13 0,12 6-18 15,0-3-34-15,24-1-90 16,-14 12-88-16</inkml:trace>
  <inkml:trace contextRef="#ctx0" brushRef="#br0" timeOffset="15032.1">25997 4106 546 0,'5'-32'53'16,"6"11"4"-16,-4-1-5 15,2 5-6-15,-9 17-7 0,11-19-9 16,-5 2-6-16,-6 17-4 0,0 0-6 16,7-15-3-16,-7 15-6 0,0 0-3 15,0 0-2-15,11 15 3 0,-3 13-1 16,-1 8 2-16,1 13-1 0,-1 10 0 0,-1 6-2 15,2 4 2-15,-2-3-4 16,2-2 1-16,-1-5 2 0,1-4-2 0,0-5 3 0,-1-6-3 16,2-6-1-16,-1-6 1 0,-1-7-1 15,-1-5 0-15,-6-20-1 0,6 19-1 16,-6-19-3-16,0 0-3 0,0 0-4 16,0 0-12-16,2-2-20 0,-4 2-30 0,1-2-53 15,-20-14-87-15,-6-9-38 16</inkml:trace>
  <inkml:trace contextRef="#ctx0" brushRef="#br0" timeOffset="15198.77">25559 4394 629 0,'0'0'54'16,"0"0"-3"-16,0 0-6 0,0-2-8 0,30-2-11 15,12 2-4-15,12 0-6 0,12 0-5 16,12-1-3-16,8 0-4 0,4 0-4 15,1 0-2-15,-3 0-2 0,-3 0-6 16,2 0-13-16,-8-5-27 0,7 8-60 16,-8 3-145-16,-9-7-20 0</inkml:trace>
  <inkml:trace contextRef="#ctx0" brushRef="#br0" timeOffset="15699.03">27709 3377 731 0,'29'-30'40'16,"-7"-1"-7"-16,-3 6-7 0,-9 2-7 16,-3 1-6-16,-7 22-12 0,-7-25 2 15,-5 5-8-15,-9 3 5 0,-11 4 0 16,-10 2 0-16,-12 2-1 0,-8 2 1 0,-7 2-1 15,-9 0 1-15,-4 2-1 0,-3 0 0 16,2 2 2-16,7-1-2 0,10 1 1 0,14 1 1 16,15 0-1-16,37 0 1 0,0 0 0 15,0 0-1-15,0 0 1 0,-1-2 1 16,2 2-1-16,28-1 0 0,3 2 1 16,1 4-1-16,-1 0 4 0,-3 7 0 0,-1 0-1 15,-4 6 3-15,0 3 2 0,-3 6-6 16,-1 7 4-16,-2 5-3 0,-3 10-2 0,-1 12 3 15,-3 11-3-15,-1 13 2 0,-4 9 2 16,-2 5-3-16,-2 6 1 0,-5 7-2 31,-3 7-3-31,-1 0 3 0,-3 1 0 16,3-7-2-16,4-7 1 0,4-3-1 0,7-6-1 16,4-5 1-16,6-9-2 0,5-12 3 0,6-10-2 15,4-10 1-15,6-9 4 0,7-9-6 16,5-7 4-16,6-7-5 0,5-3-6 15,-2-7-8-15,0-2-12 0,-7-5-24 16,-1 3-52-16,-10 2-141 0,-7-10-40 16</inkml:trace>
  <inkml:trace contextRef="#ctx0" brushRef="#br0" timeOffset="16283.33">27877 4115 615 0,'-4'-23'52'0,"4"23"-11"16,0 0-11-16,0 0-5 0,0 0-10 0,-2-1-6 16,2-1-3-16,0 2-2 0,-1 0 1 15,-10 17 2-15,-3 10-1 0,0 8 0 16,-5 6-3-16,0 2 0 0,0-1-2 16,-1 0 1-16,3-1-2 0,-4-2 1 0,3-6 3 15,2-3-5-15,-1-4 6 0,2-6-4 16,2-7 4-16,13-13 3 0,0 0 2 0,0 0 1 15,0 0-8-15,-9-15 3 0,6-8-8 16,5-6 3-16,2-8 0 0,4-9-1 16,3-7 2-16,1-7-2 0,2-2 1 31,2-3-1-31,4 0 2 0,2 1-1 0,1 2-5 16,3 3 5-16,0 7-6 0,0 11 4 0,-3 12 2 15,-2 11-1-15,0 13 0 0,2 12 1 16,3 11-1-16,2 11 1 0,1 9 4 15,0 9-6-15,-2 6 6 0,-1 6-4 16,-3 5-1-16,-4 3 2 0,-2 0-2 16,-2-4 2-16,-2-5-3 0,-4-8 2 0,-2-9-2 15,0-8 2-15,-4-7-1 0,-3-26 0 16,1 20 2-16,-1-20-1 0,0 0 1 0,0 0-1 16,0 0-3-16,-1 1-4 0,-15-10-9 15,-2-8-13-15,0-1-22 0,-10-9-40 16,1-2-94-16,-3-4-89 0</inkml:trace>
  <inkml:trace contextRef="#ctx0" brushRef="#br0" timeOffset="16465.5">27591 4229 624 0,'17'4'65'0,"12"-2"-10"0,7-7-11 16,7 0-11-16,9-3-12 0,8-2-7 0,-2 1-8 15,1-1-4-15,-3 0-4 0,-5 5-2 16,-5 0-6-16,-2-1-13 0,-2 6-27 0,-11-7-61 16,-2 0-165-16,0 6 8 0</inkml:trace>
  <inkml:trace contextRef="#ctx0" brushRef="#br0" timeOffset="16716.59">28727 4880 834 0,'29'-11'32'0,"-4"2"-9"16,-3 2-7-16,-4 2-6 0,-18 5-6 15,0 0-1-15,23 5-3 0,-8 2-1 0,-3 4 0 16,-5 4-1-16,-5 6 1 0,-3 3-1 15,-5 5 0-15,-4 3-2 0,-3 0-3 16,-4 1-8-16,-2-2-5 0,-1 1-13 16,-3-5-24-16,5 2-38 0,-3-5-77 0,-1-8-97 15</inkml:trace>
  <inkml:trace contextRef="#ctx0" brushRef="#br0" timeOffset="17016.55">29505 3827 713 0,'0'0'39'15,"0"0"-10"-15,0 0-8 0,2-2-9 16,-1 2-2-16,16 7 4 0,-2 11-3 0,-1 10 3 15,-1 7-7-15,-2 4-3 0,-1 4 0 16,-3 4-3-16,-1 2 1 0,-3 3-3 0,-2 0 1 16,-1 0-1-16,-1-5 1 0,-2-7-1 15,0-7 2-15,1-6-2 0,2-27-1 16,0 24 0-16,0-24-3 0,0 0-4 0,0 0-5 16,0 0-9-16,0 2-19 0,0-1-36 15,0-1-82-15,0 0-105 0</inkml:trace>
  <inkml:trace contextRef="#ctx0" brushRef="#br0" timeOffset="17514.84">29165 3892 662 0,'6'-18'58'0,"-6"18"-16"0,16-22-8 16,2 5-5-16,9 4-7 0,8-1-5 15,9 2-1-15,7 1-5 0,9 2-4 16,2 3-1-16,0 4-3 0,-1 4-1 0,-5 6 0 16,-6 2-3-16,-6 2 0 0,-8 4-1 15,-5 2-1-15,-8 3 4 0,-9 4-5 16,-10 2 4-16,-10 0-4 0,-9 2-1 0,-10 1 0 16,-8-1-1-16,-8-2 1 0,-5-1-1 15,-2-3 2-15,1-3 0 0,5-7 1 16,5-2 1-16,10-3 2 0,7-3 0 0,20-5 3 15,0 0-1-15,0 0 0 0,0 0-1 16,-2-2 0-16,25-4-1 0,5 1 0 16,4 4 0-1,2 1 0-15,4 2 1 0,1 5-1 16,4 5 1-16,1 4 1 0,2 6 2 16,-2 5 1-16,-1 2-2 0,-6 1 0 15,-5 1-3-15,-6 1 2 0,-10 0-1 0,-7-2 2 16,-6-2-2-16,-10 0 0 0,-6-4 5 15,-9-1-7-15,-5-2 5 0,-7-3-4 16,-3-3-1-16,-4-2 1 0,-2-6 1 0,1-2-1 16,0-3 1-16,1-4-2 0,5 1 0 15,4-4-3-15,5 2-2 0,2-1-5 16,25 4-8-16,-24-7-10 0,24 7-15 0,-21-6-30 16,21 6-80-16,0 0-110 0,0 0 15 15</inkml:trace>
  <inkml:trace contextRef="#ctx0" brushRef="#br0" timeOffset="18032.38">29901 3407 677 0,'0'0'48'0,"9"-18"-12"0,8 3-8 16,9 1-7-16,12 4-8 0,12 1-3 0,10 3-4 16,8 1-3-16,-2 0-1 0,-2 4-2 15,-5 0 1-15,-8-1-1 0,-5 1 2 16,-8-3 0-16,-8 0 1 0,-5-1 1 0,-9-1-3 16,-16 6 2-16,0 0 0 0,13-10 2 15,-13 10 1-15,0 0 1 0,0 0 0 16,0 0-1-16,1-2-1 0,1 1-2 0,-2-1-2 15,1 2 0-15,-1 0 1 0,0 0-2 16,0 2 3-16,-3 33 0 0,2 2 0 0,1 9 0 16,3 8 0-16,3 12-3 0,2 8 4 31,4 8 2-31,-2 8-3 0,0 4 3 16,1 11-4-16,-2 5-3 0,2 4 4 15,0 2 0-15,1-6-1 0,2-3 1 0,2-1-3 16,1-1-3-16,-2-3 4 0,-2-4-3 15,-8-9 2-15,-6-8 2 0,-9-9-3 0,-6-10 2 16,-10-7 0-16,-6-10-2 0,-7-6 0 16,-8-7-1-16,-3-9 1 0,-5-6-2 15,-3-8 4-15,1-6-2 0,-3-3 1 16,3-5-1-16,0-4-4 0,3-1-4 0,3-4-7 16,5 2-9-16,3-4-18 0,12 9-29 15,-1-2-62-15,0 1-153 0,32 8 19 16</inkml:trace>
  <inkml:trace contextRef="#ctx0" brushRef="#br0" timeOffset="19333.09">31118 3959 633 0,'5'-27'52'0,"3"8"-4"0,-3-1-18 15,4 5-1-15,-9 15-13 0,12-12-4 16,-12 12-5-16,0 0-3 0,0 0 3 0,16 16-5 16,-4 11 6-16,-4 7-5 0,-5 7 1 15,-2 9 0-15,-2 8-2 0,-4 6 1 0,-2 5-3 16,-3 1 3-16,0-1-3 0,0-4 2 15,0-6 3-15,1-6-5 0,2-9 4 16,-2-7-4-16,5-9 0 0,1-8 2 16,3-20 1-16,0 0 3 0,0 0 2 0,0 0 1 31,1 2-1-31,-1-2-4 0,0-2-1 16,3-28-3-16,0-3-4 0,3-4 4 15,0-5-5-15,-1-4 4 0,3-5 4 0,0-7-4 16,1-4 2-16,0-5-1 0,4 0-2 15,-2 3 1-15,4 8 5 0,2 11-1 16,-1 11 2-16,1 12-4 0,1 8-3 0,-18 14 0 16,22 3 0-16,-1 9 1 0,1 11 0 15,-2 10 0-15,3 10 0 0,-1 7 1 16,-2 6-3-16,0 5 4 0,-1 1-3 0,-3-1 2 16,0-4-1-16,-4-5 2 0,-5-5 4 15,-2-6-5-15,-5-6 4 0,-2-8-4 16,0-5 0-16,2-22 0 0,0 0-1 0,-3 21 0 15,3-21 0-15,0 0-1 0,0 0-7 16,0 0-10-16,-1 1-14 0,-21-5-21 0,2-3-40 31,-6-8-72-31,-9-8-97 0</inkml:trace>
  <inkml:trace contextRef="#ctx0" brushRef="#br0" timeOffset="19516.4">30895 4326 578 0,'0'0'71'16,"0"0"-4"-16,0 0-10 0,-1 0-16 16,25-3-14-16,8 0-7 0,9 0-7 15,8 0-2-15,5 0-1 0,9-1-3 16,2 2-3-16,0-1-3 0,-4 1-8 0,-8-1-5 16,-4 5-13-16,-7-4-25 0,-1 7-57 15,-12 4-137-15,-29-9-29 0</inkml:trace>
  <inkml:trace contextRef="#ctx0" brushRef="#br0" timeOffset="20882">31453 3012 284 0,'0'0'35'0,"-4"-20"-3"0,4 20-3 16,0 0-6-16,-7-17-3 0,7 17 0 15,0 0 0-15,0 0 4 0,0 0 3 16,-2-2 2-16,1 1-2 0,-1-1-1 0,-8-15-3 15,10 17-1-15,0 0-2 0,0 0-3 16,-4-22-2-16,4 22-2 0,0 0-2 0,1-26-2 16,2 6-1-1,6 5-1-15,-1 1-1 16,6 4 0-16,1 1 0 0,3 1 0 16,-1 2 0-16,-17 6 0 0,28-4-1 15,-5 4 1-15,-3 4 0 0,2 5-1 0,-1 7 0 16,0 5 0-16,2 6-2 0,1 7 2 15,-1 2-1-15,-1 5 1 0,3 2-1 0,-2 3 1 16,0 0 2-16,-4 3-4 0,-3 1 3 16,-6 1-4-16,-4 2-1 0,-2 4 0 15,-3 5-2-15,-1 4 1 0,-1 6-4 16,-5-1 5-16,2-1 3 0,-2-1-3 0,0-6 4 16,3-1-5-16,2-4-1 0,4-4 1 15,3-3-1-15,1-9 1 0,0-7 0 0,5-9 0 16,-1-9 2-1,6-8 5-15,-17-9 0 0,35-8-2 0,0-8 1 0,0-6-7 16,-3-4 1-16,-1-1 0 0,-2 0 2 16,-3-2-2-16,-4 3 2 0,-5 2 1 0,-2 4 2 31,-5 7 1-31,-10 13 0 0,0 0 0 16,0 0-2-16,0 0-2 0,1-2-1 15,-2 2 0-15,-19 15 1 0,1 9 0 0,0 7 0 16,1 8 1-16,0 11-2 0,1 12 1 15,-1 10-2-15,1 7 4 0,-2 6-5 16,-1 3 4-16,0 3-4 0,2 3-3 0,2 5 2 16,5 1-1-16,3-1 3 0,5-2-1 15,3-5 2-15,2-2 2 0,2-2 1 0,2-2 0 16,1-2 0-16,3-4-2 0,-1-5 0 16,-3-6-2-16,-3-5 2 0,-3-6-4 15,-5-6 2-15,-3-5 1 0,-7-7-6 16,-2-1 0-16,-8-6 0 0,-4-4 0 0,-4-2 4 15,-3-3 2-15,-4-2-3 0,-5-7 0 16,-3-6-3-16,0-8-2 0,1-5-2 0,2-5-3 31,7-2-3-31,1-3-5 0,9 4-10 16,6-5-13-16,22 15-30 0,-18-20-46 16,12 0-92-16,6 20-40 0</inkml:trace>
  <inkml:trace contextRef="#ctx0" brushRef="#br0" timeOffset="21282.15">32607 3530 600 0,'-7'-39'46'0,"-2"3"-9"0,-1 6-4 16,0 7-1-16,-4 6-13 0,14 17-5 31,0 0-6-31,0 0 0 0,0 0 1 0,-17 18 2 16,3 9 0-16,4 11-1 0,1 14 0 16,4 10-3-16,5 8 2 0,3 6 1 0,4 3-2 15,-2 1 0-15,3 5-2 0,1 3-5 16,2 5 2-16,-2 2-5 0,-1-1 10 15,5-2 1-15,-4-9-3 0,-3-8 5 16,-2-10-12-16,-4-9 0 0,0-8-4 0,-1-5-1 16,-5-8 2-16,-1-5-1 0,-2-6 6 15,-4-4 0-15,1-6-1 0,0-3-1 16,12-11 0-16,-24 7-3 0,1-4-6 0,-1 0-7 16,2-6-16-16,22 3-26 0,-30-9-46 15,6-3-107-15,-2 0-58 0</inkml:trace>
  <inkml:trace contextRef="#ctx0" brushRef="#br0" timeOffset="21533.22">32408 4175 694 0,'0'0'50'0,"0"0"-11"16,0 0-6-16,0 0-6 0,-2-1-8 15,1 1-4-15,1-1-2 0,0 1-5 0,21-7-1 16,7 3-3-16,7 1-2 0,10 0 4 16,9 0-1-16,9 1-2 0,5-1 1 15,-2 2-6-15,-4-1-1 0,-7-1 0 16,-3 0-2-16,-11 0-3 0,-8-2-1 0,-11 2-6 16,-22 3-6-16,0 0-15 0,0 0-32 15,0 0-93-15,1-1-118 0,-20-22 16 0</inkml:trace>
  <inkml:trace contextRef="#ctx0" brushRef="#br0" timeOffset="87549.04">3784 5537 544 0,'-13'-24'57'0,"4"4"-8"0,-2 0-7 0,1 7-10 16,10 13-12-16,0 0-9 0,0 0-7 16,-19 7-1-16,3 19-2 0,3 17 1 15,-3 16-2-15,0 12 1 0,2 11 3 16,-2 9-3-16,-3 8 1 0,3 10-2 0,-4 10-5 16,0-1 4-16,1-1 2 0,-3-9-1 15,3-13 2-15,3-13-2 0,3-15-1 0,5-17 2 16,-1-17 1-16,6-10 4 0,3-23 1 15,0 0 0-15,0 0 0 0,0-41-6 16,6-9-1-16,0-8 0 0,2-5-4 16,1-10 4-1,1-9-2-15,0-12 1 0,-1-7 4 16,0-5-3-16,-2 0-3 0,4 7 1 16,-2 12-1-16,3 13 3 0,-1 19 1 0,4 15-3 15,-1 14 1-15,5 13 0 0,4 11 0 16,3 12 2-16,3 12 0 0,4 10 2 15,2 10 5-15,3 8-4 0,-5 8 5 16,4 9-3-16,-5 7-4 0,3 10 2 0,-6 6-4 16,-4 3 1-16,-4 0 2 0,-5-4-2 15,-4-7 3-15,-5-7-3 0,-1-10-2 0,-2-10 2 16,-3-13-2-16,-1-7 1 0,-1-11 1 16,1-24-1-16,0 0 1 0,0 0 1 15,0 0-2-15,-2-1-4 0,2 1-12 16,-2 0-22-16,2-2-50 0,-9-28-124 0,-1-6-55 15</inkml:trace>
  <inkml:trace contextRef="#ctx0" brushRef="#br0" timeOffset="87732.22">3435 6568 665 0,'0'0'33'15,"-2"2"4"-15,4-2-1 0,20-10-14 0,10-2-2 16,16-5-13-16,8 2-1 0,8 2-4 16,1 2-2-16,0 3-6 0,-3 2-10 15,-3 6-31-15,-7-3-69 0,-8 2-156 16,1 5 1-16</inkml:trace>
  <inkml:trace contextRef="#ctx0" brushRef="#br0" timeOffset="87999.04">4459 7061 748 0,'16'-19'45'0,"3"-1"-6"0,-3-3-9 0,4 2-7 15,-3-1-5-15,-2 6-3 0,2 2-5 16,-5 3-3-16,-12 11-3 0,0 0-3 15,0 0-1-15,23 10-1 0,-10 9 0 16,-3 8 1-16,-7 10-1 0,-6 5 1 0,-4 7 3 16,-6 3-4-16,-4 1 1 0,-1-1-6 15,-2-1-10-15,4-5-5 0,2-3-14 0,-1-7-18 16,8 0-51-16,4-4-120 0,3-32-49 16</inkml:trace>
  <inkml:trace contextRef="#ctx0" brushRef="#br0" timeOffset="88316.53">5677 6078 762 0,'0'0'33'0,"7"-22"3"15,-7 22-4-15,6-17-12 0,-6 17-7 0,0 0-6 16,0 0-3-16,0 0 1 0,13 8 0 16,3 11-1-16,-6 8 0 0,3 11-1 15,-3 9-2-15,-3 7 3 0,-1 6-5 16,-1-1 2-16,-4-1-2 0,-1-3 0 0,0-3 4 16,0-5-4-16,0-6 4 0,0-6-3 15,0-7-2-15,0-7-1 0,0-21-3 0,0 0-3 16,7 21-7-16,-7-21-6 0,0 0-12 15,0 0-25-15,0 0-62 0,0 1-130 16,3-2-18-16</inkml:trace>
  <inkml:trace contextRef="#ctx0" brushRef="#br0" timeOffset="88765.53">5474 6035 666 0,'0'0'47'0,"0"0"1"16,0 0-8-16,8-19-10 0,10 3-8 0,9 2-4 16,10 5-3-16,8 0-2 0,10 3-3 15,4 3-2-15,2 3-3 0,1 3-2 0,3 5 1 16,-3 4-3-16,-1 3 0 0,-5 4-2 16,-6 1 0-16,-7 6-1 0,-10 3 1 15,-8 6-3-15,-12 5 1 0,-10 4-1 16,-12 1-2-16,-8 0 1 0,-7-2 1 0,-6-5 0 15,0-3 5-15,-5-6-4 0,6-8 4 16,3-6-1-16,6-5 0 0,20-10 3 0,0 0 0 31,0 0 0-31,0 0-2 0,0-2 0 16,19-16-3-16,4 1 3 0,9 4 0 16,4 3 0-16,3 6 2 0,0 5-1 15,7 5 1-15,-1 5 0 0,3 5 2 0,-3 4-1 16,1 6 0-16,-4 3 3 0,-6 6-4 15,-1 3 2-15,-8 0-4 0,-7 1-1 0,-8 0 0 16,-9 1 0-16,-9-2 0 0,-10 2 0 16,-7-4 1-16,-7-1-2 0,-8-5 0 15,-5-4-1-15,1-6-1 0,-3-5-5 16,6-6-5-16,4-3-10 0,0-8-15 0,8 2-38 16,-2-7-110-16,6-7-99 0,7-1 14 15</inkml:trace>
  <inkml:trace contextRef="#ctx0" brushRef="#br0" timeOffset="89999.02">8451 6730 620 0,'-24'-28'49'16,"4"0"-10"-16,-3-1-6 0,4 2-4 15,-3 1-12-15,1 4 1 0,0 3-9 0,1 6 1 16,0 5-4-16,20 8-2 0,-30 6 1 16,1 12-7-16,0 11 5 0,-1 9-4 15,-1 9-2-15,1 6 3 0,2 6-2 16,2 4 0-16,6-3 0 0,5-3 1 0,4-7-1 16,8-8 3-16,6-10-3 0,0-8 2 15,8-8-1-15,-11-16 2 0,24 0 1 0,2-10 0 16,1-9 0-16,2-9-2 0,4-5 1 15,1-10-2-15,-1-4 4 0,-1-3-3 16,-2-3 3-16,-1 3-2 0,-2 4 1 16,-4 7-3-1,-4 7 1-15,-4 8-1 0,-5 9 0 16,-10 15 0-16,0 0-1 0,20 7 2 16,-3 10 0-16,-5 7 0 0,1 5 0 0,0 6 1 15,-1 4-1-15,-2 4 1 0,3 2-1 16,-3 1 1-16,6-5-1 0,-2-3 1 15,5-8 0-15,0-4 1 0,3-8-1 16,1-6 0-16,0-4 0 0,-3-8 1 0,3-6 0 16,2-4 0-16,-2-7 0 0,-1-8-2 15,-1-7 1-15,-2-8-1 0,-6-8 1 0,-1-5-2 16,-4-3 2-16,-6-1-2 0,-4-2 2 16,-5 2 1-16,-3-1-6 0,-2 4 4 15,-2 7-2-15,4 12 1 0,-2 12 1 16,12 23-1-16,0 0-2 0,0 0 3 0,-23 12-1 15,9 9 1-15,5 4 0 0,9 0 0 16,4 0 4-16,8-1-3 0,2-1 7 0,9-4-3 16,5-3 2-16,7-4 2 0,7-5 1 31,8-2 1-31,5-3-2 0,7-4-1 16,0-1-2-16,-1 0-3 0,0 0 0 15,-7 4 0-15,-8 1-2 0,-9 1-1 0,-8 2 0 16,-6-1-1-16,-8 3 1 0,1 3 0 15,-6 4-1-15,-3 2 2 0,-4 4-2 0,-1 4 0 16,-5 3 1-16,-3 3-1 0,-3 1 0 16,3 3 2-16,-1-1-3 0,0-1 3 15,7-3-1-15,0-2 0 0,7-2-1 16,5-6 3-16,2-2-3 0,8-5 1 0,7-5 1 16,7-4-3-16,7-6 3 0,8-5-2 15,7-8 1-15,0-7 0 0,-1-5 0 0,0-6-3 16,-6-7 2-16,-1-3-2 0,-6-3 1 15,-6 0 0-15,-7-1 1 0,-12 1 0 16,-8 2-2-16,-2 6 4 0,-8 7-4 16,-2 8 5-1,1 24 0-15,-13-20-2 0,13 20 1 16,-23-8-1-16,-5 8 1 0,-5 8 0 16,-3 7 3-16,-3 6-3 0,0 7 4 0,1 4-5 15,5 3-1-15,4 4 0 0,7 6-1 16,9 5 3-16,8 4-2 0,9-1 1 15,6-1 0-15,6-7 0 0,10-4-1 16,9-8 3-16,6-5-3 0,6-7 0 0,9-7 0 16,5-8-2-16,10-8-1 0,7-8-5 15,4-5-10-15,-5-10-16 0,7 1-33 0,-13-11-58 16,-8-6-152-16,-2 2 13 0</inkml:trace>
  <inkml:trace contextRef="#ctx0" brushRef="#br0" timeOffset="90800.09">11429 6560 606 0,'-11'-22'65'0,"-2"2"-19"16,13 20-7-16,-10-15-11 0,10 15-9 15,0 0-9-15,0 0-4 0,0 0 3 0,-19 19-3 16,4 12 5-16,0 6-5 0,-3 8-1 15,1 5-2-15,1 4-4 0,-1 4 2 16,3 1-4-16,3-2 3 0,7-6-2 16,5-4 2-1,9-8-1-15,3-7 1 0,6-6-2 16,3-7 2-16,5-9 0 0,5-7 1 16,4-9 0-16,6-8-1 0,0-6 1 0,1-5-1 15,-4-7 1-15,-5-6-2 0,-7-4 4 16,-8-6-3-16,-9-3 1 0,-10-2-2 15,-11-4-1-15,-10 1-1 0,-9 0-2 16,-8 0 4-16,-4 1-2 0,-4 7 2 0,-6 7 2 16,-3 10-1-16,-6 15 0 0,-2 10 2 15,1 10-2-15,5 7 1 0,11 2-1 0,11 4 0 16,12 2-1-16,17-3 2 0,12 1 0 16,14-4 0-16,15-1 0 0,16-4 1 15,19-5-2-15,13-4 0 0,19-5 0 16,7-5-2-16,11-2 1 0,3-4-1 0,-6-1 0 15,-4-4-2-15,-9-2 1 0,-9-5-3 16,-9-6 5-16,-15-6-2 0,-15-6 2 0,-17-6 0 31,-14-5 2-31,-15-1-1 0,-10 2 4 16,-9 2 0-16,-4 5-3 0,-7 9 8 16,-3 8-4-16,-2 8 7 0,2 8 2 15,1 5-1-15,2 6-3 0,20 6-4 0,0 0-2 16,-22 6-1-16,8 6-1 0,8 8 2 15,6 6 3-15,10 10-4 0,6 8 4 0,3 11-5 16,4 13-1-16,0 16 2 0,0 13-3 16,-4 12 3-16,-2 8 0 0,-3 6-1 15,0 6-3-15,-4 0 3 0,3-1 0 16,-1-7-1-16,-2-10 3 0,-1-8-4 0,2-7-4 16,-2-12 2-16,-2-6-4 0,0-10-1 15,-3-11-4-15,-2-12-3 0,-2-8-6 0,-5-13-7 16,0-3-8-16,5-21-23 0,-12 17-41 15,-6-9-91-15,-3-13-71 0</inkml:trace>
  <inkml:trace contextRef="#ctx0" brushRef="#br0" timeOffset="92799.92">12349 6620 681 0,'26'-25'49'0,"7"5"-1"0,2 4-16 16,6 2-2-16,5 3-10 0,3 7-3 0,5 2-4 16,-1 5-3-16,-3 4 0 0,-3 3-7 15,-6 5 3-15,-6 3-7 0,-8 4 0 0,-7 2 0 16,-8 3-2-16,-10 4 2 0,-12 2 0 16,-9 3-2-16,-11 2-4 0,-13 1-1 15,-5-3-5-15,-12-4 3 0,-5-3 2 16,-5-8 3-16,-1-7 3 0,3-7 1 0,4-7 0 15,11-3 2-15,9-4 0 0,10-1 2 16,13 2 0-16,21 6-2 0,0 0 0 0,0 0-1 16,23-10 1-16,12 8 0 0,12 3 0 31,7 5 1-31,6 3-1 0,5 2 1 16,3-1 0-16,4 0-1 0,2-4-1 0,3-5 1 15,-1-4-2-15,1-3 1 0,-2-3-1 16,-6-5 0-16,-5-6 2 0,-8-2-1 15,-7-8 2-15,-11-2-3 0,-8-3 2 0,-9-2-2 16,-5-1 2-16,-6-2-2 0,-6-3 2 16,-1 0-1-16,-7 1-4 0,-2 4 5 15,-1 8-5-15,-1 7 4 0,8 23 0 16,-12-15 0-16,12 15 0 0,0 0 0 0,-28 12-1 16,5 6 0-16,0 8 4 0,1 6-4 15,6 4 4-15,2 4-3 0,5 3-1 0,3 2 1 16,6 0-1-16,3 1 1 0,6-4 1 15,5-2-1-15,5-5 0 0,7-8 1 16,6-6-3-16,3-7 3 0,1-7-1 16,4-7 0-1,2-6 1-15,0-6-1 0,0-7 1 16,-6-6-1-16,-3-5 1 0,-4-2-1 16,-4-5 1-16,-5-2-1 0,-1-2 1 0,-3-1-1 15,-5 0 1-15,0 3-1 0,-3 4-3 16,-2 7 6-16,0 8-6 0,-6 20 4 15,0 0 1-15,10-12-2 0,-10 12 6 16,17 5-2-16,-1 6 4 0,4 6-3 16,2 1-2-16,1 2 2 0,3-1-2 0,2 3-1 15,-1-1-1-15,1 2-1 0,-1-2 0 16,2 2-1-16,0-4 1 0,0 0 0 0,0-4 1 16,0-4-1-1,1-2-1-15,0-2 0 0,2-4-1 0,1-3 2 0,-1-4-1 0,0-6 0 16,-2-1 1-16,1-6-1 0,-1-5 2 15,-1 0-2-15,0-4 2 0,-4-1-2 16,-2-1 1-16,-2 2 0 0,-1 2 1 0,-2 1 1 31,-2 3-4-31,-3 4 5 0,-3 2-5 16,-10 14 3-16,13-12 2 0,-13 12 0 16,0 0 0-16,0 0 0 0,0 0-3 0,-1-1 0 15,1 1-1-15,1 0-1 0,-1 1 5 16,-10 25-6-16,0 1 6 0,0 1-4 15,-2-1-1-15,4 2 0 0,0 1-2 0,2 1 1 16,5-3-2-16,2-1 0 0,4 0-1 16,2-8 0-16,5-1-1 0,4-4 1 15,4-6-1-15,2-7 3 0,4-6 0 0,0-5 3 16,1-3 1-16,-1-4-1 0,-4-3 2 16,1 0-1-16,0-2 2 0,-7-3 0 15,-2 2 0-15,-2 1-1 0,-1 2 2 0,-2 3-1 16,-9 17 2-16,9-17-1 0,-9 17-2 15,0 0 0-15,0 0-1 0,0 0 0 16,3-1 1 0,-2 1-1-16,1 0-1 0,18 9 2 0,-4 3-2 0,-5 3 2 0,1 2-1 31,-1 3 0-31,0 0 0 0,-1-2 0 16,1 1 0-16,1 0 0 0,1-1-1 0,1 0 2 15,5-3 0-15,0-3 0 0,6 1 0 16,2-9 0-16,-1-2 0 0,4-4 0 15,-2-7 0-15,-1-3-1 0,-2-3 2 0,0-8-2 16,-2-3 2-16,-3-3-1 0,-4-6 1 16,0-1-2-16,-6-7-3 0,-3-5 4 15,-2-7-5-15,-4-7 4 0,-2-9 1 0,-2-7-3 16,-3-5 3-16,0-1-2 0,0 5-2 16,-2 10 3-16,0 11-3 0,1 14 5 15,0 14 1-15,0 11-1 0,7 19-2 0,0 0-1 16,0 0 0-16,0 0 1 0,-5 24 6 15,4 8-5-15,2 8 4 0,5 7-6 16,1 8 0-16,-1 8 1 0,4 10-2 0,0 5 5 31,-1 2-1-31,-2 2-2 0,-2-1 3 16,-1-3-5-16,-1 0 0 0,-3 1 3 16,5-3-3-16,1-6 2 0,2-10-2 0,3-11 2 15,4-13 0-15,-1-10 0 0,3-9 2 16,2-10 0-16,-19-7 0 0,25-4 0 15,-5-8-1-15,-3-6-1 0,-8-7 1 0,-2-5-2 16,-5-7 1-16,-5-5 0 0,-4-4 0 16,-5 1-1-16,-1 1 1 0,-3 4 0 15,2 7 2-15,-1 5-2 0,1 9 2 0,5 3-2 16,9 16 1-16,0 0-1 0,0 0-1 16,0 0 0-16,-1-1 0 0,2 1 0 15,22 3 2-15,6 2-1 0,7 1 1 0,3 0 0 16,6-3-1-16,6 0 1 0,2-1-2 15,2-2 1-15,-3-2 0 0,-1 2 0 16,-6-2 1 0,-5-1-2-16,-10 0 2 0,-6 0-2 15,-24 3 1-15,20-2 0 0,-20 2-1 16,0 0 1-16,0 0-1 0,0 0 1 16,0 1 0-16,-7 25 1 0,-9 1-1 0,-2 3 0 15,0 4-1-15,-2 2 1 0,1 5-1 16,1 0 2-16,5 2-3 0,4-4 3 15,4-4-2-15,5-5 1 0,8-4-1 0,3-5 1 16,3-3 0-16,5-4 0 0,4-4 2 16,4-7-2-16,5-5 0 0,3-6-1 15,0-4 0-15,-3-5 1 0,-5-4 0 0,-4-4 2 16,-4-4-1-16,-6-6-2 0,-7-7 1 16,-6-1-1-16,-5-6 2 0,-2 1-1 15,-4-1 2-15,0 4-2 0,0 5 1 0,4 3-2 16,1 10 3-16,0 9 0 0,6 18 0 15,0 0 1-15,0 0-4 0,0 0 1 16,0-2 0-16,2 2 2 0,19 14-2 0,4 6 3 16,4 1-3-16,3 3 1 0,5 4 0 31,4 2-1-31,2 4-2 0,2 2 3 16,-2 3-2-16,0 2 0 0,-5 0 0 0,-5-3-2 15,-7-3-1-15,-8-4 1 0,-5-4-2 16,-9-4 0-16,-4-23 1 0,-6 19 1 15,6-19 2-15,-18 9 2 0,18-9 1 0,-25-6 1 16,6-7 1-16,6-7 0 0,6-7 0 16,7-7-2-16,7-5 2 0,11-4 0 15,6-4 0-15,11-3-1 0,5 2 0 0,8-3-5 16,3 4 3-16,5 6-2 0,0 8-3 16,-1 9 5-16,-5 9-7 0,-6 7 4 15,-4 9 2-15,-7 6-9 0,-3 4-1 0,-7 3-15 16,-2 4-22-16,-13-2-38 0,1 3-98 15,-3 5-93-15</inkml:trace>
  <inkml:trace contextRef="#ctx0" brushRef="#br0" timeOffset="93166.78">17593 6531 798 0,'18'-13'43'0,"-6"2"-11"16,-12 11-12-16,0 0-10 0,0 0-9 15,0 0-1-15,1 2-1 0,-32 4 4 0,0 9-2 16,1 8 1-16,0 5-4 0,1 6-1 16,4 1 1-16,5 3 0 0,5 1 1 15,11 2 0-15,7 3 1 0,8 2-1 0,5-1 3 16,9-1-3-16,2-1 2 0,5-4 0 15,1-3 0-15,4-2-1 0,-1-4 0 16,3-2 5-16,-3-1-6 0,-3-2 6 0,-4-5-5 31,-9-3-1-31,-7-3 1 0,-13-14 1 16,0 0 1-16,-17 15 0 0,-6-7 0 16,-13-5-1-16,-3-5 0 0,-5-3-1 0,-2 1-2 15,0-2 1-15,0-2-3 0,2 4-8 16,-1-4-15-16,9 7-30 0,-4-4-75 15,2 2-160-15,7 3 17 0</inkml:trace>
  <inkml:trace contextRef="#ctx0" brushRef="#br0" timeOffset="93366.58">18379 7084 933 0,'12'-23'22'0,"-3"2"-6"16,-3 3-8 0,-6 18-5-16,6-20-4 0,-6 20-6 15,0 0-8-15,0 0-19 0,0 0-45 16,-1-2-182-16,-29 7-42 0</inkml:trace>
  <inkml:trace contextRef="#ctx0" brushRef="#br0" timeOffset="94799.74">21400 6345 626 0,'-3'-23'36'16,"-7"6"-9"-16,-4 7-10 0,-11 4-4 0,-10 7-2 0,-11 6-3 15,-13 10 1-15,-13 9-2 0,-8 8 1 0,-7 5-2 16,0 5 0-16,5 5 2 0,5 2-4 31,6 2 3-31,8-1-5 0,9-7 1 16,15-5-3-16,16-8 0 0,13-8 0 16,16-6 0-16,11-4 4 0,15-8-1 0,17-3 1 15,10-4-1-15,12-3-2 0,7 3 0 16,3 2 0-16,5 4 0 0,-4 5-1 0,-7 6 0 15,-8 3 0-15,-9 6-2 0,-12-1 2 16,-13 2 0-16,-11 0 1 0,-9 1 0 16,-13 1 1-16,-14 0 1 0,-11-1 0 15,-16 1-2-15,-9-4 2 0,-11 1 1 0,-10-3-4 16,-3-2 5-16,2-5-6 0,1-4 1 16,11-7 0-16,9-4 0 0,6-3-1 0,12-1 0 15,8-4-2-15,11-1-18 0,14 9-7 16,0 0-24-16,6-33-19 0,12 10-25 15,4 3-45-15,7-2-72 0</inkml:trace>
  <inkml:trace contextRef="#ctx0" brushRef="#br0" timeOffset="95882.29">21477 6841 704 0,'0'0'50'0,"0"0"-13"0,0 0-16 16,0 0-10-16,-2-2-7 0,2 1-6 16,0 1 2-16,2 0 1 0,-1 0-1 0,12 23 1 15,-3 2-1-15,-1 2-2 0,-1 0 3 16,-2 0-1-16,0-3 0 0,0-1 2 16,-2-3-3-16,-4-20 0 0,6 19 0 15,-6-19-2-15,0 0 3 16,0 0 1-16,0 0 0 0,22-4-1 0,-1-11 0 0,2-9-1 15,2-10 1-15,-2-7 1 0,3-5-1 0,-1 0 2 16,-1 2-2-16,-3 7 2 0,-1 9-2 31,-3 8 1-31,-4 8-2 0,-13 12 0 16,0 0 1-16,23 2-1 0,-6 9 2 16,-5 6-1-16,-1 4 0 0,-3 5 2 0,-1 1-2 15,-1 3-1-15,-1 2 2 0,-1-1-4 16,2 1 4-16,2-2-1 0,1-3 1 0,1-2-1 15,2-4 0-15,-1-6-2 0,-11-15 3 16,18 11 0-16,-18-11 0 0,30-2 2 16,-2-9-2-16,1-7 0 0,1-8-1 15,2-6 0-15,0-7 0 0,2-5 1 0,4-5-1 16,1-1 2-16,3 0-2 0,7 1 1 16,3 6-1-16,-3 6 0 0,-4 10 1 0,-9 10-1 15,-4 11-2-15,-6 6 1 0,-3 8 0 16,-3 5 0-16,-4 4 1 0,-4 3-1 15,-3 1 1-15,-4 3 0 0,1 1 0 16,-5-1 0-16,-1-24 0 16,-4 29 0-16,-1-9 1 15,5-20-1-15,-9 15 1 0,9-15 1 16,0 0 1-16,0 0-1 0,0 0 1 0,1 1-2 16,-25-7-1-16,6-6 1 0,2-5-1 15,2-4 0-15,0-3 0 0,0-1 1 16,-1-2-2-16,0 3 1 0,-2 3-1 15,1 2 1-15,-2 9-2 0,18 10 1 0,-31 3 0 16,-1 11-1-16,0 5 1 0,0 9-1 16,2 4 2-16,4 4-2 0,7 2 3 0,6 3-1 15,7 1 0-15,8 1 1 0,6-2 0 16,11-5-1-16,7-5 2 0,7-6-2 16,5-5 2-16,7-8 0 0,0-7-1 15,2-8 1-15,3-6-2 16,0-8 1-16,-1-6-1 0,0-7 1 0,-1-7-1 0,-4-3 1 15,-4-6-2-15,-3-1 2 0,-6-2-2 0,-6-1 2 16,-2-4-2-16,-5-7-3 0,-4-3 3 31,-4-4-3-31,-3 1 3 0,-4 5 4 16,-3 7-2-16,1 14 2 0,-1 12-2 16,0 29 1-16,0 0-2 0,0 0 0 0,0 0 3 15,-1-1 0-15,1 42 2 0,1 3-2 16,2 1 1-16,3 4-3 0,1 1 1 0,3 3 3 15,-3 3-3-15,1 2 3 0,-2 1-4 16,-1 4-3-16,-2-3 2 0,-3 2-3 16,0-4 2-16,1-8 0 0,1-9 0 15,1-11 1-15,-3-30 0 0,4 19 1 0,-4-19 1 16,0 0 0-16,22-11-1 0,-2-10 1 16,2-11-2-16,2-9 2 0,1-6-1 0,1-2 1 15,3-1-2-15,2 3 2 0,0 8-2 16,0 7 1-16,-2 11 0 0,-2 10 1 15,0 10 2-15,1 6 0 0,2 9 1 16,1 6-1-16,-1 4-1 16,-1 5-2-16,0 3-1 0,-2 1 0 0,-1 2 0 0,-2-1-1 31,-1 1-1-31,0-2-6 0,0-6-8 0,0 0-18 16,-4-10-35-16,7-3-127 0,1-3-93 15</inkml:trace>
  <inkml:trace contextRef="#ctx0" brushRef="#br0" timeOffset="96182.25">24713 6171 777 0,'11'-24'46'0,"4"2"-9"16,2-1-9-16,6 3-8 0,1 4-3 0,2 3-5 0,0 4-2 15,0 4-3-15,-3 7-3 0,-3 3-2 0,0 8-1 16,-4 9-1-16,0 8 0 0,-6 11 1 31,0 7-3-31,-5 9 2 0,-2 5-1 16,0 1 2-16,-3 3 3 0,-2-1-4 16,1-1 2-16,-2-2-5 0,0-4-1 0,1-5 1 15,2-6-3-15,0-6-1 0,3-8-5 16,0-8-3-16,2-6-6 0,-5-19-5 0,10 13-13 15,-10-13-24-15,0 0-57 0,20-7-110 16,-5-11-32-16</inkml:trace>
  <inkml:trace contextRef="#ctx0" brushRef="#br0" timeOffset="97165.66">25116 6123 722 0,'12'-14'53'0,"-12"14"-12"0,19-12-9 16,-19 12-10-16,22-8-8 0,-22 8-4 15,27 5-1-15,-2 7-3 0,-2 10 0 16,-1 6-2-16,-1 11 0 16,-1 6-2-16,-2 7-1 15,-1 2-1-15,-4 1 3 0,-2 0-1 16,-2-1-2-16,-3-1 2 0,-1 0-5 0,-1 1 1 16,0-4 0-16,0-5-2 0,1-4-1 15,2-4-2-15,0-12 0 0,2-5 0 16,-9-20 3-16,11 12 3 0,-11-12 1 15,19-4 1-15,0-13-1 0,1-8 1 0,-1-5-2 16,3-6 2-16,-2-2 0 0,2-5 0 16,0-1-2-16,2-1-2 0,1 4 3 0,-2 7-4 15,-3 9 5-15,-1 10 0 0,-19 15-1 16,0 0 0-16,26 7-1 0,-9 10 6 16,-1 4-6-16,-6 6 5 0,1 2-3 15,-2 2-2-15,0-1 2 0,0 0-1 16,2 0 0-16,2 1-1 0,3-2 2 0,2 0-1 15,5-2 0-15,3-3-2 0,6-5-1 0,2-6 1 16,5-4 0-16,6-7-2 0,2-5-1 31,0-8 0-31,-2-9-1 0,-2-5 5 16,-5-6 0-16,-3-3 2 0,-6-5 1 16,-5 0 0-16,-3 0-1 0,-4 2 2 0,-3 4 0 15,-1 2-3-15,-5 7 7 0,-4 6-6 16,-4 18 4-16,0 0-1 0,0 0-4 0,-10-17 1 15,10 17-1-15,-31-1 0 0,-1 5 1 16,-1 10 2-16,-2 4-6 0,2 5 5 16,0 1-4-16,5 3-2 0,2 2 1 15,5 0-5-15,2 1-1 0,6 0-5 16,4-5-2-16,8 0 1 0,1-25 2 0,14 20 2 16,7-6 3-16,3-8 3 0,2-4 1 0,5-7 3 15,1-2 0-15,2-5 2 0,-1-4 0 16,2-3 1-16,0-6-2 0,-2-2 3 15,0 0-2-15,-1 2 2 0,-3 4-1 16,-3 6 0-16,-1 6-1 0,-8 4 1 16,-17 5 1-16,23 9 0 0,-4 5 4 0,-5 4-1 31,1 5 2-31,-4 4-2 0,3 4-2 0,-2 1-1 16,2 0 0-16,1 0-3 0,0-2 2 15,2-2-2-15,1 1 1 0,3-4 0 16,2-4 0-16,2-4 1 0,1-5 1 15,3-6-2-15,1-8 1 0,4-5-1 0,-1-7-1 16,0-7 1-16,-5-9 0 0,-1-9 0 16,-2-4-2-16,-2-8 2 0,-3-2-3 0,-4-6-2 15,0-6 4-15,-5-7-2 0,0-5 2 16,-3-3 1-16,-4 1-3 0,1 9 5 16,-4 15 0-16,1 17 4 0,-2 15 2 15,0 23-5-15,0 0-3 0,0 0-1 16,0 0 0-16,-8 28 1 0,3 13 1 0,-1 11-2 15,5 5 1-15,2 4-1 0,2 0 1 0,0 1 2 16,-1 0-2-16,1 0 2 0,2 2-4 31,1-1 0-31,2-1 2 0,5-5-2 16,3-2 1-16,6-10 0 0,4-8 1 16,4-12-3-16,2-8 0 0,6-6-6 0,1-9-9 15,7-5-11-15,-4-11-17 0,1-3-33 16,-11-12-68-16,-17-9-121 0,3-4 16 0</inkml:trace>
  <inkml:trace contextRef="#ctx0" brushRef="#br0" timeOffset="97348.84">27648 6327 640 0,'0'0'60'16,"22"10"4"-16,9-2-16 0,10-2-11 0,9-2-11 15,9 1-5-15,5-4-4 0,5 1-5 16,0-4-5-16,-2-2-3 0,-8-2-3 15,-8-2-1-15,-11-3-1 0,-9 1-3 16,-8-1-11-16,-13-3-17 0,-10 14-37 16,-15-19-63-1,-20 4-162-15,-11 7 14 0</inkml:trace>
  <inkml:trace contextRef="#ctx0" brushRef="#br0" timeOffset="97532.02">24756 6102 784 0,'26'-17'33'0,"18"2"-4"0,18 1-10 16,16 4-8-16,10 2-6 0,8 4-4 16,3 4-3-16,1 2-6 0,-1 1-19 15,6 8-68-15,5 0-196 0,-5-5 1 16</inkml:trace>
  <inkml:trace contextRef="#ctx0" brushRef="#br0" timeOffset="98316.62">8067 8131 607 0,'0'0'46'16,"-9"-20"-3"-16,9 20-5 0,-9-22-6 16,3 4-7-16,6 18-5 0,-5-26-6 15,1 6 0-15,4 20-2 0,0 0-3 16,-6-23-3-16,6 23-3 0,-14-13-4 0,-4 5 0 15,-11 8 0-15,-12 5-1 0,-13 4 1 0,-18 3-2 16,-15 5 2-16,-8 2-1 0,-11 1 1 31,-7 3 0-31,-1-1 1 0,-3 0-1 16,4-4 0-16,19-5 1 0,20-5 0 16,21-6 2-16,19-4 1 0,14-2 0 0,20 4-1 15,0 0 0-15,8-25-1 0,10 6 2 16,10 6 1-16,8 8 0 0,3 9 4 0,6 10-3 15,-2 11 1-15,-1 15-1 0,-4 10 0 16,-8 9-2-16,-4 5 2 0,-10 3 1 16,0 3-5-16,-9 1 3 0,-1 3-4 15,-2 5-2-15,-1 5 3 0,0 2-2 16,3-1 2-16,1-4 3 0,2-7-2 0,5-9 2 16,5-9-2-16,7-8-3 0,7-12 3 0,5-7-2 15,8-8-1-15,5-9 1 0,8-7-4 16,2-5-2-16,5-8-8 0,4 0-11 15,-5-7-17-15,4 3-39 0,-8-6-88 16,1-5-109-16,0 1 16 0</inkml:trace>
  <inkml:trace contextRef="#ctx0" brushRef="#br0" timeOffset="98765.61">8562 8565 741 0,'10'-24'51'0,"0"3"-13"16,-1 7-10-16,-9 14-9 0,0 0-6 0,10-12-6 16,-10 12-3-16,0 0-3 0,0 0 0 0,0 0 4 15,-3 30-5-15,-4 5 5 0,-5 5-5 16,-2 2-2-16,-2 2 1 0,-3 2-2 16,0 2 2-16,2 4-2 0,0 1 3 15,2-3-2-15,-1-6 1 0,0-9-1 16,5-9 1-16,2-9 0 0,9-17 2 0,0 0 0 15,0 0 0-15,0 0 1 0,10-41-1 0,3-9 0 16,0-7 0-16,3-5 1 0,-1-3-2 16,2-5-2-16,-4-3 4 0,6-2-4 31,-5-2 3-31,3 6 1 0,1 7-2 16,1 14 1-16,-2 16-1 0,-4 14 0 0,-13 20-1 15,20 4 1-15,-1 16 3 0,0 15-2 16,-2 10 3-16,2 7-3 0,-3 6 0 0,-2 1 4 15,1 0-3-15,-2 2 1 0,-3-1-2 16,4 0-3-16,-2-3 2 0,-2 0-2 16,0-6 3-16,-4-7-2 0,3-7 1 15,-3-10-1-15,-1-7 0 0,-5-20-2 16,0 0-1-16,0 0-6 0,0 0-7 0,0-2-18 16,0 2-32-16,0 2-62 0,0-2-130 0,-14-14-2 15</inkml:trace>
  <inkml:trace contextRef="#ctx0" brushRef="#br0" timeOffset="98932.17">8251 8840 645 0,'0'0'51'0,"0"0"7"0,0 0-7 0,-2 2-12 16,30-7-14-16,8-3-11 0,16-2-3 15,3-2-3-15,6-2-5 0,8 2-1 16,-1 0-2-16,0 3-6 0,-3 3-8 15,3 4-25-15,-7-3-60 0,-3 3-191 16,3 3 9-16</inkml:trace>
  <inkml:trace contextRef="#ctx0" brushRef="#br0" timeOffset="99131.97">9380 9077 793 0,'0'0'47'0,"-1"1"-10"0,1-1-13 15,-3 2-7-15,6 0-4 0,13 13-4 0,4 0-3 16,0 3-2-16,2 3-4 0,-3 5 0 31,-3 3 4-31,-1 3-5 0,-4 1 2 16,-7 0-5-16,-1 4-8 0,-6-2-8 16,2 0-16-16,-8-6-26 0,7 1-76 0,11-7-149 15,-9-23 14-15</inkml:trace>
  <inkml:trace contextRef="#ctx0" brushRef="#br0" timeOffset="99383.16">10174 8479 865 0,'0'0'21'0,"2"0"1"15,-1-2-3-15,2 2-4 0,22 9-2 16,-4 5-4-16,1 7-1 0,-3 4-1 15,-2 4-6-15,-1 2 3 0,-2 4-6 16,-3 3 1-16,-3 3 0 0,-2 2-1 16,0-1 0-1,-2 1-2-15,1-2 0 0,-4-4-8 16,2-7-4-16,0-5-9 0,-3-25-12 0,5 22-12 16,-5-22-13-16,0 0-45 0,0 0-118 15,0 0-28-15</inkml:trace>
  <inkml:trace contextRef="#ctx0" brushRef="#br0" timeOffset="99832.07">9736 8433 740 0,'0'0'53'16,"-12"-16"-14"-16,12 16-12 0,9-23-7 16,13 5-6-16,11 1-2 0,12 3-3 15,13 2 0-15,7 3-2 0,4 3 0 16,8 5-3-16,5 4-1 0,4 2 0 0,2 8-3 15,-4 0 0-15,-8 6-1 0,-14 0-2 0,-14 4 1 16,-14 3 1-16,-16 3 3 0,-12 4-6 16,-12 3 0-16,-14 3-6 0,-12 0-2 31,-8-1 2-31,-11 0 1 0,-4-2 5 16,0-2 0-16,2-9 2 0,5-5 1 0,9-6 1 15,13-7 2-15,26-7 2 0,0 0-1 16,0 0-1-16,0 0 0 0,6-16-4 0,14 0 3 15,10 3-1-15,7 2 0 0,2 4 2 16,4 2-1-16,0 5 0 0,2 5 1 16,3 4 1-16,-2 4 1 0,2 9 2 15,-2 5-1-15,-4 5 0 0,-7 3-2 16,-6 2-1-16,-9-1-2 0,-8 0 3 0,-9-1-4 16,-11 0 2-16,-9-3-1 0,-11-2 0 0,-9-1 6 15,-7-3-5-15,-5-4 4 0,-3-2-5 16,-4-5-2-16,-1-4 0 0,4-5-4 15,2-4-3-15,8-2-9 0,5-4-11 16,8 3-29-16,-2-8-67 0,3-3-160 16,12 0 10-1</inkml:trace>
  <inkml:trace contextRef="#ctx0" brushRef="#br0" timeOffset="100316.73">10930 8069 790 0,'0'0'36'0,"8"-26"-8"0,3 7-10 16,8 2-6-16,7 2-7 0,13 1-2 16,7 3-2-16,9 2 1 0,3 1-1 15,5 3-2-15,-1 2 1 0,-3 1-4 16,2 2 3-16,-8 0 0 0,-5 2 0 0,-6-1 2 15,-9 1-2-15,-3-1-1 0,-8 0 2 0,-22-1-1 16,0 0 1-16,0 0 3 0,0 0-1 31,15 8 1-31,-15-8 2 0,0 0 1 16,11 19 3-16,-4-1 0 0,2 6-1 16,0 5-2-16,5 9-1 0,2 9-2 15,3 9 1-15,2 8-2 0,1 6 2 0,1 2 2 16,-1 6-2-16,1 1 0 0,-1 3-2 0,0 2-2 15,-1 5 2-15,0-1-1 0,0 0 1 16,4-5 3-16,-1-4-4 0,-2-7 3 16,-2-5-4-16,-4-7 0 0,-6-4 0 15,-4-4-2-15,-4-5 2 0,-5-8-2 16,-5-7 3-16,-6-7-2 0,-6-7 1 0,-11-8 0 16,-9-5-1-16,-6-8-1 0,-8-7-1 0,-1-6-3 15,-4-6-4-15,2-5-6 0,1-1-9 16,7 2-17-16,5-2-33 0,17 9-98 15,8 5-114-15,6 0 18 0</inkml:trace>
  <inkml:trace contextRef="#ctx0" brushRef="#br0" timeOffset="100614.21">13095 8807 784 0,'0'0'27'15,"0"0"1"-15,0 0-2 0,6-22-9 16,4 9-5-16,6 4-3 0,7 1-2 16,9 2-1-16,6 0 0 0,6 3-2 15,4 0 0-15,4 0-1 0,2 0 0 16,1 0-1-16,1 0 0 0,-2 0-1 0,-7-2 0 15,-8 2-1-15,-8 2-1 0,-8-1 1 0,-23 2-2 16,0 0-3-16,0 0-3 0,0 0-8 16,1-1-10-16,-21 5-14 0,-3 10-24 31,-15-3-44-31,2 4-85 0,1 7-69 16</inkml:trace>
  <inkml:trace contextRef="#ctx0" brushRef="#br0" timeOffset="100782.38">13071 9072 703 0,'0'0'69'0,"0"0"-7"0,0 0-14 16,-2 2-14-16,4-2-9 0,27 3-7 15,4-3-4-15,7 0-4 0,2 1-5 16,4 1 0-16,1 0-3 0,-1-1-2 0,-4 1-1 16,2 1-2-16,-1 1-9 0,-4 1-10 0,3 2-30 15,-10-7-84-15,4 2-173 0,3 1 7 16</inkml:trace>
  <inkml:trace contextRef="#ctx0" brushRef="#br0" timeOffset="101382.35">15097 8203 625 0,'-19'-25'49'0,"-3"1"-6"16,9 8-1-16,0 0-5 0,13 16-6 31,-9-14-6-31,9 14-9 0,0 0-3 16,15-18-5-16,9 6-3 0,11 2-1 16,8 2-2-16,4 2-1 0,2 1 0 15,-1 1-1-15,-1-1 0 0,-3-1-1 0,-5 0 2 16,-3 0-1-16,-7-2 1 0,-6-1-2 0,-4 0 2 15,-6-1-1-15,-13 10 0 0,8-16 2 16,-8 16-1-16,0 0 1 0,0 0 1 16,-8-16 0-16,8 16 0 0,0 0 2 15,0 0-1-15,-22 10 0 0,5 10 0 16,5 10 2-16,4 10-3 0,6 9 2 0,4 9-2 16,6 12 2-16,2 8-2 0,6 2 0 0,-1 4 2 15,2 1-4-15,-2 2 1 0,-2-1 0 16,1-1-4-16,-1-5 3 0,0-7-1 15,-1-11 1-15,-2-10-3 0,1-11 2 16,-2-11-1-16,-2-9 0 0,-7-21 2 16,0 0-3-16,9 14-1 0,-9-14-4 0,0 0-5 31,0 0-9-31,0 0-17 0,-2 0-34 0,4-1-98 16,-1 1-124-16,-1 0 24 0</inkml:trace>
  <inkml:trace contextRef="#ctx0" brushRef="#br0" timeOffset="101616.05">14994 9285 755 0,'0'0'48'0,"0"0"-4"0,0 0-8 16,-2 0-8-16,1 0-7 0,-1 0-2 15,2-2-3-15,2 2-3 0,40-4-1 16,17 1-6-16,11-2-2 0,12 1-2 0,9-1-2 15,8-1 0-15,6 1 1 0,1 1-2 0,-2 1 0 16,-5 1-2-16,-8 2-3 0,-9-1-4 31,-9 1-4-31,-12 0-7 0,-12 0-5 16,-15-3-9-16,-8 4-24 0,-26-1-71 16,0 0-162-16,-15-10 12 0</inkml:trace>
  <inkml:trace contextRef="#ctx0" brushRef="#br0" timeOffset="102865.32">1424 5772 587 0,'-10'-48'32'0,"-4"1"-5"0,-4-1-3 15,-5 5-4-15,-9 3 1 0,-4 8-2 16,-10 8-4-16,10 9-5 0,5 9-4 0,1 6-5 16,8 9-3-16,-10 11 0 0,-4 11 0 0,-1 15 2 15,-1 12-3-15,6 13 4 0,3 10 2 16,0 6-5-16,-1 9 4 0,1 9-2 16,6 6-3-16,7 4 6 0,7-3-1 15,5-5-1-15,8-13 2 0,-1-12-4 16,7-11 1-16,5-9 4 0,5-8-1 0,3-12 2 15,9-12 2-15,1-10 0 0,5-12 1 0,8-11-2 16,2-11-1-16,5-9-4 0,2-10-2 16,3-7-1-16,4-5 1 0,-14-6 2 31,-9-3 1-31,-14-4-2 0,-11-7-3 16,-8-6 2-16,-18-10-3 0,-14-7 2 0,-3-3 3 15,-14 0 2-15,-5 4-3 0,-4 5 2 16,-13 7-2-16,10 6-4 0,7 13 4 0,1 12-1 15,9 17 0-15,9 12-1 0,6 13-1 16,4 14 1-16,2 11 0 0,-2 11 1 16,6 8 5-16,12 8-3 0,5 7 3 15,6 5-4-15,3 6-2 0,9 6 3 16,1 6-3-16,12 7 5 0,2 3 1 0,7 1-3 16,-4 1 2-16,2 4-8 0,0 2 0 0,4 3 3 15,8-1 2-15,-11-4 2 0,-10-6 1 16,-12-9-3-16,-17-5-3 0,-17-4 3 15,-13-4-2-15,-10-4 7 0,-12-8-3 16,-4-8 2-16,6-8 0 0,1-10-5 16,4-7-1-1,1-8 1-15,1-6-1 0,3-6-3 16,4-4-13-16,6-9-22 0,0 1-48 0,7-4-94 16,9-7-73-16</inkml:trace>
  <inkml:trace contextRef="#ctx0" brushRef="#br0" timeOffset="103298.71">1402 6034 641 0,'-4'-25'42'0,"17"1"0"15,0-4-9-15,10 3-2 0,3-1-12 0,9 3-1 16,4 3-5-16,4 7-5 0,5 4-3 31,1 6-3-31,-1 7-2 0,-5 7 1 16,-4 8 3-16,-4 9-7 0,-6 7 3 16,-3 7-4-16,-10 8 1 0,-12 8 6 15,-12 7-3-15,-11 3 4 0,-6 1-6 0,-4-7 2 16,0-7-2-16,-1-10 1 0,4-10 0 0,7-9 1 15,6-9 1-15,13-17 1 0,0 0 1 16,0 0-1-16,29-6 1 0,12-8-5 16,9-7 1-16,5-4-1 0,7-2 0 15,2-3 2-15,-2-2 1 0,5 2-1 16,-4-1 0-16,-5 4-2 0,-3 6 0 0,-13 3-3 16,-9 8-8-16,-8 4-8 0,-25 6-6 0,14 11-7 15,-8 9-5-15,-16 7-7 0,-2 8-12 16,-12 3-11-16,-5 4-22 0,-9 4-30 15,-14-3-76-15</inkml:trace>
  <inkml:trace contextRef="#ctx0" brushRef="#br0" timeOffset="103633.32">448 7829 628 0,'-33'16'53'16,"8"-9"2"-16,3 1-7 0,22-8-12 0,0 0-9 16,0 0-10-16,0 0-4 0,0 1-3 0,11-24-3 15,13-2 0-15,17-7-2 0,12-5 0 16,15-2-5-16,7-5 2 0,13-2-1 16,8-1 0-16,22 0-3 0,21 0 2 15,26 0-1-15,13 1 1 0,-6 1 0 16,-10 1-5-16,-22 1 3 0,-20 4-5 0,-20 3 8 15,-13 5 1-15,-21 3-1 0,-18 8 3 0,-16 6 1 16,-15 5 2-16,-17 9 0 0,0 0-4 16,0 0-2-16,0 0-3 0,0-2-1 31,-1 2-4-31,-27 7-10 0,11 4-21 16,-3 0-48-16,4 5-210 0,7 4 3 15</inkml:trace>
  <inkml:trace contextRef="#ctx0" brushRef="#br0" timeOffset="104583.39">639 1499 603 0,'-35'-1'9'0,"-23"-2"3"0,-14-8 3 0,-6-3 3 31,35-5-8-31,21-1-1 0,9-1-2 16,4 1-1-16,0 0 0 0,-2 2 1 15,11 18 1-15,-6-18-2 0,6 18-1 0,0 0-3 16,0 0-3-16,0 0-1 0,-26 8 0 0,7 8 0 15,2 13 0-15,2 14 1 0,1 13 27 16,4 14 2-16,1 4-1 0,6 2 1 16,-2 1-40-16,3 2-1 0,2-2 1 15,7 0-3-15,9-5 15 0,3-3-2 16,4-7 3-16,3-1 1 0,3-11 0 0,3-9 1 16,4-9 1-16,6-12-3 0,0-13 1 0,1-11 0 15,2-12-2-15,-3-10 1 0,0-7-1 16,-3-8 1-16,-4-6 1 0,-9-6 3 15,-5-4-2-15,-6 0 2 0,-1-1-20 16,-8-2 1-16,-10-6-1 0,-6-5 0 16,-5-11 16-1,-2-11 0-15,-2 1 0 0,-1 2 2 16,-9 8-1-16,3 10-1 0,0 8-3 0,1 9 0 16,8 11-1-16,-3 15-1 0,-2 11 3 15,-4 17-4-15,4 19 5 0,5 15 1 16,1 10-2-16,6 5 3 0,-3-1-5 15,4 6 0-15,6 8 1 0,6 9 0 16,3 9-1-16,7 3 2 0,-3 3 17 0,12-5 0 16,1-2 2-16,9-4-3 0,5 0-16 0,-2 2-1 15,3 0 1-15,2-3-1 0,2-6 6 16,0-8-4-16,-1-8 2 0,-11-2 7 16,-1-5-7-16,-6-5 7 0,-6-2-6 15,-8-3-3-15,-9-4 1 0,-9-2 0 16,-8 0-1-16,-3-1-2 15,-5-2 1-15,-1-3 0 0,-3 1 1 0,0-3-2 0,-3-6-4 0,2-2-12 16,1-12-24-16,2 1-55 0,-1-4-106 31,4-12-50-31</inkml:trace>
  <inkml:trace contextRef="#ctx0" brushRef="#br0" timeOffset="105000.04">924 1392 591 0,'0'0'8'0,"0"0"5"0,-2-2 5 0,4 2 4 16,-1 0 3-16,-1 0-4 0,25-6-3 0,-2-5-4 15,-1-5-7-15,-1-6-1 0,2-7-3 16,2-6-1-16,0-7-5 0,2-6 0 15,8-2-2-15,2-2 0 0,-5 3 5 16,10-1 0-16,-7 0 2 0,-11 3 2 16,-6 3 1-16,-5 8 3 15,-6 7 3-15,-4 6 1 16,-3 23 1-16,0 0-1 0,0 0-4 0,0 0-4 16,0-2-1-16,0 1-1 0,0 1 1 15,-13 9 2-15,-3 14-2 0,7 12-1 16,5 9 0-16,2 9-1 0,11 9 2 15,0 6-1-15,11 7 1 0,9 1 1 16,1-2-3-16,1-1-1 0,-4-1-2 0,-1-4 0 16,-7-3-1-16,3-3 0 0,-2-6 0 0,-4-6-1 15,1-7-6-15,-5-4 9 0,-3-5-30 16,-1-3 1-16,-8-3-23 0,6-2-58 16,-9-1-47-16,-3-5-87 0</inkml:trace>
  <inkml:trace contextRef="#ctx0" brushRef="#br0" timeOffset="105232.99">870 2131 700 0,'0'0'41'0,"0"0"-5"0,0 0-12 15,13-20-7-15,9-3-5 0,10-1-1 0,14-5-1 16,12 0-4-16,17-6-20 0,18-2-1 0,5-3-3 15,3-1 1-15,0 2 17 0,-5 2-5 16,-2 5-4-16,-9 0-11 0,-8 5-7 16,-11 3-9-16,-11 7-3 0,-16 6-9 15,-10 10-7-15,-14 9-22 0,-11 10-38 16,-4 23-56-16</inkml:trace>
  <inkml:trace contextRef="#ctx0" brushRef="#br0" timeOffset="105565.73">4 3405 757 0,'0'0'6'0,"0"0"2"0,-3 1 1 16,3-2 0-16,-1-26 0 0,1-1 4 15,0-4-2-15,0-6 3 0,36-1-4 16,32-8-3-16,30-10 0 0,15-8 8 0,10-5 2 0,14-2-6 16,21-2 4-16,28 0-20 0,34-1-4 15,17 0 4-15,2-4-5 0,-5 0 10 16,-17-1 2-16,-20-1-2 0,-16 3 3 16,-25 7-4-16,-22 10 2 0,-22 11 1 15,-21 10 0-15,-22 8 0 0,-23 7-2 0,-17 6-1 16,-17 5-8-1,-12 14-26-15,-12-14-9 0,-21 5-39 0,-5 9-107 0,-11 9-74 0</inkml:trace>
  <inkml:trace contextRef="#ctx0" brushRef="#br0" timeOffset="107215.63">4315 10253 579 0,'-26'-35'42'0,"4"7"-4"0,-6 0-5 16,1 5-5-16,-6 3-1 0,-6 7-3 0,-2 4-5 16,-5 9-2-16,-9 7-6 0,-6 12-1 15,-4 11-5-15,-7 11-2 0,1 11-3 16,3 5 2-16,9 4-3 0,7-1 1 16,14-5 4-16,12-1-7 0,10-6 7 15,12-4-4-15,8-6-2 0,12-4 3 0,9-6-1 16,8-2 2-16,13-5 0 0,9-1 0 0,9 0 0 15,2 0 1-15,4 1-3 0,-1 0 2 16,-4 2-2 0,-1 1-1-16,-6 2 1 15,-8 0 1-15,-6 0-1 0,-11-2 0 16,-10 0 1-16,-13 2-2 0,-11 0 2 16,-14 0 1-16,-12-1-2 0,-12 0 2 0,-10-1 3 15,-9-3-5-15,-6-2 5 0,-2-6-4 0,-4-4 0 16,5-4-1-16,7-5 0 0,6-4 0 15,12-1-1-15,9-6-3 0,11-3-9 16,10-4-1-16,10 18-14 0,12-30-7 16,15 10-16-16,5-1-26 0,10 8-52 15,7 12-116-15,0-3 23 0</inkml:trace>
  <inkml:trace contextRef="#ctx0" brushRef="#br0" timeOffset="108466.73">5016 10600 772 0,'0'-31'29'0,"4"7"4"0,-2 1-5 15,-2 23-8-15,0 0-3 0,3-21-7 16,-3 21-6-16,0 0-2 0,0 0-3 15,0 0 1-15,4 24 6 0,1 11-5 0,-3 9 3 16,1 7-3-16,-3 7-3 0,-3 8 2 0,-1 4-2 16,-2 4 1-16,-1 2-1 0,-2-3 2 15,2-5 3-15,3-6-3 0,1-9 4 16,3-10-4-16,1-12-2 0,4-9 1 16,-5-22 1-16,11 13 0 0,-11-13 1 15,26-4 1-15,-1-12 0 0,5-6-2 0,2-10-4 16,4-7 4-16,0-7-5 0,2-5 5 0,-2-7 2 15,3-3 0-15,-3 0-1 0,-6 4-2 16,-1 9 2 0,-5 12-3-16,-3 15 1 0,-5 8-1 0,-16 13 0 0,0 0 1 31,19 13 0-31,-3 10 3 0,-9 9-3 16,2 5 1-16,-3 5-1 0,-1 0 0 0,1 2 0 15,1-1 1-15,2-4-3 0,7 1 2 0,3-5 2 16,7-4-6-16,6-5 6 0,1-8-5 15,10-7 1-15,2-7 3 0,6-8-1 16,2-9 1-16,4-6-4 0,-1-8 4 16,-1-5-4-16,-3-5 4 0,-6-3 1 15,-4-5-1-15,-3-2 3 0,-7-1-4 0,-2 2 3 16,-8 7-1-16,-3 8 0 0,-8 12 1 0,-11 19 0 16,0 0-2-16,0 0-1 0,0 0 0 15,2-2-1 1,-9 26 1-16,-2 8 1 0,-3 5-2 0,-2 2 1 0,1 2 1 15,0 2-2-15,3-2 4 0,1 0 2 16,3 0-5-16,5-3 5 0,5-3-5 0,5-4 0 31,8-3 2-31,4-6-2 0,5-3 1 0,7-4 0 16,5-4-2-16,3-4 3 0,3-4-1 16,2-5 0-16,-1-2 2 0,-6-4-2 15,0-3-1-15,-9-5 1 0,-6 0-2 16,-7-6-1-16,-8-2-3 0,-8-4-7 15,-7-3 3-15,-7-6-3 0,-10 0 5 0,-6 0 4 16,-6 4 2-16,-4 7 1 0,-4 6 1 0,-2 9 1 16,2 7 2-16,-1 5 0 0,5 7 0 15,5 1-1-15,12 0-1 0,8 2 0 16,14-11 0-16,0 0 1 0,18 19 0 16,11-5 0-16,12-5 0 0,11-4-1 15,8-4-2-15,7-4 1 0,4-3 0 0,4-2-1 16,0-2 1-16,6-4-1 0,-1-1 0 0,-1 0 0 15,-5-2-1-15,-5 2 2 0,-8 1 1 16,-10 4 0 0,-11 2 0-16,-8 5 0 15,-32 3 0-15,0 0 0 0,19 6 0 16,-19-6 1-16,6 18 1 0,-9 5-2 16,-4 3 1-16,-4 3-3 0,-3 3 0 0,4 0-1 15,-2 1-1-15,5 2 5 0,1 0-6 0,6-2 5 16,2-4-5-16,4-3-1 0,5-6 2 15,2-3 0-15,6-6 3 0,3-3 0 16,4-5-1-16,4-5 2 0,3-3-1 16,3-6 2-16,-1-3 0 0,1-4-1 15,-1-5 1-15,0-3-5 0,-2-3 5 0,0-1-5 16,-1 0 6-16,-3 3 0 0,-3 4 0 0,-3 6 0 16,-7 5 0-16,-16 12-1 0,0 0 0 15,20 3-2 1,-8 6 2-16,4 6-2 0,-5 5 1 0,1 3 4 0,-2 3-5 15,3-1 5-15,1 1-2 0,0-2-3 16,0-1 0-16,-4-3 1 0,6-3-2 0,-3-5 4 16,7-2 1-16,-1-5 1 0,6-5-1 0,2-5 0 31,8-5-1-31,0-5 1 0,2-4-1 16,-1-5-4-16,-1-3 5 0,-8-5-5 15,-5-5 4-15,-5-3 1 0,-8-6-4 16,-9-5 2-16,-7-6-2 0,-10-3 2 15,-7-3-2-15,-8 2 1 0,-3 9-1 0,-2 7 0 16,1 9-1-16,0 7 0 0,1 8-4 0,3 7-5 16,2 5-12-16,7 9-24 0,-3 2-50 15,26-2-165-15,-26 10-17 0</inkml:trace>
  <inkml:trace contextRef="#ctx0" brushRef="#br0" timeOffset="108932.36">9533 10389 685 0,'0'0'43'15,"12"-13"-2"1,-12 13-7-16,0 0-7 0,0 0-5 0,0 0-5 0,6 16 0 15,1 6-2-15,3 10-3 0,-1 9 1 16,1 8-7-16,0 5 1 0,2 7-4 0,-2 6-3 31,4 7 2-31,-5 3-3 0,1 3 2 0,-3-4-4 16,-4-5 4-16,-1-6 3 0,-1-7-4 16,-1-8 4-16,0-8-6 0,-1-9-2 15,1-8-5-15,0-25-3 0,0 0-6 16,1 21-6-16,-1-21-3 0,0 0-15 15,0 0-40-15,0 0-102 0,3 2-85 0</inkml:trace>
  <inkml:trace contextRef="#ctx0" brushRef="#br0" timeOffset="109915.26">9795 10498 743 0,'0'0'42'0,"11"-14"-6"16,-11 14-8-16,0 0-8 0,0 0-7 0,0 0-2 15,15 14 0-15,-4 4 4 0,-2 9-7 16,-1 6 2 0,-4 6-7-16,-1 3-3 15,-3 2 0-15,3 6-1 0,-3 5 1 16,0 6 0-16,0 1 0 0,0-3-2 16,3-3 2-16,-2-6-7 0,4-6 4 0,0-7 4 15,1-8-4-15,0-8 7 0,-6-21-6 0,10 14 1 16,-10-14 1-16,22-5-4 0,-1-9 5 15,3-7-2-15,0-8 1 0,1-6 1 16,-1-4-1-16,1-7 0 0,-2-3 0 16,0 1 1-16,0 4-1 0,-3 7 0 15,-5 12-1-15,-2 10-1 0,-13 15 1 0,0 0 0 16,19 9 1-16,-5 9 0 0,-2 8 1 0,0 7-3 16,0 5 3-16,0 2-2 0,2-3 2 15,4 2-1 1,2-3 0-16,6 0 4 0,4 1-6 0,5-4 4 0,4-3-4 15,5-3-1-15,5-9-2 0,6-5 2 16,4-7-1-16,6-6 0 0,5-6 2 0,2-6 1 16,0-7 1-16,-1-8-3 0,-3-3 4 0,-7-5-6 31,-8-2 4-31,-8-5 2 0,-6 2 0 16,-10-2 5-16,-9 3-4 0,-5 4 2 15,-7 6-1-15,-5 5 0 0,-3 24 1 16,-3-24 0-16,3 24-2 0,-11-16-1 15,11 16-2-15,-26-2-2 0,0 6 2 0,-2 7-1 16,-2 5-1-16,-2 7 1 0,-1 3-2 0,-2 3-2 16,3 1-2-16,2 2-3 0,1-2 0 15,9 0-4 1,2-2 0-16,7-4 1 0,11-24 4 0,3 23 4 0,8-9 4 16,7-7 3-16,8-5-1 0,4-7 2 15,5-4-1-15,0-5 1 0,-1-2 0 0,1-6 1 16,-2 0-2-16,2-3 3 0,-3-2-2 0,-5-3 1 15,-1 1 1-15,-7 3 1 0,-2 5 1 16,-5 8-1 0,-12 13-3-16,0 0-1 0,0 0 1 0,16 14 0 0,-9 6 1 31,0 7 1-31,-1 5-2 0,-2 3-1 16,1 0 1-16,0 0-4 0,3 0 3 0,1 0 4 15,2 0-6-15,2-2 6 0,6-4-4 0,0-3 0 16,4-5 1-16,1-4-1 0,4-7 1 15,2-4-2-15,5-6 2 0,1-6 1 16,5-6-1-16,-1-5 0 0,-1-4-1 16,-3-8-5-16,-1-7 5 0,-3-7-4 15,-6-7 4-15,-5-6 0 0,-6-9-1 0,-1-6 2 16,-6-7-3-16,-5-2 4 0,-6-2-3 0,-3 0-3 16,-2 0 4-16,-3 4-2 0,-1 10 4 15,1 10 5 1,-1 15 1-16,4 12-1 0,2 15-4 0,6 16-3 0,0 0-2 15,-10 13-1-15,1 13 2 0,3 12-1 16,2 10 2-16,4 7 4 0,3 6-4 0,1 6 1 31,2 2-2-31,0 7-2 0,2 5 2 0,1 2-1 16,1-1 2-16,3-5-3 0,6-8 2 16,3-10 1-16,2-11-3 0,2-9 2 15,-1-11-6-15,7-8-6 0,-2-11-8 16,6-7-17-16,-3-13-29 0,8 1-63 15,-3-6-150-15,-8-8 18 0</inkml:trace>
  <inkml:trace contextRef="#ctx0" brushRef="#br0" timeOffset="110132.35">12381 10636 683 0,'-2'-1'40'16,"1"1"11"-16,-2 0 0 0,3 0-9 0,23-2-12 15,12 0-12-15,8-1-5 0,8 0-4 16,0 2-5 0,-1-2-2-16,-4 1-1 0,-8 1-2 0,-6-1 0 0,-5 1-4 31,-6-1-6-31,-21 2-8 0,0 0-14 16,0 0-21-16,0 0-48 0,1 0-73 0,-26-3-96 15</inkml:trace>
  <inkml:trace contextRef="#ctx0" brushRef="#br0" timeOffset="110331.97">9302 10671 706 0,'-79'1'37'15,"25"1"-3"1,24-2-8-16,30 0-5 0,0 0-9 0,27-19-5 0,24 3-2 15,18-1-2-15,21 2-2 0,20 3-4 16,13 0-14-16,21 5-56 0,8 7-204 0,7 0-5 16</inkml:trace>
  <inkml:trace contextRef="#ctx0" brushRef="#br0" timeOffset="110999.79">16136 10290 762 0,'0'0'42'0,"-4"-20"-15"15,4 20-14-15,0 0-5 0,0 0-1 0,0 0-2 16,-6 30 4-16,1 10-3 0,-1 7 0 15,-3 8 3-15,-3 8-5 0,-5 6 2 16,-6 7-2-16,1 4-5 0,-5 2 3 16,-2 0-4-16,-3-3 3 0,-1-2 3 15,1-4-4-15,0-7 5 0,3-9-5 0,6-13-1 16,4-13 1-16,9-13 0 0,10-18 2 0,0 0 1 16,0 0 0-16,0 0-1 0,10-34 0 15,6-11-6 1,2-8 4-16,2-8-3 0,0-5 2 0,-1-6 2 0,1-7-1 15,2-3 2-15,-2-1-3 0,2-1-1 16,1 4 4-16,-1 4-4 0,1 9 3 0,0 14 1 31,-2 13-4-31,0 19 3 0,-1 13-1 0,0 16 1 16,2 11 3-16,7 15-2 0,1 10 2 16,2 10 2-16,3 7-4 0,-1 5 3 15,-2 5-1-15,-2 5-2 0,-3 1 1 16,-3 4-2-16,-1-6 1 0,-4-1 2 15,-6-7-3-15,-1-9 3 0,-4-6-4 0,-2-12-1 16,-3-10 0-16,-3-30 0 0,0 21 0 0,0-21 2 16,0 0-2-16,0 0-5 0,0 0-8 15,0 1-8 1,-17-22-9-16,2 0-14 0,-9-6-26 0,1-1-46 0,-11-5-67 16,-8-5-75-16</inkml:trace>
  <inkml:trace contextRef="#ctx0" brushRef="#br0" timeOffset="111149.83">15668 10996 637 0,'-9'15'49'0,"9"-15"-2"15,13 17-1-15,9-7-6 0,11-2-11 16,12-5-7-16,11-3-7 0,9-3-5 16,9-2-1-16,9-1-6 0,5-1-3 0,1 2-7 15,0-3-12-15,-1 7-22 0,-11-5-53 0,-3 1-196 16,-4 5 7-16</inkml:trace>
  <inkml:trace contextRef="#ctx0" brushRef="#br0" timeOffset="111382.28">17415 11262 849 0,'20'-2'34'0,"-20"2"-7"0,33 2-7 15,-4 7-8-15,-3 2-5 0,-3 8-3 16,-4 5-2-16,-2 8-2 0,-6 6 1 0,-7 6-2 16,-7 6 0-16,-7 3-3 0,-7 2-4 0,-4-1-9 31,-5-4-8-31,3 2-16 0,-3-9-31 16,10-1-83-16,2-2-130 0,1-13 15 15</inkml:trace>
  <inkml:trace contextRef="#ctx0" brushRef="#br0" timeOffset="111682.24">19179 10379 898 0,'0'0'24'0,"-6"-17"-6"0,6 17-4 0,0 0-6 15,0 0-4-15,0 0 1 0,1-1 0 16,-2 32 1-16,4 6 0 16,1 8 0-1,2 3-4-15,1 4 1 0,1 2-3 16,0 4-1-16,-2 3 0 0,1 1-1 16,-1 1 2-16,1 0-3 0,-3-5 0 0,1-8-5 15,-4-11-2-15,1-6-8 0,-5-8-6 0,3-3-14 16,0-22-22-16,-2 22-37 0,2-22-97 15,0 0-79-15</inkml:trace>
  <inkml:trace contextRef="#ctx0" brushRef="#br0" timeOffset="112115.61">18426 10404 749 0,'0'0'33'16,"15"-20"-2"-16,11 6-2 0,9 1-4 0,11 0-4 15,9 3-5-15,10 2-1 0,9 1-4 16,6 2-1-16,9 3-3 0,5 5-2 0,3 4-2 31,-3 3-1-31,-7 5-2 0,-9 5 0 0,-12 5 0 16,-12 3 0-16,-13 4-2 0,-14 2-2 16,-12 1 6-16,-14 2-5 0,-11 5 4 15,-16-3-1-15,-12 2-6 0,-15-2 1 16,-9-1-2-16,-8-1 1 0,-2-2 2 15,-2-3 0-15,5-5 2 0,6-4 0 0,11-5 0 16,15-4 3-16,12-6-3 0,25-8 2 0,0 0-1 16,0 0 0-16,20 5 2 0,14-2-1 15,11 0 1-15,8 3 0 16,3 2 0-16,5 2-1 0,-2 5 1 0,2 4 1 16,-2 4 0-16,-2 2 1 0,-5 4 0 15,-4 2-1-15,-8-1 4 0,-8 1-4 0,-9-3 2 16,-10-1 0-16,-10 0-3 0,-10-4 2 0,-9-1-1 15,-12-2-2-15,-6-3 1 0,-8-2-1 16,-2-5-1-16,-2-2-1 16,3-2-4-1,-1-6-7-15,4 0-10 0,1-5-17 16,8 4-30-16,1-9-76 0,4-2-141 16,11 2 20-16</inkml:trace>
  <inkml:trace contextRef="#ctx0" brushRef="#br0" timeOffset="112448.83">19806 10010 740 0,'21'-11'47'0,"-1"-3"-8"0,8 4-8 15,3 3-8-15,8 4-6 16,2 5-2-16,4 3-5 0,1 6-4 0,-1 5-3 15,-5 4-5-15,-10 8 3 0,-8 2-3 16,-9 7 1-16,-11 2-1 0,-10 5 1 0,-9 3-2 16,-10-1 1-16,-8-2-2 0,-9-3 1 0,-3-6-1 31,-2-3 2-31,4-7 0 0,7-3 2 16,8-7-1-16,8-5 0 0,22-10 6 15,0 0-6-15,0 0 1 0,22 5 1 16,13-10-6-16,11-2 2 0,13-4-2 15,6-4-9-15,9 1-12 0,0-6-18 0,7 5-37 16,-9-7-73-16,0-4-115 0,1 2 14 0</inkml:trace>
  <inkml:trace contextRef="#ctx0" brushRef="#br0" timeOffset="112898.73">20849 9628 739 0,'0'0'54'0,"0"0"-11"16,0 0-9-16,-1 1-8 16,2-2-9-1,25-10-5-15,12 5-3 0,9 5-2 16,7 1-2-16,7 1-2 0,2 0-2 16,5 1 0-16,-1 0-3 0,-2-1 2 0,-2-1-1 15,-2 0-1-15,-5-1 2 0,-6-4-1 0,-7-2 2 16,-8-3-1-16,-8 0 0 0,-8 0 0 15,-6-3 1-15,-13 13 1 16,0 0 1-16,0 0-1 0,-4-21 0 0,4 21 1 16,-16-17-1-16,16 17 1 0,0 0 0 15,-29 8 0-15,9 8-2 0,2 7 0 0,7 8 0 16,1 7 1-16,5 9-1 0,7 9 3 0,5 8 1 16,7 10-3-16,8 13 2 0,4 14-4 15,5 14-3-15,3 12 5 16,2 6-3-16,3 8 2 0,5 7 0 0,4 2 0 15,1-2 3-15,-2-5-4 0,0-6 0 16,-7-7-1-16,-8-8-5 0,-9-10 3 0,-13-12 0 31,-10-13-1-31,-11-14 2 0,-15-11-2 0,-16-12-1 16,-15-10 0-16,-19-12 0 0,-15-11-2 16,-11-11-1-16,-9-9-5 0,-2-5-10 15,-7-10-20-15,2 1-51 0,-11-1-146 16,-7-9-50-16</inkml:trace>
  <inkml:trace contextRef="#ctx0" brushRef="#br0" timeOffset="113532.4">15076 10021 615 0,'18'-35'58'0,"-4"2"-9"0,-1 4-3 16,-7 2-12-16,0 4 0 0,-6 23-8 15,1-24-7-15,-1 24-5 0,-4-20-5 0,4 20-4 16,-16-17-3-16,-7 7-1 0,-8 3-2 0,-8 6 0 16,-11 4 1-16,-9 3 0 0,-11 3 0 15,-2 2 0-15,-12 1-1 16,-6 0 0-16,-4 0 2 0,-3 0-2 0,6-1 1 15,10-4 0-15,18-2 0 0,19-3 1 16,17-4 0-16,27 2 0 0,0 0-1 0,0 0 2 31,7-23-2-31,18 5 1 0,9 1 0 0,8 7 1 16,4 4 1-16,-2 7-1 0,1 8 2 16,-5 11 4-16,-2 9-4 0,-2 10 3 15,-4 11-3-15,-9 11-1 0,0 12 3 16,-8 15-1-16,-4 9 2 0,-4 8 0 15,-4 6-2-15,-3 6-1 0,-3 9-2 0,-3 6-1 16,1 4 0-16,-2 1 2 0,1 0-2 0,3-7-2 16,6-5 3-16,7-10 0 0,6-10-2 15,8-14 3-15,8-9-3 16,9-9-2-16,8-12 3 0,7-15-3 0,15-12 0 16,11-17-2-16,12-17-5 0,14-10-7 15,7-9-14-15,12-3-33 0,-1-9-87 0,6-3-155 16,8-1 15-16</inkml:trace>
  <inkml:trace contextRef="#ctx0" brushRef="#br0" timeOffset="114115.7">23089 10405 653 0,'0'0'56'0,"-19"-11"-6"16,19 11-10-16,-23-7-8 0,23 7-4 0,-19-5-6 16,19 5-6-16,0 0-3 0,0 0-4 15,0 0-1-15,-1-1-1 16,2 1 0-16,27-3 1 0,14-3-1 0,15-2-2 16,13 1-2-16,9-3-1 0,8 1-1 15,-1 0-1-15,-1 0 1 0,-4 1-1 0,-10 3 0 16,-11 0-1-16,-14 0 0 0,-12 2 0 0,-34 3 0 15,20-1-2-15,-20 1-1 0,0 0-4 16,0 0-7-16,0 0-8 0,2 0-11 16,-35 3-14-16,2 6-28 0,-9-3-47 31,-4-6-121-31,1 12-16 0</inkml:trace>
  <inkml:trace contextRef="#ctx0" brushRef="#br0" timeOffset="114316.52">22833 10810 735 0,'0'0'51'0,"0"0"-5"0,0-1-10 0,2-1-12 16,18-16-6-16,7 0-2 0,11 2-5 0,12 0-1 16,11-1-5-16,12 2-2 0,9 0-2 15,3 3-1-15,-1 3-3 0,1 3-3 16,-4 1-9-16,1 3-16 0,-6-2-27 15,2 7-80-15,9 0-157 0,-16-6 10 16</inkml:trace>
  <inkml:trace contextRef="#ctx0" brushRef="#br0" timeOffset="114916.52">25582 10101 779 0,'-2'-22'39'16,"2"22"-3"-16,0-28-8 0,0 28-6 15,-1-24-4-15,1 24-6 0,0 0-3 16,0 0-3-16,0 0-5 0,0-1 0 16,0-1-3-16,0 0 0 0,0 1 1 15,0 1-2-15,-1 0 2 0,-2 0 0 0,-25 9-1 16,-2-2 0-16,-1 0-1 0,-3-1 1 0,-1-5 0 15,1-1 1-15,2-4 2 0,6-4-1 16,7-1 1-16,6-3-1 0,13 12 1 31,-3-26-1-31,9 1 2 0,10-5 0 16,7-1-6-16,7-1 4 0,6 0-4 16,5 3 5-16,5 3 0 0,2 5 0 0,2 6 1 15,0 6-2-15,-1 9 1 0,-4 9 0 0,-2 9-1 16,-4 9 1-16,-7 10 4 0,-8 7-4 15,-9 4 3-15,-8 6-4 0,-11 2-2 16,-11 5 3-16,-8 4-2 0,-10 2 2 16,-11 1-2-16,-12 0 2 0,-10-1 2 15,-11-2-4-15,-4-4 4 0,-6-5-4 0,0-6-1 16,5-9 3-16,8-9-2 0,11-8 2 0,12-10 1 16,15-8-1-16,10-7 1 0,13-11-1 15,13 12 1-15,4-37-1 0,13-1 1 16,10-1-1-16,9-3-5 0,6 2 3 15,4-3-3-15,5 4 4 0,-1 5 1 16,-2 8 1-16,-1 9-1 0,-3 10-2 0,-2 9 1 16,-2 7-2-16,1 7 1 0,-1 7 2 0,-2 4 2 31,-2 5-4-31,-1 2 3 0,-2 1-6 16,-1 0-1-16,0-3-3 0,3 0-10 15,-4-4-11-15,5 1-21 0,-5-9-29 16,3 0-62-16,-2 0-135 0,-6-16 18 15</inkml:trace>
  <inkml:trace contextRef="#ctx0" brushRef="#br0" timeOffset="115182.27">26460 10059 735 0,'11'-20'61'15,"-1"8"-13"-15,-10 12-12 0,0 0-10 0,0 0-9 16,0 0-7-16,2-1-3 0,-1 1 0 0,1 0-1 15,11 23 1-15,-3 7-2 0,-4 8-2 16,-3 7 0-16,-2 7 2 0,1 4-3 31,-1 2 1-31,2-2-3 0,-1-3 1 16,-1-3 1-16,0-3-3 0,1-5 4 16,0-3-3-16,-2-6-3 0,2-6-1 0,-1-4-2 15,-1-23-5-15,3 20 0 0,-3-20-3 0,0 0-3 16,0 0-7-16,0 0-16 0,2 1-26 15,-1-1-45-15,7-16-73 0,-11-5-82 16</inkml:trace>
  <inkml:trace contextRef="#ctx0" brushRef="#br0" timeOffset="115665.47">26087 9959 735 0,'-8'-17'46'16,"8"17"-9"-16,0 0-8 0,12-18-4 15,5 3-11-15,11 4 4 0,8 2-8 16,9 3 3-16,10 1-2 0,7 5-3 0,5 5 4 16,6 4-6-16,3 5 3 0,1 4-5 0,-4 2-3 31,-5 4 0-31,-9 3-2 0,-8 4 1 16,-11 2-2-16,-9 2 1 0,-11 4-3 15,-13 2 1-15,-11 2-4 0,-12 1 0 16,-10 0-3-16,-10-3 1 0,-9-2-2 15,-9-4 4-15,-5-3-1 0,-3-5 3 0,0-4 6 16,5-6-5-16,11-7 7 0,10-5-2 0,10-3 0 16,26-2 2-16,0 0-6 0,0 0 3 15,0 0-3-15,11-22 3 0,17 6 2 16,8 5 0-16,7 3-1 0,2 4 1 16,3 3-1-16,0 5 2 0,-1 4 0 15,0 5 0-15,-1 4 6 0,-4 6-6 0,-1 1 6 16,-4 3-4-16,-5 4-1 0,-7-1 0 0,-5 2-3 15,-6 0 2-15,-8 0-2 0,-6 0-2 16,-9-2 1-16,-7 0 1 0,-10 0 0 31,-8 0 0-31,-9-2-1 0,-8-2 0 16,-7-3-1-16,-3-3 0 0,-3-4-1 16,-1-2-1-16,3-4-1 0,1-2-2 0,6-3-2 15,5-4-5-15,9-1-7 0,7-3-9 0,11 2-24 16,2-10-53-16,7-1-179 0,14 12 7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10T02:34:46.9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1113 1601 68 0,'0'0'1'0,"0"0"4"16,0 0 2-16,0 0 1 0,0 0 9 0,117-52 7 16,-73 33 4-16,2-2 9 0,-4-4-1 15,4-2-5-15,5-3-2 0,2-5-7 16,5-6-5-16,3-4-2 0,1-3-9 0,3-1-2 15,0 2-3-15,-4 4-1 0,1 0 3 16,-7 5 1-16,-3 3 0 0,-7 6 0 16,-7 3-2-16,-5 6-1 0,-7 5 0 0,-9 7-1 15,-5 1 1-15,-8 6 1 0,-4 1-2 16,0-2 1-16,0 2-4 0,2 0-5 16,-1 0-3-16,-1 0-3 15,4 0-3-15,-4 0-7 0,3 0-18 0,0 0-50 0</inkml:trace>
  <inkml:trace contextRef="#ctx0" brushRef="#br0" timeOffset="109167.04">2678 1067 262 0,'0'0'55'0,"0"0"3"0,0 0-3 15,0 0-12-15,-35-94-3 0,29 76-9 16,1-2-3-16,-1 6-3 0,0 1-2 15,3 3-2-15,0 6-2 0,3 1-7 0,0 3-4 16,-3-2-5-16,3 2 0 0,0 5 1 16,0 16 4-16,0 16 4 0,0 13-2 15,3 9 1-15,3 4-2 0,-2 6-5 0,-1 1-1 16,0 1-6-16,1 2 0 0,-1-2-1 16,0-3 1-16,0-2 0 0,4-10 1 15,-1-8 1-15,0-8 0 0,1-8 1 0,2-6 0 16,-2-7 1-16,6-5-1 0,-3-3 2 15,9-4 2-15,1-1 0 0,9-3 14 0,6-1-13 16,11-2-1-16,6 0 0 0,6-3-14 31,3-3 11-31,-2-1 0 0,2 2 0 16,-6-1 0-16,-6-1-1 0,-7 3-2 16,-6-1 1-16,-13 2 0 0,-3 2 1 15,-8-1 0-15,-6 1-2 0,-2 1 1 0,-4 0 1 16,0-2-1-16,0 2 0 0,3 0-2 0,-3-1 0 15,3-1-1-15,-3 1 0 0,0-7 0 16,0 1 1-16,0-7 0 0,0 0 1 16,0-1 0-16,0-3 2 0,0 4 0 15,0-4 0-15,0 7 2 0,0-1 1 0,4 0 1 16,-4 0 0-16,0-2 0 0,0 1 2 16,0-6-1-16,0 7 1 0,0-7 1 0,0 0 0 15,0 6 1-15,0-7 2 0,0 1-4 16,-4 9 1-16,1-2 1 0,3 1-1 15,-3 7 0-15,3-1-1 0,0 0-3 16,0 5-2-16,-1-1-2 0,1 1 0 0,0 0-1 31,-2 12 1-31,2 8 0 0,-1 9 0 16,1 0 0-16,0 3 1 0,0 0-1 0,0-4 0 16,0 1 0-16,0-3 0 0,1-2 1 15,2-3 0-15,0-5 0 0,4-1 0 16,-7-6-2-16,3-5 2 0,0 6-2 15,-2-6 2-15,1 1 0 0,-1-1-3 0,-1-4-4 16,0 0-17-16,0 0-27 0,0 0-96 16,0 0-148-16,-4-13 1 0</inkml:trace>
  <inkml:trace contextRef="#ctx0" brushRef="#br0" timeOffset="109333.74">3253 776 482 0,'0'0'11'0,"0"0"-2"0,0 0-8 16,0 0-11-16,0 0-12 0,0 0-22 16,0 0-83-16,0 0-100 0</inkml:trace>
  <inkml:trace contextRef="#ctx0" brushRef="#br0" timeOffset="110882.68">3564 1631 516 0,'0'0'52'0,"0"0"-3"0,0 0-9 15,0 0-8-15,0 0-9 0,0 0-4 16,-10-82-2-16,20 58-1 0,6 3 1 0,6 0 0 31,4 2-3-31,1 3-1 0,2 3-6 16,0 5-3-16,-1 5-2 0,-1 3-1 0,-2 0-3 16,-1 11 0-16,-2 8 0 0,-2 7-3 15,-4 6 2-15,0 5-2 0,-6 8 0 16,-1-1 0-16,-8-1 0 0,-1-1-2 15,-1-5 2-15,-8-5 1 0,-4-4 2 16,6-10 4-16,-2-4-1 0,3-7 1 0,2-4 2 16,1 2 2-16,3-5-1 0,0 0-1 0,0-12-2 15,5-8-1-15,6-7 0 0,7-7 1 16,3-2 0-16,5-4 0 0,3 1 0 16,0 1 1-16,1 6-2 0,1 5-1 15,-4 9 1-15,-1 5-1 0,-1 7 0 0,1 5 1 16,-3 1-1-16,0 6-1 0,-4 8 0 15,4 2 0 1,-3 4 0-16,-2 3 1 0,-1 0 0 0,-1-1-3 0,-2 0 3 0,-2-1-4 31,-1-2 2-31,0-2 2 0,-4 0-1 16,0-5 0-16,2-1 1 0,-2-1-2 16,3 0 1-16,0-2 0 0,6-3 1 0,4-5 1 15,2 0-1-15,10-9-1 0,0-5-1 16,7-5 0-16,-2-3-2 0,1-2-2 0,-2-3 0 15,-4 0-2-15,0-4 3 0,-5 2 2 16,-4-1 3-16,-7 1 1 0,-1 3 2 16,-8 2-1-16,-1 1 0 0,1 2 2 15,-4 6 3-15,-2-2 0 0,-1-3 1 16,0 0-1-16,0-5 1 0,0-1 0 0,-4 3 0 16,1-1-1-16,-4 2-2 0,4 6-11 0,0-2 10 15,2 7-1-15,-4-1-7 0,1 1 12 16,1 7-9-16,-8 1-1 0,-4 3 7 15,-4 7-4-15,-8 11-2 0,5 10-4 16,0 5 2-16,2 6-1 0,3 4 0 0,1 1 0 31,7 3 0-31,3 0 0 0,5 0 0 16,1 0 1-16,4-4 0 0,8-4 0 0,5-4 1 16,5-6 0-16,3-6 0 0,5-5 2 15,7-7 0-15,4-7 0 0,4-4 2 16,8-6-2-16,5-9 1 0,1-6 0 15,2-7 0-15,0-5-1 0,-5-5 0 0,-8-5-1 16,0-2 0-16,-11-4 1 0,-5 4 0 16,-6 1 0-16,-4 4 3 0,-8 7 1 0,-5 10 1 15,-2 4 0-15,-7 6 3 0,0 3-1 16,0 1 1-16,0-1 0 0,-10 0 0 16,4 4-2-16,-7 0-1 0,-1 3-2 15,-2 3-2-15,-6 2-2 0,1 9 1 16,0 6-1-16,-2 6-2 0,3 4 0 0,-3 5-3 15,5 3 1 1,0 4-2-16,3 6-1 0,5 0-1 0,4 0-4 0,2-1-3 0,4-2 0 31,4-9-1-31,8-6 4 0,2-4 5 16,5-9 3-16,0-5 3 0,4-8 2 16,0-1 1-16,0-9 1 0,-1-6 2 0,1-5-2 15,-3-5 1-15,-2-6 0 0,-4-4 1 16,-1-3 0-16,-4-3 0 0,-2 2 1 0,-3-1-2 15,-1 5 2-15,-3 11-2 0,2 3 1 16,-2 9 1-16,0 5 0 0,0 3-1 16,0 4-1-16,0-1-2 0,0 1-3 15,0 0 1-15,0-2-1 0,0 2 1 0,0 0 2 16,0 3-1-16,0 11 1 0,3 6-2 16,1 5 0-16,2 0 0 0,2-1-2 0,0 0 2 15,-1 2-1-15,3 0-1 0,0 0 2 16,0-2 0-16,1-3 0 0,1-2 2 15,-3-8-2-15,0-1 1 0,1-4 1 16,0-5 1-16,7 1 0 0,-2-2 3 0,5-3-2 31,-1-8 0-31,-2-5 0 0,1-4-1 16,-1-3 0-16,-4-3 2 0,1-1-3 0,-3-4 1 16,0 1-1-16,-4-3 1 0,1-2 1 15,-4 1 0-15,6 4 0 0,-6 4-1 16,1 9 0-16,-1 2-2 0,-1 6 0 15,3 3 0-15,0-2 0 0,2 6 2 0,8-1 0 16,1 3 0-16,8 0-1 0,0 8 0 16,1 5 0-16,1 1 0 0,2 4 1 0,0 1-2 15,0 3 0-15,-2 2-2 0,-2 2 1 16,-5 1-2-16,-4 3 1 0,-6 2 1 16,-8 3-2-16,-2 1 0 0,-12 1 2 15,-5-2-1-15,-4-5 0 0,-2-3 2 0,2-3-2 16,2-8 3-16,3-5 0 0,9-5 0 15,4-3 3 1,3-3 0-16,0 0 0 0,0 0-2 0,0 0 0 0,0 0-2 0,10-8 2 31,10-2 1-31,9-3-3 0,9 1 0 16,5 3 0-16,8 0 0 0,5 0 0 16,2 1 0-16,1 3 0 0,1 0-3 15,-4 2-2-15,-4-1-8 0,-7 2-12 0,-5 0-38 16,-14 1-55-16,-2 1-179 0,-10 0-7 0</inkml:trace>
  <inkml:trace contextRef="#ctx0" brushRef="#br0" timeOffset="111749.13">7123 1345 580 0,'0'0'59'0,"0"0"-8"16,0 0-15-16,0 0-17 0,0 0-7 15,0 0-7-15,0 0-3 0,0 0 0 0,0 0-3 16,-12 69-1-16,1-31 0 0,1 4-2 15,1 3 1 1,3-1 1-16,3 0-1 0,3-3 1 0,0-4 0 0,6-6 1 0,4-4 0 31,3-5-1-31,6-7 3 0,3-6 0 16,2-6 1-16,5-3 0 0,0-3 1 16,4-11-1-16,-1-4 1 0,-3-8 2 15,0-7-2-15,-7-9 0 0,-2-8 1 0,-7-10-2 16,-6-7 2-16,-4-4 0 0,-3-8 0 0,-7-1-5 15,-9 0-2-15,-1 11-1 0,-5 10-2 16,-4 16 6-16,-3 16-1 0,-1 15 1 16,-2 12 2-16,0 1 0 0,3 14 1 15,5 7-1-15,2 2 0 0,12 4 0 0,1 2 1 16,9-2 4-16,0 0 0 0,15-2-2 16,6-4-4-1,8-2-3-15,6-3 0 0,7-5 0 0,8-4-1 0,2-5-6 0,2-3-4 16,-2-8-8-16,0-13-3 0,-7-8-6 15,0-9 4-15,-9-10 4 0,-6-9 5 16,-5-7 10-16,-11-1 8 0,-2 0 9 0,-8 5 7 31,-4 8 13-31,0 8 5 0,0 10 2 16,-3 11 1-16,-4 7-8 0,4 5-7 0,2 7-6 16,-1-1-6-16,2 5-6 0,-1-2-2 15,1 2-1-15,0 0-1 0,0 16 0 16,0 8 2-16,6 15-5 0,2 11 4 15,4 17-2-15,-2 14 0 0,0 16 6 16,-1 12-1-16,-3 8-2 0,-2 3-1 0,2 0-7 16,-1-3 1-16,1-3 11 0,3-7 0 0,7 0 2 15,0-7-2-15,4-1-11 0,-1-7-2 16,4-8 2-16,-3-12-6 0,-1-11 2 16,-3-12-8-16,-4-12-1 0,-4-13 5 15,-4-12-13-15,-2-6 2 0,-2-6-48 0,0 0-118 16,0 0-115-16</inkml:trace>
  <inkml:trace contextRef="#ctx0" brushRef="#br0" timeOffset="113766.81">7758 1433 718 0,'0'0'39'0,"0"0"-4"16,0 0-7-16,13-78-10 0,3 61-5 15,1 4-5-15,5 2-1 0,4 3-1 16,4 5-4-16,2 3-2 0,0 3-1 0,0 11-2 16,-2 4 2-16,-3 5-2 15,-4 3 0-15,-5 3-2 0,-4 4-1 0,-8 2-3 0,-6 3-2 16,-6 2-7-16,-11-3-2 0,-9 0-3 15,-4-7 4-15,-8-4 5 0,3-6 7 16,-2-6 5-16,0-7 2 0,3-5 4 0,8-2 1 31,3-5 1-31,7-1 1 0,7 2 1 16,6 2-4-16,3 2 0 0,-1-2-2 0,1 2-1 16,0 0 2-16,0 0 1 0,10 0 0 15,9 7 1-15,5 2 2 0,1 1-2 16,1 3 1-16,4-5-1 0,2 0-1 15,3-3-1-15,7-5 1 0,-2 0-1 0,5-3-1 16,1-10 0-16,3-3-1 0,1-7-1 16,0-9 2-16,-2-6-1 0,-2-6 1 0,-2-6 0 15,-7-3 1-15,-2 1-1 0,-9 2 2 16,-6 5-1-16,-4 7 0 0,-7 10 0 16,-6 7-1-16,-2 11-2 0,-1 3 0 15,0 3-1-15,-3 4-1 0,-10 2 1 16,-4 8-1-16,-5 10-1 0,5 7 0 0,0 5 0 15,3 5-2-15,3 0 2 16,5 4-1-16,5 0 1 0,1 2 0 0,7-4 1 0,9-1-1 31,4-6 1-31,3-4 1 0,6-7-1 16,2-6 2-16,-1-6-1 0,5-6 0 16,-5-3-2-16,-1-6 1 0,-2-9-2 0,-2-7 0 15,-5-3 1-15,-1-7 1 0,-3-4 0 16,-6-6 4-16,3 0-1 0,-6 0 1 0,-1 0 1 15,1 9 0-15,-1 4 1 0,1 11-2 16,-4 4 2-16,3 7-3 0,1 1 1 16,-1-1-1-16,8 4 1 0,5 3 1 15,6 0 0-15,7 7 1 0,1 5 0 16,7 3 0-16,-1 1-1 0,2 4 0 0,1 2-1 16,-5-1-3-16,-3 3 0 15,-7 0 0-15,-1 4-1 0,-8 2 0 0,-4 2 1 0,-7 0-2 16,-1 0 0-16,-3-4 2 0,-3-6-1 15,0-2 2-15,0-8 1 0,0 0-2 16,3-1 1-16,0-4 0 0,7 2 0 0,3-4 1 31,8-4 0-31,5-1 0 0,5-7-1 16,2-7 1-16,3-4 0 0,2-5-2 0,1-2 0 16,0-6 0-16,-3-1-1 0,0 0 3 15,-5 0 0-15,-5 3-1 0,-7 4 3 16,-4 3-1-16,-4 7 0 0,-7 6 1 15,0 0-1-15,-4 4 1 0,0-5-1 0,0 1-1 16,-4 1-1-16,-6-1 0 0,-3 6-1 16,-9 2-2-16,2 1 0 0,-2 8-2 0,-1 8 0 15,1 3-1-15,1 7-2 0,2 3-3 16,2 6-6-16,3 0-2 0,4 1-6 16,0-1-5-16,6-3-3 0,4-4-1 15,0-10 4-15,0-4 8 0,4-6 7 16,6-4 7-16,5-1 7 0,-2-3 2 0,10-5 1 15,-4-10 3-15,0-7 2 16,-2-6 2-16,-1-9 0 0,3-5 1 0,-2-5-1 0,-1 0 2 31,1 1-1-31,-2 8 2 0,0 8 3 16,-4 10-3-16,-5 9-3 0,-5 9-1 16,7 2-2-16,1 4 1 0,4 11 0 0,3 8 2 15,-4 3-2-15,-3 3 0 0,2 3-2 16,-2 1-2-16,1 2 0 0,3-2-1 0,-3-1-1 15,6-1 0-15,-2-6 1 0,2-2-2 16,5-5 2-16,0-5 0 0,2-8 1 16,5-3-1-16,-1-2 1 0,5-12-1 15,0-7 0-15,-2-8 1 0,-1-9-1 0,-4-8 0 16,-5-11 1-16,0-10-2 0,-2-11 2 16,-6-15-11-16,-3-8 4 15,-1-5 0-15,-4 2 0 0,-4 9 7 0,3 14-2 0,-3 15 1 16,0 17 0-16,-3 19-2 0,0 8 2 15,0 11-2-15,0 4 2 0,2 2 1 16,-5 3-1-16,-7 1-1 0,3 12-1 16,-6 5-1-1,3 8 0-15,3 9 1 0,2 7-1 16,1 10-1-16,0 10 2 0,6 10-1 0,-1 7 4 16,1 3 0-16,1 0-4 0,1-2-2 15,8-3-4-15,7-5-1 0,4-5-1 16,6-9-1-16,6-6 0 0,7-8-1 15,3-11 2-15,3-8 1 0,1-10 1 0,0-9 3 16,0-6 2-16,-2-9 3 0,-4-14 2 16,-2-9 1-16,-5-8 1 15,-4-7 1-15,-3-4 0 0,-4 3 2 0,-2 4 0 0,-4 4 3 16,-6 7 2-16,-1 10-1 0,-6 9 3 16,0 10-3-16,-3 4-4 0,0-2-3 15,0 2-5-15,0 0-1 0,-2 0 0 0,-11 6 0 16,-7 11-2-16,-1 7 1 0,1 5-2 15,3 2 0-15,1 2-1 16,6 2 0-16,1 0-2 0,5 0 0 0,4-2 1 0,0-5-1 31,9-5-1-31,5-4-1 0,2-6-1 16,6-6 1-16,4-6-1 0,3-1 0 16,2-8 4-16,1-7 1 0,-1-6 5 0,-5-6 2 15,-6-5 3-15,-3-5 2 0,-8 1 0 16,1 1 1-16,-6 0 3 0,-4 3-1 0,0 2 1 15,-8 3-1-15,-5 1-2 0,-6 3-1 16,-4 5-2-16,-6 3-1 0,-3 6-2 16,0 4 1-16,-1 5-2 0,2 0 2 15,4 3-2-15,11 2-1 0,2 2 0 0,5-1 0 16,6-2 1-16,0 3 1 0,3 2 3 16,9 1 0-16,4 3 1 15,7-6-3-15,9-2 0 0,4-2-1 0,2 1 0 0,9 1-2 16,2 1 1-16,0 3-1 0,3 2 0 15,-4 4-1-15,-2 0 0 0,-2 3-1 16,-6 4 1-16,-6-1-1 0,-5 3 0 16,-6 2 0-16,-4 1 0 0,-7-1 1 0,-2 0 1 31,-5-2-1-31,0-7 1 0,0-3-1 0,-3-4 1 16,-3-4 1-16,1 2 1 0,1-5 2 15,-3-3 0-15,-2 0 0 0,-1-11 3 16,1-7 1-16,2-5 0 0,6-7 2 15,1-3-4-15,4-7 0 0,9-1-2 0,5-6-1 16,6-1 0-16,4-4 2 0,3 4-3 16,3 2-8-16,-1 10 5 15,3 9-5-15,-3 11 1 0,-4 7 9 0,0 9-5 0,-3 0 2 16,-3 1 3-16,-3 7-9 0,-2 1 4 16,-2 1-2-16,-6 0-6 0,-3-3 1 15,-4-2-17-15,-3-5-12 0,0 0-24 0,0 0-23 16,0 2-96-16,-4-2-108 0</inkml:trace>
  <inkml:trace contextRef="#ctx0" brushRef="#br0" timeOffset="113982.29">10294 751 762 0,'0'0'34'0,"0"0"-3"15,0 0-12-15,0 0-9 0,0 0-8 0,0 0-2 16,0 0 0-16,81-39-3 0,-46 36-11 16,4 0-34-16,4 1-167 0,1 0-108 15</inkml:trace>
  <inkml:trace contextRef="#ctx0" brushRef="#br0" timeOffset="114566.69">12115 1131 541 0,'0'0'48'0,"0"0"-6"16,0 0-10-16,0 0-11 0,0 0-8 0,-93-55-2 15,63 64-3-15,0 8 0 0,1 5-1 16,2 5-3-16,1 3-1 0,5 3-3 0,2 1-3 15,6 1 1-15,6-2 0 0,5-1 0 16,2-3 2-16,5-4 2 0,8 0 1 16,4-4 2-16,9 0 1 0,1-1 2 15,5-2 0-15,3 2-1 0,0-1 0 16,1 3-1-16,-1-2-3 0,-2 1 2 0,-4-2-2 16,-6-1 0-16,-6 1 1 0,-7-7-3 15,-5 3 3-15,-5-1 0 0,-5 0-1 0,-10 4 2 16,-6-6-1-16,-6-2-3 0,-7-3 0 15,-2-4-1-15,-1-3 1 0,-1 0 1 16,1-5-2-16,3-5 0 0,4-3-4 0,1-1 0 31,9-1-8-31,5 5-10 0,5 2-30 16,6 5-55-16,4 3-187 0,0-1-11 0</inkml:trace>
  <inkml:trace contextRef="#ctx0" brushRef="#br0" timeOffset="115833.47">18723 1229 512 0,'0'0'51'0,"0"0"6"0,0 0-6 15,0 0-16-15,0 0 1 0,0 0-23 16,0 0-9-16,0 0-3 0,0 0-1 15,-39 11 0 1,23 29-1-16,0 8 1 0,-2 5-4 0,-1 3 1 0,0 2 1 16,-1 1-1-1,2-3 0-15,1-1 1 0,4-8 0 16,0-9 0-16,6-12 2 0,2-11 2 0,4-9 0 16,1-6 6-16,-1 0 3 0,1 0 1 15,0-9 1-15,7-16-4 0,5-12-5 16,2-15 0-16,0-10-1 0,4-8 0 0,-1-8 1 15,2-5 0-15,-2-7-8 0,-1 1 4 16,-2 6-1-16,-2 13-1 0,-3 18 7 16,-3 20-7-16,-1 17-2 0,-2 15 1 0,3 13 2 15,1 21 4-15,4 18-1 0,0 11 5 16,-1 9-4-16,0 4-2 0,2-2 3 16,-1 2-7-16,4-2-2 0,-2-1 2 0,3-3 1 15,-3-5 0-15,2-6 4 16,-1-5 11-16,-3-9-2 0,2-6 1 0,-4-8-1 15,-2-12-11-15,-4-6 0 0,1-9 1 0,-4-4-1 16,0 0 1-16,0 0-3 0,2 0-3 31,-1 2-8-31,2-2-13 0,3-6-22 16,1-7-50-16,2 3-65 0,-4 2-135 0</inkml:trace>
  <inkml:trace contextRef="#ctx0" brushRef="#br0" timeOffset="116032.33">18349 1569 621 0,'0'0'37'0,"0"0"3"0,0 0-3 0,0 0-9 16,0 0-9-16,101-36-1 0,-68 27-10 0,1-1-4 15,-1 2-3-15,-3-2-5 0,-1 0-5 16,-1-1-14-16,-2 0-27 0,-5-1-39 15,-3 2-118 1,-7 1-87-16</inkml:trace>
  <inkml:trace contextRef="#ctx0" brushRef="#br0" timeOffset="116282.58">18637 548 608 0,'0'0'44'0,"0"0"-1"0,0 0-9 16,0 0-4-16,0 0-11 0,0 0-3 16,0 0-8-16,0 0-2 0,-83-40-4 0,60 45-2 15,-2 7-1-15,-2 6-2 0,-2 4 1 16,0 2 0-16,-1 2-1 0,1-1-2 16,0 0-3-16,6-1 1 0,1-3-8 0,6-5-6 15,7-8-20-15,7-3-15 0,2-5-13 16,-2 0-13-16,2 0-9 0,9-12-8 15,8-9-14-15,5-10 6 0,1 0 36 0</inkml:trace>
  <inkml:trace contextRef="#ctx0" brushRef="#br0" timeOffset="116399.39">18376 577 12 0,'19'-28'75'0,"0"7"24"31,-7 6 9-31,-1 3-8 0,-5 4-22 16,-3 5-10-16,4-3-13 0,-3 5-7 0,5 1-7 16,4 0-7-16,-1 2-6 0,5 8-9 15,-2 3-5-15,0 2-7 0,1 2-1 16,3 3-5-16,1 1-1 0,1 0-3 0,3-1-7 15,2-3-20-15,1-2-34 0,2-3-153 16,-1-3-87-16</inkml:trace>
  <inkml:trace contextRef="#ctx0" brushRef="#br0" timeOffset="119132.45">19669 480 7 0,'0'0'17'0,"0"0"0"0,0 0-3 0,0 0-1 15,0 0-1-15,0 0-1 0,0 0 2 16,0 0 0-16,0 0 0 0,4 0 0 16,-4 0 0-16,0 0 0 15,2 0 5-15,-2 0-2 0,0 0 1 0,1 0-2 16,-1 0-2-16,2-2 1 0,-1 0 1 0,4-3 0 15,-2 3 0-15,-1-1-3 0,1 0 0 0,-3 3 0 16,0-2 0-16,0 2 0 0,2-1 1 31,0 1 1-31,-2-2-1 0,2 2 1 16,-2-2-1-16,1 1 0 0,-1-1 0 0,0 1 2 16,2 1 0-16,-2-1 0 15,0-1-2-15,0 2-3 0,1-1-1 0,-1-1-1 16,0 2-2-16,0-2-1 0,0 1 0 0,0-1-1 15,0 1 1-15,0 1 0 0,0-2 0 16,0 2 2-16,0-1 0 0,-1 1-2 16,-1-2 0-16,1 2-2 0,-1-1-1 0,-5 1 1 15,2 0 5-15,-6 1 4 16,-3 10 5-16,1 4 4 0,-4 9-1 0,2 6 2 16,-2 3-4-16,1 6-2 0,0 8-3 0,1 8-3 15,1 15-3-15,2 13-3 0,1 16 0 16,-1 12-3-16,4 8-3 0,2 5-1 15,1-2-4-15,5-2 1 16,0-6 2-16,5-9 12 0,8-8 2 0,7-8 1 0,7-7 0 31,8-7-14-31,6-7 3 0,5-7-1 16,2-11 1-16,-1-11 0 0,-3-10 1 0,-5-7-2 16,-3-9 1-16,-7-3-4 0,-12-5-5 15,-4-3-3-15,-8-1-7 0,-5-1-10 16,0 0-24-16,0 0-43 0,0 0-76 0,0 0-97 15</inkml:trace>
  <inkml:trace contextRef="#ctx0" brushRef="#br0" timeOffset="119682.38">20334 958 555 0,'0'0'53'0,"0"0"0"0,0 0-3 16,0 0-12-16,0 0-12 0,0 0-11 15,0 0-6-15,0 0-7 0,0 0-1 16,0 0 0-16,-14-16-1 0,9 53 3 0,0 16-2 15,0 11 1-15,3 7-1 0,0 3-2 16,1 5 0-16,1 0-3 0,0 2 0 16,7-1 0-16,6-4 0 0,0-4 1 0,3-9 12 15,0-8 3-15,-1-10 0 0,0-10 0 16,-5-10-14-16,-4-14 2 0,-3-4 0 16,-3-7-1-16,0 0 3 0,0 0-2 0,0 0-1 15,-2 0-4-15,-12-2-5 0,-9-10-26 16,-9-8 2-16,-3-3-36 0,-1-7-13 15,-2-2-16-15,-1-4-24 16,-2 1 12-16,2 3 12 0,-1 3 36 0,4 4 24 16,-1 3 30-1,4 4 18-15,2 1 23 0,5 4 18 16,6 2 22-16,3 3 13 0,8 4-1 0,4 1-10 16,1 2-21-16,4 1-15 0,0-5-6 15,9-2 1-15,9-1 3 0,10-3 0 16,7 2-4-16,4 1-4 0,6 1-6 0,5-2-7 15,4-1-5-15,0 3-6 0,2 1-5 16,-1 3-5-16,-3-2-15 0,-6 1-25 16,-3 1-77-16,-14-1-170 0,-3 4-6 0</inkml:trace>
  <inkml:trace contextRef="#ctx0" brushRef="#br0" timeOffset="119965.79">20639 1721 648 0,'0'0'63'0,"0"0"-11"16,0 0-18-16,0 0-13 0,0 0-9 0,0 0-3 16,0 0-4-16,0 0-1 15,0 0-1-15,6 3 0 0,-3 15 1 0,4 7-3 0,-2 3 0 16,-1 4 0-16,0 5 11 0,1-1-1 15,-1 3-1-15,2 0 0 0,-2-3-12 16,0-2 2-16,1-4-2 0,-1-5 0 16,-1-6-1-16,2-4-1 0,-4-4-2 0,0-7-1 15,2 2-5-15,-2-3-5 0,1 0-7 16,-1 0-24-16,2-3-50 0,-1-12-192 0,1-9-24 16</inkml:trace>
  <inkml:trace contextRef="#ctx0" brushRef="#br0" timeOffset="120265.82">21391 1225 755 0,'0'0'31'0,"0"0"2"0,0 0-6 16,0 0-10-16,0 0 0 0,0 0-11 0,0 0-5 15,0 0 4-15,0 0-2 0,0 0 1 16,45 4 1-16,-37 34-5 0,-4 8-2 0,0 2 0 16,-3 4-1-16,1 1 0 0,-1 3 1 15,1-1-1-15,-1-2 1 0,1-3 0 16,1-7-2-16,0-7 1 0,-2-12-1 16,2-4 0-16,-2-8 1 15,-1-7-4-15,2 1 0 0,-2-6 0 0,0 0-1 0,0 0-8 16,4 0-19-16,3-9-36 0,-1-11-57 0,-2-10-171 15,-4-9 10-15</inkml:trace>
  <inkml:trace contextRef="#ctx0" brushRef="#br0" timeOffset="120449.05">21182 1420 614 0,'0'0'53'0,"0"0"2"16,0 0-11-16,0 0-12 0,0 0-7 15,0 0-6-15,0 0-1 0,0 0-5 16,117 19-7-16,-64-19-3 0,10 0-2 16,7-5-4-16,7-1 0 0,7-2-13 0,4 1-16 15,3-1-46-15,-3 1-75 0,-4 1-157 16</inkml:trace>
  <inkml:trace contextRef="#ctx0" brushRef="#br0" timeOffset="120782.34">22632 960 610 0,'0'0'69'0,"0"0"-8"0,4-101-12 16,-4 70-10-16,-1 2-12 0,-3 2-6 16,-1 4-6-16,-2 2-2 0,1 8-4 15,1 0-3-15,-1 6-1 0,3 4-3 16,-9 0-4-16,2 3 2 0,-6 7-3 0,-6 12 0 15,4 12 4-15,2 14-2 0,3 14 0 16,4 11 2-16,3 8 2 0,5 6 0 0,1 5-1 16,3 1-4-16,7 1-3 0,3 0 2 15,3-3-1-15,1-4-1 0,2-4 1 16,1-8 10-16,-1-10 0 0,-4-9 0 16,-5-11-1-16,-3-7-12 0,-4-12 1 15,-3-4 0-15,0-9 1 0,-3-4-2 0,-6 1-3 16,-2-5-9-16,-9-2-16 0,-3 0-37 0,-5-10-64 15,-1-7-166-15,3-4-3 0</inkml:trace>
  <inkml:trace contextRef="#ctx0" brushRef="#br0" timeOffset="120948.94">22117 1424 672 0,'0'0'45'0,"0"0"-1"0,0 0-10 16,0 0-9-16,107-75-9 0,-66 64-5 16,4 3-6-16,2 1-2 0,4 1-6 15,-3 3-4-15,-4 2-17 0,-3-1-30 0,-3 2-96 16,-8 0-159-16,-3 8 1 0</inkml:trace>
  <inkml:trace contextRef="#ctx0" brushRef="#br0" timeOffset="121282.74">22910 1670 812 0,'0'0'31'0,"0"0"0"16,0 0-10-16,0 0-5 0,100-84-6 15,-70 74-3-15,3 2-3 0,-1 4-1 16,0 4-4-16,-2 2 1 0,-2 9-2 0,-5 4 0 15,-3 5 1-15,-6 4-3 0,-6 6-1 16,-7 7-3-16,-2 2-6 0,-15 4-2 0,-6 1 7 16,-5 0-1-16,-2 0 5 0,0-5 0 15,1-2-4-15,3-6 3 0,4-4 5 16,5-11 1-16,7-7 3 0,7-4 4 16,2-5 4-16,-2 0 0 0,2 1 1 15,12 1-2-15,9-2-4 0,11 0-3 0,3 0-2 16,4-6-2-16,3-2-1 0,-2 2-8 0,1-2-15 15,-4 1-35-15,-3-2-72 0,-6-3-176 16,-3-2-12-16</inkml:trace>
  <inkml:trace contextRef="#ctx0" brushRef="#br0" timeOffset="121582.27">23511 695 800 0,'0'0'36'16,"0"0"-7"-16,0 0-6 0,0 0-6 16,0 0-8-16,0 0-2 0,0 0-1 15,0 0-1-15,0 0 1 0,113-56-2 0,-67 79-1 16,5 9 0-16,5 10-3 0,5 11-1 0,1 14 2 16,1 12-2-16,-1 13 4 0,-6 8-1 15,-8 10-2-15,-11 4-2 0,-13 2-6 16,-14 3-2-16,-10-2 9 0,-19-5-3 15,-13-6 3-15,-9-8-1 0,-8-9-8 16,-3-9 1-16,-3-13 4 0,2-12-1 0,2-14 4 31,9-12 2-31,8-11 1 0,9-9-5 0,5-9-8 16,10 0-18-16,4-4-41 0,0-12-109 16,6-7-141-16</inkml:trace>
  <inkml:trace contextRef="#ctx0" brushRef="#br0" timeOffset="121966.69">24650 1413 610 0,'0'0'75'0,"0"0"-7"0,0 0-16 0,0 0-19 16,0 0-10-16,0 0-9 0,0 0-2 15,0 0-6-15,99-62-1 0,-76 53-1 16,6 0-3-16,2 1 0 0,-1 2-1 16,2 3-1-16,-2 3-2 0,-1 0-2 15,-3 1-4-15,-7 4-13 0,-5 3-15 0,-1 5-35 16,-7 4-35-16,-3 6-131 0,-3 2-67 0</inkml:trace>
  <inkml:trace contextRef="#ctx0" brushRef="#br0" timeOffset="122132.38">24720 1812 738 0,'0'0'47'0,"0"0"-7"16,0 0-12-16,0 0-13 0,0 0-6 16,0 0-4-16,104-42-2 0,-63 32-3 15,2 3-2-15,-1 1-6 0,1 1-11 16,-1 4-31-16,1 1-50 0,-2 0-204 15,-5 1-18-15</inkml:trace>
  <inkml:trace contextRef="#ctx0" brushRef="#br0" timeOffset="122566.75">25533 1891 784 0,'0'0'22'16,"0"0"-1"-16,0 0-6 0,0 0 1 0,0 0-8 15,0 0-2-15,0 0-2 16,0 0 0-16,0 0-2 0,0 0-1 0,85-76 0 31,-75 66-1-31,5-6 0 0,-1-2 1 16,2-5 0-16,0-5 0 0,4-7-1 16,3-9 0-16,-1-9 0 0,3-10 2 0,-1-10 0 15,-1-9 0-15,-1-8-4 0,-2-3-3 0,-2 2 1 16,-4 7 0-16,-1 16 4 15,-1 15 1-15,-6 18-1 0,-2 17 0 0,-3 11 0 16,-1 7-1-16,3 0 2 0,7 2-2 16,2 15 0-16,5 13 1 0,1 17 0 15,0 13 1-15,0 9 5 0,-1 9 1 0,-1 2-3 16,-2 4-2-16,-2-4-3 0,-4-1-2 0,-2-3-1 16,-3-6 2-16,-3-5-1 15,2-10 0-15,-2-8 2 0,0-11 0 0,0-12 0 16,1-5 0-16,1-9 12 0,-2-5-11 15,1 1 9-15,-1-6-11 0,0 0-12 16,6 0 5-16,3-3-25 0,2-11-19 0,1-4-94 31,-5-7-161-31,-1-3-9 0</inkml:trace>
  <inkml:trace contextRef="#ctx0" brushRef="#br0" timeOffset="122749.07">25594 1459 753 0,'0'0'29'16,"0"0"4"-16,0 0-4 15,0 0-7-15,95-28-8 0,-56 21-3 0,6-1-7 16,0-1-2-16,1 1-1 0,-2-1-3 16,0-1-5-16,-5-3-11 0,-4 1-28 15,-6-3-40-15,-6-3-137 0,-10-5-97 0</inkml:trace>
  <inkml:trace contextRef="#ctx0" brushRef="#br0" timeOffset="123099.4">25961 572 724 0,'0'0'39'15,"0"0"-5"-15,0 0-10 0,0 0-6 0,0 0-8 16,0 0-4-16,-78-57-3 15,55 57-1-15,-12 5-1 0,-4 9-1 0,-2 3-2 16,-1 1 1-16,-1 3-2 0,6 1 0 16,5-3 0-16,4 1-1 0,7-5-2 15,8-4-3-15,7-4-2 0,3-4 0 0,3-3 3 16,0 0 4-16,3-7 1 0,10-10 2 0,7-6-2 16,3-7 3-16,2-5 3 15,4-5 0-15,0 0 2 0,0 1-1 0,-2 8 1 16,-1 5 0-16,-2 9 0 0,-7 7 1 15,0 7-1-15,-1 3 1 0,1 4 1 16,6 11 1-16,-1 5-1 0,3 5-4 0,-1 3-1 31,2 1-1-31,0 1-2 0,-1-1-1 0,2-1-1 16,1-3-2-16,-1-2-10 0,-2-3-15 16,-4-6-69-16,-2-4-206 0,1-5-21 15</inkml:trace>
  <inkml:trace contextRef="#ctx0" brushRef="#br0" timeOffset="123749.35">26550 667 436 0,'0'0'77'15,"0"0"-8"-15,0 0-4 0,0 0-12 16,0 0-6-16,0 0-7 0,0 0-7 0,0 0-9 31,0 0-2-31,49-42-6 0,-49 41-4 0,1-1-2 16,-1 0-5-16,0 1-4 0,0 1 3 16,0 1-4-16,-1 18 1 0,-4 11 0 15,1 14-4-15,4 12 3 0,0 11-2 16,7 10 2-16,2 10 1 0,0 5 2 15,-1 3 0-15,2-2-1 0,-1-3-3 0,-3-3-4 16,0-5 0-16,1-3 0 0,-3-9 2 0,-1-7 0 16,0-9 12-16,-2-10-1 15,-1-9 1-15,2-13-1 0,-2-8-11 0,0-8 2 16,0-6-1-16,0 0 1 0,0 0 1 16,0 1-3-16,0 1-6 0,-4-2-7 15,-8 0-16-15,-7 0-24 0,-7-6-48 0,2-3-100 16,-4-3-110-16</inkml:trace>
  <inkml:trace contextRef="#ctx0" brushRef="#br0" timeOffset="123949.2">26295 1378 769 0,'0'0'40'16,"0"0"-7"-16,0 0-12 0,0 0-6 15,0 0-7-15,0 0-3 0,0 0 1 16,0 0-2-16,103-65 0 0,-51 50-2 16,4 1-3-16,5 3 0 0,1 1-7 15,-1 3-12-15,-5 4-28 0,-2 3-49 0,-7 3-210 16,-9 11-18-16</inkml:trace>
  <inkml:trace contextRef="#ctx0" brushRef="#br0" timeOffset="124216.01">27044 1726 766 0,'0'0'35'0,"0"0"2"0,0 0-7 16,0 0-11-16,0 0-7 0,0 0-2 15,0 0-5-15,0 0-1 0,0 0-1 16,28-23-3-16,-28 23 1 0,2 0 1 15,3 13-6-15,-2 9 4 0,2 7-2 0,-2 2 1 16,-1 3 12-16,-1 3-2 0,2 0-1 0,1-1 1 16,1-2-13-16,1-4 0 0,1-2 0 15,0-6-6-15,0-3-4 0,-1-6-5 16,3-2-14-16,5-4-20 0,2-2-76 16,7-5-182-16,-1-1-7 0</inkml:trace>
  <inkml:trace contextRef="#ctx0" brushRef="#br0" timeOffset="124498.94">27971 1009 832 0,'0'0'28'0,"0"0"-4"0,0 0-6 0,0 0-8 16,0 0-5-16,0 0-2 0,0 0-1 15,0 0 0-15,0 0-2 0,0 0 1 16,33 62 2-16,-23-14 3 0,-1 3-1 16,-3 5-1-16,0-1-4 0,-2 1-3 15,0-1 0-15,1-4-1 0,-4 0 0 0,2-3-1 16,-2-6-5-16,2-5-2 0,0-8-2 0,-1-9-5 16,1-5-3-16,0-5-11 0,-2-5-16 15,1 0-27-15,-2-5-73 0,1 0-147 16</inkml:trace>
  <inkml:trace contextRef="#ctx0" brushRef="#br0" timeOffset="124666.17">27705 1369 750 0,'0'0'27'0,"0"0"1"0,0 0-6 16,0 0-2-16,0 0-3 0,0 0-3 15,130-3-3-15,-59-3-6 0,10 1-3 0,5-1-3 16,6 2-8-16,-4-1-23 0,2 2-43 0,-4 0-186 16,-3 0-70-16</inkml:trace>
  <inkml:trace contextRef="#ctx0" brushRef="#br0" timeOffset="125165.61">29138 1037 817 0,'0'0'27'0,"0"0"-5"31,0 0-6-31,0 0-7 0,0 0-3 16,0 0-3-16,0 0-2 0,0 0 1 16,0 0 1-16,-7 42 6 0,-2 6 0 0,-4 9-3 15,0 5-3-15,-3 0-8 0,2 2 1 0,-2-2-2 16,1 0 3-16,0-1 0 0,0-2 0 15,1-7-1-15,2-7 0 0,2-7 0 16,1-13 2-16,3-6 0 0,2-8 1 16,3-7 2-16,-1 1 1 0,2-5 1 15,-3 0-1-15,-1-12 0 0,-3-9-1 0,1-16-1 16,5-11 3-16,1-13-3 0,0-11 3 0,7-8-2 16,6-9 1-16,0-5-7 0,5-4 1 15,3 6-2-15,-1 7 0 0,2 14 3 16,-1 17 2-16,-3 18 0 0,-3 16 0 15,0 14 1-15,4 8-2 0,0 20 2 16,7 15 1-16,-3 11-1 0,-2 12 3 0,-3 8 2 31,-1 5 1-31,-5 3 0 0,-1 1-3 0,-2-2-4 16,0-3-1-16,-2-4-1 0,1-2 0 16,-2-7 0-16,0-6 1 0,-1-7 1 15,-2-9 0-15,-2-12-2 0,0-10 2 16,-1-9-1-16,0-6 0 0,0 0 3 15,0 0-3-15,0 0-4 0,0 0-7 0,0-3-13 16,0-15-17-16,0-9-47 0,0-10-66 0,-4 1-148 16</inkml:trace>
  <inkml:trace contextRef="#ctx0" brushRef="#br0" timeOffset="125365.59">28829 1412 748 0,'0'0'36'32,"0"0"5"-32,0 0-8 0,0 0-14 15,101-17-5-15,-57 15-6 0,2 1-3 16,1-1-3-16,0-1-1 0,-1 0-3 16,-3 0-3-16,-3-3-12 0,-2-2-14 0,-5-1-40 15,-4-4-50-15,-4-2-187 0,-11-7-9 0</inkml:trace>
  <inkml:trace contextRef="#ctx0" brushRef="#br0" timeOffset="125583.47">29070 498 706 0,'0'0'37'0,"0"0"-4"15,0 0-6-15,0 0-8 0,0 0-8 16,0 0-5-16,-78-29-5 0,55 31 1 15,-13 12-3-15,0 4 0 0,-4 4 0 16,0 4-2-16,-2 1 1 0,3 3-2 0,3 1-1 31,4-1-5-31,5-1-9 0,5-3-12 0,6-4-19 16,5-8-22-16,6-5-41 0,4-4-93 16,1-5-68-16</inkml:trace>
  <inkml:trace contextRef="#ctx0" brushRef="#br0" timeOffset="125749.17">28966 403 731 0,'0'0'43'0,"0"0"-3"15,0 0-10-15,0 0-7 0,90 46-9 16,-64-25-1-16,3 4-6 0,2-1-3 16,1 3-2-16,3-1-4 0,1 1-2 15,-1-1-5-15,-1-3-18 0,0 0-36 0,-1-7-248 16,-6-2-31-16</inkml:trace>
  <inkml:trace contextRef="#ctx0" brushRef="#br0" timeOffset="126565.82">30090 572 555 0,'0'0'64'16,"0"0"-12"-16,0 0-14 0,0 0-13 15,0 0-9-15,0 0-3 0,0 0-1 16,0 0-2-16,0 0 2 0,0 0-2 16,-87 35-2-16,77 2-1 0,2 9-3 15,3 10-1-15,5 11 1 0,0 14-2 0,4 10 7 16,5 11-3-16,1 2-2 0,3 4-2 0,-3-5-8 16,2-4 1-16,-3-6 0 0,-1-7 0 15,-4-8 14-15,-2-9-1 0,-2-8 0 16,-3-8-1-16,-5-7-11 0,-3-10 0 15,1-6 0-15,2-10 0 0,0-6 0 16,2-5-4-16,3-6-3 0,0 0-9 0,-3-3-23 31,-4-3-38-31,-4-8-102 0,-4-7-116 0</inkml:trace>
  <inkml:trace contextRef="#ctx0" brushRef="#br0" timeOffset="126770.19">29725 1156 718 0,'0'0'33'0,"0"0"-6"0,0 0-5 16,0 0-9-16,0 0-5 0,0 0-2 15,0 0-2-15,0 0 0 0,91-39 0 0,-31 27-2 16,6 3-4-16,5 1-3 0,0 2-7 0,-5 4-31 15,-5 2-45-15,-5 0-220 0,-9 8-22 16</inkml:trace>
  <inkml:trace contextRef="#ctx0" brushRef="#br0" timeOffset="127215.67">30435 1712 649 0,'0'0'33'0,"0"0"6"0,0 0-1 16,0 0-13-16,0 0-7 0,0 0-3 0,0 0-1 16,0 0-1-16,0 0-3 0,88-39-1 15,-56 37-1-15,2 1-2 0,2 1-1 16,-1 1-2-16,0 8-2 0,-4 5-2 15,-2 1 0-15,-6 4-1 0,-4 4 0 16,-6 3-1-16,-5 2 1 0,-8 4 12 0,-3 0 1 31,-12 1-2-31,-7-1-3 0,-3 1-16 0,-4-3 0 16,-1-1 2-16,-1-3 2 0,1-3 2 16,1-3 1-16,3-4 1 0,8-7 2 15,7-3 2-15,7-2 0 0,4-4 1 16,-2 0-1-16,2 0 2 0,0 1 1 15,2 0 2-15,16 1 1 0,12-2-2 0,10 1-4 16,5-1-1-16,3 0-1 0,-2 0-1 0,2 0 0 16,-3-1-1-16,-4-2-4 0,-3 2-9 15,-12 1-14-15,-10-2-35 0,-3 2-97 16,-7-2-153-16,-2 1-3 0</inkml:trace>
  <inkml:trace contextRef="#ctx0" brushRef="#br0" timeOffset="157032.42">2594 2887 279 0,'0'0'70'0,"0"0"-5"0,0 0-12 0,0 0-8 0,0 0-7 31,0 0-3-31,-26-82-3 0,22 73-3 16,-1 1-3-16,1 1-4 0,2 2-1 16,1 2-3-16,1 3-2 0,-3-2-5 15,3 2-3-15,0 0-4 0,0-1-1 0,0 1 1 16,0 0 2-16,0 15 1 0,0 9 0 15,0 11-2-15,0 5-2 0,0 7 1 0,0 4-1 16,3 2 1-16,-2 4-3 0,-1 0 2 16,0 1 2-16,2 1-4 0,-2 0 4 15,0 1-5-15,0-4-2 0,1-2 2 0,1-3-1 16,-1-6 1-16,2-7 0 0,-1-4 0 16,-1-13 1-16,2-3 0 0,-3-7-1 15,0-7 1-15,3 2 0 0,-3-6-1 0,0 0-1 16,0 0-1-16,4 5-6 0,-3-1-11 15,1-1-25-15,1 2-35 0,-3-5-83 16,0 0-124-16</inkml:trace>
  <inkml:trace contextRef="#ctx0" brushRef="#br0" timeOffset="157369.12">2896 2934 547 0,'0'0'51'0,"0"0"-6"0,0 0-8 15,-6-78-7-15,5 71-9 0,1 1-5 0,0 6-4 16,-2-2-6-16,2 2-4 0,0 0-1 16,0 0-1-16,0 15 4 0,8 13 1 15,-1 11 1-15,3 8 1 0,-3 5 0 16,-1 3-4-16,-3 0 4 0,0 2 1 0,-2 0-5 15,1 1 4-15,-1-2-6 0,1 2-2 32,-1-3 1-32,1-2-2 0,2-3 4 0,-3-5-2 15,2-7 0-15,3-4 0 0,-2-9 0 16,-1-6 0-16,2-6 0 0,-4-3 0 0,2-7 0 16,1 1 0-16,-4-4-3 15,0 0-2-15,0 0-9 0,0 0-30 0,0 0-61 16,0-10-175-16,-10-7-20 0</inkml:trace>
  <inkml:trace contextRef="#ctx0" brushRef="#br0" timeOffset="157583.54">2221 3455 632 0,'0'0'46'0,"0"0"-2"0,0 0-6 0,0 0-6 16,0 0-11-16,105-81-6 16,-51 64-5-16,1 1-5 0,3 3-4 15,-2 1-6-15,2 5-12 0,-6 4-25 16,0 1-56-16,0 2-154 0,-7 0-46 16</inkml:trace>
  <inkml:trace contextRef="#ctx0" brushRef="#br0" timeOffset="158365.79">3414 3687 452 0,'0'0'58'0,"0"0"-12"0,0 0-10 15,0 0-10-15,0 0-2 0,0 0-1 16,0 0-3-16,0 0-1 0,0 0-1 0,0 0-2 31,-13-8-2-31,10 7-3 0,0-2-2 16,0-1-6-16,0-6 0 0,3-7-3 0,0-4 0 16,9-8 1-16,2-3-2 0,1-3 1 15,0-1-1-15,-1-3 1 0,-1-1-2 16,-4 2 4-16,0 3-2 0,-5 9 1 15,-1 5 0-15,0 7-6 0,-1 4 5 0,-5 1-1 16,-4 4 0-16,-3 2 6 0,-6 3-5 16,-4 5 1-16,1 7-1 15,-1 5-1-15,3 4 1 0,4 4-1 0,0 3 1 16,6 4-2-16,4 1 2 0,2 2-1 0,4 1 0 16,7 1-1-16,6-2 0 0,4-2 0 15,4-4 1-15,5-5 1 0,3-6 0 0,1-5 1 16,8-6-1-16,2-7 1 0,2-1 0 15,3-13-2-15,4-7 2 16,-3-6 1-16,2-8-2 0,-3-5 2 0,-6-4-3 16,-6-3 2-1,-4-2-4-15,-3 1 2 0,-7 1-2 16,0 3-3-16,-9 9 4 0,0 10-3 16,-6 10 5-16,-2 11 0 0,-2 4-1 0,0-1 1 15,0 1 1-15,-6 0 0 0,-7 9 3 16,1 2 4-16,1 5-5 15,5-4 5-15,2 3-6 0,1-6-1 0,3 3 3 0,1 4-2 16,8-4 5-16,8 3-2 0,2-3 2 16,4-4 4-16,3-2 0 0,5-2 0 15,2 1-1-15,0-1-3 0,2 1-2 0,-3 1-3 16,-3 0-1-16,0 3-1 0,-5 3-1 16,-1 2-2-16,-2 3 1 15,-7 1-1-15,-7 3 2 0,-5 2 2 0,-2 3-1 16,-6-2 0-16,-6 2 1 0,-1-4-1 0,3 0 1 15,1-7-1-15,4-6 1 0,2 0 1 16,3-4 0-16,0 4 1 0,3 3 1 0,11-4 1 31,9 1 0-31,6-5-2 0,10-4-1 16,5 0-1-16,6 0-2 0,5 0-1 0,0-3-7 16,2 0-13-16,-1 2-23 15,0-4-47-15,-1 1-117 0,-7-7-89 0</inkml:trace>
  <inkml:trace contextRef="#ctx0" brushRef="#br0" timeOffset="160898.95">4708 3527 498 0,'0'0'65'16,"0"0"-4"-16,0 0-8 0,0 0-10 16,61-82-10-16,-44 69-7 0,6 1-4 15,2 2-6-15,1 6-6 0,1 3-5 0,-3 1-4 16,0 2-1-16,-1 8-1 0,-1 3 1 15,-2 6-2-15,0 0 0 0,-1 5-1 16,-4 2 1-16,-1 3 0 0,-5 0-1 0,-6 0 0 31,-3 0 1-31,0-4-1 0,-8-2 2 16,-3-3-1-16,-1-4 2 0,2-6 0 0,3-4 2 16,4-3 0-16,-1-3 1 15,1 0 0-15,1-12-1 0,2-14-1 0,6-7-1 16,14-16 1-16,6 0-1 0,8 2 1 15,3 5-2-15,4 7 2 0,-1 9-1 0,2 10-1 16,-3 8 1-16,-2 8-1 0,-3 1 0 16,-2 13 1-16,-6 6 0 0,0 3-2 15,-6 4 2-15,-4 1-2 0,-3 3 2 16,-7-1-1-16,0 1 1 0,-5-2 0 0,-1-5 0 16,0-6 0-16,-3-1 1 0,-1-8-1 15,1-5 3-15,3 2 0 0,0-6 1 0,-3 0-2 16,3 0 0-16,0-15-2 0,0-8-1 15,0-11 0-15,13-4 0 0,6-3 1 16,4 1-1-16,6 4 1 0,3 7-2 16,1 8 2-1,-1 7 0-15,0 8-1 0,-5 6 1 16,2 0 0-16,-4 12 0 0,-2 4-1 16,-3 2 2-16,-1 4-1 0,3 4 0 0,-4 0 0 15,0 2 1-15,-1 2-2 0,1-3 2 16,-3-3 1-16,-3-3-2 0,2-4 0 15,-5-5 0-15,1-2 0 0,-1-5 2 16,1-3-1-16,9-2 1 0,-2 0 0 0,9-9-1 16,-1-8 0-16,-1-4-1 0,0-5 0 15,2-4 0-15,-2-2 0 0,2-1-1 0,-3-1 2 16,2 5-2-16,-2 4 1 0,-3 3-1 16,-7 10 1-16,0 2 1 0,-4 3-1 15,-6 4 1-15,1 2-1 0,-4 1 1 0,5 0 0 16,0 0 1-16,5 0-2 0,-1 0 1 15,-3 4-1-15,2 5 0 0,-2 2 0 16,0 6 0-16,0 1-1 0,1 2 1 0,-1 4-2 31,-2 0 2-31,-1 4-1 0,4 0 1 16,1 0-1-16,0-4 0 0,2-1 0 0,1-5 0 16,1-4 0-16,-1-4 1 15,0-5 0-15,5-2 1 0,2-3 0 0,5-3 1 16,1-8 0-16,-1-6-1 0,2-2 1 15,-3-5 0-15,-1-7 0 0,1-2-2 0,-3-2 2 16,-2 1-2-16,1 3 1 0,-4 4-1 16,-4 3 2-16,-4 9-2 0,-3 6 2 15,4 2 0-15,-6 2 1 0,1 1 0 16,-1-1 2-16,-1 5-1 0,0-1 1 0,0 1 1 16,0 0-2-16,2-2-1 0,-2 2-1 15,0-2-2-15,0 2 0 0,0-1 0 0,0 1 0 16,0 0 2-16,0 0-2 0,0 0 2 15,1 0-2-15,-1 0 0 0,2 0 0 16,-2 0 1-16,1 0-1 0,-1 0 1 0,0 0 1 31,0 0 0-31,0 0 1 0,0 0-2 16,3 0-1-16,-3 0 1 0,0 0-1 16,0-2 1-16,0-3 0 0,0-2-2 0,0-2 1 15,-3-2 0-15,2 1 1 0,-2-1-1 16,1-2-6-16,-1-7 6 0,3 0-5 15,-1-9 6-15,1 0 0 0,0-4-2 16,-2-6 1-16,2-8-1 0,-1-7 2 0,-3-3-1 16,1-3 2-16,0 7-2 0,2 8 1 15,-2 16-1-15,1 11 2 0,2 12-2 0,0 6 0 16,-1-2 0-16,1 2 0 0,0 0 2 16,-3 0 0-16,0 16 1 0,0 6-1 15,0 10 1-15,3 4-3 0,0 4 2 16,0 2-3-16,3 2 2 0,1 3-1 0,2 1 0 15,-1-1 0-15,-1 1 1 0,3 1 4 16,-1 0-4-16,0-1 3 0,1-1-4 0,0 2-4 31,5-2 3-31,-1-4-1 0,2 0 1 16,5-5-1-16,2-5 2 0,3-4-1 16,0-6 1-16,3-5-1 0,5-4 2 0,-1-5-1 15,5-5 1-15,-2-2 0 0,6-2-1 16,-3-4 1-16,0-7-1 0,-4-6 1 15,1-4-2-15,-5-3 0 0,-2-7-3 0,-5-2 1 16,-3-4-2-16,-4 4 1 0,-2 1 0 16,-5 11 2-16,-1 3 1 0,-3 7 1 15,-3 5 0-15,4 2 1 0,-4 4-1 16,0-2 1-16,0 2 0 0,0-2 0 0,1 1-2 16,-1 1 0-16,0-2 0 0,0 2 0 15,2 0 2-15,-1 10-1 0,2 7 0 0,0 3 0 16,2 3-1-16,-1 2 0 0,2 0 2 15,2 2-2-15,-2 3 1 0,6-3-2 16,1-2 1-16,3-1-1 0,7-6 0 16,4-3-4-1,8-6-2-15,6-4-3 0,6-5-2 16,5 0 0-16,0-12 3 0,5-7 2 16,-4-7 0-16,2-6 4 0,-7-4 0 0,-2-2 3 15,-7 0 0-15,-4 4 4 0,-8 6 2 16,-5 4 5-16,-9 8 2 0,-6 6 3 15,-4 7 1-15,-3-3-1 0,0 0-4 16,0-5-3-16,-10-3-2 0,-2 7-3 0,-6-2-2 16,-2 4 0-16,-1 5 0 0,-3 0-2 15,-1 5 3-15,-2 7-4 0,-1 5 0 0,1 2-1 16,0 7-3-16,0 4-5 0,4 4-2 16,4 2-8-16,5 1-1 0,3-1-8 15,6-3-4-15,2-4-1 0,3-4-1 16,10-7 6-16,3-6 7 0,6-6 8 0,0-6 10 15,2 0 7-15,1-12 4 0,-3-5 4 16,1-6 2-16,0-4 2 0,-2-6 1 0,-1-4 0 31,-4-1-3-31,3 2 1 0,-6 3-3 16,3 5 1-16,-4 10 1 0,-5 7 1 16,-1 7-3-16,-3 4-2 0,0-2-4 0,0 2-1 15,4 0 4-15,4 6-2 0,0 8 1 16,1 4-1-16,-3 4 0 0,0 0-3 15,-2 1 1-15,1 1-3 0,0-1 1 0,-1 1-2 16,1-3 1-16,-1-1-1 0,2-6 1 16,1-2 0-16,-3-4 0 0,2-1 0 15,1-1 1-15,-4-3 1 0,9-3 1 16,1 0 0-16,5-10 2 0,3-8-3 0,2-7 1 16,0-4 0-16,-4-4-1 0,4-2 1 15,-1 0-1-15,1 2 2 0,-3 2 0 0,2 6 4 16,-1 5 1-16,-3 3-1 0,-2 8 0 15,-2 5-2-15,5 2-3 0,-3 2 0 16,10 3-3 0,-4 8 1-16,-5 2-1 0,2 4-1 15,-2 3 2-15,-1 1-2 0,-2 5-1 16,-2 0 0-16,-2 1 1 0,-1-1-3 16,-5 0 3-16,-1-7-4 0,-3 0 1 0,0-9 0 15,0-4 0-15,0 0 3 16,0-6 3-16,0 0 0 0,0 0 2 0,-3-3 0 0,-3-10-3 15,-1-10 4 1,6-3-4-16,1-4 3 0,6-4 0 0,5 3-2 16,7-1-1-16,0 1 0 0,5 5-1 0,-1 4 1 15,1 5 0-15,2 6 0 0,-1 5 0 0,1 6 1 16,-2 0-1-16,2 9 0 0,-1 5 3 16,1 4-3-16,-5 2 0 0,0 3-1 15,-1 2-1-15,-3 1 0 0,0 2 1 16,-3-1-1-16,0-1 1 0,-3 1-2 15,2-3 1-15,-1-4 0 0,-5-5 0 0,6-4 0 16,2-7 3-16,2-4-2 0,10-4 0 0,3-13 1 31,1-9-2-31,4-4 2 0,0-5 0 16,1-3 0-16,-2-1 0 0,-1-1 0 16,-3 3-2-16,-3 0 2 0,-3 5 0 15,-7 6-6-15,-3 10 6 0,-4 2-7 16,-3 8 3-16,-3 3-5 0,-1 0-4 0,-2 3-6 15,0 0-19-15,0 0-24 0,0 12-49 0,-2 3-183 16,-7 3-4-16</inkml:trace>
  <inkml:trace contextRef="#ctx0" brushRef="#br0" timeOffset="161132.57">8181 3008 731 0,'0'0'40'0,"0"0"-4"16,0 0-6-16,0 0-12 0,0 0-11 16,0 0-5-16,0 0-3 0,0 0-3 0,0 0-4 15,0 0-10-15,-3-31-28 0,-6 23-62 16,-5-4-184-16,-4-2-16 0</inkml:trace>
  <inkml:trace contextRef="#ctx0" brushRef="#br0" timeOffset="161332.46">7172 3014 784 0,'0'0'33'0,"0"0"-1"15,0 0-4-15,0 0-8 0,77-37-8 0,-35 27-7 16,3 1-1-16,2 1-2 0,1 3-3 0,1 1-2 31,-2 3-6-31,0 1-12 0,-5 1-21 16,-3 7-43-16,-7 1-85 0,-12-1-133 16</inkml:trace>
  <inkml:trace contextRef="#ctx0" brushRef="#br0" timeOffset="161532.34">6131 3025 742 0,'0'0'39'0,"0"0"-4"0,0 0-10 15,0 0-10-15,0 0-9 0,0 0-5 0,0 0-6 16,0 0-7-16,0 0-29 0,-7-13-74 15,18 18-176-15,8 0-27 0</inkml:trace>
  <inkml:trace contextRef="#ctx0" brushRef="#br0" timeOffset="162815.6">10494 3289 616 0,'0'0'30'0,"0"0"11"0,16-97-1 16,-13 77-2-16,-3 2-10 0,0 6-10 15,0 2-8-15,-5 2-5 0,-5 5-1 16,-7 3-3-16,-5 1 0 0,-10 16 0 0,0 7 5 31,-5 11-5-31,4 6 4 0,1 5-5 16,3 5-3-16,8 2 3 0,7 2-2 16,7 0 2-16,7-7-1 0,1-2 1 0,11-8 0 15,8-8 1-15,3-7 1 0,3-8 0 16,3-6 0-16,0-9 1 0,2 0 3 15,2-15-2-15,-7-7 0 0,3-5 0 0,-6-6-2 16,-6-5-1-16,-5-3 1 0,-6-2-2 16,-6 1 0-16,-2-2-1 0,-14-2-1 15,-4 1 0-15,-9-2-6 0,-4 1 4 0,-5 4-2 16,-1 5 2-16,-1 9 3 0,1 6 0 16,4 10 0-16,3 9 0 0,6 3 0 15,3 6 0-15,11 7 0 0,1-3 1 0,8 3-1 16,3 4 2-16,10 1-1 0,6 4 2 15,10-4 5-15,6-3-6 0,4-3 5 16,9-6-5 0,-2-3-2-16,5-3 0 0,-3-6-6 15,-2-9 3-15,0-6-4 0,-5-6 4 16,-5-7 2-16,-4-7-1 0,-6-9 1 16,-8-11 0-16,-2-6 3 0,-6-4-1 0,-7 0 3 15,3 6-5-15,-3 7-3 0,0 12 8 16,0 16-4-16,0 13 11 0,0 11 1 15,0 6-1-15,0-1-2 0,0 1-3 0,0 0 0 16,0 0 0-16,0 3 10 0,0 18-5 16,0 11 4-16,0 16-5 0,7 9-7 15,0 10 3-15,-1 10-4 0,0 12 2 0,-2 7 4 16,2 5-4-16,-1 6 1 0,0 4-2 16,1 1-5-16,1-3 3 0,2-2 3 15,1-9-3-15,0-8 1 16,2-8-2-16,-1-9-4 0,-2-6 2 0,1-10-3 0,0-7 1 15,-3-10-5-15,1-8 0 0,-4-13-6 16,-1-8-5-16,-1-6-9 0,-2-5-17 0,0 0-54 31,1 0-118-31,4-14-83 0</inkml:trace>
  <inkml:trace contextRef="#ctx0" brushRef="#br0" timeOffset="164765.78">10546 3357 691 0,'0'0'43'0,"0"0"-2"0,0 0-4 0,79-69-6 16,-48 56-8-16,2 6-9 0,2 2-6 16,-2 5-4-16,0 0-1 0,-4 6-1 15,-1 5-2-15,-4 4-1 0,-1 0 0 0,-2 5-1 16,-3 1 0-16,-4 3 0 0,-5 3-1 15,-7 0-2-15,-2 0 0 0,-11 1-3 16,-10-1 0-16,-5-1-1 16,-6-2 3-16,-4-6 0 15,-3-4 3-15,2-7 1 0,0-5 1 16,3-2 1-16,5-5 1 0,9-1 1 16,6-1-1-16,7 0 1 0,4 4-1 0,3-3 1 15,2 4 0-15,12-2 2 0,8 3 0 16,2 1 2-16,5 7-2 0,-1 2 1 15,1 3 0-15,4-1-1 0,2 1-1 0,-2-3 0 16,0-1 0-16,2-5-2 0,1-1 0 16,-1-2 0-16,0-6-1 0,-2-8 3 15,4-6-3-15,-2-6 1 0,-2-4-2 0,1-5 1 16,-3-4-3-16,-2-4 1 0,-4-3-2 16,-3 2 0-16,-5 2 0 0,-5 2-5 15,-5 7 7-15,-6 9-5 16,-1 6 6-16,0 8 1 0,0 6-2 0,-4-2 1 0,-8 6-1 15,-4 2 1-15,-5 6 1 0,-1 11 6 16,1 2-6-16,0 6 5 0,5 4-5 0,5 1-2 31,2 1 3-31,5-1-2 0,4 0 1 16,4-2 0-16,6-1 0 0,6-5 0 16,6-4 0-16,4-3 1 0,4-7 1 0,2-5-1 15,4-5 0-15,2-2-1 0,2-8-1 16,-1-5 1-16,-1-4 0 0,-2-2 0 15,-3-3 1-15,-5-4 0 0,-4-1-2 0,-4 1 2 16,-3-1-1-16,-3 3 1 0,-4 4 2 16,0 6-8-16,2 4 5 0,-8 5-5 15,8 2 5-15,2 2 7 0,2 3-4 0,7 1 6 16,-1 10-7-16,-3 3 0 0,1 1-1 16,-3 5 0-16,2-1 0 0,-3 4-1 15,-6 0 0-15,0 1-1 0,-4 2 0 0,-5 0 0 16,-1 1 0-16,-3 1 0 0,-8-1 1 15,2-3-1-15,0-1 1 0,1-8 0 16,4-6-1-16,2-5 1 16,2 0 1-16,0-1 0 15,6 0 0-15,14-2 0 0,6-1-1 16,12-11 0-16,2-5-1 0,5-2-1 16,3-5-1-16,1-2-2 0,0 0-4 0,-3-2-1 15,-1-1-3-15,-1 1 2 0,-8 1 5 16,-7 2 3-16,-5 2 3 0,-9 7 4 15,-4 2 0-15,-6 5 3 0,-4 4 0 0,-1-6 0 16,0 6 0-16,-3-5-1 0,-10 0 0 16,-3 4-2-16,-8-1-1 0,-2 6-1 15,-2 0-2-15,-1 3-1 0,-1 8 0 0,4 4-1 16,0 3 0-16,4 5-1 0,2 1 0 16,10 4-4-16,2 0-1 0,4 0-4 15,4-4-3-15,0-1-3 16,7-5 0-16,5-6 1 0,-2-3 4 0,5-6 4 0,3-3 4 15,1-1 5-15,7-10 1 0,-6-2 2 16,-1-4 0-16,-1-3 1 0,-4-5-1 0,2 0 2 31,-3-4-2-31,0 3 2 0,-1 2 0 16,-5 7 1-16,-2 7 0 0,-2 7 2 16,-3 3-4-16,0-2 0 0,0 2 0 0,6 0 0 15,0 5 2-15,4 5-1 0,2 7 0 16,-4 1 0-16,0 0-1 0,0 2-2 15,-1-2 2-15,1 0-3 0,1-2 1 0,0-3 0 16,3 0 0-16,1-4 0 0,6-3 1 16,1-3 0-16,4-3 0 0,0-2-1 15,2-9 0-15,0-4 0 0,0-5-1 0,-4-2 1 16,1-7-2-16,-3-6 1 0,-4-6-3 16,-2-8-5-16,-3-8 4 0,-4-8-5 15,-3-10 3-15,-4-4 4 0,0 1-2 0,-4 4 4 16,0 14 0-16,-4 11 1 0,2 14 2 15,2 15-1-15,1 8 0 0,2 9 0 16,1 3-1-16,-7 0 0 16,-2 0 0-16,-3 7 0 15,-2 6 0-15,5 9-2 0,3 5 1 16,2 9-1-16,2 6 1 0,0 9-2 16,2 5 2-16,0 3-3 0,0 2 2 0,4 0-2 15,-1-1 4-15,1-2 3 0,2-2-4 16,4-1 2-16,5-5-7 0,1-4-3 15,7-9 1-15,3-5-4 0,3-8 4 0,1-8 0 16,0-9 3-16,2-7 2 0,0-6 0 16,0-11 2-16,0-5 0 0,-2-7 1 15,-1-2 0-15,-3 0 1 0,-4-3-1 0,-2 2 1 16,-3 2-2-16,-4 4-5 0,0 4 8 16,-6 6-7-16,-2 7 7 0,-2 6 1 15,-3 3-2-15,0-1 0 16,0 1-1-16,0 0-1 0,0 0 0 0,-9 0 5 0,-2 10-5 15,-4 5 5-15,-1 5-6 0,3 1-1 16,1 5 0-16,1 1 0 0,1 1-1 0,4 1 1 31,-1-1 0-31,6 0-1 0,1-2 2 16,0-2-3-16,6-3 0 0,6-3 1 16,3-6-2-16,2-5 2 0,6-7 1 0,4 0 0 15,-2-11 1-15,3-6 2 0,-4-4-2 16,-1-4 3-16,-1-1-2 0,-6-6 2 0,1 0-1 15,-4-2 0-15,-5 1-1 0,-3 3-6 16,-5 1 4-16,0 4-5 0,-11 5 5 16,-4 5 1-16,-5 5-1 0,-4 4 1 15,-4 4-1-15,-2 2 2 16,1 0 1-16,1 5-2 0,5 3 0 0,6-3 6 0,4 3-6 16,7-3 6-16,2-3-5 0,1 2 1 0,3-4 1 15,0 1 1-15,10 1 0 0,7 1 2 16,8-3-1-16,5 0-7 0,2 0 8 15,6-2-10-15,3 1 7 0,3 1-1 16,3 0 0-16,0 1 6 16,-1 8-6-16,-2 4 5 15,-4 3-7-15,0 4-1 0,-2 3 1 16,-3 2-1-16,-3 3 0 0,-6 1 0 0,-5-2-1 16,-6-1 0-16,-6-8 1 0,-6 0 0 15,-3-1 1-15,0-6 0 0,-6 2 3 16,-2-7-1-16,-2-4 0 0,-7-2 1 15,2-2-2-15,-3-10 2 0,4-6 1 0,6-5 1 16,5-6-1-16,3-4 0 0,6-6-1 16,10-7-5-16,7-2 2 0,6-1-3 0,5 0 2 15,4 5 1-15,1 5-1 0,3 5 1 16,-4 8-1-16,-2 8 2 0,-3 3-1 16,-4 6-1-16,-7 4 1 0,-5 2-3 15,-4 2 2-15,-7 0-2 16,0 1-5-16,-6 0-7 0,0 0-11 0,0 0-25 0,0 0-42 15,0-5-167-15,-11-1-54 0</inkml:trace>
  <inkml:trace contextRef="#ctx0" brushRef="#br0" timeOffset="164999.4">12877 2774 772 0,'0'0'45'0,"0"0"-4"0,78-37-7 15,-24 20-12-15,13 0-8 0,6 2-8 16,4 1-2-16,-4 0-2 0,-2 3-3 0,-4-1-2 16,-7 2-8-16,-3 0-15 0,-8 0-30 0,-7 0-72 15,-9-5-181-15,-8 0-19 0</inkml:trace>
  <inkml:trace contextRef="#ctx0" brushRef="#br0" timeOffset="-197396.63">4471 5693 337 0,'0'0'49'0,"0"0"-4"0,0 0-4 0,0 0-6 16,0 0-6-16,0 0-7 0,0 0-2 31,0 0 2-31,0 0 3 0,-3-5 2 16,3 5 2-16,0 0-2 0,0-2-2 16,0-6-6-16,0-7-6 0,7-9-4 0,5-11-6 15,2-8 2-15,2-5-2 0,3-8 1 16,4-6-3-16,0-10-2 0,3-7 1 0,-4-6-2 15,1-3 5-15,2 3-1 0,-5 10-1 16,-3 17 2-16,-4 21 0 16,-7 17-1-16,-2 13 1 0,-4 7-2 0,3 0 3 15,5 6 1-15,3 13 4 0,2 9 0 0,0 8 0 16,0 7-3-16,2 1 0 0,-1 3-4 0,2 0 2 16,4 3-3-16,-1 2 1 0,0-1 3 15,1 3-3-15,-1-2 0 0,1-2-1 16,-3-1-3-16,-5-3 2 15,0-5 0-15,-4-6 1 0,1-5 0 0,-5-12 0 16,-2-6 1-16,-1-7-1 0,-1-5 1 0,0 0 1 31,0 0-1-31,2 2 0 0,-1-2-1 0,2 0-5 16,4-4-8-16,-1-3-17 0,-5-7-39 16,-1-1-72-16,-4-3-163 0,-6-1-5 15</inkml:trace>
  <inkml:trace contextRef="#ctx0" brushRef="#br0" timeOffset="-197181.14">4406 5382 665 0,'0'0'36'0,"0"0"2"0,0 0-7 0,0 0-8 16,0 0-6-16,82-36-2 0,-41 24-5 0,5 1-2 15,2 2-4-15,-1 1-2 0,0 1-3 16,-3 2-5-16,-3 1-11 0,-3 0-30 31,-5 3-62-31,-3 0-140 0,-11-1-58 16</inkml:trace>
  <inkml:trace contextRef="#ctx0" brushRef="#br0" timeOffset="-196896.73">4644 4473 620 0,'0'0'52'0,"0"0"-4"0,0 0-11 0,0 0-13 15,0 0-6-15,0 0-7 0,0 0-2 16,0 0-2-16,0 0-1 15,0 0-2-15,-63 17 0 0,34 10 0 0,-6 6-5 16,-2 4 1-16,-1 1-4 0,2-3 1 0,1-2-2 31,5-2 0-31,5-6-6 0,6 1-12 0,8-9-17 16,5-7-17-16,6 1-24 0,0-6-50 16,4-4-97-16,9-1-21 0</inkml:trace>
  <inkml:trace contextRef="#ctx0" brushRef="#br0" timeOffset="-196731.04">4514 4488 568 0,'0'0'76'0,"0"0"-6"16,0 0-20-16,0 0-10 0,0 0-12 15,0 0-5-15,80-41-6 0,-56 40-2 16,2 1-5-16,2 0-3 16,1 7-3-16,1 4-1 0,0 1-3 0,1 2 0 15,-1 1-3-15,2 1-2 0,-2 4-3 0,1 2-19 16,-8-1-23-16,3 0-67 0,-4-1-185 0,1 1-10 15</inkml:trace>
  <inkml:trace contextRef="#ctx0" brushRef="#br0" timeOffset="-195547.74">5622 4928 526 0,'0'0'70'0,"0"0"-6"15,0 0-12-15,0 0-10 0,0 0-12 0,0 0-9 16,0 0-10-16,-19-77-2 0,19 77-5 15,6 8 2-15,10 10 0 0,1 12 0 0,3 6-3 16,-2 6-1-16,5 0-2 0,-3 2 1 31,3-3-2-31,2-3 1 0,1-6 4 16,6-5-4-16,3-9 6 0,2-9-3 16,2-9-1-16,5-5 2 0,2-18-5 0,0-11 3 15,2-8-3-15,-3-8 1 0,-1-7 3 16,-6-3-3-16,-6-2 2 0,-6 5-3 0,-7 6 2 15,-6 10-2-15,-6 14 1 0,-4 5-2 16,-2 10 0-16,-1 6-3 0,0 0-3 16,-4 5-4-16,-6 1-9 0,-9 0-10 15,3 12-19-15,-7 6-29 0,3 3-69 0,4 5-131 16</inkml:trace>
  <inkml:trace contextRef="#ctx0" brushRef="#br0" timeOffset="-195229.72">5970 4568 726 0,'0'0'49'0,"0"0"-6"16,0 0-10-16,0 0-10 0,0 0-8 16,0 0-7-16,0 0-4 0,0 0-1 15,0 0 6-15,0 0-5 0,-23 19 5 16,31 25-3-16,0 9-3 0,4 11 0 15,-2 10-2-15,1 10 0 0,-2 5-2 0,-3 4 3 16,3 1 0-16,-1-2-1 0,1 0 1 16,0-6-2-16,-1-7-2 15,1-6 2-15,-2-11-2 0,-1-9 2 0,1-12 0 16,-4-13-1-16,3-7 1 0,-5-9-1 16,1-8-1-16,-1 3-2 0,-1-7-6 0,0 0-8 15,0 0-14-15,6 0-29 16,8 0-91-16,1-11-159 0,4-6-3 15</inkml:trace>
  <inkml:trace contextRef="#ctx0" brushRef="#br0" timeOffset="-194979.97">6981 5268 817 0,'0'0'24'0,"0"0"2"16,0 0 0-16,0 0-5 0,0 0-6 16,0 0-2-16,0 0-2 0,115-9-2 15,-71 8-2-15,6 1-2 0,3 0-2 0,3-2-1 16,1 0-1-16,-1 1-1 0,-4 1-1 0,-3-1-2 16,-8 1 0-16,-5 0-5 0,-13-2-5 15,-10 2-10-15,-6 0-15 0,-7 0-37 16,0 0-85-16,0 0-147 0,-12 0-8 15</inkml:trace>
  <inkml:trace contextRef="#ctx0" brushRef="#br0" timeOffset="-194814.28">7260 5479 749 0,'0'0'56'0,"0"0"-1"16,0 0-10-16,0 0-15 0,0 0-10 15,0 0-8-15,77 5-4 0,-37-5-5 0,4 0-2 16,2-5-2-16,6 1-6 0,3 1-17 0,4 0-32 16,1 0-124-16,-1 0-147 0,-5-3-12 15</inkml:trace>
  <inkml:trace contextRef="#ctx0" brushRef="#br0" timeOffset="-194229.82">8964 5168 782 0,'0'0'37'0,"0"0"-7"0,0 0-5 16,-45-94-8-16,29 74-6 0,0 5-5 15,-1 4-4-15,-3 4-1 0,-5 7 0 16,-8 0-2-16,-5 12 1 0,-5 9-1 15,-5 10-1 1,0 5 0-16,2 8 3 0,4 5 1 0,4 3-2 0,5 0 1 0,10 3-6 31,7-1-3-31,9-3 2 0,7-5-4 0,9-6 5 16,11-8 0-16,4-7 3 0,7-12 1 16,2-6 1-16,0-7 0 0,2-10 2 15,-3-8 0-15,-2-8-1 0,-2-6 3 16,-5-4-2-16,-4-2 2 0,-2-3-2 15,-2 3 2-15,-3 2-2 0,-3 4 3 0,-3 9-2 16,0 6 1-16,-2 8-1 0,-3 5-3 0,2 1 1 16,0 3-1-16,2 8 2 0,2 11-1 15,4 8 1-15,-2 4-1 0,0 1 1 16,-2 2-2-16,3 0 1 0,-1-1-1 16,1-2-2-16,6-4 1 0,1-3 1 15,5-6-2-15,1-4 3 0,4-6-4 0,2-7-3 16,3-1-9-16,1-9-15 0,-1-9-33 0,0-5-62 15,-3-9-173-15,0-3-12 0</inkml:trace>
  <inkml:trace contextRef="#ctx0" brushRef="#br0" timeOffset="-193847.74">9506 5042 720 0,'0'0'54'0,"0"0"-5"0,0 0-11 16,0 0-12-16,0 0-6 0,0 0-7 16,0 0-6-16,0 0-1 0,0 0-2 15,0 0-3-15,23-64 1 0,-7 66-1 0,6 10 0 16,5 5-1-16,-2 4 1 0,4 3-2 0,-5 1 2 16,2 0-1-16,0 1 0 0,2 0 1 15,1-3-1-15,1-2 5 0,5-4-4 16,-2-5 4-16,2-6-5 0,0-5 0 15,-1-2-2 1,0-11-3-16,-1-8 5 0,-1-4-5 0,-3-6 5 0,-2-7 1 0,-2-1-2 31,-4-1 3-31,-5 1-2 0,0 4 1 0,-4 7 0 16,-5 9 0-16,0 7-1 0,-4 8 0 16,-3 3-1-16,0-1-1 0,0 1 1 15,1 0-2-15,1 0 2 0,-1 12-1 16,2 4-3-16,2 8-4 0,-4-8-9 15,2 4-15-15,1 2-22 0,-2 0-52 0,-2 2-138 16,-2-6-63-16</inkml:trace>
  <inkml:trace contextRef="#ctx0" brushRef="#br0" timeOffset="-193497.81">9873 4585 628 0,'0'0'56'0,"0"0"2"16,0 0-6-16,0 0-17 0,0 0-9 31,0 0-11-31,0 0-2 0,0 0 0 16,0 0-6-16,-4-40-1 0,4 40-2 0,0 0 1 16,0 0-2-16,0 13 5 0,0 7-5 15,0 7 1-15,3 3 0 0,-2 5-1 0,1 8 1 16,-1 5-3-16,1 9 2 0,-1 8-4 15,2 7 3-15,0 5-4 0,1 3 3 16,2 4 5-16,1 2-5 0,-1 4 4 16,1-1-3-16,-1-2-3 0,0-6 2 15,2-9-2-15,-2-10 1 0,0-10 4 0,0-13-5 16,-2-13 5-16,1-9-4 0,0-8 0 16,-2-6 1-16,3-3-9 0,4 0-13 0,2-12-31 15,-2-5-108-15,-6-6-160 0,-4 1-19 16</inkml:trace>
  <inkml:trace contextRef="#ctx0" brushRef="#br0" timeOffset="-192581.05">11528 5273 569 0,'0'0'52'0,"0"0"2"0,0 0-3 16,0 0-8-16,0 0-9 0,0 0-9 16,0 0-8-16,0 0-8 0,0 0-4 0,0 0-3 15,3-12 0-15,31 9-1 0,14-1 0 0,19 2-1 16,12-3-1-16,9-1-3 0,8 0-14 15,1 0-23-15,1 1-41 0,3 2-57 16,-1 2-95-16,1 1-46 0</inkml:trace>
  <inkml:trace contextRef="#ctx0" brushRef="#br0" timeOffset="-192464.24">13240 5244 687 0,'0'0'39'0,"0"0"-8"15,0 0-6-15,0 0-9 0,0 0-8 16,0 0-8-16,0 0-4 0,0 0-8 15,0 0-36-15,82-38-116 0,-57 36-133 16</inkml:trace>
  <inkml:trace contextRef="#ctx0" brushRef="#br0" timeOffset="-192297.65">14210 5147 825 0,'0'0'27'0,"0"0"-5"0,0 0-8 0,0 0-4 16,0 0-6-16,0 0-3 0,0 0 0 0,0 0-5 16,0 0-4-16,16-40-13 0,-16 39-27 15,0-1-51-15,0 2-198 0,3-1-24 16</inkml:trace>
  <inkml:trace contextRef="#ctx0" brushRef="#br0" timeOffset="-192014.25">15007 4771 833 0,'0'0'29'0,"0"0"-5"0,0 0-3 16,0 0-3-16,0 0-7 0,0 0-5 0,0 0-3 15,0 0-3-15,0 0 0 0,0 0 0 0,25-31 1 16,-17 62-2-16,2 9 2 0,-4 9-3 15,1 6 3-15,-1 4-2 0,-1 0 2 16,0-1-2-16,1-3 1 0,-2-4 0 16,2-4-1-16,-1-5 3 0,-1-7-2 15,1-6 3-15,-2-9-4 0,2-3 0 0,-4-6-1 16,1-7-3-16,-1 2-3 0,-1-6-6 0,0 0-10 16,0 0-29-16,0 0-68 0,-4-13-188 15,-5-10-19-15</inkml:trace>
  <inkml:trace contextRef="#ctx0" brushRef="#br0" timeOffset="-191758.98">14504 4531 744 0,'0'0'36'0,"0"0"0"15,-81-17-9-15,52 17-7 0,3 15-5 0,-2 11-11 16,1 12 3-16,1 11-5 0,3 10-1 0,7 12 2 16,4 8-3-16,8 5 2 0,4 2-3 15,10 0 1-15,13-2 3 0,8-5-4 16,8-1 3-16,7-8-5 0,9-3-7 16,2-10-7-16,6-10-19 0,3-12-28 15,1-16-42-15,-1-11-61 0,-2-11-123 0</inkml:trace>
  <inkml:trace contextRef="#ctx0" brushRef="#br0" timeOffset="-191462.96">15361 4632 790 0,'0'0'39'0,"0"0"1"0,0 0-6 16,0 0-12-16,0 0-9 0,0 0-4 15,0 0-1-15,77-15-2 0,-54 23 1 16,6 5-3-16,1 7-1 0,2 7-2 16,3 10 0-16,0 10-1 0,-1 8 1 15,-3 9-3-15,-5 7 2 0,-6 3-2 0,-8 5 0 16,-11 3 2-16,-2 2-5 0,-16 1 2 0,-9-2-3 16,-5-2-3-16,-4-10 4 0,0-9-2 15,1-12 5-15,6-14 0 0,5-10 2 16,7-10 1-16,9-9 0 0,4-4-2 15,0-4-6-15,0-10-11 0,3-1-23 16,0-6-53-16,0 3-199 0,4-5-36 0</inkml:trace>
  <inkml:trace contextRef="#ctx0" brushRef="#br0" timeOffset="-184096.38">18600 4742 483 0,'0'0'68'16,"0"0"-1"-16,0 0-13 0,0 0-13 15,2-93-12-15,-12 72-6 0,-5 4-5 16,1 4-4-16,-6 5-5 0,-5 6-3 0,-7 2-2 15,-5 7 0-15,-7 8 1 0,-5 7-4 16,0 7 0-16,3 8-1 0,3 5-2 0,8 7 2 16,8 3-4-16,7 0 3 0,6 0-2 15,10-2 1-15,4-6-2 0,4-8 3 16,12-5-1-16,4-7 1 0,2-8 2 16,4-9-2-16,0-7 1 0,3 0 1 0,-1-15 2 15,1-8-1-15,0-9 2 0,-1-6-3 16,-5-7 2-16,-1-5-2 0,-5 0 2 0,-2 4 0 15,-3 8 3-15,-1 9-1 0,-4 13 0 16,-3 6-1-16,2 10-3 0,3 2 2 31,-1 15 0-31,4 7 2 0,-2 9-2 16,-3 7 0-16,1 1-2 0,-1 1 0 0,1-1-1 16,4-1 0-16,2-6 0 0,2-3 1 15,4-5-3-15,-2-6 2 0,5-7-1 16,-7-4-1-16,1-6-4 0,2-3-15 0,-1-4-22 15,6-10-41-15,-5-4-124 0,-5-6-107 16</inkml:trace>
  <inkml:trace contextRef="#ctx0" brushRef="#br0" timeOffset="-183763.07">19289 4692 729 0,'0'0'46'0,"0"0"-2"0,0 0-13 16,0 0-10-16,0 0-7 0,0 0-5 16,0 0-3-16,0 0-3 0,0 0-1 15,73-60-2-15,-67 68 0 0,0 6 1 16,-6 2-1-16,0 3-2 0,-4 3 2 0,-4-1-1 15,0-5 2-15,-1-4 0 0,3-5-1 16,3-3 2-16,0 0-1 0,1-4 0 16,-1 0 0-16,-3-12 0 0,3-6-2 0,3-3 1 15,0-7-2-15,3 4-1 0,3 7-3 16,-3 8-6-16,-1 6-9 0,-2 3-13 16,2 0-17-16,1 0-30 0,0 14-57 0,-2 7-158 15</inkml:trace>
  <inkml:trace contextRef="#ctx0" brushRef="#br0" timeOffset="-183514.33">19305 5126 735 0,'0'0'48'15,"0"0"-10"-15,0 0-15 0,0 0-9 16,0 0-5-16,0 0-4 0,0 0-1 0,0 0-2 15,0 0-1-15,83-19-1 0,-77 27 0 16,2 3-1-16,-4-2 1 0,-3-5-1 16,1 1-1-16,-2-5 0 0,0 0 0 0,0 0 0 15,0 2 1-15,0-1-4 0,0-1-7 16,0 2-9-16,0-2-15 0,0-2-22 16,0-6-43-16,0 3-164 0,1-2-38 0</inkml:trace>
  <inkml:trace contextRef="#ctx0" brushRef="#br0" timeOffset="-182981.08">20224 4793 734 0,'0'0'47'0,"0"0"-9"16,0 0-11-16,0 0-7 0,0 0-4 31,90-71-4-31,-61 71-2 0,1 0-3 16,-1 8-3-16,2 8-2 0,-4 5-1 0,-1 8-3 16,-4 6 3-16,-2 3-4 0,-7 4 2 15,-3 2-3-15,-3-2-2 0,-4-1-2 16,-3-4 0-16,0-5-2 0,0-10 3 0,0-9 1 15,0-6 2-15,0-7 3 0,0 0 2 16,0 0 2-16,3-11 2 0,7-13-1 16,6-15-2-16,6-12 3 0,4-11-3 0,4-7 3 15,4 0-3-15,-3 4 1 0,1 7-3 16,-1 12 1-16,-4 10-2 0,-1 12-1 16,-3 7-1-16,-1 6-2 0,0 8 0 0,-1 3-9 15,-3 6-8-15,-3 8-13 0,-4 5-16 16,-3 3-31-1,-5 5-67-15,-3 1-143 0</inkml:trace>
  <inkml:trace contextRef="#ctx0" brushRef="#br0" timeOffset="-182064.05">20981 5033 672 0,'0'0'32'0,"0"0"-1"0,0 0-7 16,0 0-10-16,0 0-7 0,0 0-1 16,0 0-2-16,0 0-2 0,97 12 0 0,-73-12-2 15,2-9-1-15,2-2 0 0,-2-4 1 16,1-4-2-16,-4-6-1 16,0-3-1-16,-4-4 0 0,-4-3 1 0,-4 3-1 0,-4 3 5 15,-4 8 2-15,-1 9 1 0,-2 2 0 16,0 7-1-16,-6-1-1 0,-10 4-1 0,-4 0 1 15,-11 14-2-15,1 5 2 0,-3 9-1 16,2 4-1-16,1 3-1 0,4 2 1 31,4 3-1-31,6-1 2 0,6-1-3 16,9-5 2-16,1-2-2 0,13-5 2 0,6-5 3 16,8-3-2-16,7-7 3 0,3-5-4 15,9-5 0-15,2-1-1 0,3-12-4 0,1-6 0 16,-1-5-1-16,-2-4 2 0,-2-7 0 15,-3-2-3-15,-5-5 2 0,-4 0 0 16,-5 2 5-16,-6 2 3 0,-5 9 4 16,-7 6 2-16,-5 12 3 0,-3 5 0 0,-4 5 1 15,0-2-3-15,0 2-5 0,0 0-3 16,-14 0-2-16,-8 2-1 0,-7 9 1 0,-1 5 0 16,-2 5-2-16,0 6 2 0,1 0-3 15,3 3 1-15,3-1-2 0,4 0 0 16,2-2-4-1,9-7-2-15,4-2-6 0,4-7 0 0,2-2 0 0,8 2 2 0,6-9 5 16,6-2 3-16,5 0 4 0,1-10 1 16,1-5 3-1,1-2-1-15,-2-3 4 0,2 1 0 16,-4-1 1-16,-1 2 3 0,-4 3 2 16,0 1 2-16,-7 4 2 0,-4 5 0 15,-4 3-5-15,1 2-2 0,1 0-2 16,2 0 0-16,7 7-1 0,-7 4-1 0,5 5-1 15,-4 0 2-15,-3 2-3 0,1-1 0 16,0 1-1-16,-1-1-1 0,-2-5 0 0,4 0 1 16,-1-3 0-16,0-2 0 0,6-2 1 15,3-3 0-15,3-2 1 0,8-3-1 16,-1-11 2-16,3-4-2 16,-1-8 1-16,0-9-2 0,0-7 0 0,-2-8-2 0,2-9 3 15,-2-7-3-15,-2-3 3 0,-2-6 0 16,-6 1-4-16,-3 1 4 0,-6 6-3 0,-4 9 3 15,-3 13 4-15,0 8 2 0,-3 16 0 16,-3 4 0-16,-1 10 0 0,4 2-1 31,-7 2-2-31,0 3-3 0,-6 8 0 16,-4 9-1-16,5 5-2 0,4 9 3 0,-1 6-2 16,6 8 2-16,2 5 1 0,1 4-4 15,3 6 3-15,0 1-4 0,2 2 1 0,5 3 1 16,3-3-2-16,6-4 2 0,2-6-2 15,7-6 2-15,6-8-4 0,7-9 0 16,5-9-6-16,4-9-6 0,4-7-11 16,1-5-17-16,0-11-44 0,-3-9-103 0,-4-7-118 15</inkml:trace>
  <inkml:trace contextRef="#ctx0" brushRef="#br0" timeOffset="-181296.54">23578 4995 655 0,'0'0'35'0,"0"0"8"0,0 0-8 16,0 0-8-16,0 0-11 0,0 0-5 31,0 0 0-31,0 0-6 0,0 0 0 16,79-59-3-16,-50 38-3 0,2-5 1 0,1-2 0 16,-2 0-1-16,-1-4 1 0,-5 0-1 15,-5 0 1-15,-6 2 0 0,-6 1 2 0,-7 5-2 16,0 7 2-16,-4 5-1 0,-12 4 0 15,-6 7 1-15,-11 1-1 0,-7 3 2 16,-4 9-1-16,-3 6 0 0,0 7 1 16,5 2-1-16,3 6-2 0,11 4 2 0,6 2-3 15,7 5 1-15,11 0-1 0,4-1 2 16,7-2-1-16,13-2 1 0,9-6 0 16,7-2 1-16,8-7-2 0,8-4 2 0,6-8-1 15,2-6 1-15,4-4-2 0,1-4 0 16,-3-10 1-16,-2-8-4 15,-5-6 2-15,-7-6-1 0,-5-5 1 0,-7-8 0 0,-9-5 2 16,-5 0-2-16,-6 2 2 0,-3 5 0 16,-4 8 1-1,-4 13 0-15,-2 8 2 16,-1 10-2-16,-2 4 1 0,0-2-4 0,0 2 0 16,0 0 1-16,0 0 0 0,0 13 3 15,-5 10-1-15,0 9-1 0,-1 3 0 16,0 4 2-16,2 4-4 0,2-2 4 0,2-1-5 15,0-4 2-15,5-6 2 0,6-2-2 16,1-7-2-16,5-5 1 0,4-5-4 0,3-8-7 16,6-3-14-16,1-8-22 0,-1-11-33 15,0-8-64-15,-4-10-149 0</inkml:trace>
  <inkml:trace contextRef="#ctx0" brushRef="#br0" timeOffset="-181114.14">24334 4056 804 0,'0'0'27'0,"0"0"-11"0,0 0-8 0,0 0-8 16,0 0-4-16,0 0-5 0,0 0-17 15,0 0-37-15,0 0-72 0,51 47-164 0,-40-11-4 16</inkml:trace>
  <inkml:trace contextRef="#ctx0" brushRef="#br0" timeOffset="-180047.65">25086 4798 716 0,'0'0'38'0,"0"0"2"0,23-91-9 0,-18 71-9 16,-5 0-7-16,0 3-4 0,-6 4-4 16,-6-2-3-1,-8 6-3-15,-6 6-1 16,-7 3-1-16,-6 3-1 0,-5 11 0 0,-2 7 0 16,2 5 0-16,3 7-2 0,6 3 2 15,5 3-2-15,9 4-2 0,7 0-5 16,10-4-4-16,4-3-4 0,8-5-3 0,11-7-2 15,5-5 4-15,4-9 2 0,2-7 7 16,1-3 6-16,-2-10 6 0,0-9 7 16,-2-5 4-16,-4-7 7 0,-1-4 2 0,-5-1 5 15,1 2-1-15,-2 2 0 0,-2 4-1 16,-5 11-4-16,-3 7-4 0,-3 5-4 16,-3 5-7-16,0-1-3 0,0 1-2 0,4 1 0 15,0 17 1-15,0 14 0 0,4 12 1 16,-2 11-1-16,2 4 1 0,-1 5-3 0,2 3 2 15,1 2 1-15,3 5-2 0,-1 0 2 16,1 3-1-16,-2 2-4 0,1-1 3 31,1-6-1-31,-2-5 0 0,2-9-2 16,-4-13 2-16,-2-6-3 0,-2-17 1 0,-2-8 6 16,-2-8-6-16,-1-6 9 0,-1 0-5 15,-12-3-6-15,-11-9 6 0,-9-8-7 16,-4-4 3-16,-8-2 4 0,-2-1-3 0,-3 1 2 15,-1 0 0-15,-2 3 1 0,1 2 0 16,7 1 1-16,3 2-2 0,10 3 2 16,12 5 0-16,7-3 0 0,10-2-2 0,6-3-1 15,16-10-2-15,12 1 2 0,14-3-4 16,15-2 1-16,6-3-3 0,11-5-2 0,4-7-6 16,-2-9-11-16,2-9-3 0,-5-8-6 15,-6-4 8-15,-8 1 13 0,-9 5 9 16,-12 8 11-16,-9 15 5 0,-10 10 8 15,-8 15 4 1,-6 11 0-16,-5 7-3 0,-3 5-7 0,0 0-5 0,-3 0-5 0,-12 0 0 16,-7 3-1-1,-6 9 1-15,2 8-2 0,1 5 1 16,3 5-3-16,5 5 1 0,4 1-1 16,4 4 0-16,6-2 0 0,3-1 0 15,8-3-2-15,6-4 3 0,8-5-1 16,1-7 0-16,7-5 0 0,4-8-1 0,4-5 0 15,4-1-2-15,3-15 0 0,-1-7-1 16,-2-5 3-16,-2-9-1 0,-2-5 3 16,-2-5 0-16,0-3 0 0,-1 3 0 0,-2 5 3 15,-1 9-1-15,-2 8 4 0,-2 8 0 16,-2 7-1-16,-3 9 1 0,-2 1-3 16,-2 12 0-16,0 8 1 0,-3 6-4 0,0 6 0 15,-4 3 0-15,-3 4-2 0,-4 0 2 16,-2 4-2-16,-3-4 1 0,-2 1-1 0,-9-7 2 15,-1-4-3-15,-2-6 3 0,1-10-1 16,1-2 2-16,2-6 1 0,6-4 0 31,-2-1 0-31,6-14 0 0,0-10 0 16,4-14-2-16,16-6 2 0,8-4-2 0,7-5 1 16,5 4-1-16,8 5 2 0,1 9-1 15,0 11 4-15,0 8-2 0,-2 12 1 0,-5 4 0 16,-1 6-4-16,-1 11 3 0,-4 4-2 15,-1 3 0-15,-4 2 0 0,0 0-1 16,-4 1-1-16,-2-2 1 0,-1-4-1 16,-1-3 0-16,-1-2-4 0,3-8-8 0,2 0-17 15,6-5-32-15,5-3-84 0,5 0-168 16,-2-12-2-16</inkml:trace>
  <inkml:trace contextRef="#ctx0" brushRef="#br0" timeOffset="-179514.2">27475 4494 755 0,'0'0'30'16,"0"0"3"-16,0 0-6 0,0 0-9 15,0 0-7-15,0 0-3 0,0 0 1 0,78-31-4 16,-51 44 1-16,1 9 0 0,0 6-6 31,-2 6 3-31,-2 2-5 0,-2 5 0 16,-5 2 1-16,0 1-1 0,-3-1 1 0,0 0-2 16,-1-7 3-16,1-4-1 0,1-7 2 15,1-7 0-15,1-9 1 0,3-9 1 16,5-3 0-16,1-17 1 0,7-9-1 0,0-8 1 15,4-11 0-15,-1-3-1 0,0-4-2 16,-1-1-2-16,0 0 3 0,-4 6-5 16,-3 6 3-16,-5 10-1 0,-7 13-2 0,-8 9-3 15,0 10 0-15,-1 6-5 0,1 11-5 16,0 10-9-16,-5 7-18 0,-3 3-21 0,0 3-41 16,-5 1-139-16,1 3-54 0</inkml:trace>
  <inkml:trace contextRef="#ctx0" brushRef="#br0" timeOffset="-178230.86">28691 4702 757 0,'0'0'49'15,"0"0"-7"-15,0 0-11 0,52-92-9 16,-45 77-6-16,-4 5-4 0,-1 6-4 0,-2-5-8 15,-3 4 1-15,-12 1-1 0,-10 1-2 16,-9 4 4-16,-8 13-4 0,-7 7 0 0,-2 5 0 16,1 7-2-16,1 5 2 0,5 3-4 15,5 3-2-15,9 2-9 0,7-4-3 16,7-2-4-16,12-8 3 0,4-10 6 16,11-5 8-16,9-9 5 15,8-8 2-15,4-2 1 0,1-13 0 16,0-7 3-16,-1-6-1 0,-2-6 1 0,-1-4 0 15,-3 1 0-15,-3-1-1 0,0 3 0 16,-4 8 0-16,-4 8 0 0,-8 9 0 0,2 5-1 16,-5 4 0-1,5 1-2-15,2 1 1 0,0 13 2 16,3 6 1-16,-4 2 0 0,3 6-1 0,-1-1 1 16,-1 3-1-16,2-1 0 0,0 0-1 0,0-3-2 15,0-3 1-15,1-4 0 16,1-5 1-16,-3-5 2 0,4-4 1 0,2-5 0 15,3-2 0-15,8-11-1 16,-1-9-1-16,3-8-1 0,-1-9-1 0,-1-6 1 16,1-7-1-16,-2-5 0 0,-2-10 0 0,-6-9-5 15,-1-7 2-15,-7-7-1 16,-2 1 1-16,-6 5 4 0,-3 11-2 0,-1 16 2 0,0 14 0 16,-3 17-1-16,-2 10 1 0,-1 6-1 15,3 7 2-15,2 1-1 0,-5 2-2 16,-3 0 0-16,-4 2-1 0,-3 11 0 15,3 6 2-15,3 7-1 0,3 11 0 0,0 5-1 16,1 10 0-16,2 5 0 0,2 6 2 16,1 0-3-1,1 3 2-15,0-3 3 0,0 1-5 16,3-3 4-16,5-3-2 0,2-4-3 16,4-4 4-16,1-7-3 0,4-8 1 15,3-10 1-15,2-8 1 0,5-9 0 16,3-8 1-16,4-5 0 0,2-13-2 0,1-5 1 15,-2-7-2-15,0-4 3 0,-3-4-2 16,0-1 2-16,-4-2-1 0,-1 2 0 0,-3 2-1 16,-3 7-4-16,-4 7 5 0,-6 8-6 15,-6 7 5-15,-4 5-2 0,0 3 1 16,3 6 3-16,2 8-5 0,1 6 6 16,-5 4-4-16,-1 2 0 0,-1 0 1 0,-1 2-1 15,-1 0 0-15,2 1-1 0,1 0 2 16,1-3-1-16,-1-1 1 0,-2-7-2 0,2-1-1 15,-2-8 0-15,1-4 1 0,2 2-1 16,-1-4 3-16,8-3 0 0,6 0 0 31,3-12 1-31,5-8-1 0,1-3 1 16,-2-1 0-16,1-2 2 0,1 4-2 0,-4-1 1 16,1 5-3-16,-3 4 2 0,-7 5 0 15,-3 3 0-15,-3 1 2 0,-3 4-2 0,1-1-3 16,-1 1 2-16,-4 1 0 0,0-2 0 15,5 2 3-15,0 0-3 0,4 0 1 16,0 3-1-16,0 0-1 0,2 3 1 16,-4-1 0-16,5 2 0 0,-1 1-1 0,-1 1 1 15,5 2-2-15,-8-2 1 0,2 2 0 16,0-1 1-16,-1 2 1 0,4 3-1 0,-3-1-1 16,2 0 0-16,1 0 1 0,-1-1 0 15,3 1 1-15,0-1-1 0,3-1 0 16,0 0 1-16,4-5-2 0,2-3 2 15,0-2 0-15,0-2 0 0,3-3-1 0,-1-7 0 16,0-7-2-16,1-5 2 0,2-2 0 16,-3-6 2-1,1-5-1-15,-2-3 1 0,-4-3-2 16,-3 0-4-16,-6 0 5 0,-4 2-4 16,-4 4 6-16,-3 3-1 0,0 4-1 15,-1 4 2-15,-4 7-2 0,-3 4 3 16,3 3 1-16,-3 5-2 0,-1-3-3 0,-2 6 0 15,-6 1-2-15,2 2 2 0,-3 12 0 16,1 6 0-16,4 7 2 0,-1 8-2 0,5 3 0 16,1 6 2-16,4 2-3 0,4 4 4 15,0 1-3-15,3 2-1 0,9-4 1 16,6-2-1-16,4-2-1 0,6-6 2 16,6-8 0-16,8-5-8 0,3-9-3 0,7-9-11 15,0-7-10-15,0 0-8 0,0-15-11 16,-3-4-12-1,-5-5-11-15,-6-5-23 0,-5 0-40 0,-7-2-115 0</inkml:trace>
  <inkml:trace contextRef="#ctx0" brushRef="#br0" timeOffset="-171697.57">2681 7092 599 0,'0'0'55'0,"0"0"-7"16,0 0-7-16,0 0-7 0,0 0-6 0,0 0-7 16,-41-79-5-16,38 74-5 0,0 2-6 15,3 3-3-15,0 0-3 0,6 8 1 0,10 10 3 16,7 11-2-16,3 7 2 0,0 5 0 15,3 4 4-15,3 2-4 0,-2 1 1 16,2-3-2-16,3-4-2 0,1-4 1 16,6-7 1-16,3-7 1 0,0-9-2 0,1-10 2 15,-1-4 2-15,2-14-1 0,1-10 0 16,0-11-1-16,-3-6-1 0,-2-8-1 0,-4-3-5 16,-7-2 4-16,-3 1-4 0,-9 3 5 15,-4 4 1-15,-6 10-2 0,-3 10 1 16,-4 13-2-16,-1 6-1 0,-2 7-4 0,0-1-4 15,0 1-2-15,0 0-6 0,-6 11-5 16,-4 8-17-16,0 6-23 0,-2 0-40 31,2 4-77-31,-3-3-103 0</inkml:trace>
  <inkml:trace contextRef="#ctx0" brushRef="#br0" timeOffset="-171381.99">3058 6928 680 0,'0'0'52'15,"0"0"-6"-15,0 0-6 0,0 0-9 16,0 0-11-16,0 0-7 0,0 0-6 16,0 0-4-16,0 0 1 0,-32-58 1 0,32 88 2 15,0 17-2-15,5 9 0 0,2 8-3 16,-3 8 2-16,-1 5 2 0,0 8-3 0,0 7 2 15,-3 5-4-15,0 2-3 0,-3-3 3 16,-3-6 3-16,0-12-1 0,-4-8 0 16,3-12-1-1,3-13-3-15,-1-15 2 0,4-14 0 16,1-9-1-16,0-7-1 0,0 0 0 16,0 5-1-16,0-2-4 0,0 2-5 15,7-4-14-15,2-2-29 0,4-10-63 0,1-6-193 16,2-1-14-16</inkml:trace>
  <inkml:trace contextRef="#ctx0" brushRef="#br0" timeOffset="-170746.69">3939 6802 810 0,'0'0'33'0,"0"0"-2"0,17-78-7 16,-13 66-9-16,-4 6-8 0,2 2-3 31,-2 4-4-31,0 2-2 0,0 19 2 0,0 16-1 16,-3 16 1-16,-7 8-2 0,1 6 1 16,-5 0-3-16,2-2 0 0,-1-5 4 15,-1-6-5-15,2-7 5 0,1-8-4 0,2-13-1 16,3-11 3-16,6-9 2 0,0-6 1 15,0 0 3-15,0 0 1 0,0-1-1 16,3-17-3-16,4-11-5 0,6-11 4 0,-1-2-5 16,-2 1 4-16,3 4 1 0,-3 10 0 15,-1 9 0-15,-4 7 0 0,3 8-1 16,2 3 1-16,7 5 0 0,2 8 1 16,1 4 0-16,-1 3 1 0,-3-1-1 0,1 3 2 15,-2-3-1-15,-1 0 1 0,-5-6 6 16,-5-5-7-16,1-1 5 0,-4-3-6 0,1-1-1 15,-1 1 3-15,-1-4 0 0,0 0 2 16,0 0 0-16,0 0-2 0,0 0-7 16,-6-9 3-1,-10-8-8-15,-4-7 3 0,-3-3-2 16,-3-5-2-16,-2-2-1 0,-2-1 0 16,-3 3 3-16,1 5 3 0,6 6 2 15,-3 7 0-15,0 8 1 0,0 5 1 0,0 1 0 16,5 7 2-16,-1 4 0 0,3 0 1 15,8-4 0-15,5-2 1 0,6-2 1 16,3-3 0-16,-1 0 4 0,1 0-2 16,-2 2 1-16,2-1 0 0,0 0 0 0,9 2-1 15,14-1-2-15,10-1 0 0,5-1-2 16,7 0-1-16,4 0-2 0,0-3-8 0,2 2-13 16,1 1-29-16,-4 0-82 0,-1 1-182 15,-6-1-14-15</inkml:trace>
  <inkml:trace contextRef="#ctx0" brushRef="#br0" timeOffset="-163630.96">4883 7358 490 0,'0'0'78'0,"0"0"-7"0,0 0-11 31,13-81-9-31,-10 70-17 0,0-1-1 0,0 1-11 0,-2 5 0 0,1 2-6 16,-2 4-5-16,0-2-6 0,0 2-4 16,-3 14 6-1,-9 10-4-15,-2 15 4 16,-2 11-4-16,-3 8-3 0,0 9 0 0,-1 4-1 16,0 4 3-16,2 1-3 0,1-3 3 0,1-5 2 15,3-6-4-15,3-7 4 0,1-10-3 16,5-14-1-16,0-9 1 0,2-8 0 15,2-10 3-15,0 3 1 0,0-9-1 16,0-16 0-16,6-16-3 0,1-14-5 16,2-14 3-16,1-11-2 0,3-11 0 0,-1-7 3 15,2-3-2-15,-4 0 2 0,5 9 0 0,-1 12-5 16,-2 17 2-16,-1 17-2 0,-2 16 3 16,0 12 2-16,-2 11 2 0,7 11 4 15,2 12-4-15,3 8 4 0,1 9-5 16,2 6 0-16,0 5 4 0,1 7-3 15,0 1 0-15,-1 3-1 0,-1 0-1 0,1-2-1 16,-3-6 2-16,-2-4 3 0,-5-7-2 0,-1-8 2 31,-5-11-4-31,-2-5 0 0,-1-9 0 16,-1-5 2-16,-1-1-2 0,-1-4 0 16,0 0-4-16,0 0-5 0,0 0-9 15,2 0-15-15,-2 0-35 0,0 0-89 16,0-4-154-16,-2-10-11 0</inkml:trace>
  <inkml:trace contextRef="#ctx0" brushRef="#br0" timeOffset="-163446.73">4559 7756 755 0,'0'0'38'0,"0"0"8"15,0 0-9-15,100 4-11 0,-54-11-4 0,2-2-10 16,5-2-5-1,1 1-2-15,-3 1-3 0,-1 0-3 0,-5 0 0 0,-6 2-10 16,-6 1-10-16,-7 1-20 0,-8 0-45 31,-10 2-111-31,1-2-126 0</inkml:trace>
  <inkml:trace contextRef="#ctx0" brushRef="#br0" timeOffset="-163230.75">4899 6654 802 0,'0'0'32'0,"0"0"-5"0,0 0-9 0,0 0-8 16,0 0-5 0,0 0-4-16,0 0-1 0,-84 13-1 0,65 8 1 0,-1 5-2 15,-3 2 1-15,-2 4-4 0,-1 3-6 16,3 2-13-16,-3-1-17 0,3-3-38 0,4-2-91 15,6-10-133-15</inkml:trace>
  <inkml:trace contextRef="#ctx0" brushRef="#br0" timeOffset="-163030.89">4825 6620 795 0,'0'0'42'15,"0"0"-6"-15,0 0-9 0,0 0-9 0,0 0-5 16,78 13-5-16,-55-6-4 0,2 5 0 16,1 1-3-16,-1 2 0 0,2 2-3 15,1 3-1-15,-1 1-5 0,2 0-10 16,1 4-18-16,1 0-39 0,-1 1-149 16,2 0-100-16</inkml:trace>
  <inkml:trace contextRef="#ctx0" brushRef="#br0" timeOffset="-162514.39">6127 7088 649 0,'0'0'51'16,"0"0"1"-16,0 0-4 0,-8-82-12 0,8 72-10 31,2 5-8-31,-2 5-7 0,0-1-3 16,4 1 0-16,5 7-1 0,4 13-2 16,1 10 0-16,-2 8-5 0,-1 6 2 15,-2 5 4-15,-3 0-5 0,7-1 4 0,0-2-5 16,6-6-1-16,7-5 1 0,4-7 0 15,6-9 0-15,5-8 1 0,8-11 0 0,2-4 1 16,5-16 0-16,-1-9-1 0,-3-4-1 16,-9-4 1-16,-6-2-3 0,-10-1-5 15,-7 1 3-15,-5 4-6 0,-5 11 3 16,-6 2-1-16,-4 12-5 0,0 3-8 16,0 0-12-16,0 6-14 0,-8 1-16 0,-7 0-28 15,-2 4-68-15,-5 9-114 0</inkml:trace>
  <inkml:trace contextRef="#ctx0" brushRef="#br0" timeOffset="-162247.61">6420 6956 789 0,'0'0'36'0,"0"0"-7"0,0 0-5 16,0 0-6-16,0 0-5 0,0 0 0 15,0 0 0-15,0 0-3 0,0 0 2 16,48 116-6-16,-39-63 0 0,-1 4 2 16,-1 4-4-16,1 4 0 0,-4 7-3 0,2 4-2 15,-3 1 2-15,4-1 0 0,-1-4-1 0,-2-9-2 16,5-8 2 0,1-11-1-16,0-8-4 0,0-7-1 0,0-10-10 0,0-6-11 15,2-4-16-15,-2-3-51 0,3-3-143 16,-1-3-87-16</inkml:trace>
  <inkml:trace contextRef="#ctx0" brushRef="#br0" timeOffset="-162014.47">7573 7492 881 0,'0'0'28'0,"0"0"0"0,0 0-7 16,98-35-7-16,-56 26-5 0,6 1-3 16,5 1-1-16,3 1-3 0,0 1-2 15,-3 3 0-15,-1-2-4 0,-7 4 0 16,-3 0-7-16,-16 0-10 0,-1 0-20 16,-11 0-41-16,-8 0-129 0,-2 6-111 0</inkml:trace>
  <inkml:trace contextRef="#ctx0" brushRef="#br0" timeOffset="-161847.37">7821 7785 882 0,'0'0'35'16,"0"0"2"-16,0 0-8 0,0 0-13 0,0 0-7 15,116-6-5-15,-62 0-3 0,5 1-1 16,7 1-4-16,1 0-15 0,1-3-39 15,0 1-122-15,-6-1-151 0,-3 0-23 16</inkml:trace>
  <inkml:trace contextRef="#ctx0" brushRef="#br0" timeOffset="-161314.23">9905 7278 519 0,'0'0'77'0,"0"0"3"0,0 0-21 15,0 0-7-15,0 0-20 0,0 0-7 0,0 0-1 16,0 0-10-1,78-24 2-15,-66 53-6 0,-5 7-4 0,-3 6-1 0,-1 3-4 16,0 3 0-16,0 0-3 0,3-3 3 31,7-4-3-31,0-6 3 0,10-8 0 16,7-7 0-16,7-11 0 0,10-9 1 0,7-6-2 16,8-17 1-16,4-7 1 0,-2-7-3 0,-3-5 2 15,-9-1-2-15,-9-1 2 0,-8 3-1 16,-9 3 2-16,-10 6-2 0,-5 10 0 15,-5 4 0-15,-3 7-2 0,-3 7 0 16,2-1-2-16,-2 5-4 0,0-2-5 16,0 2-10-16,-11 0-18 0,-3 8-28 0,-5 7-70 15,2 5-158-15,-5-1-1 0</inkml:trace>
  <inkml:trace contextRef="#ctx0" brushRef="#br0" timeOffset="-161002.68">10229 7195 810 0,'0'0'37'0,"0"0"-3"16,0 0-6-16,0-81-5 0,0 75-6 15,2 2-6-15,-2 4-2 0,0-2-4 16,0 2-1-16,0 5 0 0,0 15 0 0,1 13 4 15,1 16-3-15,-1 6 1 0,-1 8-5 0,0 6-1 16,0 7 0-16,0 5-1 16,0 1 1-16,0 0 1 0,7-3-2 0,-1-5 2 15,1-5-3-15,-1-11-2 0,1-6 2 16,2-9-1-16,-2-10-1 0,-1-7-1 16,0-9-4-16,-3-8-5 0,-2-5-4 0,-1-4-12 15,6 0-20-15,4-3-52 0,3-9-142 0,3-9-76 16</inkml:trace>
  <inkml:trace contextRef="#ctx0" brushRef="#br0" timeOffset="-160481.15">11188 6982 841 0,'0'0'38'0,"0"0"-6"15,0 0-8-15,0 0-9 0,0 0-6 16,0 0-6-16,0 0-1 0,0 0-1 16,0 0 0-16,0 0 0 0,0 65 0 0,-12-17-2 15,-2 0 0-15,-1 2 4 0,2-1-4 0,-1-2 2 16,1-5-3-16,0-4-3 16,4-6 1-16,3-12-1 0,2-8 2 0,2-6 0 15,2-6 2-15,0 0 1 0,0 0 0 16,6-14 1-16,9-4-1 0,5-8 1 0,3 2-1 15,2 3 1-15,1 3-2 0,3 4 2 16,-3 5-1-16,0 4 1 0,-3 5-1 0,-3 0 0 31,-1 2 0-31,1 5-1 0,-5 1 1 16,-5-2 1-16,1 2 0 0,-5-2-1 16,-3-3 0-16,0 0 0 0,-3-3 0 15,0 0 1-15,0 0 0 0,0 0 0 16,0 0-1-16,-12 0 0 0,-8-5-1 0,-6-5-1 15,-3-7-1-15,-1-3-3 0,-2-5-1 0,-3-3-4 16,1 1 2-16,0 1 2 16,4 5 5-16,4 4 2 0,10 8 1 0,5 5 0 15,8 2 1-15,3 2 0 0,-2 0 2 16,2 0 1-16,0 0 4 0,9 0 0 16,11 0-1-16,9 3-2 0,9-3-2 0,6 0-1 15,6-1-1-15,2-8-3 0,1 2-3 0,2-2-12 16,0 2-24-16,-1-1-92 15,-4-1-187-15,-5-3-19 0</inkml:trace>
  <inkml:trace contextRef="#ctx0" brushRef="#br0" timeOffset="-159864.45">12413 7350 739 0,'0'0'24'0,"0"0"5"0,0 0-1 16,0 0-2-16,-20-90-3 0,12 79-5 15,-5 4-12-15,-7 2 2 0,-7 5-5 0,-10 14-1 16,-6 10 4-16,-9 9-6 0,-3 12 0 15,-1 8-1-15,3 6-1 0,3 8 2 0,8 1-2 16,7-1 1-16,12-6-3 16,9-7 0-16,11-7 4 0,4-11-4 0,18-8 6 15,10-11-3-15,7-10 2 0,8-7 0 16,5-6 0-16,-3-13 1 0,3-8-5 16,-1-6 4-16,-6-4-3 0,-6-6 2 0,-6-6 2 15,-5-4-2-15,-8-5 2 0,-2 1-2 0,-5 2 2 16,-2 8-1-16,-3 15 1 15,-1 14-1-15,-4 10 0 0,0 8 1 0,3 0 1 16,0 15 2-16,3 11 2 0,4 14 2 16,-2 6-3-1,3 5 2-15,1 0-2 16,2 1 1-16,3-5-4 0,-1-3 0 0,4-6-2 16,-1-6-1-16,3-6 3 0,-1-6-4 0,1-6 3 15,1-6-5-15,3-5-6 16,0-3-10-16,3-9-20 0,4-7-37 0,-1-9-139 15,1-3-107-15</inkml:trace>
  <inkml:trace contextRef="#ctx0" brushRef="#br0" timeOffset="-159480.87">13266 7360 786 0,'0'0'45'15,"0"0"-3"-15,0 0-9 0,19-81-8 0,-16 73-9 16,-1 3-6-16,0 0-4 0,2 5-1 0,3 0-1 31,7 10-1-31,3 7 1 0,-1 5 0 16,1 7-3-16,2 4 3 0,-2 2-5 16,5 1 1-16,1 1-1 0,4-3 1 15,4-4-1-15,5-7 1 0,3-7-1 0,3-7 1 16,6-9-1-16,-2-6 2 0,3-13-1 15,-1-9 1-15,-5-7 0 0,-4-6 0 0,-4-4 0 16,-4-4-2-16,-7-1-1 16,-4 3 1-16,-5 4-2 0,-4 10 2 0,-4 11 2 15,-4 9-1-15,-1 9 0 0,-2 4-2 16,0-2 0-16,0 2 0 0,0 0-1 16,-5 4 0-16,-3 6-3 0,-7 7-4 0,5 4-3 15,-4 0-16-15,2 3-12 0,0 2-37 0,-3-3-81 16,0 1-144-16,-6-6-4 15</inkml:trace>
  <inkml:trace contextRef="#ctx0" brushRef="#br0" timeOffset="-159214">13648 6878 801 0,'0'0'52'0,"0"0"-8"16,0 0-10-16,0 0-7 0,0 0-9 0,0 0-4 15,7-78-4-15,-4 74-4 0,-3 4-2 16,0 0 0-16,2 13-1 0,1 12 0 0,2 14 0 16,1 9-3-16,-2 10 0 0,2 9 0 15,1 7 0-15,-1 8 0 0,1 6 0 0,0 8 0 16,5 6 0-16,-1-1 0 16,1-1 0-16,2-4 0 0,0-9 0 0,0-9 0 15,0-7 0-15,1-13 0 0,-2-6 0 16,-3-11-4-16,1-9-8 0,-5-11-3 15,-1-10-4-15,-4-7-8 0,-1-4-21 0,3 0-73 16,0-1-193-16,0-11-23 0</inkml:trace>
  <inkml:trace contextRef="#ctx0" brushRef="#br0" timeOffset="-155997.39">18647 6503 642 0,'0'0'52'0,"0"0"1"0,0 0-10 16,0 0-12-16,59-89-12 0,-37 74-6 0,4 2-3 15,4 4-3-15,3 4-2 0,4 5-1 16,-1 6-4-16,1 11 1 15,-4 5-3-15,-2 7 1 0,-6 6 4 0,-5 5-4 16,-6 0 4-16,-5 5-6 0,-5-3 0 16,-4-4 1-16,0-3-3 0,0-11 3 0,0-4-1 15,-1-9 1-15,-1-7 3 0,2 2 2 0,0-6 0 16,0 0 0-16,0-15 0 0,5-7-3 16,5-13 0-16,6-7 0 15,4-2-4-15,3-1 3 0,3 1-3 0,2 8 3 16,-3 7 0-16,1 11-1 0,-2 10 0 0,0 8 0 15,-1 5 0-15,-1 10 2 0,-3 6-1 16,1 3 0-16,-3 3 5 0,-3 4-4 0,-3 1 4 31,1-2-4-31,-5-1-1 0,-1-3 1 16,-3-8-2-16,-2-2 3 0,1-4-1 16,-2-7 2-16,0 1 1 0,0-6 1 15,0 0 1-15,0 0-2 0,0-3-1 16,0-15-3-16,3-12 2 0,5-10-1 0,2-2-6 15,7-2 5-15,2 3-6 0,4 5 6 0,2 8-1 16,-1 10 0-16,0 10 0 0,-1 8 0 16,1 5 1-16,1 12 1 15,-3 4-1-15,-1 5 2 0,0 1 3 0,-4 3-3 16,0-1 3-16,-1 0-4 0,0-3-1 16,-1-2 2-16,-1-5-2 0,-5-3 2 0,1-5 0 15,-2-6-2-15,3-2 2 0,4-1 0 0,3-2 0 16,7-7 0-16,-1-11 0 0,2-5-3 15,-3-8 2-15,2-5-1 16,-2-5-4-16,-1-3 4 0,-3 0-4 0,1 2 3 16,-4 3 2-1,0 9-1-15,-3 7 1 0,-2 9 0 16,-5 7 1-16,-3 4-1 0,0 3 0 16,3 0 0-16,2 10 0 0,-1 7 2 0,-2 3-2 15,-4 4 3-15,1 1-3 0,-2 0 0 16,0 3 0-16,0-1 0 15,0-1 5-15,1 0-5 0,4-2 4 0,-3-8-5 16,3 0-1-16,3-4-1 0,-3-5-2 16,5 1-2-16,-3-4-3 0,5-4-1 0,4 0 2 15,2-7 1-15,5-5 5 0,-4-5 2 0,0-2 3 16,-1-1-1-16,0-3-3 0,1 0 3 16,-3 0-2-16,3 2 7 15,-3 3 3-15,-5 4 3 0,1 4 0 0,-5 5-1 16,3 2-4-16,-1 0-4 0,1 3 0 15,4 0-1-15,-2 2-1 0,4 5 1 0,-5 4-1 16,1 3 0-16,1-1 0 0,-3 4 0 0,2 1 4 31,1 2-5-31,-2-1 6 0,2 1-8 16,-1-3 1-16,0-4 1 0,-3-3 0 16,3-3 1-16,-4-2 1 0,4-5-2 15,4 0 3-15,2-6-1 0,6-10 0 0,-2-3-2 16,1-7-3-16,0-7 3 0,2-5-3 15,-3-10 3-15,-1-4 1 0,-2-9-2 0,-6-5 1 16,-3 0 0-16,-4 2 2 0,-5 6-4 16,-1 12 4-16,-7 7-1 15,-4 12 2-15,-4 9 1 0,-2 7-1 0,3 4 0 16,-3 5 0-16,1 2-1 0,-1 3 1 16,-5 8-3-16,6 2 1 0,1 5-1 0,3 6-1 15,2 4 1-15,3 6-1 0,2 7 1 0,2 6-1 16,3 4 2-16,0 5-3 0,3 1 2 15,3-1-2-15,3-1 2 0,1-5 3 16,3-3-4-16,4-8 4 0,5-7-5 16,1-8 0-1,6-9 0-15,3-7 1 16,5-8 2-16,2-6 0 0,3-11-1 0,2-9-3 16,-2-7 2-16,-2-5-2 0,-1-9 3 0,-4-5 1 15,-6-7-1-15,-6-5 1 0,-3-2-4 16,-7-3 4-16,-3 6-1 0,-5 5 2 15,-4 9-1-15,-1 9-4 0,0 9 4 16,-3 11-4-16,-4 8 4 0,1 4 1 16,4 5-1-16,-9 2 0 0,0 1 0 0,-7 3 5 15,-2 7-7-15,6 6 7 0,3 2-6 0,2 6-1 16,4 5 3-16,2 4-4 0,0 9 2 16,3 3-2-16,0 7 2 0,0 5-1 15,0 2 3-15,0 2-4 0,0-3 3 16,3-5-4-16,3-4 0 0,4-6 4 15,2-4-3-15,5-8 3 0,0-8-4 0,3-6 2 16,5-8-1-16,0-9 3 0,4-2 0 0,3-11 1 31,1-7 0-31,-1-4-5 0,1-4 4 16,-6-2-4-16,-2-2 3 0,-2-1 2 16,-4 1 0-16,-3-2 0 0,-2 3-2 15,-4 4 2-15,-2 7-1 0,-5 9 1 16,-1 7 0-16,-2 4 0 0,0-2-2 0,0 2-1 15,0 0 0-15,0 0 1 0,0 13 1 0,0 9 1 16,0 5 1-16,0 3-3 0,0 2 0 16,0-1 0-16,2-1 0 0,3-3 4 15,1 1-2-15,2-5 1 0,0-3-3 16,4-5-1-16,-5-5-1 0,6-5 1 16,6-4-1-16,2-1-6 0,4-4-10 0,1-7-19 15,2-1-38-15,-2-3-80 0,0 1-160 0,-5-3 3 16</inkml:trace>
  <inkml:trace contextRef="#ctx0" brushRef="#br0" timeOffset="-155614.27">21691 5810 651 0,'0'0'35'0,"0"0"-3"0,0 0-5 16,0 0-3-16,0 0-7 0,0 0-3 15,0 0-8-15,0 0-3 0,0 0 3 16,0 0-7-16,4 57 2 0,-4-38-22 0,0 1-58 15,0 4-209-15,-6-4-32 0</inkml:trace>
  <inkml:trace contextRef="#ctx0" brushRef="#br0" timeOffset="-155431.02">21189 6176 794 0,'0'0'8'16,"0"0"-5"-16,0 0-2 0,103-41-8 16,-70 38-29-1,3 3-80-15,0-1-180 16,5 1-19-16</inkml:trace>
  <inkml:trace contextRef="#ctx0" brushRef="#br0" timeOffset="-155114.33">22165 5959 705 0,'0'0'41'0,"0"0"2"0,0 0-7 16,0 0-3-16,12-88-15 0,-8 80-2 16,-3 4-4-16,2 1 0 0,-3 3-2 15,0-2-4-15,0 2-1 0,6 0-1 16,0 11 4-16,0 10-4 0,-1 14 5 15,0 8-6-15,-4 11-2 0,-1 10 2 0,2 10-2 16,-1 10 1-16,3 7-3 0,1 3 2 0,-1 3 1 31,2 3-1-31,-2 0 1 0,2 1-2 16,0-4-3-16,-4-9 3 0,3-8 1 16,-4-8-1-16,2-13-2 0,-1-9-8 15,1-9-7-15,-2-13-9 0,1-13-17 16,1-5-38-16,-2-5-121 0,0-2-121 0</inkml:trace>
  <inkml:trace contextRef="#ctx0" brushRef="#br0" timeOffset="-154113.22">22197 6436 839 0,'0'0'35'0,"0"0"-4"0,91-69-4 16,-52 51-9-16,3 4-5 0,0 4-7 15,-2 4-3-15,-5 6-2 0,-3 0 1 16,-5 5-2-16,-1 6-1 0,-4 6 0 16,-5 3-3-1,-4 3 2-15,-7 3-2 0,-6 2-2 16,-3 3-3-16,-13 0-10 0,-8 0-2 16,-6-2-6-16,-8-5 2 0,-3-4 4 0,-5-5 6 15,0-6 6-15,1-6 6 0,6-3 4 16,6 0 4-16,11-2 3 0,10 1 5 15,8 0 2-15,4 1-2 0,0-5-1 16,3-1-5-16,12-3 0 0,6 0-1 16,8 1 0-16,4 2 2 0,5 0-3 0,4-2-1 15,0-2 0-15,5-2-7 0,0-4 4 0,0-2-5 16,-2-3 4-16,0-5 0 0,-6-4-2 16,-4-5-2-16,-6-7-2 0,-3-9 1 15,-7-6-5-15,-5-4 4 16,-5-3 1-16,-3 4 4 15,-3 5 2-15,-3 8 3 0,0 16 3 0,0 8-5 16,0 11 7-16,0 6-8 0,0 2 3 16,0 4-3-16,0-1-2 0,-3 2 7 15,-3 13-6-15,-2 8 6 0,1 13-5 16,4 5-2-16,3 3 1 0,0 9-1 16,2 3 2-16,4 1-2 0,1 0 1 0,2-1-3 15,2-6 3-15,-1-7-3 16,3-5 1-16,3-9 0 0,3-6-8 0,1-7 0 15,6-9-5-15,2-6-2 0,-1-5 7 16,2-13 2-16,-2-5 6 0,-3-7 2 0,-1-5 1 16,-3-3 2-1,-2 0 0-15,-1 0 4 0,-4 6 1 0,-2 9 3 16,0 7-1-16,-6 7-3 0,-2 5-3 0,0 2-4 16,1 2 1-16,2 7-1 0,1 8 0 15,4 7-1-15,-3 2 2 0,-1 0-1 0,1 0 2 0,1-2-1 16,-1-2-1-16,1-4 0 0,-2-4-1 15,2-3 1-15,4 1 0 0,-5-6 0 16,8 0 0-16,2-4-3 0,0-1 0 16,7-10-1-1,-3-5 2-15,-1-4 1 0,1-4 1 16,-2-4 2-16,-1-1-2 0,0 1 2 16,-5-1 2-16,2 4 3 0,-6 7 2 0,-2 3 5 15,-2 8 0-15,-5 2-1 0,3 2-1 16,-4 3-2-16,0-2-4 0,0 2 0 15,1-1-2-15,-1 0-1 0,0 1-2 16,2-2 0-16,-2 2-2 0,0 0 0 16,1 0 1-16,1 11 0 0,1 10 0 0,1 11-1 15,1 6 2-15,0 6-1 0,2 5 1 0,-1 3 1 16,2 6-1-16,0 4 3 0,2 7-3 16,0 5 2-16,1 6-3 0,0 7 0 15,-1 4 0-15,1 2 1 0,-3-4-3 16,-1-4-2-16,-2-5 1 0,-4-3-1 15,-1-6 2-15,0-6 1 0,0-5 2 0,-7-8-3 16,-3-6 4 0,0-8-1-16,-4-8 0 0,-1-7 2 15,5-9 0-15,-6-8-2 0,1-6 1 16,-1-14-1-16,-1-13-1 0,1-17 1 16,4-14-4-16,5-13 2 0,4-9-5 15,3-10-4-15,13-3-4 0,9-1-14 0,7 1-9 16,7 4-24-16,8 7-43 0,3 9-179 15,9 12-36-15</inkml:trace>
  <inkml:trace contextRef="#ctx0" brushRef="#br0" timeOffset="-153613.42">25475 5879 726 0,'0'0'38'0,"0"0"-5"16,0 0-7-16,0 0-3 0,0 0 1 0,0 0-6 15,0 0 2-15,0 0-8 0,-1 78-3 0,5-35 0 32,0 6-3-32,2 5 0 0,0 7-3 15,0 1 1-15,0 1-4 0,-2-5 0 16,3-4-2-16,-1-7 2 0,-2-9 4 16,0-6-6-16,-1-11 6 0,0-10-6 15,0-2 0-15,-1-5-1 0,-1-1-5 0,3 2-7 16,-4-5-12-16,0 0-37 0,0 0-104 0,-4-6-147 15,-9-11-14-15</inkml:trace>
  <inkml:trace contextRef="#ctx0" brushRef="#br0" timeOffset="-153364.17">25083 5891 840 0,'0'0'27'0,"0"0"5"0,0 0-10 16,0 0-6-16,0 0-6 0,0 0-5 15,0 0-2-15,-85-26 0 0,53 49 4 16,0 10-4-16,2 13 2 0,2 8-5 16,7 11-3-1,5 5 3-15,9 5-2 0,7 1 3 16,8-2-4-16,16-6 1 0,13-7 1 0,12-10-5 16,15-6-1-16,11-13-10 0,9-10-8 15,6-10-15-15,4-10-19 0,0-2-31 16,-6-17-56-16,-4-5-81 0,-15-9-53 15</inkml:trace>
  <inkml:trace contextRef="#ctx0" brushRef="#br0" timeOffset="-153164.31">25844 5910 643 0,'0'0'77'0,"0"0"-15"0,0 0-14 16,0-80-13-16,0 75-9 0,1 1-12 16,1 0-3-16,8 0-2 0,4 4 1 15,11 5 0-15,8 9 0 0,3 7-1 16,4 8 0-16,0 9-5 0,0 7 2 0,-1 10-6 15,-4 7-1-15,-7 9 1 0,-8 5-2 0,-10 3 2 32,-8 2-2-32,-4-6-8 0,-13-1-5 15,-6-9-14-15,-2-5-18 0,1-8-29 16,0-10-77-16,4-10-159 0,0-15-4 16</inkml:trace>
  <inkml:trace contextRef="#ctx0" brushRef="#br0" timeOffset="-152080.99">27053 5985 542 0,'0'0'75'0,"0"0"-9"15,0 0-6-15,0 0-11 0,0 0-13 16,0 0-8-16,0 0-11 0,0 0-8 16,0 0-5-1,0 0-4-15,-4-38 1 0,4 43 3 16,0 14-2-16,-2 13 3 0,2 14-3 0,-1 1-2 16,-1 6-1-16,1 0 3 0,1 2-4 15,0-4 3-15,0-4-3 0,1-6 1 16,4-6-1-16,-1-10 1 0,1-7 1 15,-2-8-1-15,-1-5 1 0,-1-1-1 16,-1-4 3-16,6 0 1 0,4-9 2 0,9-9 0 16,5-12-2-16,0-8-2 0,2-5 0 0,1-2-2 15,2 1 2-15,2 7-1 0,-3 8-1 16,1 11 0-16,-3 12-1 0,-3 6-1 16,-1 12 1-16,-2 11 2 0,-2 6 0 15,-4 4 2-15,-3 4-3 0,-3-2 2 16,-7 1-1-16,-1-3 2 0,-7 1-1 0,-7-1 0 15,-11-1 3-15,-5-3-4 0,-6-3 5 0,-5-5-4 32,-5-7-2-32,1-5 1 0,-1-6 0 15,2-3 1-15,3-8 0 0,6-7 0 16,5-5-5-16,6-2 4 0,7-3-5 16,7 6 2-16,7 4 1 0,3 4-5 15,0 6 3-15,13 4 1 0,7 1 1 0,8 10 2 16,3 7 3-16,3 3-4 0,2 2 4 0,0 0-3 15,2-1 0-15,1-1 2 0,-3-4-2 16,-1-3 0-16,-1-5 0 0,-2-3 0 16,0-5 0-16,-2 0 0 0,2-9-1 15,0-6 0-15,-2-6-2 0,2-7-1 16,-3-4-4-16,-3-5 3 0,-4-6-4 0,-3-1 5 16,-2 0 3-16,-4 4-2 0,-2 7 4 0,-5 12-1 31,-1 10 0-31,-4 7-2 0,-1 4 0 0,3 0 1 0,1 7 0 0,5 10 5 15,1 7-3-15,-3 4 2 0,1 1-1 16,-2 1 0-16,2-2-2 0,-1 0 0 16,2-4 3-1,1-2-4-15,0-4 4 0,-1-5-4 16,4-4 0-16,1-6 1 0,5-3-3 0,4 0 0 16,3-12-7-16,0-7 3 0,0-10-4 15,-1-6 4-15,-5-7 4 0,2-7-3 16,-3-3 6-16,-2 4 0 0,0 5 6 15,-2 7 0-15,-1 10 5 0,-4 9 5 16,-4 10-3-16,-3 4-1 0,-3 3-2 0,6 0-2 16,2 1 0-16,4 10-1 0,1 7-2 0,-7 6 1 15,-2 7-1-15,-1 6 0 0,0 8-2 16,2 3 1-16,-1 7-3 0,4 6-1 16,1 4 4-16,1 6-4 0,3 5 2 15,-3 6 0-15,-1 3-5 0,1 3 3 16,-4-1 0-16,0-5-5 0,-3-7-2 0,-3-6-7 15,-2-9-2-15,-10-6 2 0,-8-9 1 0,-3-8 4 32,-4-10 2-32,-5-9 5 0,-1-10 2 15,-3-8 4-15,-2-6 1 0,-1-13 3 16,0-8 3-16,3-8 1 0,2-6 2 16,6-8-1-16,7-2-5 0,8-3 3 15,10-5-9-15,8 2 1 0,16-4-2 0,14 0-3 16,14 2 1-16,8 4-1 0,12 5-1 0,6 8-7 15,5 7-11-15,-2 10-23 0,-2 3-62 16,-5 4-187-16,-10-5-39 0</inkml:trace>
  <inkml:trace contextRef="#ctx0" brushRef="#br0" timeOffset="-151663.14">29054 6034 762 0,'0'0'40'16,"0"0"-4"-16,0 0-6 0,87-62-7 16,-61 54-8-1,0 1-5-15,0 6-2 0,-2 1-6 16,-2 3 0-16,0 10-1 0,-3 7-3 0,-3 8 1 16,-2 4 0-16,-2 5 0 0,-4 5-1 15,4 2 2-15,-2-2-3 0,2-1 4 16,3-6-3-16,2-4 1 0,4-10 1 15,2-7-1-15,3-10 0 0,3-4 1 16,3-9-1-16,4-10 1 0,0-6 1 0,2-8-1 16,-3-7 1-16,-2-2-1 0,-3-3 2 0,-2 1 0 15,-5 2 2-15,-2 2-2 0,-3 4 0 16,-2 4 0-16,-5 8 2 0,-3 7 2 16,-3 8-2-16,-2 6 5 0,-3 3-5 15,0-1 2-15,0 1-3 0,2-2-1 16,-2 1-3-16,0-1 0 0,1 0 0 0,-1 1-1 15,0 1 0-15,2-2 1 0,-2 2 5 0,1 0-6 16,-1 0 7 0,1 0-7-16,-1 0 2 15,2 0-1-15,-1 0-6 0,1 0-10 16,1 2-18-16,0 3-39 0,-2 3-122 16,-1 6-130-16</inkml:trace>
  <inkml:trace contextRef="#ctx0" brushRef="#br0" timeOffset="-151379.77">29517 5756 785 0,'0'0'52'0,"0"0"-14"0,0 0-5 0,0 0-9 16,0 0-8-16,0 0-5 0,0 0-6 0,0 0-1 15,0 0-2 1,0 0-1-16,-32-26 1 0,28 47 0 0,1 13-1 0,1 9 2 15,2 12 2-15,0 11-4 0,0 8 4 16,0 9-5-16,0 7-2 0,0 3 4 16,2 2-2-1,-2-2 1-15,0-2 1 0,0-6-3 16,-3-4-1-16,-3-9 2 0,-1-8-3 0,-2-11 0 16,2-11-5-16,4-14-4 0,0-13-9 15,3-8-6-15,0-7-14 16,0 0-37-16,0 0-133 0,0-5-115 0</inkml:trace>
  <inkml:trace contextRef="#ctx0" brushRef="#br0" timeOffset="-150829.72">30292 5821 846 0,'0'0'37'0,"0"0"-6"15,0 0-9-15,0 0-10 0,0 0-7 0,0 0-3 16,0 0-3-16,0 0 0 0,0 0 0 31,0 0 0-31,22 15 7 0,-27 23-6 16,-5 6 3-16,-4 5-4 0,-1 0-4 16,0 1 2-16,1-2-2 0,4-4-1 15,-1-6-4-15,5-12 1 0,1-6 0 0,3-9 3 16,0-6 4-16,2 0 3 0,0-5 1 0,0-3 0 15,0-15 0-15,4-10-2 0,5-8 1 16,4-1-1-16,2 4 1 0,2 3 1 16,-1 6 0-16,3 6 0 0,-8 6 0 15,4 8-1-15,-2 4-1 0,2 0 2 16,3 12-2-16,1 2 0 0,-5 4-2 0,1 0 4 16,-2 2-2-16,-3-2 0 0,-2-6 0 0,-2 0 0 15,-1-3 0-15,-4-6 0 0,2 2 0 16,-3-5 0-16,0 0 0 0,0 0 2 15,0 0-1-15,0 0-2 0,-15-6 0 16,-8-9-4-16,-8-7-1 0,-3 0-2 16,-3-6 1-1,-2 1 1-15,1 0 4 0,2 2 0 16,4 4 4-16,6 6-1 0,9 7 2 0,5 4 0 16,8 2 0-16,4 2 0 0,-2-1 1 15,2 1 1-15,0 0 2 16,3 0 0-16,16 0-1 0,13 0-2 0,11-2-3 15,11 1-2-15,6 1-7 0,9 0-15 16,4 0-64-16,7-1-222 0,-1-7-39 0</inkml:trace>
  <inkml:trace contextRef="#ctx0" brushRef="#br0" timeOffset="-150430.97">31246 5507 726 0,'0'0'54'16,"0"0"-20"-16,0 0-16 0,0 0-10 15,0 0-2-15,0 0 0 0,0 0 4 0,0 0 6 16,9 89-1-16,4-36-3 0,3 8 0 16,-1 4-4-16,-3 7-4 0,0 2 1 0,0 4-4 15,-2 1-3-15,-2 4 3 0,-2 1-4 16,0-2 4-16,-2-2 2 0,-2-4-3 15,-1-6 2-15,-1-10-5 0,0-5-7 16,0-11-6 0,-1-6-14-16,-2-14-18 0,-3-7-38 15,3-8-64-15,-4-9-156 0,1 0 18 16</inkml:trace>
  <inkml:trace contextRef="#ctx0" brushRef="#br0" timeOffset="-150097.67">31235 5965 799 0,'0'0'43'0,"0"0"-9"0,0 0-8 0,104-48-9 15,-71 41-6-15,2 4-2 0,0 3-4 16,1 0-3-16,0 10-1 0,-1 2-1 16,2 4-2-16,-4 6 1 0,-2 5-2 15,-4 3 0-15,-6 4-1 0,-6 2 1 0,-6 2-6 16,-6-2-1-16,-3-1-4 0,-7-4-1 15,-6-7 2-15,4-9 4 0,-3-7 6 0,0-8 1 16,0-9 4-16,0-14 1 0,5-10 0 31,7-8-2-31,6-9 2 0,10-5-2 16,8-3-3-16,8-1 3 0,4 1-5 16,2 8 5-16,4 8-2 0,-3 9 4 0,-1 9 0 15,-5 11-3-15,-1 7 0 0,-5 6-9 16,-4 0-13-16,-4 11-16 0,-4 2-27 0,-5 6-34 15,-3 2-92-15,-6 1-99 0</inkml:trace>
  <inkml:trace contextRef="#ctx0" brushRef="#br0" timeOffset="-149296.61">32231 5974 778 0,'0'0'49'15,"0"0"-18"-15,0 0-5 0,44-79-14 16,-39 70 1 0,-2 6-3-16,-3 3-3 0,0-1-4 15,0 1-3-15,0 0-2 0,0 0 0 16,-16 15 5-16,-8 9-3 0,-8 11 4 0,-1 5-3 16,2 3-2-16,4 3 1 0,5 3-3 15,8-1 0-15,6-4-2 0,6-4 1 16,2-7-1-16,11-8 2 0,4-9 1 15,5-7 1-15,3-7 1 0,0-2 1 0,5-14 0 16,-2-6-1-16,0-5 0 0,-2-6 1 16,-5-2 0-16,-2-4-1 0,-3-2 2 0,-6 0-2 15,-4-1 2-15,-4 2-3 0,0 2 2 16,0 4-1-16,-3 3-3 0,0 9 5 16,0 8-4-16,1 3 4 0,1 4 1 15,-1 1-2-15,1-1-1 0,1 5 1 0,-2-1-2 16,2 1 2-16,0 0-1 0,10 0 1 15,5 4 5-15,6 7-6 0,0 2 5 0,0 4-5 16,2 1-1-16,0 4 0 0,-2 0-1 31,-1 5 1-31,-1 0 0 0,-3 0-1 16,-5 2-1-16,1 0 1 0,-6-2 0 16,-5-3 1-16,1-6 0 0,-2-2 2 0,0-6 0 15,-3-5 0-15,1 1 1 0,-4-6 0 16,-4 0 0-16,-1-8 1 0,-2-5 0 0,3-9-2 15,7-3 0-15,3-6-2 0,3-2 1 16,11-2-2-16,2 0 2 0,4 3 4 16,3 4 1-16,3 8 0 0,1 6-1 15,-1 10-6-15,-1 4 0 0,0 5-2 0,-2 12 2 16,-2 3 1-16,0 3 0 0,-2 2 0 16,-6 3 0-16,-3-1 1 0,-4 0-1 0,-3-7 1 15,-3 0 0-15,0-3 0 0,-5-7 0 16,-3 4 1-16,3-6 0 0,2-6 1 15,-5 0-1-15,-2-2 0 0,-2-8 0 16,2-1 0 0,3-6 0-16,5-6 0 15,2-5 0-15,6-8-2 0,6 0 1 0,2-1-1 16,8 4 1-16,2 4-1 0,5 7-3 0,0 5 4 16,0 8-4-16,-3 7 3 15,-1 4 2-15,-2 14-3 0,0 7 4 0,-1 2-2 16,-3 2 0-16,-2 1 0 15,-3-1 0-15,1 1 1 0,-5-3-2 0,0 0 2 16,-3-9-1-16,-1-4-1 0,-2-6 0 0,-2-3 0 16,7-2-3-16,5-3-7 15,3-9-18-15,9-6-39 0,-1-6-148 0,-2-4-113 16</inkml:trace>
  <inkml:trace contextRef="#ctx0" brushRef="#br0" timeOffset="-148097.42">18936 8007 726 0,'0'0'8'0,"0"0"10"0,0 0 7 15,0 0 4 1,0 0-1-16,0 0-7 0,0 0-1 0,0 0-2 0,0 0-5 16,-20 9-3-16,20-8-2 0,0 1-4 15,0 0 0-15,0-1 1 0,0 1-2 16,0-2 0-16,1 0-1 0,9-7-2 0,5-9 0 15,3-11 0-15,0-8 0 0,2-8-3 0,0-8 1 32,-1-7-5-32,-3-6 0 0,-4-5 1 15,-5 0-1-15,-6 2 4 0,-1 11 0 16,0 10 4-16,-3 18-1 0,1 12 0 16,0 12 0-16,2 4-2 0,-7 0 1 15,-9 7-1-15,-4 11 1 0,-6 13 1 0,0 10 1 16,3 11-2-16,3 8 2 0,5 7-3 0,3 3 4 15,4 3 1-15,5 1-4 0,3 0 4 16,3-1-4-16,9-3 2 0,9-8-1 16,4-6-1-16,8-9 1 0,6-10-3 15,4-10 4-15,6-12-1 0,2-10 0 16,1-5 1-16,1-15-2 0,-3-9 1 0,-3-10-1 16,-5-4 2-16,-3-4-2 0,-7-4 1 0,-7-3 0 31,-5-1 2-31,-7 2-3 0,-3 1-1 0,-4 3 3 0,-3 6-3 0,-3 12 5 15,1 11-1-15,-1 3 0 0,0 8 0 16,0-3-1-16,0 2-1 0,-1 5 0 31,-8 10 1-31,-5 8 0 0,-5 9 3 0,0 7-5 16,-1 4 4-16,5 1-5 0,4 2 0 0,2-2 2 16,6 1-1-16,3-3 0 0,6-4 0 15,10-6 0-15,1-4 2 0,8-6-1 16,2-8-1-16,7-8 1 15,3-1-1-15,5-12 1 0,2-7 0 0,0-8 0 0,-2-3 0 16,-3-3-1-16,-4-5 1 16,-3-3 0-16,-6-5 1 0,-5-4 0 0,-3-7-4 15,-7-6 4-15,-3-5-4 0,-5-3 3 0,-3 4 3 16,0 6-1-16,0 11 2 16,0 18 2-16,-2 8 4 0,1 12 1 15,-1 5 1-15,2 3-3 0,-4 4-4 16,-4 3-1-16,-3 12-2 0,-3 13 1 0,-1 11-1 15,5 13 0-15,3 9-2 16,2 8 2-16,2 9-1 0,3 5 0 0,0 8 1 16,0 3-3-16,3 7 0 15,2 1 2-15,-1-2 0 0,1-3-3 16,0-5 2-16,5-5-3 0,0-8 1 16,2-7-2-16,1-8-3 0,-1-9-2 0,-2-13-4 15,-2-10 1-15,-3-12-4 0,-1-9 0 16,-2-7 0-16,1-4-5 0,4-12-11 0,3-9-17 15,-2-11-33-15,-2-3-70 0,-6-8-141 16</inkml:trace>
  <inkml:trace contextRef="#ctx0" brushRef="#br0" timeOffset="-147730.97">19864 8195 820 0,'0'0'38'0,"0"0"-9"15,0 0-7-15,61-108-6 0,-26 75-6 16,5-5-4-16,8-1-2 0,1-3-2 15,2-1-6-15,2-3 3 0,-2-1-3 16,-5-2 2-16,-8 1 2 0,-8-1-1 16,-8 0 1-1,-12 4-1-15,-6 3 1 0,-4 5 0 16,-2 7 1-16,-9 5 1 0,1 7 0 0,0 6 0 16,0 5 1-16,3 2 0 0,-2 3 0 15,-4 2 0-15,0 4-1 0,-3 9-2 16,1 10 0-16,3 10 0 0,1 10 0 15,4 12 2-15,4 7-2 0,2 9 1 16,1 5 2-16,1 3-3 0,5 3 3 0,4 0-5 16,3 0 1-16,0-3 1 0,2-5-3 0,2-7 3 15,0-9-1-15,-1-13 1 0,1-12-2 16,-2-8 1-16,-2-10 2 0,-1-9-1 16,2-6-1-16,5-11-1 0,4-8-4 15,-2-10-6-15,0-5-7 0,-1-4-22 16,-5-6-39-16,-1 1-76 0,-7-6-158 0,-1 2 1 15</inkml:trace>
  <inkml:trace contextRef="#ctx0" brushRef="#br0" timeOffset="-147546.74">20200 8016 799 0,'0'0'49'16,"0"0"-6"-16,0 0-9 0,0 0-9 0,0 0-5 15,0 0-7-15,112-34-6 0,-59 22-3 16,2 2-4-16,-1-3 1 0,-3 3-3 16,0 1-4-16,-5-2-9 0,-4 2-22 15,-4 1-52-15,-8 0-231 0,-4 3-26 16</inkml:trace>
  <inkml:trace contextRef="#ctx0" brushRef="#br0" timeOffset="-147364.42">21095 8431 970 0,'0'0'14'0,"0"0"-1"0,0 0-6 0,0 0-3 16,0 0-3-16,0 0-3 0,0 0 0 15,52-87-6-15,-49 68-15 0,-2 9-33 16,1-10-178-16,-1 10-108 0</inkml:trace>
  <inkml:trace contextRef="#ctx0" brushRef="#br0" timeOffset="-143046.4">3574 9514 696 0,'0'0'49'0,"0"0"-5"0,0 0-8 0,0 0-14 31,0 0-6-31,0 0-8 0,0 0-3 16,0 0-2-16,0 0-1 0,0 0 0 16,-30 55 1-16,27-10 0 0,3 7-1 15,0 4-2-15,6 0 2 0,3 1 2 0,2-3-3 16,1-4 4-16,-1-4-4 0,-1-9-3 0,-1-6 1 15,-3-13-1-15,-1-7 1 0,-3-7 0 16,-2-4 1-16,0 0 4 0,0 0-3 16,1 0-3-16,-1-1-7 0,0-15-16 15,0-6-28-15,-1-11-80 0,-6-4-165 16,-6-7-15-16</inkml:trace>
  <inkml:trace contextRef="#ctx0" brushRef="#br0" timeOffset="-142880.7">3379 9082 750 0,'0'0'32'0,"0"0"-1"0,0 0-12 0,0 0-8 16,0 0-8-16,0 0-4 0,0 0-5 0,0 0-7 16,0 0-17-16,-3 10-26 0,15 15-65 15,1 9-165-15,4 4-4 0</inkml:trace>
  <inkml:trace contextRef="#ctx0" brushRef="#br0" timeOffset="-141514.33">3632 9869 738 0,'0'0'27'0,"0"0"0"0,-3-86-2 0,9 54-2 16,4 0-5-16,6 0-3 0,4 2-2 15,5-1 0-15,4 4-3 0,4 3 0 0,6 6-5 16,-1 8-3-16,1 9-2 0,-3 1-1 31,6 15 0-31,-6 6 1 0,2 7-2 16,-5 2-1-16,-1 4 0 0,-5 0-3 16,-7 1 0-16,-5 2-2 0,-9-2 1 0,-5-2 5 15,-1-3-1-15,-10-1 4 0,-2-6-1 16,-5-5 0-16,7-7 1 0,1-5 2 0,-2-6-1 15,2 0 2-15,-5-11 0 0,2-7-7 16,6-9 3-16,6-5-3 0,3-5 2 16,10-2 3-16,6-1-3 0,1 5 2 15,2 8-1-15,4 7 0 0,1 10 1 0,1 8 0 16,1 4 0-16,1 12 1 0,-1 4 1 16,3 5-1-16,-3 2 1 0,-2 1-1 0,-5 2 1 15,4-3-3-15,-3 0 2 0,0-1 4 16,-4-3-5-16,-2-4 5 0,-5-5-6 15,1-3-1-15,-6-5 1 0,-4-2-1 16,7-2 2-16,3-2 2 0,8-11-2 0,5-10-5 31,1-9 3-31,-1-9-5 0,4-9 4 0,1-7 2 16,-4-10-3-16,-1-6 1 0,-4-3-4 16,-2 0 0-16,-4 2-2 0,-6 2-1 15,-1 8 6-15,-5 10-2 0,-2 10 6 16,-2 13 3-16,0 10 0 0,0 9 3 15,0 6-3-15,0 2 0 0,-6 2-1 0,-4 1 0 16,-9 1-2-16,0 6-1 0,-4 10 1 16,0 8 0-16,5 8 0 0,0 7 3 0,3 6-3 15,2 7 2-15,3 5-3 0,4 6-1 16,2 5 2-16,4 2-2 0,0 0 1 16,6-2-4-16,5-6 1 0,5-9-4 15,5-6 0-15,6-9 3 0,5-8-7 0,4-8 8 16,9-10-4-16,3-11 2 0,5-1 1 15,2-15-4-15,3-6 6 0,-6-7-3 0,4-2 4 16,-5-5 1-16,-8-2 0 0,-4-3 1 31,-7 0 0-31,-6 1 2 0,-4-1-1 16,-5 4 5-16,-7 6-1 0,-2 7 3 16,-4 5 2-16,-4 6 1 0,0 6 0 0,0-3-3 15,0 4-3-15,-6 2-5 0,-10 1 0 16,-4 4-1-16,-9 11 0 0,0 9-1 0,-1 7 0 15,1 6-2-15,3 4 2 0,4 4-2 16,6 0 1-16,6 2-3 0,7-4-3 16,3-3-3-16,7-6-3 0,12-5 4 15,11-7-6-15,8-5 5 0,10-9-8 0,10-6-6 16,7-2-2-16,7-12-2 0,3-5 9 16,-2-6 5-16,-4-2 11 0,-7-3 6 0,-8-3 0 15,-8-4 6-15,-10-1 2 0,-7 0 11 16,-9 2 6-16,-8 4 9 0,-8 2-1 15,-2 3-2-15,-2 11-7 0,-2 1-6 16,-8 4-5-16,-2 5-7 0,-8 0-2 0,-3 5-3 31,-3 1-3-31,-4 5-1 0,-2 11 0 16,0 3-1-16,0 7 0 0,2 3-1 0,4 5-2 16,4 1-6-16,5-1-4 0,5 0-9 15,4-10-4-15,8-1-13 0,0-5-11 16,7-3-8-16,0-1-5 0,5-8 14 15,2-6 15-15,2 0 20 0,3-9 15 0,-3-6 15 16,-2-5 9-16,-2-2 16 0,-1 0 11 16,-2 1 6-16,1-1 1 0,-4 4-7 0,1 4-9 15,0 2-10-15,-2 5-7 0,-4 2-8 16,2 2-4-16,-3 3-6 0,0-1-3 16,0 1-2-16,6 10 1 0,1 13 0 15,0 10 1-15,-1 10-3 0,-3 4 2 0,0 7 3 16,3 4-4-16,-1 8 3 0,0 5-4 15,2 8-2-15,5 7 3 0,2 4-3 0,1 1 3 16,5 1 2-16,1-2-2 0,1-3 0 31,4-4-2-31,0-4-2 0,0-8 0 16,-3-7-1-16,-4-11 1 0,-2-10-1 16,-8-16 2-16,-3-12 2 0,-3-9 0 0,-3-6 1 15,0 0 0-15,-3 0-1 0,-16-7 1 16,-7-12 1-16,-13-11-2 0,-4-6 3 0,-2-5-3 15,-4-3 1-15,1 0 0 0,-1-2 1 16,7 4-1-16,3-1 1 0,10 1-2 16,10-2-6-16,13 0 2 0,6-5-4 15,15-3 4-15,12-2-2 0,11-2-7 0,8-1-12 16,9 1-20-16,3 5-31 0,0 5-65 16,-5 5-164-16,-1 6 1 0</inkml:trace>
  <inkml:trace contextRef="#ctx0" brushRef="#br0" timeOffset="-141147.66">6219 9862 772 0,'0'0'47'0,"0"0"-11"15,0 0-9-15,0 0-11 0,29-82-7 16,1 60 0-16,5 3-4 0,3 2 2 15,2 5-3-15,4 6-1 0,-4 4-1 0,-2 2-2 16,2 6-1-16,-4 8 0 0,-4 4 0 16,-3 7-4-16,-6 3 0 0,-4 6-3 0,-9 1-9 15,-4 0-2-15,-6 1-6 0,-3-4 3 16,-10-3 6-16,0-6 8 0,-3-7 6 16,3-5 3-16,7-5 3 0,-2-6 0 15,2-8 2-15,3-12 2 0,3-11 2 0,3-7-2 16,16-8 3-16,5-7-5 0,11-5-1 0,4-4 0 15,6 0-2-15,1 2-1 0,3 10-2 16,-2 10 1-16,-3 11-4 0,-5 11 2 31,-5 8-1-31,-7 10-2 0,-1 0 0 16,-8 10-5-16,-4 7-8 0,-5 2-13 16,-5 7-19-16,-4 1-34 0,0 5-78 0,0-2-125 15</inkml:trace>
  <inkml:trace contextRef="#ctx0" brushRef="#br0" timeOffset="-140297.45">7626 9718 793 0,'0'0'41'0,"0"0"-5"0,0 0-7 15,0-93-11-15,-5 78-8 0,2 6-3 16,-3 2-2-16,0 0-3 0,-3 5-3 15,-8 2-1-15,-6 8-2 0,-6 11 1 16,1 8 1-16,-5 6-1 0,0 5 1 0,7 3-6 16,-2 0-2-16,7 2-1 0,2-4-8 15,9-4 2 1,1-9-4-16,6-4 2 0,3-5 5 16,0-6 5-16,7-2 5 0,5-8 6 15,10-1 1-15,4-10 2 0,1-7 0 16,6-4 0-16,1-7 0 0,-1-4-4 15,-1-2 4-15,0-3-3 0,-5 2 4 0,-1 2 2 16,-4 6-3-16,-5 8 2 0,-7 9-2 16,-5 7-2-16,2 3 3 0,0 1-2 0,8 11 1 15,0 5 0-15,-3 6 0 0,-1 3-1 16,0 1 1-16,-1 2-4 0,1-2 0 16,-2-1 4-16,1-2-8 0,2-3 7 15,-5-7-4-15,3-2 0 0,0-4 3 0,0-5-1 16,5 0-1-16,5-3 2 0,3-9-1 15,6-9-6 1,3-8 5-16,-2-6-5 0,-1-9 4 0,0-11 2 0,-7-8-2 0,1-8 2 31,-4-9-3-31,-6-2 4 0,-4-1-5 16,-4 1 0-16,-5 5 2 0,0 6-3 16,0 9 5-16,-7 16 0 0,-2 8 2 0,2 15 2 15,0 6 0-15,0 8-1 0,-2 5-1 16,-3 1-1-16,-2 3-1 0,1 9-2 0,-1 6 0 15,3 5-1-15,4 7 1 0,1 7 4 16,1 7-3-16,5 6 3 0,0 5-4 16,0 5-2-16,4 7-1 0,3 1 0 15,5 4 1-15,2-3-2 0,2-5 2 0,7-6-4 16,3-9-1-16,6-10 3 0,3-7-5 16,4-10 4-16,0-8-3 0,7-9 1 0,-4-5 2 15,1-11-2-15,1-10 6 0,-5-6-2 16,4-10 2-16,-7-4 4 0,-2-8-2 15,-7-3 2-15,-1-2 0 0,-5 1 3 16,-6 6 0-16,-6 6 4 0,-3 15 1 0,-2 11 1 31,-4 5-3-31,0 5-3 0,-7 3-3 16,-3 2-2-16,-7 8 1 0,-7 15-2 0,4 6 0 16,-3 9-2-16,8 5 2 0,1 3-2 15,7 3 3-15,4-2-2 0,3-5 1 16,3-1-1-16,11-6-1 0,5-4 4 15,7-7-4-15,4-6 3 0,5-6-5 0,4-9-4 16,4-3-3-16,4-7-9 0,2-11-1 16,-1-5-13-16,-2-6-8 0,-8-4-21 0,-5-7-50 15,-7-6-171-15,-5-1-5 0</inkml:trace>
  <inkml:trace contextRef="#ctx0" brushRef="#br0" timeOffset="-140097.59">8874 9288 755 0,'0'0'55'0,"0"0"2"31,0 0-10-31,0 0-18 0,0 0-12 16,84 0-5-16,-42 0-5 0,7-2-1 16,-1-3-1-16,-2 0-4 0,-2-3 1 0,-6 2-3 15,-6-2 0-15,-8 1-5 0,-9 1-7 0,-7 1-17 16,-8-2-18-16,-5-5-50 0,-16-2-89 15,-14-6-127-15</inkml:trace>
  <inkml:trace contextRef="#ctx0" brushRef="#br0" timeOffset="-139914.37">5561 9089 749 0,'0'0'20'16,"0"0"8"-16,0 0 5 0,129-62-7 0,-57 41-10 31,12 0-9-31,7 1-7 0,9 1-6 16,3 3-28-16,1 0-95 0,-6-4-175 0,-1 0-26 16</inkml:trace>
  <inkml:trace contextRef="#ctx0" brushRef="#br0" timeOffset="-139147.6">12968 9457 604 0,'0'0'54'0,"0"0"1"31,0 0-6-31,0 0-5 0,0 0-8 16,0 0-7-16,0 0-8 0,-12-79-4 0,4 72-2 16,2 6-6-16,3-1 0 0,0 1-3 15,3 1-2-15,-6 0-1 0,-4 1-1 16,-6 12-1-16,-4 9 1 0,4 8 0 15,0 13 3-15,3 10-1 0,-1 11 2 0,4 6-3 16,-2 7 2-16,6 7 3 0,1 7-3 16,2 8 2-16,3 8-3 0,0 10-5 0,8 7 3 15,4 6-1-15,4 5 1 0,6 5 0 16,2-1-2-16,2-1 3 0,0-3-2 16,-1-3 3-16,-1-3-4 0,-2-4 0 15,-6-5 0-15,-5-7 0 0,-6-6 0 0,-5-7 0 16,-3-9 0-16,-11-11 0 0,-4-11 0 15,-5-14 0 1,-3-15 0-16,-1-12 0 0,-4-14-5 0,-1-14 1 0,1-10-2 0,-4-15-1 31,0-10-3-31,3-5-1 0,0 1-3 16,5 4-2-16,7 9-6 0,7 11-15 16,5 7-29-16,7 8-61 0,1 3-180 0,4 6-8 15</inkml:trace>
  <inkml:trace contextRef="#ctx0" brushRef="#br0" timeOffset="-138597.43">13989 10287 756 0,'0'0'37'0,"27"-87"-3"15,-16 65 0-15,-4 8-10 0,-6 9-9 16,-1 5-7-16,6 0-2 0,4 15 2 16,6 14-2-16,3 12 2 0,1 7-3 15,6 4-1-15,1 1-2 0,4-1-1 0,5-5 3 16,3-4-4-16,6-8 5 0,1-8-5 15,6-10 0 1,3-11 0-16,6-6 0 0,4-13 0 0,0-9-5 0,6-10 6 0,-4-6-5 31,-5-5 5-31,-7-4 0 0,-8-3-1 16,-9 0 3-16,-9 3-4 0,-10 8 2 16,-6 13-1-16,-8 10 0 0,-2 11-1 0,-3 5-2 15,0-2-2-15,0 2-6 0,-3 0-4 16,-8 2-8-16,-8 8-9 0,-2 5-18 0,0 4-35 15,-1 1-94-15,1 1-125 0</inkml:trace>
  <inkml:trace contextRef="#ctx0" brushRef="#br0" timeOffset="-138329.64">14424 9917 841 0,'0'0'31'15,"0"0"-4"-15,0 0-7 0,0 0-6 16,0 0-6-16,0 0-3 0,0 0 1 0,0 0 6 31,0 0-3-31,20 69 3 0,-8-18-6 0,1 12-4 16,-3 11 1-16,3 8-3 0,-3 9 3 16,-1 4 0-16,2 2-2 0,-2 0 1 15,0 0-4-15,-2-3 0 0,0-4 2 16,-1-8-2-16,0-11 1 0,-3-9 1 15,0-12-7-15,0-9 1 0,-2-15-10 0,2-6-5 16,-1-10-7-16,0-5-14 0,-2 0-37 16,3-5-152-16,0-13-86 0</inkml:trace>
  <inkml:trace contextRef="#ctx0" brushRef="#br0" timeOffset="-137564.39">15111 9438 551 0,'0'0'84'0,"0"0"-21"15,0 0-19-15,0 0-17 0,0 0-6 16,0 0-2-16,0 0 2 0,0 0 0 0,0 0-7 31,0 0-1-31,19 90-6 0,-19-43 0 16,-3 3-5-16,-4 1 0 0,-4-1-2 0,-3-1 1 16,1-5 2-16,-3-5-4 0,3-4 5 15,0-9-6-15,5-8 0 0,-1-4 1 16,3-8 2-16,2-3-1 0,-3-3 1 15,1-7-2-15,1-14-5 0,1-11 5 0,4-6-4 16,1-5 4-16,10-1 3 0,1 3-2 16,3 6 3-16,1 10-3 0,-6 8 1 0,3 9 0 15,3 8 0-15,2 3 0 0,6 9 2 16,1 7 0-16,-1 2 1 0,3 1 0 16,-2 3-2-16,1-2 1 0,-3-2-2 15,-3-3 1-15,-5-6-2 0,-4-1 1 0,-3-4-1 16,-5-3-1-16,0-1 1 0,-3-3 1 15,0 0 0-15,0 0-1 16,0 0-1-16,-11-8-3 0,-7-7-1 0,-10-6-3 0,-2-4-2 31,-6-2-2-31,-3-1 1 0,-5 0 2 16,-1 1 5-16,1 3 2 0,2 6 2 16,3 3 0-16,5 5 2 0,10 3 1 0,10 3-1 15,9 4 2-15,5 0-2 0,-1 0 2 16,1 0 4-16,6 0 1 0,18 0 0 0,18 0-1 15,16 0-3-15,10 0-3 0,3 0-1 16,2-1-2-16,2-2-3 0,-5 1-7 16,-2-3-19-16,-4-1-42 0,-5-1-176 15,-4-1-74-15</inkml:trace>
  <inkml:trace contextRef="#ctx0" brushRef="#br0" timeOffset="-137097.75">15996 11134 814 0,'0'0'24'0,"0"0"4"16,0 0 0-16,0 0-8 0,81-91-6 15,-71 69-5-15,0 0 0 0,-4-3-3 0,0-2 0 16,0-3-2-16,-2-4-1 0,3-4-2 0,-1-1 0 16,1-3-1-1,2-5 2-15,7-5-2 0,1-6-2 0,5-6 2 0,5-7-3 16,5-8 3-16,3-2 1 0,-2 1-2 16,-1 10 3-16,-2 12-2 0,-5 16 0 15,-9 16-1-15,-8 14 0 0,0 9 1 0,-1 6-1 16,1 14 3-16,1 11-2 0,-3 12 1 15,-2 7-1-15,-2 9 1 16,-1 5-1-16,-1 3 3 0,2 1-3 0,1 0 1 0,1 1 2 31,0-1-3-31,2 0 2 0,0-3-2 16,0-1 0-16,1-6 0 0,-3-7-2 16,5-8 2-16,-5-13-3 0,1-7 1 0,-2-8 0 15,-2-7 0-15,1-1-2 0,-2-4-2 16,5 0-9-16,4-9-11 0,1-8-19 0,6-7-40 15,-10-6-111-15,-5-2-121 0</inkml:trace>
  <inkml:trace contextRef="#ctx0" brushRef="#br0" timeOffset="-136914.02">16170 10618 768 0,'0'0'50'0,"0"0"-2"16,0 0-9-16,0 0-11 0,0 0-8 15,0 0-5-15,0 0-5 0,105 3-6 16,-53-3-2-16,5 0-3 0,-3 0-2 0,3 0-5 31,-3 0-10-31,-4 0-24 0,-1-5-58 16,-7-3-215-16,0 0-22 0</inkml:trace>
  <inkml:trace contextRef="#ctx0" brushRef="#br0" timeOffset="-136563.24">17267 10390 867 0,'0'0'39'0,"0"0"-10"0,0 0-10 0,0 0-8 16,0 0-6-16,0 0-2 0,81-25 1 16,-62 44-2-16,-3 2 0 0,-2 5-2 15,-1 1 0-15,2 4-2 0,-4-1-1 0,2-1 3 16,0-2-4-16,3-1 1 0,2-6-4 15,2-6-2-15,2-6 0 16,7-8 2-16,2-1 2 0,5-14 4 0,3-9 1 0,2-8-4 31,4-8 4-31,-2-7-3 0,-1-6 3 16,1-3 1-16,-3 0 1 0,-7 4 2 16,-4 8-1-16,-6 9 5 0,-9 12 1 0,-5 13 1 15,-5 5 1-15,-4 5-5 0,0-1-2 16,0 1-3-16,2-2-2 0,-1 1-1 15,-1 1 1-15,0 0-3 0,2 0-2 16,-2 1-9-16,-3 13-15 0,-10 6-36 0,-6 4-98 16,-9-6-155-16,0-1-13 0</inkml:trace>
  <inkml:trace contextRef="#ctx0" brushRef="#br0" timeOffset="-136314.17">17555 10056 856 0,'0'0'45'16,"0"0"-13"-16,0 0-11 0,0 0-6 0,0 0-6 31,0 0 0-31,0 0-3 0,90 18 1 16,-76 20-2-16,0 11 1 0,-3 10-3 0,-4 8 2 16,1 4-4-16,-3 3 2 0,-2 2-3 15,-3 2 0-15,0 1 0 0,0 1 0 16,-6 2 0-16,0-3-3 0,-1-7-1 15,0-9 0-15,1-10-2 0,0-10-2 0,2-16 2 16,0-10-7-16,4-5-2 0,0-6-6 16,0-1-9-16,0 1-23 0,0-8-61 0,2-12-196 15,1-10-20-15</inkml:trace>
  <inkml:trace contextRef="#ctx0" brushRef="#br0" timeOffset="-134496.34">16233 9669 608 0,'0'0'65'0,"0"0"-4"0,0 0-13 15,0 0-8-15,0 0-10 0,0 0-7 0,0 0-6 16,0 0-5-16,0 0-5 0,14-62-2 15,-14 62-2-15,0 1 2 0,-5 15-1 0,-7 11 2 16,-8 9-3-16,0 3-1 0,-6 6-4 31,-2-1 3-31,-1-2 3 0,2 1-3 16,0-4 6-16,2-4-7 0,3-6-1 16,5-5 1-16,7-10-2 0,2-5 1 0,7-6 2 15,1-3 0-15,0-9-1 0,9-13 1 16,7-8-3-16,4-11 2 0,3-7-4 0,-1-7 4 15,1-4-2-15,-2-4 2 0,0 4 1 16,-5 6-1-16,-2 8 2 16,-2 10-1-16,-5 12 0 0,-4 12-1 0,0 7 0 15,2 4-1-15,7 6 0 0,8 12 2 0,7 11-1 16,4 6 0-16,7 5 0 0,4 0-1 16,5 3-1-16,1-4-1 0,6 1-14 0,2-4-19 15,3-4-71-15,2-4-203 0,-2-12-21 16</inkml:trace>
  <inkml:trace contextRef="#ctx0" brushRef="#br0" timeOffset="-133864.04">19379 10471 651 0,'0'0'46'0,"0"0"5"16,0 0-4-16,0 0-11 0,0 0-9 16,0 0-11-16,0 0-3 0,0 0-4 0,0 0 0 15,0 0 1-15,4 0-1 0,26 0-1 16,19-7-2-16,13 3-2 15,12-2 0-15,9 3-1 0,0-1-2 0,-4 3-1 16,-7 1-1-16,-13 0 0 0,-13 0 0 0,-17 0 1 31,-13 0 0-31,-9 1 0 0,-7-1 2 16,0 0 1-16,0 0-1 0,2 0 1 0,-2 0-3 16,0 0 0-16,-6-1-2 0,-2-2-2 15,-7-3-4-15,6 1-8 0,-5 4-12 16,-6 1-27-16,2 0-44 0,-6 5-130 15,2 5-91-15</inkml:trace>
  <inkml:trace contextRef="#ctx0" brushRef="#br0" timeOffset="-133480.95">19504 10769 695 0,'0'0'40'15,"0"0"8"-15,0 0-6 0,0 0-13 0,0 0-8 16,0 0-7-16,0 0-3 0,0 0-1 31,0 0-1-31,0 0 1 0,-37-7-1 16,32 7-3-16,-1 7 0 0,5-2-2 16,-2 0-1-16,2-1 0 0,1-4 1 0,0 3-1 15,2 5 0-15,10-2 0 0,11 1 0 16,8-4-1-16,8-3 0 0,13-1 1 0,8-7-1 15,8-1 1-15,3-1-1 0,-1-1 0 16,-5 4-1-16,-9 0 0 16,-8 3-1-16,-10 2 2 0,-14 1-1 0,-9 1 0 15,-8 0-1-15,-7 0 0 0,0 0 1 0,0 0 0 16,1 0 0-16,1 0-1 0,-1 0 0 16,1 0 0-16,-2 0-2 0,1 0-5 0,-1 0-6 15,0 0-13-15,0 0-20 0,0 4-51 16,0 1-173-16,0 0-63 15</inkml:trace>
  <inkml:trace contextRef="#ctx0" brushRef="#br0" timeOffset="-132647.77">18262 10909 649 0,'0'0'49'0,"0"0"-4"15,0 0-11-15,0 0-7 0,0 0-12 16,0 0-6-16,0 0-4 15,0 0-1-15,0 0 1 0,-52-53 0 0,26 69-1 16,1 6-1-16,-1 3-1 0,0 5 0 0,0 0-4 16,2 3 4-16,3-2-4 0,4-1 4 15,5-3-2 1,4-9 0-16,5 1-2 0,3-6 1 16,2-5 1-16,9 1 3 0,5-9-2 15,4 0 2-15,9-10 0 16,3-9 0-16,0-5 0 0,-1-8-1 0,3-4 3 15,-4-9-1-15,-1-3 2 0,-3-4 0 0,-3-4 0 16,-4-2-2-16,-3-2 2 0,-4-4-1 16,-4 1-4-16,1-3 2 0,-5 6-4 0,-1 5 0 15,-2 10 5-15,-1 14 2 0,0 8 2 16,0 11 0-16,0 6-1 16,0 1-3-16,0 5-1 0,-1 0-2 0,-5 13 0 15,-4 9 0-15,2 11 1 0,2 10 2 0,4 7 3 16,2 5-4-16,0 6 1 0,5 2-2 15,2 5-4-15,4 1 3 0,-1 1-3 0,4-2 1 16,0-4-2-16,1-8 2 0,2-6-3 31,-3-9 1-31,2-9-6 0,-1-6-3 16,-1-8-3-16,-5-6-9 0,3-6-9 16,-4-1-30-16,1-5-64 0,4-5-177 0,-2-8-9 15</inkml:trace>
  <inkml:trace contextRef="#ctx0" brushRef="#br0" timeOffset="-132196.74">18647 10879 819 0,'0'0'49'0,"0"0"-13"0,0 0-10 15,0 0-8-15,0 0-5 0,0 0-5 16,-2-80-1-16,9 75-3 0,1-2-1 15,2 7-2-15,6 0 0 0,-3 7 0 16,5 8-1-16,-4 5 0 0,-2 4 0 0,-3 3-2 31,-1 5 1-31,-6 2 0 0,0 2-1 16,-2-1 1-16,-2-2-1 0,-6-1-1 0,-3-6 1 16,0-5-1-16,2-7 2 0,-1-3 0 15,3-5 2-15,4-5-1 0,0 2 0 16,2-5 0-16,1-11 1 0,0-11 0 15,4-10 0-15,9-2 2 0,3-5-2 0,3 0 2 16,2 1-1-16,-2 3 1 0,0 3 0 16,-3 5 2-16,-2 6 0 0,-5 8 0 0,-4 6-1 15,-3 6 1-15,-2 3-1 0,0-1-2 16,0 1 0-16,2 0-2 0,1 0-2 16,1 13 1-16,0 11 0 0,-1 8 0 15,-1 5 3-15,1 2-3 0,0-1 1 0,2 0-2 16,1-3 0-16,4-3-1 0,2-5-1 15,3-4-3-15,2-5-4 0,3-6-6 0,0-4-7 16,6-5-10-16,-1-3-16 0,1-6-42 31,-2-6-85-31,-3-8-132 0</inkml:trace>
  <inkml:trace contextRef="#ctx0" brushRef="#br0" timeOffset="-128814.34">22216 9428 512 0,'0'0'67'0,"0"0"-14"16,0 0-12-16,0 0-10 0,0 0-4 16,0 0-4-16,0 0-2 0,0 0-2 0,0 0-3 15,0 0-5-15,-67-70-4 0,58 70-1 16,-2 0 2-16,-2 9 1 0,-3 7 5 16,-3 11-2-16,0 6 2 0,0 8-4 0,1 9 1 15,2 9-3-15,0 6 2 0,6 5-4 16,2 8 0-16,3 6 1 0,3 12-4 15,2 12 3 1,3 10-2-16,7 12 1 0,0 4-2 0,6 5-1 0,-1-1-1 0,3-3-4 31,-1-6 4-31,-2-8 0 0,-1-7 0 16,-7-9 1-16,-4-8-1 0,-3-9-5 0,0-9 5 16,-9-11-2-16,-3-10 0 0,-3-8 2 15,-5-11-2-15,-1-8 5 0,-2-10-3 16,0-11 4-16,-1-6-4 0,3-4-6 0,-1-12 2 15,5-5-6-15,0-1 2 0,6 3-2 16,5 5-3-16,3 8-5 0,-2-1-9 16,2-1-17-16,0 1-31 0,0 0-75 0,3 3-163 15,0 2 9-15</inkml:trace>
  <inkml:trace contextRef="#ctx0" brushRef="#br0" timeOffset="-128147.35">22911 9969 689 0,'0'0'60'0,"0"0"-12"0,0 0-10 0,0 0-11 15,0 0-9-15,0 0-7 0,0 0-5 16,0 0-1-16,0 0 1 0,-39 8 2 16,39 25-2-16,6 7-2 0,9 7-3 0,5 3 0 15,3 3-3-15,6-3 3 0,1-3-3 16,3-6 1-16,3-7-1 0,4-12-2 16,3-9 3-16,6-12 1 0,5-5 1 0,6-19 1 15,4-11 0-15,1-8 0 0,0-7-2 16,-3-2 2-16,-7-1 0 0,-7 3-1 15,-14 7 2-15,-6 7-2 0,-10 8 1 0,-8 9-2 16,-5 8 1-16,-2 7-3 0,-3 3 1 31,0-1-2-31,0 1-2 0,0 0-1 16,-6 1-9-16,-8 9-10 0,-1 3-21 0,0 2-41 16,0 0-133-16,-1 4-91 0</inkml:trace>
  <inkml:trace contextRef="#ctx0" brushRef="#br0" timeOffset="-127830.68">23263 9883 808 0,'0'0'32'0,"0"0"0"15,0 0-5-15,0 0-6 0,0 0-7 16,0 0-6-16,0 0-5 0,0 0-1 15,0 0 1 1,0 0 1-16,-9-3 5 0,15 40-4 0,2 8 1 0,-3 8-4 0,0 6-2 16,-2 8 1-1,0 6-2-15,0 5 1 16,-1-3-1-16,1 0 1 0,-2-3 3 0,1-5-3 16,-1-2 3-16,0-6-3 0,3-5-2 15,-1-7 2-15,0-8-2 0,0-7-1 16,0-12 1-16,0-8-2 0,0-4-3 0,0-4-3 15,-2-1-7-15,2 2-7 0,-1-5-23 16,3-10-46-16,0-5-164 0,-1 0-73 16</inkml:trace>
  <inkml:trace contextRef="#ctx0" brushRef="#br0" timeOffset="-126964.33">24460 9561 697 0,'0'0'58'0,"0"0"-7"0,0 0-15 31,0 0-9-31,0 0-9 0,0 0-5 16,0 0-3-16,0 0-4 0,0 0-3 0,0 0-2 16,0-50 0-16,-3 50-1 0,-6 12 0 15,-3 11 1-15,-3 9-2 0,-1 4 4 16,3 4-5-16,1 0 4 0,1 2-1 0,1-3-1 15,2-1 4-15,1-1-4 0,5-5 1 16,0-10-2-16,1-2 1 0,1-7-1 16,0-6 0-16,0-1 1 0,0-6-1 0,0 0 3 15,0 0 1-15,0 0 0 0,0 1-1 16,0-1 0-16,0-12-2 0,0-6 2 16,1-10-7-16,1 0 5 15,0-4-2-15,2 2 0 0,-1 1 3 0,2 9-2 0,-1 3 1 16,1 8-1-16,-3 5 2 0,6 1-2 15,2 3 0-15,3 8 2 0,7 8-3 0,-2 5 3 16,2 3 0-16,0 4 1 0,0-1 4 31,2 0-5-31,-2-1 4 0,0-2-3 16,-1-4-2-16,-2-3 0 0,-5-7 1 0,-5-4-1 16,-4-2 0-16,-3-4 1 0,0 0-1 15,0 0 2-15,2 1 1 0,-2-1-1 16,0 0 0-16,-6-3-2 0,-9-7-2 0,-8-9 0 15,-3-2-4-15,-6-5 5 0,-4 0-6 16,-3-1 4-16,-4 1-1 0,2 4 0 16,1 5 1-16,2 3 2 0,6 6 1 0,10 5 0 15,2 2 0-15,10 1 0 0,5 0 0 16,0 0 0-16,5 0 5 0,9 3-2 16,8 3 2-16,15 0 0 0,10-2-4 0,6 0 3 15,5-4-1-15,3 0-1 0,0 0 0 16,-1 0-4-16,-5 0-3 0,-6-4-5 15,-3 3-15-15,-6 1-23 16,-5-1-56-16,-2 1-161 0,-9-3-55 0</inkml:trace>
  <inkml:trace contextRef="#ctx0" brushRef="#br0" timeOffset="-126230.81">25865 10507 583 0,'0'0'64'0,"0"0"-5"15,2-85-3-15,-5 59-10 0,-6 4-12 16,-4 0-10-16,0 5-7 0,-5 2-3 16,-5 3-3-16,-6 3-4 0,-8 6 0 0,-5 3-3 15,-7 6-1-15,-3 12 0 0,-3 8-2 16,0 6 1-16,2 6-2 0,3 4 0 15,6 5 3-15,8 3-4 16,7-1 2-16,11-2-1 0,8-5-4 0,10-3 3 0,8-9-1 16,15-9 1-16,7-7 1 0,8-11-1 15,5-3 1 1,3-9 0-16,3-10 2 0,2-5-2 16,-5-5 2-16,-4-3-2 0,-1-1 1 15,-8-3 1-15,-6-2-6 0,-5-2 6 16,-5 1-4-16,-2 1 3 0,-4 6 3 0,-5 11-3 15,-1 8 1-15,-4 9-2 0,-1 4 0 16,5 0 0-16,3 11-1 0,5 9 3 16,6 10 0-16,-3 6 1 0,3 3 3 0,-3 3-3 15,2-2 1-15,2-1-4 0,1-3 0 16,2-3 0-16,1-4 1 0,-2-6 0 16,3-5-1-16,-1-6 0 15,1-6-4-15,1-6-2 0,1 0-9 0,0-4-12 0,-3-12-30 16,-1-3-60-16,-3-9-193 0,1-5-14 15</inkml:trace>
  <inkml:trace contextRef="#ctx0" brushRef="#br0" timeOffset="-125879.92">26823 10091 731 0,'0'0'54'15,"0"0"-6"-15,0 0-9 0,0 0-8 16,0 0-10-16,0 0-9 0,0 0-4 16,0 0-3-16,0 0 0 15,61-54 0-15,-31 76 0 0,0 5-1 0,1 8-2 0,0 3-1 16,1 3-1-16,-1 0 0 0,0 0 0 16,1-6-2-16,0-3 1 0,1-7-1 0,2-6 1 15,0-5-1-15,4-9 2 0,1-5 0 16,1-4-1-16,3-12 2 0,0-9-1 15,2-5 1-15,-4-8-1 16,-3-3 1-16,-4-2-1 0,-5 4 2 0,-4 4-2 0,-5 6 2 16,-10 11-1-1,-2 7 0-15,-6 9 1 16,-3 2-2-16,0-2 1 0,0 2-3 0,1 0 1 16,-1-2-2-16,0 2 0 0,0 0-4 15,0 6-6-15,-7 10-13 0,-5 3-20 16,-1 2-48-16,-2 1-128 0,-7-5-98 0</inkml:trace>
  <inkml:trace contextRef="#ctx0" brushRef="#br0" timeOffset="-125596.56">27284 9620 830 0,'0'0'45'0,"0"0"-14"0,0 0-8 16,0 0-8-16,0 0-8 0,0 0-1 15,0 0 0-15,0 0 2 0,0 0 0 0,2 41 1 16,8-3-3-16,0 8 0 0,-2 7 4 31,-2 5-5-31,-1 7 3 0,-1 5-8 16,-2 6 0-16,2 6 0 0,-3 2 0 0,2 5 0 16,0-3 0-16,1-1 0 0,1-3 0 15,-2-3 0-15,1-5-5 0,-3-7 0 16,2-8-4-16,1-9-4 15,-2-7-4-15,1-16-12 0,0-7-20 0,-2-8-39 16,1-7-135-16,-1-1-104 0</inkml:trace>
  <inkml:trace contextRef="#ctx0" brushRef="#br0" timeOffset="-124997.58">28803 10390 610 0,'0'0'69'0,"0"0"-12"15,50-114-9-15,-37 76-5 0,-3 5-10 16,-3 2-5-16,-4 12-4 0,-3-1-7 0,0 3-2 15,-8 3-2-15,-10-1-6 0,-3 7 0 0,-8 3-4 16,-6 5-1-16,-5 5-1 16,-6 11-1-16,0 11 0 0,1 8-1 0,1 7 0 15,5 4-1-15,4 4 1 0,6-1-2 16,6-2 3-16,8-3-2 0,7-6 1 16,8-3 3-16,0-6-4 0,14-7 3 0,4-5-1 15,6-9 0-15,4-7 0 0,2-1 1 0,2-13-1 16,1-8-3-16,0-7 4 15,-1-5-4-15,-3-8 2 0,-3-8 3 0,-3-7-3 16,-2-8 3-16,-3-7-2 0,0-7 3 31,-4-2-2-31,-2-5-4 0,-2 2 2 16,-3 4-2-16,-4 4 2 0,-3 13 3 0,0 12 0 16,0 16 1-16,0 11 1 0,-3 11 1 15,2 6 1-15,1 2-1 0,0 4-2 16,0-2-2-16,-3 2 0 0,-5 16-2 0,-1 9 1 15,-2 16-1-15,2 8 1 0,4 8-1 16,1 7 2-16,4 6 4 0,0 5-3 16,5 4 1-16,4 4-4 0,4 3-2 0,4-1 3 15,1-3-3-15,5-4 3 0,0-12 0 0,3-7-4 16,0-11-2-16,-3-12-5 16,2-8-1-16,-5-8-2 0,-1-8-4 0,-6-6-11 15,0-6-21-15,1-2-41 0,-2-12-135 16,2-5-89-16</inkml:trace>
  <inkml:trace contextRef="#ctx0" brushRef="#br0" timeOffset="-124431.03">29197 10293 774 0,'0'0'51'16,"0"0"-5"-16,0 0-8 0,86-87-8 0,-59 71-10 15,2 4-6-15,0 5-5 0,-3 7-3 16,0 2-3-16,-1 11-2 0,-2 6 0 16,-4 5-2-16,-2 5 0 0,-5 3 0 0,-3 4 1 31,-4 3-2-31,-4 3 2 0,-1-2-2 0,-7 2 1 0,-7-3 2 0,-4-1-5 15,-3-4 3-15,-2-3-3 0,-2-5 1 16,2-5 1-16,1-4 1 0,6-8 1 0,6-3 0 16,7-3 1-16,0-3 1 0,2-8 0 31,1-8 1-31,0-10-3 0,13-7 2 0,8-7 0 16,5-5-4-16,6-4 4 0,2 0-5 0,-1 2 4 15,-1 5 1-15,-3 7-2 16,-3 8 3-16,-10 9 1 0,-5 7-2 0,-7 8 0 15,-4 3 0-15,3 0-1 0,3 4 0 16,0 11 2-16,1 9-1 0,-7 7 1 16,0 5-1-16,-6 4 0 0,-1 3 2 0,-3 1-3 15,1 1 2-15,1 2-2 0,2-1-3 0,4-2 2 16,2-3-1-16,2-5 0 16,8-4-1-16,6-6 1 0,5-7-2 0,6-5 2 15,6-8-2-15,3-6-1 0,4-1 0 16,3-10-2-16,1-2 5 0,-3-4-3 15,-3 2 2-15,-5-2 1 0,-4 1-2 0,-5 0-1 32,-4 2-3-32,-8 4-4 0,-5 4-6 15,-1-2-11-15,-6-1-25 0,-2-3-59 16,-9-5-199-16,1 5-16 0</inkml:trace>
  <inkml:trace contextRef="#ctx0" brushRef="#br0" timeOffset="-116147.7">19620 12741 412 0,'0'0'58'0,"0"0"-9"0,0 0-12 15,0 0-10-15,0 0-7 0,0 0-1 16,0 0 0-16,0 0 0 0,0 0 0 16,-39-12-3-16,39 12-2 0,-2 0-3 0,1 0-2 15,-1 0 0-15,2 0 2 16,2 0 3-16,14 0 0 0,14 0 1 0,15 0-3 0,6 0-2 16,5-1-2-16,5-1 0 0,0 2-2 15,-2 0-2-15,-4 0-1 0,-9 0-2 16,-6 2 0-16,-13 0 0 0,-7 3-2 15,-7-3 1-15,-9-1-1 0,0 1 1 0,-4-2 1 16,0 0 2-16,0 0-1 16,0 1-1-1,0-1 1-15,0 2-2 0,0-2-2 0,0 1 0 16,0-1-7-16,-3 5-8 0,-5 4-19 16,-1 3-22-16,-2 3-48 0,-1 0-92 15,-1 0-86-15</inkml:trace>
  <inkml:trace contextRef="#ctx0" brushRef="#br0" timeOffset="-115758.81">19584 13151 547 0,'0'0'59'0,"0"0"-5"0,0 0-2 0,0 0-12 0,0 0-9 15,0 0-9-15,0 0-7 0,0 0-3 16,0 0-4-16,0 0-1 0,-17 0-3 16,15 0-2-1,1 0 0-15,-1 0 1 16,2 0 0-16,0 0 1 0,0 0 2 0,7 6-1 16,12 2 2-16,9-1-2 0,6-4-1 15,10-3-1-15,8 0 0 0,6-3 1 0,5-6 1 16,4-1 1-16,-1-1 0 0,-1 1-1 15,-8-1-1-15,-5 5 0 0,-9-1 0 16,-14 6-1-16,-4-1-1 0,-11 1-1 16,-8 1 0-16,0 0-1 0,-6 0 1 0,0 0 0 15,0 0 2-15,1 0-2 16,1 0 0-16,-1 0 0 0,-1 0-2 0,0 0 0 0,2 0-2 16,-2 0-7-1,0-1-10-15,0 1-25 0,0 0-61 16,0-2-201-16,0-4-27 0</inkml:trace>
  <inkml:trace contextRef="#ctx0" brushRef="#br0" timeOffset="-111580.67">21474 12981 589 0,'0'0'67'0,"0"0"-13"16,0 0-12-16,16-84-10 0,-16 66-5 31,0 0-7-31,0-4-3 0,-6 3-2 16,-6 1-3-16,1 1 0 0,-6 1-4 0,-1-1-1 16,-4 3-2-16,-1 1 0 0,-3 3-1 15,0 6 0-15,-3 4 0 0,-3 1-2 0,-2 16 0 16,-1 7-3-16,0 10 2 0,1 8-3 15,3 8 1-15,5 4 0 0,6 2 1 16,7 0-4-16,7-1 4 0,6-4 4 16,5-4-3-16,12-4 3 0,3-8-5 0,6-5 0 15,3-7-1-15,0-8 2 0,0-6 0 16,0-6 1-16,-2-3 0 0,2-10 0 0,1-9-1 16,-1-5 1-16,-1-5-2 0,-3-6-3 15,-1-4 1-15,-4-2-2 0,-4-5 3 16,-3 2 2-16,-4 0-1 0,-2 5 2 15,0 2-1-15,-4 7 2 0,0 10-2 0,-1 8 2 16,-1 7 0-16,-1 5-1 0,0-1 3 31,3 1-1-31,3 6 0 0,1 9 1 0,6 8-1 16,-1 4-2-16,3 4 0 0,0 0 0 16,2 1-1-16,1 0 0 0,2-3-1 15,1-2 0-15,0-2 2 0,1-4-2 16,-1-3 3-16,0-6 3 0,0-3-6 0,2-6-1 15,2-3-4-15,-2-1-13 0,3-10-7 16,0-2-24-16,2-2-53 0,-1-4-197 0,2 1-28 16</inkml:trace>
  <inkml:trace contextRef="#ctx0" brushRef="#br0" timeOffset="-81614.1">24151 12909 373 0,'0'0'67'0,"0"0"-1"16,0 0-1-16,0 0-13 0,0 0-15 16,0 0-10-16,0 0-10 0,0 0-5 15,0 0-4-15,-14-20 0 0,17 17 4 0,20-1 1 16,15 0 1-16,21-2-4 0,15 0-4 15,14-1-1-15,9 2-5 0,12-3 0 0,7 1-5 16,8-4 1-16,9 2-3 0,3-3-8 31,2-1-13-31,0 3-15 0,-6-1-12 16,-9 3-5-16,-12 2 5 0,-13 4 14 16,-14-2 17-16,-16 1 12 0,-12 0 11 0,-12-1 2 15,-8-1 2-15,-10 0-1 0,-1 0-1 16,-2 0-4-16,-3-1-44 0,3 1-78 0,2-1-92 15</inkml:trace>
  <inkml:trace contextRef="#ctx0" brushRef="#br0" timeOffset="-81429.86">27463 12659 814 0,'0'0'24'16,"0"0"3"-16,0 0-1 0,0 0-10 15,0 0-12-15,0 0-4 0,0 0-3 16,0 0-2-16,0 0-3 0,0 0-11 0,74-24-20 31,-43 24-47-31,2 8-102 0,3-4-126 16</inkml:trace>
  <inkml:trace contextRef="#ctx0" brushRef="#br0" timeOffset="-81264.14">28526 12655 796 0,'0'0'29'16,"0"0"-4"-16,0 0-9 0,0 0-12 0,0 0-6 15,0 0-2-15,0 0-5 0,0 0-11 16,0 0-18-16,0 0-29 0,16-7-72 16,-13 7-154-16,-2 5-1 0</inkml:trace>
  <inkml:trace contextRef="#ctx0" brushRef="#br0" timeOffset="-80614.22">28798 12369 541 0,'0'0'28'0,"0"0"10"16,0 0 0-16,0 0-3 0,0 0-11 0,0 0-4 15,0 0-1-15,0 0 1 0,0 0 0 16,51-74-2-16,-51 72-4 0,0 2-3 16,0 0 1-16,1-1-1 0,-1 1-2 15,0-2-2-15,0 2-2 0,0-1 0 0,2 1 0 16,-2-2-1-16,0 2 0 0,0 0-1 16,0-1-3-16,0 1 1 0,0 0-2 15,1 0 2-15,-1 0 0 16,2 0-1-16,0 0 0 0,1 1-1 0,2 7 1 15,1-2 0-15,-4-3 0 16,1 1 0-16,-3-4 0 0,0 0 0 0,0 0 0 16,2 2 1-16,-2 0 1 15,1-2 1-15,-1 1 0 0,1-1 0 0,1 0-3 16,1-12 1-16,3-3-1 16,1-6 0-16,1 1 1 0,4 0-1 0,1 2 0 15,5 1 0-15,2 5-1 0,3 5 0 16,3 5 1-16,1 2-2 0,2 12 2 15,-1 6-1-15,-2 5-1 0,-2 6 0 0,-5 3 2 16,-3 4-2-16,-7 2 2 0,-6 2-2 16,-3 0 2-16,-12 3 3 0,-12 1-4 0,-13 0 4 15,-12 2-3-15,-8 1-1 0,-6-3 1 16,-2-3-1-16,4-8 1 0,8-5 0 16,11-9 3-16,13-8-1 0,8-8 1 15,9-3 0-15,7-3-2 16,2-14 0-16,5-6-1 0,11-7 1 0,10-2 0 0,6 0 0 15,3 5-4-15,1 6 4 0,-1 7-2 16,0 8 1-16,-3 6 2 0,0 5-2 0,0 8 0 31,-1 5 0-31,1 5 1 0,-1 3-1 16,-1 3 3-16,-3 1-4 0,0-1 2 16,1 0-2-16,-4-2-3 0,-2-4 3 0,-2-3-1 15,-2-6-1-15,-4-4-3 0,-3-5-10 16,-5-2-17-16,0-3-38 0,1-11-80 0,-3-10-156 15,-1-10-4-15</inkml:trace>
  <inkml:trace contextRef="#ctx0" brushRef="#br0" timeOffset="-80363.07">28387 12073 631 0,'0'0'51'0,"0"0"-4"15,-105-1-6-15,75 13-9 0,5 8-9 16,2 5-6-16,4 12-3 16,6 7-3-16,2 7-1 15,3 9-3-15,5 2 0 0,3 5 0 16,0 2-5-16,9 3 1 0,4 4-4 0,3 3-3 16,7 1 3-16,4-1-8 0,7-6-9 15,6-6-23-15,6-8-23 0,5-10-41 16,9-8-89-16,3-14-97 0</inkml:trace>
  <inkml:trace contextRef="#ctx0" brushRef="#br0" timeOffset="-80030.78">29619 12143 807 0,'0'0'38'0,"0"0"-4"0,0 0-2 0,0 0-7 15,0 0-10-15,87-61-3 0,-60 61-3 16,4 7 1-16,7 8-2 0,2 9-2 0,2 8 1 31,3 9-4-31,-3 11 0 0,-3 5-2 16,-3 8 0-16,-11 7 1 0,-5 5-3 16,-10 7 2-16,-8 6-4 0,-2 5-3 0,-18 1 1 15,-9-4-4-15,-12-7 5 0,-9-8 1 16,-8-11 0-16,-4-10 5 0,2-9-3 0,0-9 1 15,8-11 2-15,9-7-1 0,15-8 2 16,11-6 0-16,9-3-2 0,6-3 0 16,-2 0 2-16,2 0-4 0,0 0-1 15,0 0-4-15,0 0-8 16,0 0-8-16,6 2-17 0,-1-1-39 0,1 1-105 0,-6-2-141 16,0 0-2-16</inkml:trace>
  <inkml:trace contextRef="#ctx0" brushRef="#br0" timeOffset="-74980.68">2209 13682 580 0,'0'0'62'0,"0"0"-10"0,0 0-5 16,0 0-12-16,0 0-11 0,0 0-10 0,0 0-6 16,0 0-2-16,0 0 0 0,-43-28 3 15,43 51 1-15,-3 13-1 0,3 6-1 16,0 5 2-16,0 8-5 0,0 4 2 15,3 8-4-15,0 2-5 0,2 8 2 0,3-3-2 16,2-2 2-16,7-7-2 0,4-10 4 16,3-7 3-16,2-10-3 0,0-10 4 0,6-6-3 15,0-10 2-15,4-9 1 0,3-3-6 16,3-14 3-16,0-4-6 0,0-3 0 16,1-2-1-16,-5 0-3 0,-5 5-6 15,-7 1-11-15,-6 7-17 0,-11 5-25 0,-5 2-34 16,-4 3-56-16,0-1-121 0</inkml:trace>
  <inkml:trace contextRef="#ctx0" brushRef="#br0" timeOffset="-73796.47">2931 14422 542 0,'0'0'45'16,"0"0"4"-16,0 0-3 0,0 0-15 0,0 0-16 15,0 0-10-15,0 0-5 0,0 0 0 16,0 0-1-16,0 0 1 0,-3-7 1 15,3 7 1-15,0-1 1 0,0-2 1 16,9-5-1-16,5-4-1 16,2-4-1-16,6-7 1 15,-5-4-2-15,-1-5 2 0,-3-5-2 16,-6-1 2-16,-4 2-1 0,-3 1 0 0,0 4 2 16,0 7 0-16,-6 9 1 0,-5 6 3 15,-4 6-1-15,-6 3 0 0,-10 12 1 16,-2 9-5-16,1 8 1 0,2 8-2 15,2 5 0-15,4 3-2 0,8 2 2 0,3 0-2 16,7-1 2-16,6-5-2 0,0-4 2 16,14-5 3-16,7-4-3 0,6-5 3 0,8-8-4 15,10-6 1-15,1-7 1 0,9-5-1 16,3-14 1-16,-2-10-4 0,-1-10 1 16,-3-7-3-16,-4-9 2 0,-9-9 3 15,-4-8-1-15,-9-4 3 0,-8-5-2 16,-9-1-4-16,0-1 3 0,-9 3-2 0,3 9 2 15,-3 9 7-15,0 15 4 0,0 16 3 0,0 14 3 16,0 10-3-16,0 5-4 0,-3 0-3 31,-3 4-1-31,0 9-2 0,-4 10 0 16,3 6-2-16,3 7 1 0,2 5 3 16,2 8-4-16,0 4 3 0,3 4-3 0,3 7-2 15,2 3 1-15,0 5-2 0,-1-1 1 16,4-3-2-16,-2-4 3 0,0-6-3 0,1-8 2 15,0-8 3-15,0-9-5 0,-4-5 5 16,1-10-4-16,-4-7 0 0,0-7-1 16,-3-4-3-16,0 0-8 0,0 0-17 15,7 0-30-15,2-3-72 0,4-9-168 16,-3-9-8-16</inkml:trace>
  <inkml:trace contextRef="#ctx0" brushRef="#br0" timeOffset="-73629.98">3427 14132 687 0,'0'0'56'0,"0"0"-7"16,0 0-13-16,0 0-11 0,0 0-9 0,0 0-3 16,0 0-4-16,108-26-5 0,-50 15-4 15,6-1-4-15,-1 0-18 0,-2 0-54 16,-3-2-219-16,-10 2-30 0</inkml:trace>
  <inkml:trace contextRef="#ctx0" brushRef="#br0" timeOffset="-73330.91">3992 13429 818 0,'0'0'49'0,"0"0"-18"15,0 0-10-15,0 0-9 0,0 0-6 16,0 0-4-16,0 0 1 0,0 0-4 0,0 0 2 15,0 0-3-15,87 106-2 0,-77-61-13 16,-4 7-24-16,-3 2-68 0,-2 1-200 16,-1-3-19-16</inkml:trace>
  <inkml:trace contextRef="#ctx0" brushRef="#br0" timeOffset="-72997.71">4637 13898 858 0,'0'0'31'15,"0"0"-1"-15,0 0-8 0,0 0-9 16,0 0-8-16,0 0-3 0,0 0-2 0,0 0-1 16,0 0-1-16,19-40 1 0,-19 58 4 15,0 8-3-15,0 11 3 0,0-1-3 16,6 4-1-16,4-1 0 0,3 2-2 15,7 2 2-15,3-1-2 0,2 2 2 0,4-3-1 16,0 0 2-16,-3-3-3 0,-3-3-1 16,-7-2-2-16,-3-2 2 0,-10-4 0 0,-3-1 1 15,-16-3 6-15,-10-5-4 0,-6-1 6 16,-7-7-3-16,0-2-1 0,-2-7 0 16,1-1-5-16,4-3-12 0,-2-8-29 15,5 0-69-15,-2-3-196 16,12 3-20-16</inkml:trace>
  <inkml:trace contextRef="#ctx0" brushRef="#br0" timeOffset="-71379.71">6576 14485 685 0,'0'0'28'0,"0"0"8"0,0 0 7 15,0 0-8-15,0 0-11 0,0 0-7 0,0 0-4 16,0 0-2-16,0 0-4 0,0 0-3 16,19-53-3-16,-19 33-2 0,2-7 1 0,2-6-1 15,6-7 0-15,2-10 0 0,3-8 1 16,0-8-3-16,5-8 3 0,-2-12-3 16,-1-5-3-16,-7-7 4 0,-4 0-3 15,-6 11 3-15,-3 10 3 16,-9 21-1-16,-3 18-1 0,-3 17 1 0,-5 17-1 0,0 7 1 15,-3 18 1-15,1 11 0 0,1 12-1 0,2 7 1 16,6 9-2-16,3 3 2 0,4 6 2 31,5-1-2-31,4 3 2 0,1 4-2 16,11-1-2-16,8 1 0 0,8-4-2 0,5-6 2 16,9-9-2-16,4-12 2 0,8-10-1 15,4-15 1-15,4-11-1 0,0-8-1 16,6-11-1-16,-6-13 0 0,-5-11 2 0,-8-6 0 15,-9-8 3-15,-8-4-1 0,-9 2 3 16,-6 1-2-16,-8 5 4 0,-3 15-2 16,-2 12 3-16,-2 11-1 0,-2 7-2 15,0-2-2-15,0 2-3 0,-3 0 1 0,-12 7 1 16,-6 13 0-16,-7 9-3 0,-2 6 1 16,1 6-3-16,-1 3 1 0,1 1-5 0,5 1-1 15,4-3-7-15,3-7-2 0,11-5 0 16,6-8 2-16,0-7 5 0,14-7 5 15,4-7 6-15,8-2 1 0,3-13 0 16,3-8 2-16,-2-6 1 16,2-7-1-16,-2-5 3 15,-2-4-2-15,-2 1 2 0,-4 4 0 16,-2 9 0-16,-6 9-1 0,-7 10 1 0,2 7-2 16,3 3 1-16,2 6 2 0,5 7-1 15,-3 6 2-15,-3 2-2 0,1 5 2 16,-2 1-1-16,1 1-1 0,-3-3-1 0,0 0-2 15,0-4 0-15,2-5 2 0,-5-3-3 16,3-4 2-16,-4-4 0 0,4-5 0 16,9 0 0-16,4-7 0 0,7-11-1 0,5-8-1 15,0-7 1-15,-1-10-3 0,-3-5 3 16,-2-5-4-16,-6-4 4 0,-6-5-2 16,-4-5-5-16,-7-4 4 0,-3-3-2 15,-3-1 1-15,0 7 4 16,-3 12 0-16,0 18 4 0,0 12-1 0,-1 13 2 0,3 8-2 15,1 0-2-15,-3 5 1 0,0 14 0 0,-3 10 1 16,0 11-2-16,0 7-1 0,3 6-2 31,-1 3 2-31,3 4-3 0,1 4 2 16,0 3 4-16,0 4-5 0,0 0 3 16,0 4-3-16,1-1-2 0,1-4 1 0,0-6 1 15,0-11-2-15,1-9 0 0,-2-15 1 16,-1-12 2-16,3-6 1 0,1-6 2 0,5-14-1 15,7-10-1-15,0-14-1 0,6-9 0 16,-2-6 0-16,-1-2 1 0,5 1-2 16,4 4 3-16,-1 4-3 0,6 8 2 0,1 8 0 15,-4 7-1-15,2 8 0 0,-3 4-4 16,-8 6 5-16,-2 4-1 0,0 1 0 16,-4 1 5-16,-1 4-7 0,-5 6 2 0,-6 4-1 15,-3 5-1-15,-8 6 1 0,-9 3-4 16,-8 1 3-16,-4 2-1 0,-8-1 1 15,2 1 0-15,-4-1 0 0,-3-4-3 16,2-4 2-16,1-5 0 16,4-4 1-16,9-5 2 15,13-5-1-15,6-2 1 0,7-2-3 16,0 0 0-16,0 0 1 0,0 8 3 0,10 4-2 16,7 3 2-16,11 6 0 0,4-2-3 15,2-1 3-15,5 0-2 0,-1-3 1 16,1-1-1-16,0-4 0 0,3-1-1 15,0-3 1-15,2-3-1 0,0-3 0 0,5 0 3 16,-4-11-4-16,1-9 0 0,-1-8-1 16,1-8-2-16,-2-10-1 0,-2-5 2 0,-5-7-2 15,-1 0 4-15,-7 5-1 0,-5 4 3 16,-4 10 1-16,-5 10 2 0,-7 9 0 16,-4 10 3-16,-1 7 0 0,-3 3-2 0,0-2 1 15,0 2-1 1,-6 2 0-16,-8 10 0 0,-1 5-2 0,-2 7-1 0,1 5 0 15,0 6-3-15,5 4 2 0,3 7 0 0,4 4 0 16,4 3-1-16,4-2 1 0,14-1-4 31,6-5 4-31,11-9-2 0,11-7 0 16,5-8-3-16,14-10-6 0,7-7-10 16,1-4-8-16,0-10-9 0,-6-10-5 0,-8-4-6 15,-11-5-12-15,-9-7-29 0,-13-3-70 16,-10-1-102-16</inkml:trace>
  <inkml:trace contextRef="#ctx0" brushRef="#br0" timeOffset="-71146.6">6173 13789 575 0,'0'0'45'0,"0"0"2"0,95 2-8 16,-38-2-11-16,12-4-15 0,15-7-7 0,14-2-7 16,11-6-7-16,11-2-54 0,10-6-206 15,16-3-26-15</inkml:trace>
  <inkml:trace contextRef="#ctx0" brushRef="#br0" timeOffset="-69746.61">11720 13821 689 0,'0'0'34'0,"0"0"-2"0,0 0-4 16,0 0-1-16,-6-90-8 0,-7 80-6 0,-7 6-5 15,-7 4-4-15,-5 14 0 16,-6 12-4-16,-4 8 0 0,0 12 5 0,3 6-4 16,3 7 3-16,7 3-3 0,9 4-3 0,11-1 1 15,9-3-1-15,9-4 0 0,14-8 0 16,10-9 2-16,9-11 0 0,10-10 2 15,6-10-2-15,7-8 0 0,2-4-1 0,2-13 0 16,-4-7 1-16,-4-8-1 16,-9-4 1-1,-7-6 0-15,-9-4 1 0,-10-3-1 16,-6 1 1-16,-8 4-1 0,-3 2 2 0,-5 9-2 16,-1 8 2-16,-3 11-3 0,2 8 0 15,-2 4-1-15,-9 0-1 0,-9 12 1 16,-8 7 2-16,-1 8 0 0,-5 9-2 15,1 0 2-15,1 3-1 0,4 3 1 0,7-5-1 16,8 0 1-16,6-6-1 0,5-4 1 16,12-7 1-16,11-6 1 0,10-8 0 0,9-4 0 15,6-2-2-15,2-12 0 0,3-5 1 16,-4-6 0-16,-4-2 1 0,-8-6-1 16,-5-2 1-16,-10-2-2 0,-8-3 1 15,-8 0-2-15,-3 2 2 0,-3 2 0 16,-3 5 0-16,-3 8 0 0,0 4 1 0,3 8 0 15,-1 5 0-15,3-1 0 0,1 5-2 0,0-2 2 16,0 2 2-16,16 2 2 0,8 6 3 31,11 4 0-31,4 0 1 0,10 0 1 16,0 2-3-16,6 1-2 0,-1 3-4 0,-2 3-2 16,-6 5-1-16,-4 5 1 0,-3 2-2 15,-7 5 1-15,-6 2-5 0,-9 0 0 16,-8 1-4-16,-9-4 0 0,0-5-1 0,-13-5 1 15,-4-7 2-15,-2-7 3 0,4-5 4 16,1-7 3-16,-2-1 1 0,6-12 1 16,-2-9-1-16,9-6-2 0,3-8 1 15,12-4-4-15,8-4 3 0,8-1-1 16,9 4 1-16,7 7-1 0,5 7 0 0,3 8 0 16,4 11 1-16,-2 7 1 0,-2 1-4 0,-4 11 4 15,-5 6-4-15,-4 3 2 0,-7 4-1 16,-8 0 1-16,-5 2-2 0,-7 0 2 15,-7-3-1-15,-5-1 1 0,0-3 0 16,-8-2 0-16,-1-8 0 0,-4 0 2 16,7-6-1-1,2-3 0-15,-9-1 1 0,9 0-2 16,-4-12 1-16,2-8-1 0,6-3 1 0,9-8-2 16,7-4 2-16,7-3-2 0,5 0 2 15,5 5-2-15,3 4 2 0,3 9 0 16,2 10 0-16,-4 6 0 0,0 4 1 0,-7 10 0 15,2 7-1-15,-5 3 2 0,-1 5-1 16,-3 1 0-16,-4 0-1 0,0 1 0 16,-2-1 0-16,-2-4 0 0,-1 1-1 0,1-5 2 15,-1-1-2-15,2-4 0 0,0-5 1 16,3-1-1-16,2-4 0 0,4-3 0 16,3 0 0-16,2-5-1 0,4-6 0 15,1-4 0-15,-2-4 0 0,1-8-1 16,-4-4 1-16,0-6-1 0,1-5 0 0,-4-5-3 15,-1-5 3-15,-2-4-2 0,-6-3-3 0,-3-5 4 16,-4 4-3-16,-6 1 3 0,-5 8 5 31,0 7 0-31,-6 7 3 0,-10 7 3 16,-3 3-1-16,-4 2 2 0,0 7 2 0,-3 2 0 16,7 6-1-16,2 4-2 0,5 4-3 15,2 2-2-15,-3 7-1 0,7 11-2 16,-2 12 1-16,5 7 0 0,3 10-1 0,5 8 3 15,6 7 1-15,3 9-2 0,2 7 2 16,-1 8-2-16,-3 10-4 0,-3 4 3 16,-3 5-3-16,-3 1 3 0,1-1 0 0,0-3-2 15,-1-4-2-15,-1-6-3 16,1-6-8-16,0-10 0 0,-2-11-5 0,2-10-1 16,-2-12 3-16,2-12-11 0,0-8-13 0,0-8-41 15,-1-9-94-15,0 0-121 0</inkml:trace>
  <inkml:trace contextRef="#ctx0" brushRef="#br0" timeOffset="-68747.34">14278 14251 814 0,'0'0'46'0,"0"0"-11"16,109-80-9-16,-62 62-8 0,3 4-6 0,0 5-5 15,-1 5-3-15,-4 4-1 0,-7 0-4 16,-8 6 1-16,-4 6-2 0,-9 8-1 16,-8 5 1-16,-9 6-5 0,-1 5-6 0,-21 3-9 15,-7 3-8-15,-9-3-6 0,-9-3 0 16,-7-4 6-16,-2-6 9 0,-5-5 13 16,5-7 8-16,2-7 6 0,9-3 4 15,9-4 5-15,13 0 6 0,13-4 0 16,8-4 3-16,7-5-4 0,15-3-2 0,12-4-3 15,11 2-2-15,8 1-2 0,8 2-2 0,6-2-3 16,3-1 0-16,6-2-1 0,-2-1-2 31,0-3-2-31,-2-4 0 0,-6-4-3 16,-5-1 3-16,-6-3 0 0,-6-4-1 16,-11-2 0-16,-2-4 0 0,-12-4-2 0,-7-5-5 15,-10-2 5-15,-5-1-4 0,-4 3 6 16,-7 7 1-16,-2 5-1 0,-1 8 2 0,0 11-2 15,4 9 1-15,4 7-1 0,-4 8 0 16,0 2-1-16,-2 11 1 0,-5 9 1 16,7 5-1-16,0 6 0 0,4 6-2 0,5 3 3 15,1 3 4-15,0 4-5 16,1 2 5-16,6 3-5 0,5 1-4 0,1-1 4 16,4-1-2-16,2-3 0 0,7-6-1 0,3-6 1 15,3-7-2-15,5-10 2 0,5-9-2 16,3-9 2-16,1-3 0 0,-1-13-2 15,0-9 4-15,-6-6 0 0,-4-6 0 16,-6-3 0-16,-5-2 2 0,-5-4-1 16,-5 3 0-1,-2 0 0-15,-6 5-1 0,1 11 0 16,-4 9 2-16,-2 9-3 0,-1 6 0 0,0-2-2 16,-1 2 1-16,-10 0 0 0,-7 11 1 15,-4 8 1-15,1 7-1 0,2 6 1 16,3 4-1-16,4 4 0 0,5 1-1 15,2 0 1-15,5 0-1 0,0-5-1 16,6-2 0-16,6-7 0 0,4-6-1 0,3-6 2 16,4-7 0-16,4-8 1 0,2 0 1 0,5-12 1 15,-3-6-1-15,3-7 3 0,-4-3-2 16,0-7-1-16,-1-2 3 0,-1-1-4 16,1 1 5-16,-2 3-2 0,-2 5 2 0,4 8 0 15,-5 7 1-15,1 8 2 16,-4 6-3-16,0 2 0 0,1 13-2 0,-4 6-1 15,0 8-1-15,-4 3 1 0,2 6-2 0,-3 1 1 16,-4 2-2-16,-5-1 2 0,-2-4-2 31,-2-3 0-31,-2-4-1 0,-5-6 0 16,1-8 1-16,-1-7-1 0,7-4 2 16,0-4 2-16,-1 0 1 0,1 0-2 0,0-13 3 15,0-10-2-15,9-10 2 0,10-5-1 16,7-5 0-16,6-2-2 0,6-1 3 0,4 2-1 15,0 6 0-15,0 6 3 0,-5 10-1 16,-1 5 2-16,-11 8-1 0,-5 5-2 16,-3 4 0-16,-6 0 0 0,0 10-1 15,-5 4 1-15,-6 4-1 0,0 7 2 16,-2 4-3-16,-4 3 1 0,-2 2-2 0,2 2-1 16,3 0 0-16,3 1 0 0,3-3-3 0,11-4-5 15,7-3-18-15,8-6-38 0,9-4-243 16,8-7-37-16</inkml:trace>
  <inkml:trace contextRef="#ctx0" brushRef="#br0" timeOffset="-67397.76">18561 13880 602 0,'0'0'47'0,"0"0"1"0,0 0-8 0,0 0-4 15,0 0-7-15,0 0-9 0,0 0-7 16,0 0-4-16,0 0-2 0,0 0-3 16,-86-32 5-16,48 67-7 0,1 7 1 15,0 7-2-15,7 2-3 0,4 4 2 16,8 1-2-16,11-1 2 0,7-5-2 0,9-3 2 16,15-8-1-16,13-7 2 0,9-9 0 0,12-6-1 15,6-9-1-15,6-7 1 0,1-1-2 16,-1-11 1-16,-5-6 0 0,-6-5-1 15,-7-7 2-15,-10-6-3 0,-9-4 3 16,-7-5-1-16,-7-2 3 0,-4 0-2 16,-6 4 2-1,-1 5-1-15,-4 13 2 0,-1 10-2 16,-1 9-1-16,-2 5-3 0,0 0 1 0,-3 7-2 16,-9 13 3-16,-8 10 2 0,-6 10-2 15,-5 5 2-15,-2 5-3 0,1 2 2 16,5-2-2-16,4-3 2 0,7-5-2 15,8-3 2-15,8-8-1 0,6-5 0 16,12-8 2-16,11-5-1 0,8-8 0 0,7-5 0 16,3-3 0-16,1-10 0 0,0-6 0 0,-6-4-1 15,-5-5 1-15,-6-4-2 0,-7 0 1 16,-5-1 0-16,-9 2 1 0,-4 9-1 16,-5 2 1-16,-1 2-2 0,-4 6-1 15,-8-3-1-15,-5 4 1 0,-4 6 1 16,-4 4 2-16,-6 1 1 0,-1 0 2 0,1 3 0 15,8 0 0-15,8 0 1 0,10-2 1 0,5-1 1 16,-2 0 0-16,2 0-1 0,6-6-2 31,13-7-2-31,9-4 0 0,13 0 0 16,7-1 1-16,3 1 0 0,2 2 0 0,-1 5 0 16,-6 3-1-16,-1 7 0 0,-7 0-1 15,-4 10 0-15,-5 8-1 0,-1 3 1 16,-5 7-2-16,-6 2 2 0,0 2-1 0,-6 1 0 15,-4 1-1-15,-4-3 3 0,-3-4-3 16,0-2 3-16,-1-8-1 0,-7-4 0 16,2-5 2-16,2-5 0 0,1 2 3 15,-1-5-1-15,0 0 2 0,2-11-5 16,2-9 0-16,6-6-1 0,10-9 2 0,10-2-2 16,6-5 0-16,7 3 0 0,5-1-1 0,4 7 0 15,3 6 1-15,-1 10 0 0,-5 8 0 16,-3 9 0-16,-2 1-1 0,-5 15 0 15,-3 3 1-15,-3 6 1 0,-3 2 0 16,-3 3-1-16,-1 1 0 0,-2-1 1 16,-2-2-2-1,2-4 2-15,0-3-1 0,-1-4 1 16,1-5 0-16,2-3 1 0,1-6-2 0,2-3 1 16,2-3 0-16,3-11-1 0,2-4 2 15,0-8-2-15,-2-6 1 0,-1-6-1 16,-3-3 2-16,-1 2-2 0,-3 1 0 0,-1 5 1 15,-2 7 2-15,-7 8 3 16,-5 8 1-16,-3 7-1 0,-4 3 2 0,0-1-2 16,6 1-1-16,0 6 1 0,0 8-2 0,1 10 1 15,-1 8 1-15,-1 7-1 0,0 7 1 16,2 5-1-16,0 6-3 0,4 3 2 16,0 5 1-16,0 2-3 0,2 3 2 15,-2 3-3-15,0 2-2 0,-1 0 1 16,-3 0-2-16,-4-1 2 0,-3-5-3 0,-1-6 1 15,-14-5 4-15,-8-8-2 0,-9-7 2 0,-8-8-4 16,-6-10-1-16,-6-6 0 0,-6-11-2 31,-1-5-1-31,-1-3-2 0,-1-8-4 16,5-6-7-16,4-6-11 0,8-1-19 16,7-3-44-16,8-6-118 0,9 0-108 15</inkml:trace>
  <inkml:trace contextRef="#ctx0" brushRef="#br0" timeOffset="-67215.52">20500 13699 722 0,'0'0'15'15,"0"0"-1"-15,0 0-4 0,0 0-5 16,0 0-4-16,0 0-4 0,0 0-5 15,0 0-20-15,0 0-47 0,48 77-144 16,-49-54-78-16</inkml:trace>
  <inkml:trace contextRef="#ctx0" brushRef="#br0" timeOffset="-65514.48">20998 14156 795 0,'0'0'44'0,"0"0"-9"0,78-44-10 16,-46 35-8-16,5 3-6 0,1 4-6 0,-2 2-1 15,0 0-3-15,-4 9-1 0,-4 5 0 16,-7 2 0-16,-3 6-1 0,-5 1 0 16,-5 4 0-16,-2 0-1 0,-1 2 1 0,-4-1 0 15,-1-9-2-15,3-1 2 16,-3-5-1-16,0-8 0 0,1 2 4 0,-1-7-2 15,7 0 1-15,8-5 0 0,8-10 0 0,9-8-1 16,1-9 0-16,2-2 1 0,1-5 0 31,3 4-1-31,0 5 0 0,-1 6 0 16,-2 7 0-16,0 6 2 0,-6 7 1 16,-3 4-3-16,-1 1-1 0,-2 13 1 15,-2 3-2-15,-2 6 2 0,0 3 0 0,0 3 1 16,-2 1-1-16,2 0 0 0,2-1-1 0,0 0 1 15,1-3 0-15,3-2 0 0,1-5 0 16,3-2 0-16,4-6-1 0,3-4 1 16,4-5 0-16,2-2-1 0,4-3 0 0,0-11-1 15,1-6 0-15,1-5 0 0,-1-9 0 16,-5-5-1-16,-2-3 2 0,-4-4-1 16,-2 2 3-16,-5 3-2 0,-2 6 2 0,-6 8-1 15,-2 5 2-15,-8 10 1 0,-4 4 1 16,-5 7-1-16,-3 1-2 0,0 0 0 15,0 0-1-15,0 0 0 0,-3 0 1 16,-16 0-2-16,-8 0 0 0,-9 8-2 0,-2 4 0 31,-2 4-1-31,2 3-5 0,2 2-2 16,4 2-7-16,5 1-2 0,6-1-3 0,10-7 4 16,3 0 2-16,5-5 6 0,3-4 4 15,0 1 4-15,11-8 3 0,7 0 2 16,3-13 2-16,9-5 2 0,1-5-1 15,-3-1 1-15,0 0 5 0,-2 2 3 0,-2 4 5 16,-2 3 1-16,-2 4-1 0,-4 4-4 16,-7 4-3-16,0 2-4 0,-3 1-1 0,3 0-1 15,3 7-1-15,-4 8 1 0,0 10-2 16,-5 2 0-16,-3 8-3 0,0 6 2 16,0 7-2-16,-2 8 2 0,-2 4-1 0,0 5 0 15,0 4 3-15,-2 6-4 0,-2 4 2 16,2 5-3-16,0 3-1 0,4 3 2 15,2 1-4-15,2 1 4 0,9-3-2 0,1-4-1 16,2-3 2-16,-2-9-5 0,-4-7 0 31,-2-8 0-31,-6-9-1 0,0-11 4 16,-9-11-2-16,-7-9 2 0,-7-10 1 16,-6-8-1-16,-5-8 1 0,-8-15 1 0,0-10 0 15,-5-8-1-15,0-6 4 0,-2-4-4 16,4-4 4-16,1 0-3 0,6 1 1 0,4 0 0 15,8 2-4-15,12 2 3 0,9 0-1 16,8-1 0-16,20 0 0 0,13-3 0 16,17 4 0-16,14 0-1 0,12 4 1 0,10 3-6 15,11 0-4-15,6-1-6 0,-1-3-8 16,2-3-1-16,-7-4-5 0,-10 1 7 16,-15 1 7-16,-13 0 8 0,-16 5 11 0,-15 6 4 15,-14 6 5-15,-7 12 7 0,-9 3 3 16,-1 7 1-16,-11 2-2 0,-5 0-4 15,-3 5-3-15,-4 3-4 0,0 3-3 16,-5 0-2-16,3 3-3 0,-4 7 0 0,1 3-2 31,-1 5 1-31,-1 7-1 0,1 4 0 16,0 3 0-16,4 1 0 0,1 2-2 0,4 1 1 16,3-3-2-16,6-1 0 0,5-4 3 15,6-4-3-15,0-4 2 0,12-7-1 16,5-5 1-16,6-5 0 0,5-3-4 0,2-6 5 15,5-8-5-15,0-4 5 0,1-5 1 16,0-6-1-16,-1-4 2 16,2-5 0-16,-2 0 0 0,-2 0-2 0,-3 6 3 15,-4 8-1-15,-8 9 0 0,-1 9 1 16,-4 6-1-16,0 4 2 0,2 13 0 16,-3 4 2-16,-1 4 0 0,-1 2 1 15,-1-2-1-15,2 3-1 0,-1-4 0 0,1-1-3 16,2-2 1-16,1-3 1 0,2-1-3 0,0-4 3 15,3-6-2 1,2-1 0-16,3-6 1 0,2 0-2 0,3-5 0 16,2-8 0-16,3-7 0 15,-3-7-2-15,0-10 1 0,-5-10-3 0,-5-8 2 16,-4-8-2-16,-3-7 2 16,-5-3-1-16,-5-4-2 0,-1-2 1 0,-3-3 1 15,0 3 2-15,-2 5 2 0,-6 8 0 16,-4 11 1-16,-4 15-2 0,0 11 4 0,2 12 0 15,1 9 0-15,0 8 2 16,1 4-4-16,0 9-1 0,3 10 0 16,4 6-1-16,5 7 0 0,0 8 3 0,3 5-3 15,4 3 2-15,5 3 2 0,-2 2-4 16,4 0 4-16,-1 4-3 0,3 0-3 0,0 1 4 16,3-1-4-1,3-2 0-15,5-6 0 0,4-6 1 0,2-9-1 16,6-9 3-16,-2-11-2 0,3-10 1 15,-1-8-2-15,1-7 0 0,0-11 3 0,3-7-2 16,-2-9 1-16,0-4 0 16,-2-6 1-16,-3-4-3 0,-3-2 3 15,-6 3-1-15,-6 4 1 0,-4 8 2 16,-6 12-2-16,-7 10-2 0,-1 8 1 0,-3 4 0 16,-13 1 0-16,-6 3 4 0,-8 7-3 15,1 8 0-15,-1 7-1 0,3 2-1 0,2 6 0 16,6 2 3-16,5 5-2 0,5-1 1 15,6 3-1-15,3-5 0 0,14-2 0 16,6-3 1-16,13-6-1 0,8-5 1 16,11-6-2-16,5-5 0 0,5-6-1 0,4-4-3 15,-3-8-4-15,-2-7-4 0,-6-5-7 16,-8-5-4-16,-11-4-9 0,-10-4-21 0,-12-5-43 16,-11-1-91-16,-6-1-106 15</inkml:trace>
  <inkml:trace contextRef="#ctx0" brushRef="#br0" timeOffset="-65346.38">24337 13816 812 0,'0'0'53'0,"0"0"-21"0,0 0-10 15,0 0-9-15,0 0-6 0,134-30-2 16,-64 25-4-16,8-1-5 0,3-3-27 0,3-3-61 15,4-6-219-15,7-5-36 0</inkml:trace>
  <inkml:trace contextRef="#ctx0" brushRef="#br0" timeOffset="-64514.2">26798 13948 764 0,'0'0'49'15,"0"0"-19"-15,0 0-2 0,0 0-8 16,0 0-3-16,0 0-5 0,0 0-2 0,0 0-6 16,0 0-3-16,0 0 5 0,-26-56-6 15,-3 80 4-15,-4 12-5 0,-3 12-1 16,0 6 2-16,1 6-1 0,6 0 2 15,6 1-2-15,8-5 1 0,8-4-2 0,7-10 3 16,9-7-1-16,8-8 1 0,9-10 0 31,6-8 0-31,3-9-1 0,5-1 1 0,-1-14 0 16,-1-8-1-16,-2-6 1 16,-4-6-1-16,-6-8 2 0,-4-7-2 0,-9-6 2 15,-7-4-3-15,-4-6 2 0,-4 0-1 0,-10-3-5 16,-8 4 2-16,-5 3-2 0,-5 7 2 15,-4 13 3-15,-4 13-1 0,-3 12 0 16,0 13 1-16,0 4-3 0,1 10 4 0,9 8-1 16,6 2 1-16,12 3 0 15,10-1-2-15,9 0 2 0,18-2-1 0,14-2 6 16,14-2-5-16,10-3 5 0,6-3-6 0,6-4 0 16,0-4-2-16,-2-2 0 0,-5-3-1 15,-7-9-6-15,-6-7 2 0,-11-3-4 16,-8-9 4-16,-10-7 3 15,-8-10 1-15,-10-8 4 0,-4-5-2 0,-3 0 5 0,-3 5-2 16,-4 9 2-16,-3 9 2 0,3 13 3 31,1 9 0-31,1 5 1 0,2 7-4 0,2 0-2 16,1 4-2-16,-4 0-1 0,-3 12 2 16,1 10-2-16,0 10 2 0,4 11-2 15,2 7 1-15,6 10-3 0,6 10 3 0,2 8-1 16,1 8 2-16,2 7 3 15,-2 10-3-15,-1 6 0 0,-1 8-2 0,-2 3 3 16,0-2-3-16,-1-1 3 0,3-6-3 0,-3-6-3 16,2-11 2-16,-2-9-4 0,-3-14 3 15,-1-11 3-15,-2-13-4 0,-1-11 3 16,0-12-7-16,-3-12-1 0,1-6-4 0,-1-6-6 16,0 0-18-16,0 0-61 0,2 0-190 15,-1-16-53-15</inkml:trace>
  <inkml:trace contextRef="#ctx0" brushRef="#br0" timeOffset="-64330.98">27431 14166 794 0,'0'0'33'0,"0"0"-5"0,108-36-7 16,-56 28-9-16,5 2-7 0,4 2-3 15,6 1-4-15,-1 0-9 0,4-2-23 16,0-2-48-16,-3-5-182 0,-2-4-59 0</inkml:trace>
  <inkml:trace contextRef="#ctx0" brushRef="#br0" timeOffset="-63197.34">28580 14126 772 0,'0'0'39'0,"0"0"-2"0,0 0-10 0,0 0-9 16,0 0-11-16,0 0-1 0,0 0-2 31,0 0-1-31,0 0 0 0,0 0-2 0,71-4 0 16,-39-4-1-16,-1-5 0 0,5-2-1 16,-2-3 0-16,0-5-3 0,-2-3 1 15,-4-3-2-15,-5-4 0 0,-3-1 2 0,-4 1-2 16,-7 3 5-16,-4 9-4 15,-5 4 4-15,0 8 1 0,0 1-1 0,-5 2 0 16,-11 5 1-16,-6 1 2 0,-8 4-1 0,-14 12 0 16,1 3 0-16,-3 5 3 0,1 7-4 15,0 4 4-15,7 3-6 0,7 2 0 16,8 5 1-16,8-1-2 0,11 1 3 0,4-2-1 16,16-4 1-16,11-4-1 15,9-6 2-15,10-6-4 0,6-6 2 0,4-9-2 16,3-3-1-16,0-5-1 0,-1-8-3 0,-3-10-1 15,-5-6 1-15,-3-6 2 0,-7-7 2 16,-1-4 5-16,-4-1-2 0,-6 1 3 31,-6 3-2-31,-4 3 0 0,-5 6 2 0,-7 9 3 16,-2 8 1-16,-2 7 3 0,-3 5-3 16,0-3-1-16,-11 0-2 0,-9 3-3 15,-10 0-1-15,-5 6 0 0,-4 11-1 0,-4 5-1 16,2 5 2-16,4 3-4 0,2 3 1 15,7 1-2-15,8 1-1 0,9-3-1 16,5-2-1-16,6-3 0 0,11-7 2 16,9-5-1-16,4-7 1 0,6-8 1 15,1 0 1-15,-1-13 1 0,1-7 3 0,-3-6 1 16,-2-6 1-16,0-3 3 0,-1 0-3 0,-5 3 4 16,0 2-1-16,-3 5 4 0,-2 6 3 15,-4 5 3-15,-6 8-2 0,-1 3-2 16,-4 3-3-16,0-1-5 0,0 1 2 15,5 0-3-15,2 5 1 0,3 12 0 16,2 11 0-16,-4 5-2 0,0 8 1 0,-2 7-2 31,-1 6 2-31,-2 5-2 0,-2 2 0 0,-1 3 3 16,0-2-1-16,0 1 0 0,-1 1-2 16,0-2-1-16,1-1 0 0,0-5-1 15,0-2 2-15,5-9-1 0,1-7 1 16,3-11-1-16,-3-9 2 0,-1-9 0 0,3-7 2 15,2-4-2-15,4-11 2 0,4-13-2 16,-2-9-1-16,-2-9 3 0,0-9-4 0,-2-9 3 16,2-8-3-16,0-9-3 0,-1-8 3 15,4-3-2-15,0-2 2 0,-1 7 2 16,0 11-2-16,-3 15-2 0,-3 14 4 16,-1 17 0-16,-5 14 0 0,-2 8 3 15,-2 6-4-15,0-2 1 0,0 2 0 0,1-1 0 16,-1 0 1-16,0-1-2 0,2 1 1 0,-2-1-1 15,0 1 1-15,1-1-2 0,-1 2 1 16,1 0-1-16,4 0-1 0,2 9 1 31,3 11 2-31,2 6-2 0,-2 6 1 16,0 1-1-16,0 3-1 0,-1 2 1 16,1-1 0-16,-1-4-2 0,1-3 3 0,4-7-1 15,2-6 1-15,4-8 1 0,5-7 1 0,2-4 0 16,4-15-1-16,0-6 1 0,1-5-2 15,-1-4 1-15,-5-5-2 0,0 1 1 16,-4 0-1-16,-2-1 0 0,-4 2 1 16,-1 5 1-16,-4 8 0 0,-4 4 0 0,-3 9-2 15,-2 5 0-15,2 1-1 0,-4 3 0 16,0 12 1-16,0 8 0 0,-2 10 2 0,-2 5-2 16,3 3 1-16,0 1 0 0,1 1 0 15,0-2 0-15,8-2 0 0,1-6 0 16,-1-4 0-16,5-5 1 0,-4-7-1 15,1-6-1-15,-2-4-1 0,4-4-7 16,3-1-9-16,2-13-20 0,3-7-43 0,-6-7-140 31,-4-3-105-31</inkml:trace>
  <inkml:trace contextRef="#ctx0" brushRef="#br0" timeOffset="-62714.97">30149 13752 745 0,'0'0'57'16,"0"0"-16"-16,0 0-8 0,81-77-9 15,-47 61-6-15,6 4-5 0,0 4-2 16,3 3-4-16,-4 5-1 0,-2 0-4 16,-6 9 1-16,-2 5 0 0,-4 4-3 15,-5 4 2-15,-7 3-3 0,-5 4-1 0,-6 1-1 16,-2 2 1-16,-2 1 2 0,-6-1-8 0,-2-2 3 15,-3-2-7-15,-2-6 0 0,0-5 3 16,3-6 2-16,5-5 4 0,-3-4 3 31,3-2 0-31,-4-8 1 0,1-7 1 16,8-5 0-16,2-6 0 0,2-1-4 0,13-5 3 16,1-3-4-16,7-3 7 0,4-1 2 15,5 1-2-15,4 1 2 0,1 8-6 0,-2 6 2 16,-1 11-1-16,-5 9 1 0,-6 3-1 15,-1 11 0-15,-2 9 2 0,-4 4-2 16,-1 3 1-16,0 2 0 0,-2-1 0 16,0-3-2-16,-3 0 2 0,2-5-3 0,-4-7 2 15,1-1 4-15,-2-6-5 0,3-4 1 16,5-2 0-16,1 0-5 0,1-8 4 0,2-5 0 16,-3-6-1-16,-2-2 0 0,2-1-1 15,-4-3 0-15,-2 2-1 0,-2 7 0 16,-3 5-3-16,-2 6-8 0,-3 5-8 15,0 0-9-15,-8 5-16 0,-10 8-35 16,-7 10-102-16,-8 2-118 0</inkml:trace>
  <inkml:trace contextRef="#ctx0" brushRef="#br0" timeOffset="-61914.04">32150 13743 642 0,'0'0'64'0,"0"0"-7"0,0 0-12 16,0 0-8-16,0 0-9 0,0 0-8 15,0 0-6-15,0 0-1 0,0 0-2 16,0 0 1-16,12 3-3 0,-5 27-2 16,-3 10 3-16,1 5-5 0,-1 6 2 15,2 3-3-15,0 2-3 0,1 2-1 0,-2 1 0 16,3-1-1-16,-2-4 0 0,-2-3 0 0,-1-10 0 15,-3-12 1-15,0-7-1 0,0-9-1 16,0-8-2-16,0 2-3 0,0-7-3 16,0 0-8-16,0 0-16 0,0 0-27 15,-1-11-60 1,-7-12-138-16,-6-15-58 0</inkml:trace>
  <inkml:trace contextRef="#ctx0" brushRef="#br0" timeOffset="-61679.5">31792 13455 793 0,'0'0'37'0,"0"0"-9"0,0 0-6 0,0 0-5 15,0 0-6-15,0 0-1 0,0 0-1 16,0 0 1-16,-67 95-3 0,41-40 0 16,-1 7-3-16,0 5 3 15,3 3-1-15,4 1-3 0,8 2 1 16,6 3-5-16,6 0-1 0,13 0 1 0,16-2-1 15,15-7 0-15,14-8-4 0,11-10 4 16,12-12-5-16,8-9-8 0,6-9-8 0,4-8-31 16,0-11-41-1,-7-3-75-15,-11-18-145 0</inkml:trace>
  <inkml:trace contextRef="#ctx0" brushRef="#br0" timeOffset="-61397.69">32616 13353 759 0,'0'0'68'16,"0"0"-23"-16,0 0-14 0,0 0-9 0,0 0-10 16,0 0-2-16,0 0-2 0,0 0 1 15,0 0 0-15,0 0-1 0,76 59-1 16,-34-16-1-16,9 10-3 0,1 9 0 16,2 8-3-16,-3 6 0 0,-6 4 1 15,-8 4-1-15,-11 7 1 0,-14 3 0 0,-12 6-2 16,-15 2 0-16,-20-4 4 0,-15-5-1 0,-11-10 2 15,-7-8 1-15,-2-11-3 0,2-10-5 16,2-8-1-16,9-11-1 0,7-10 0 31,9-5 6-31,15-9-3 0,11-5-1 16,10-3-5-16,5-3-4 0,-1 0-7 16,2 0-14-16,6 0-30 0,9 0-65 0,4-1-192 15,-7-3-15-15</inkml:trace>
  <inkml:trace contextRef="#ctx0" brushRef="#br0" timeOffset="-59497.49">6595 16147 776 0,'0'0'44'0,"0"0"-4"16,0 0-12-16,0 0-13 0,0 0-8 16,0 0-5-16,0 0-1 0,0 0 3 15,-49 99-2-15,32-49 3 0,-2 6-5 0,-3 7 0 16,-1 2 2-16,0 3-3 0,-3 5 4 0,1 0-1 16,-1 0-2-16,0-3 0 0,3-8-1 15,3-7 2-15,4-13-1 0,6-15 3 16,1-12 0-16,8-9 0 0,1-6 1 15,0-1-1-15,4-19-1 0,10-13-2 16,4-14 0-16,2-11 0 0,3-5 1 0,-1-7-2 31,-3-3 3-31,-2-5-3 0,-2-5-2 0,-1-4 4 16,-4-1-2-16,2 6 1 0,-1 9 3 16,2 14-3-16,0 18-2 0,-1 18 1 15,1 19 0-15,4 10 1 0,3 24 0 16,7 17 1-16,0 10-2 0,5 11 4 0,-3 3-3 15,0 5 1-15,0 0 3 0,1-2-3 16,-1 3 4-16,1-5-3 0,-1 0-2 0,-3-5 2 16,-3-7-2-16,-2-8 1 0,-6-10-1 15,-3-10 1-15,-5-12-1 0,-1-8 3 16,-5-6-2-16,-1-6 0 0,0 0 0 16,0 0-3-16,0 0-3 0,-3-14-10 15,-8-2-13-15,4-7-34 0,-5-1-82 0,1-4-174 16,-4-7-15-16</inkml:trace>
  <inkml:trace contextRef="#ctx0" brushRef="#br0" timeOffset="-59314.27">6330 16674 779 0,'0'0'37'0,"0"0"8"0,0 0-4 16,0 0-12-16,99 38-11 0,-54-38-7 15,7-1-4-15,7-5-2 0,2-5-1 16,2 0-4-16,-2-1-5 0,-3 0-12 16,-7-2-22-16,-8 0-69 0,-7-1-206 15,-13-4-32-15</inkml:trace>
  <inkml:trace contextRef="#ctx0" brushRef="#br0" timeOffset="-58914.07">6536 15612 821 0,'0'0'43'16,"0"0"-8"-16,0 0-10 0,0 0-8 16,0 0-5-16,0 0-7 0,0 0-1 15,-85-15-2-15,47 45-1 0,-4 9-1 16,-3 5 1-16,0 5-3 0,2 0 2 0,3 1 4 15,3-3-6-15,4-2 5 0,7-4-3 16,3-7-4-16,7-10 3 0,10-11-1 0,3-6 0 16,3-7 3-16,2 0-3 0,14-14 1 15,8-11 0-15,8-10-2 0,3-5 2 16,-3-6-5-16,-5-2 6 0,2-1-5 16,-6 2 4-16,-1 6 2 0,-5 6-2 15,-2 11 1-15,-5 7 1 0,-6 9-1 0,3 7 0 16,2 1 0-16,7 9 1 0,4 8 2 0,2 5 0 15,1 4 0-15,0 2-1 0,3 2-2 16,-4-4 3-16,4 1-5 0,3-1 4 31,0-2 2-31,1-3-7 0,2-1-6 16,6-2-29-16,-1-3-79 0,-1-2-199 0,-1-9-29 16</inkml:trace>
  <inkml:trace contextRef="#ctx0" brushRef="#br0" timeOffset="-58346.37">7415 15560 831 0,'0'0'48'16,"0"0"-7"-16,0 0-12 0,0 0-8 15,0 0-9-15,22-79-4 0,-22 79-4 16,0-1-1-16,0 1-2 0,-3 13 0 15,-7 12-1-15,-6 9-2 0,-6 11 1 16,-1 2-1-16,0 3 2 0,1-2-3 0,-4-1 0 31,3-3 1-31,3-6-5 0,2-6 5 0,1-5-4 16,7-10 4-16,1-6-1 0,9-7 2 16,0-4 2-16,0-1-1 0,0-13 1 15,12-7-6-15,5-7 6 0,1 0-4 16,2 2 5-16,-1 3 0 0,-1 6-1 15,-4 7-1-15,1 5 1 0,0 5-1 0,2 0 2 16,6 8-2-16,-2 6 1 16,-1 1-1-16,1 3 0 0,-2 0 7 0,-3 0-6 15,0 0 4-15,-6-5-5 16,-1-1-1-16,-5-5 1 0,-2-4 1 0,1 2 1 16,-3-5-1-16,0 0 0 0,0 0-2 0,-11 0 2 15,-7-1-1-15,-7-10-1 16,-4-7-5-16,-3-5 2 0,-2-4-7 0,-4-4 4 15,-4-1-2-15,1 2 1 16,-2 2 3-16,4 6 0 0,1 5 3 0,5 6 0 16,13 5 1-16,3 6 0 15,5 0-1-15,11 5 2 0,-1 7 2 0,4 2-1 16,12 4 4-16,11-4 3 16,5-1-1-16,8-4 3 0,5-2-2 0,5-4-3 15,2-3-2-15,2 0-2 0,-2 0-2 0,-1-8-8 16,-4-1-23-16,-2 0-73 15,-7-4-215-15,-1 2-33 0</inkml:trace>
  <inkml:trace contextRef="#ctx0" brushRef="#br0" timeOffset="-57830.95">8738 15845 796 0,'0'0'39'0,"0"0"-5"0,0 0-12 0,0 0-9 15,0 0-6-15,0 0 0 0,0 0 6 16,0 0-5-16,12 82 3 0,-5-39-7 15,0 1-4-15,2 1 1 0,1 1-2 0,6-2 1 16,0-3 0-16,11-8-1 0,4-5 1 31,5-9-1-31,7-9 1 0,8-10 1 16,5-5 1-16,2-15 0 0,1-9-1 16,-2-7-1-16,-4-5 0 0,-9-2 2 0,-7 1-1 15,-8 1-1-15,-9 5 3 0,-8 2-4 0,-5 11-1 16,-4 11 0-16,0 6-11 0,-3 2-1 15,0 1-9-15,-10-1-12 0,-5 4-19 16,-3 2-56-16,-5 10-192 0,-1 3-11 16</inkml:trace>
  <inkml:trace contextRef="#ctx0" brushRef="#br0" timeOffset="-57547.55">9014 15779 843 0,'0'0'39'0,"0"0"-6"0,0 0-11 31,0 0-10-31,0 0-7 0,0 0-4 0,0 0 1 16,0 0 4-16,0 0 5 0,29 124-4 16,-16-59 5-16,3 7-7 0,-3 5-6 15,-1 5 3-15,2 0-7 0,-2 0 5 16,1-5 4-16,0-2-5 0,-1-10 4 15,-1-6-3-15,2-10-2 0,-3-8 2 0,0-11-2 16,-4-10 0-16,-3-8-5 0,0-8-3 16,-3-4-7-16,3 0-14 0,0-5-30 0,2-9-60 15,3-10-199-15,-4-4-10 0</inkml:trace>
  <inkml:trace contextRef="#ctx0" brushRef="#br0" timeOffset="-56997.41">10011 15597 881 0,'0'0'40'0,"0"0"-10"0,0 0-13 0,0 0-8 16,0 0-6-16,0 0-2 0,0 0-1 15,0 0 1-15,0 0-1 0,-12 89 1 16,-1-42-2-16,0 4 1 0,-3 3 3 0,2 1-5 15,-2-4 5-15,1-2-6 16,3-5 0-16,1-9 0 0,4-11-3 0,4-11 3 16,2-6 2-16,1-7-1 0,0 0 3 0,1-11 0 15,9-10-3-15,6-8 3 16,2-4 1-16,3-4-2 0,2 0-3 0,-1 4 3 16,1 4-4-16,0 6 4 15,-1 8 2-15,-9 6-2 0,6 8 0 0,-2 1 0 16,2 9 5-16,5 7-4 0,-6 4 3 15,1 2-2-15,-6 0-5 0,-2-1 5 16,-5-4-2-16,0-2-1 16,-3-4 4-16,-3-7-3 0,1 3 1 15,-1-7 0-15,0 0 1 0,0 0 0 0,0 3-1 16,-1 0-1-16,-11-3 0 0,-5 0-2 16,-5-13 3-16,-8-3-5 0,1-4-3 15,-1-2-3-15,-2-3-7 0,-1-1 6 16,-4-1-3-16,1 1 6 0,0 1 4 0,0 5 0 15,4 5 3-15,10 7 2 16,2 4-1-16,7 2 2 0,9 2-1 0,-3 0 1 0,7 0 2 16,-2 0 3-16,2 0 5 0,6 9 1 15,7 2 0-15,10-1-3 0,7-5-3 16,5-4-4-16,7-1 0 0,6 0-2 16,0-3-2-16,2-1-7 0,-5-3-18 15,1 2-55-15,-7-5-234 0,-1 1-37 16</inkml:trace>
  <inkml:trace contextRef="#ctx0" brushRef="#br0" timeOffset="-56497.54">12676 16256 666 0,'0'0'27'16,"0"0"13"-16,0 0 6 0,0 0-3 15,0 0-10-15,0 0-7 0,0 0-7 16,0 0-1-16,0 0-4 0,-31 14 0 0,36-6-1 15,12-2-4-15,14 0 1 0,15-6-3 16,10 0-2-16,15-6-1 0,11-3-1 0,3 0-1 16,-2-1-1-16,-6 3-1 0,-12 1 0 15,-14 1-1-15,-18 1 1 0,-13 4-1 16,-13 0 1-16,-7 0-2 0,0 0 0 16,0 0-6-16,0 0-5 0,-14 0-8 0,-8 3-16 15,-8 5-26-15,-3-4-79 0,-2 2-172 16,-4-5-15-16</inkml:trace>
  <inkml:trace contextRef="#ctx0" brushRef="#br0" timeOffset="-56297.68">12619 16568 830 0,'0'0'46'0,"0"0"0"16,0 0-9-16,0 0-12 0,0 0-9 15,108-17-2-15,-48 8-12 0,8 0 1 16,6 3-6-16,1-2 5 0,0 4-2 16,-4-1 1-16,-1 2-4 0,-7 3-7 0,-2 0-8 15,-6 6-24-15,-6 3-49 0,-7 0-142 16,-15-1-109-16</inkml:trace>
  <inkml:trace contextRef="#ctx0" brushRef="#br0" timeOffset="-55594.28">15757 16316 656 0,'0'0'58'0,"0"0"-2"0,0 0-13 15,-70-80-9-15,42 63-8 0,-2 2-7 0,-3 1-4 16,-4 5-3-16,-2 3-2 0,-1 6-3 15,-5 4-2-15,-1 11-4 0,-3 9 0 16,2 7-1-16,1 8 0 0,7 9-2 16,6 3-1-16,8 6 6 0,9-3-5 15,9 1 4-15,7-5-3 0,17-8-1 0,11-6 1 16,6-6-1-16,10-9 2 0,5-12 1 0,2-7-2 16,-1-4 3-16,-2-13-1 0,-5-5 1 15,-3-6-1-15,-7-1 1 0,-4-5-1 16,-5-1-6-16,-5-6 8 0,-6 0-6 15,0-2 5-15,-4 0 0 0,-4 3-2 0,1 6 2 16,-3 10-3-16,0 9 2 0,-1 8-2 31,-2 5 1-31,5 0-1 0,2 9-1 0,5 10 3 16,5 10 0-16,-1 5 1 0,2 2-3 16,2 3 0-16,2 1 6 0,2-2-4 15,2-3 7-15,2-5-7 0,-1-4-1 16,5-8 0-16,-2-4-1 0,1-8 1 15,-1-4-4-15,0-2-9 0,4-8-15 0,-3-3-36 16,0-5-107-16,-2-4-148 0,-7-5-17 0</inkml:trace>
  <inkml:trace contextRef="#ctx0" brushRef="#br0" timeOffset="-54747.39">16178 15823 760 0,'0'0'51'0,"0"0"-13"0,0 0-10 0,0 0-9 16,0 0-6-16,0 0-1 0,0 0-2 16,0 0-1-16,0 0 2 0,-52 60-7 15,38-31 3-15,1 2-7 0,-3 3-1 16,3 1 1-16,-3 0-3 0,3 2 3 15,-1-4-4-15,3-3 2 0,1-2-1 0,6-10 2 16,0-5 1-16,2-10-3 0,2-3 0 0,0 0 0 16,0 0 2-16,13-8 1 15,3-11 1-15,9-8 0 0,-4-6 0 0,2-1 0 16,-4 0 1-16,0 3-2 0,-3 7 2 16,-3 5-2-16,-1 9 1 0,-4 5 0 15,4 5 0-15,2 3 0 0,2 14-1 0,3 1 1 16,1 6-3-16,-3 3 3 0,1-2-1 0,-2 2 2 15,-2-2-1-15,-1-4-1 16,-4-6 2-16,-3-3-2 0,-2-3 2 0,-2-6-2 31,-1 2-2-31,-1-5 2 0,0 0 2 16,0 0 0-16,0 0-1 0,-6-6-1 16,-9-11-2-16,-6-4-1 0,-4-4-2 0,-3 0-2 15,-4-1-1-15,-6-3-5 0,0 2 0 0,-5 0-2 16,-2 4 2-16,-2 6 2 15,0 5 4-15,0 4 4 0,2 7 2 0,3 1 1 16,4 1 1-16,8 4 1 0,9 0 0 16,9-3 2-16,7 0 4 0,5-2 4 15,10 1 1-15,12-1 3 0,16 0-4 0,6 0-6 16,9-3 0-16,4-1-4 0,6 0-2 0,-1 0-1 16,0 1-4-16,-1 2-10 15,-6-2-26-15,-5 2-66 0,-8-4-208 0,-3-2-16 16</inkml:trace>
  <inkml:trace contextRef="#ctx0" brushRef="#br0" timeOffset="-54364.31">17017 16005 794 0,'0'0'48'16,"0"0"-9"-16,0 0-13 0,0 0-11 0,0 0-7 16,0 0-5-16,0 0-1 15,0 0 1-15,85-29 0 0,-75 53-2 0,-1 6 1 16,-2 5-3-16,2 5 0 0,4-1-1 16,0-1 2-16,6-1-2 0,5-7 1 15,5-4-1-15,3-8 1 0,6-4-1 0,2-6 2 16,5-8 1-16,1 0-2 0,5-13 1 0,-3-5-1 15,1-5 2-15,-6-4-1 16,-2-5 3-16,-7-3-1 0,-5 0 0 0,-7 2-1 31,-3 1 1-31,-5 6 1 0,-5 8-1 16,-5 7 0-16,-1 8 0 0,-3 3-3 0,0-1-1 16,0 1 1-16,0 0-1 0,0 0 0 15,-3 12-6-15,-8 2-12 0,-11 7-32 0,-4 1-65 16,-7-2-199-16,-2 3-15 15</inkml:trace>
  <inkml:trace contextRef="#ctx0" brushRef="#br0" timeOffset="-54114.06">17412 15853 886 0,'0'0'35'16,"0"0"-11"-16,0 0-8 0,0 0-8 15,0 0-3-15,0 0-2 0,0 0 1 16,0 0 5-16,0 0-6 0,42 97 5 0,-32-45-5 31,-1 7-2-31,-1 5 0 0,-2 1-3 0,-2 1 2 16,-1 1-2-16,2-3 2 0,-2-2 5 16,1-1-7-16,3-8 5 0,-1-5-5 15,1-6-6-15,0-9-2 0,3-6-8 16,-4-8-8-16,4-7-18 0,-2-6-45 0,3-6-157 15,8 0-84-15</inkml:trace>
  <inkml:trace contextRef="#ctx0" brushRef="#br0" timeOffset="-53538.92">18426 15789 846 0,'0'0'36'15,"0"0"-1"-15,0 0-9 0,0 0-9 16,56-83-7-16,-53 79-5 0,-3 4-3 31,0 0-1-31,0 0-1 0,-2 14 0 16,-8 11 0-16,-9 8 0 0,-4 5-2 0,-3 5 5 16,-3 0-5-16,0 3 3 0,0-2-3 15,3-3-6-15,3-5 1 0,4-5-1 0,5-11 0 16,7-10 4-16,4-4 3 0,3-6 2 15,0 0 1-15,0-12 0 0,4-9-3 16,9-11 3-16,6-3-2 0,6-2 3 16,-1 3 3-16,-1 5-2 0,2 6-1 0,-3 7 1 15,-8 6-2-15,3 9 1 0,1 1-1 0,1 9 0 16,4 6 0-16,-3 4-1 0,2 1 0 16,-2 2 1-16,-1-1-1 0,0 0-2 15,-2-1 2-15,-3-2-2 0,-5-9 1 16,-2-1 1-16,-3-2-1 0,-1-3-1 15,-1 0 2-15,1 3-1 0,-3-6 2 0,0 0-2 16,0 0 0-16,0-6-3 0,-9-8-1 0,-4-4-3 31,-3-1-3-31,-4-4-1 0,-5-2-2 16,-3 0 2-16,-3 0 0 0,-4 4-1 16,-2 3 7-16,-2 4 2 0,-3 3 1 15,1 6 2-15,4 0 4 0,5 3-5 16,9 2 6-16,10 0 2 0,6 0 1 0,7 0 1 15,-2 0 3-15,2 0-1 16,-1 0 3-16,1 0-3 0,11 0-2 0,14 0 0 16,12 0-7-16,8 0 1 0,7-1-1 0,2-1-1 15,1 2-2-15,0 0-2 16,-2-1-11-16,-5-1-16 0,-5 1-77 0,-7-5-213 16,-4-2-32-16</inkml:trace>
  <inkml:trace contextRef="#ctx0" brushRef="#br0" timeOffset="-48829.66">26554 16490 412 0,'0'0'68'0,"0"0"-10"0,43-95-7 16,-28 58-7-16,-1-3-7 0,-4-3 2 16,-2-1-2-16,-4 1 0 0,-4 6-1 15,0 5-6-15,-12 4-7 0,-6 9-7 16,-6 5-6-16,-10 6-2 0,-10 7-1 0,-8 2-3 15,-10 13-2-15,-7 9-2 0,-1 6-2 0,2 6 2 16,7 5-1-16,11 5-1 0,11 2 3 16,11 1-4-16,11-2 4 0,14-1 2 15,5-1-3-15,16-4 4 0,11-5-6 16,7-10 0-16,9-5 1 0,9-7 1 16,4-9-1-16,4-4 1 0,-2-6-1 0,1-10 0 15,-4-6-1-15,-9-6-4 0,-5-4 4 0,-9-4-3 16,-8-3 5-16,-8-5 2 0,-7-2-1 15,-5 0 1-15,-4 1-1 0,-2 3 1 16,0 13 1 0,0 12 1-16,0 9 0 15,0 8-3-15,0-1 0 0,0 2-1 16,0 18 1-16,0 8 1 0,0 14 2 0,5 0-4 16,3 3 2-16,5-1-3 0,3-1-1 0,5-1 7 15,4-3-6-15,4-3 7 0,0-6-6 16,1-4 1-16,0-9-2 0,1-5 1 15,0-7-4-15,0-4-7 0,-2 0-9 16,-4-12-24-16,-1-2-43 0,-5-7-120 16,-3-2-116-16</inkml:trace>
  <inkml:trace contextRef="#ctx0" brushRef="#br0" timeOffset="-48263.33">27531 15973 799 0,'0'0'56'0,"0"0"-16"0,0 0-8 31,0 0-11-31,0 0-7 0,0 0-4 16,0 0-6-16,0 0-3 0,0 0 0 16,0 0-1-16,-63 3-1 0,41 26 4 15,3 4-5-15,-1 5 2 0,4 0-2 16,3 2 0-16,1-3-1 0,4-3 1 0,2-11-2 15,2-2 1-15,1-10 0 0,1-7 1 0,2 2 0 16,0-6 1-16,0 0 1 0,0 0 0 16,0-10 1-16,9-10-3 0,1-6 4 15,3-2-2-15,0 1 2 0,0 3 2 16,-3 9-3-16,-1 4-1 0,0 7 0 16,1 4-2-16,6 1 2 0,1 11 2 0,5 8-2 15,-2 3 1-15,-1 2-2 0,-2-3 1 0,-2 2 0 16,-4-3 1-16,2-1 0 0,-4-6-1 15,-5-6 0-15,-1-4 0 0,-1 0 0 16,-1-2 1-16,2 1 0 16,0 2 2-1,-3-5-1-15,-6-6-2 0,-4-8 1 16,-6-8-4-16,-6 0 1 0,-2-6-1 0,-7-2-1 16,-3-5-2-16,-7 0 0 0,-2 3-1 0,-2-1 1 15,-3 9-1-15,3 6 4 0,-1 7 2 16,6 8-1-16,5 3 1 0,10 0 0 15,9 2 1-15,6 2 1 0,10 4 3 16,0 2 1-16,19 0 2 0,10 0 0 16,9-2-1-16,7-3 1 0,5 0-2 0,5-5-3 15,0 0 0-15,0 0-3 0,1 0-3 0,-1 0-5 16,-1-5-16-16,-5 4-41 0,0-2-123 16,-7-3-141-16,0-3-6 0</inkml:trace>
  <inkml:trace contextRef="#ctx0" brushRef="#br0" timeOffset="-47997.69">28617 16144 762 0,'0'0'57'0,"0"0"-7"15,0 0-11-15,0 0-14 0,0 0-9 0,0 0-2 16,0 0-2-16,92-19 0 0,-55 13-3 16,8-2-2-16,7 1-4 0,3-1-1 15,4 2-1-15,1 1-2 16,-6 2 1-16,-5-2 0 0,-17 4-2 0,-7 1-4 16,-11 0-3-16,-8 0-5 0,0 0-8 0,-6 1-9 15,-12 10-19-15,-11 5-50 0,-8 3-118 0,-7-4-109 16</inkml:trace>
  <inkml:trace contextRef="#ctx0" brushRef="#br0" timeOffset="-47814.31">28643 16457 814 0,'0'0'52'0,"0"0"0"0,0 0-17 16,0 0-12-16,87-12-11 0,-42 6-5 15,4 0-2-15,3 0-3 0,-1 1-1 16,1 1-1-16,0-1-1 0,-3 1-10 16,-3 0-12-16,-5 1-37 0,-6 1-135 0,-8-3-142 15,-4-3-21-15</inkml:trace>
  <inkml:trace contextRef="#ctx0" brushRef="#br0" timeOffset="-47247.74">30181 16236 669 0,'0'0'67'15,"0"0"-5"-15,43-89-16 0,-30 62-15 16,-4 1-8-16,0 4-2 0,-3 5-2 0,-1 0 0 15,-2 6-6-15,-3-1-4 0,-2-3-2 0,-10 0-3 16,-6-2-3-16,-8 7 2 0,-4 2-3 16,-8 5 0-16,-5 3 0 0,-4 8-1 15,-3 9-1-15,0 5 2 0,0 9-3 16,4 6 0-16,7 6 1 0,7 1-5 16,7 3 5-16,11-2-3 0,6 0 1 0,8-6-3 15,8-6 1-15,9-4-3 0,6-4 3 0,5-7 0 16,2-8 2-16,-1-2 3 0,1-8-1 15,-2 0 2-15,-1-11 0 0,-1-4 0 16,-4-5 0-16,0-2 1 16,-2-4-1-1,-3-5 2-15,-1-6 0 0,-1-4-1 16,1-2 2-16,-3 0 2 0,-1 6 1 0,-1 5 4 16,-5 11 0-16,-2 10-2 0,-1 7-1 0,-3 4-4 15,0-2-2-15,3 4 3 0,2 13-1 16,3 7-2-16,0 12 2 0,4 2-4 15,-1 1 2-15,3-1 0 0,4-1-2 16,2-3 0-16,4-5 0 0,5-4-1 16,3-6 2-16,2-5-3 0,7-6 0 0,-1-6-1 15,2 0-1-15,0-14-2 0,-3 0 0 0,-4-7-1 16,-5 0-2-16,-4-2 2 0,-6 0-8 16,-8 8-1-16,-5 0-10 0,-2 4-21 15,-5 7-47-15,0-5-154 16,0 4-72-16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10T02:41:22.4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6355 1692 512 0,'0'0'5'15,"0"0"14"-15,0 0 7 0,0 0 7 16,0 0 1-16,0 0-3 0,16-79-9 16,-16 79-5-16,0 0-2 0,-9 3-5 15,-5 12 0-15,-6 12-3 0,1 9-2 16,-3 12-2-16,-1 10 7 0,1 9-2 0,1 8 0 15,-1 9 0 1,7 6-12-16,-2 2 3 0,4-1-2 0,0-4 4 0,3-8 8 0,3-8-2 31,-1-9 2-31,0-10-4 0,5-10-4 16,-1-15 5-16,2-12 3 0,2-10 4 16,0-5 3-16,-1 0-2 0,1-4-5 15,0-17-5-15,0-16-13 0,0-19 4 0,3-14-5 16,4-10 5-16,4-11 6 0,1-7-1 0,4-3 4 15,0 2-13-15,1 6 1 0,2 12 0 16,0 12 0-16,-2 18 8 0,2 18 1 16,-7 14-2-16,3 16 0 0,0 6 2 15,2 17 3-15,6 9-1 0,-4 7 10 16,1 8-1-16,2 6 1 0,-3 5 0 0,1 4-12 16,3 8 0-1,-1 3-2-15,3 4 2 0,-2 0-3 0,1-2 4 0,-3-5 8 0,0-7-5 16,-2-5 4-16,-3-10-6 0,-2-6-4 15,-5-15 0-15,-2-6 0 0,-2-7 0 16,-4-7-1-16,2 1-2 0,-3-5-3 31,0 0-10-31,0 0-11 0,-4-5-18 0,-5-7-37 16,-4-5-91-16,-3-4-124 0</inkml:trace>
  <inkml:trace contextRef="#ctx0" brushRef="#br0" timeOffset="215.47">5869 2314 780 0,'0'0'16'15,"0"0"3"-15,0 0 4 0,0 0-3 16,0 0-5-16,0 0-1 0,91-75-4 16,-44 52-1-16,3 0-6 0,1 3-4 15,-2 4-2-15,3 4-7 0,-7 2-12 16,-3 6-19-16,-3 1-32 0,-6 3-58 0,-10-2-167 15,-2 2-6 1</inkml:trace>
  <inkml:trace contextRef="#ctx0" brushRef="#br0" timeOffset="582.03">6195 1097 684 0,'0'0'37'16,"0"0"-4"-16,0 0-8 0,-50-82-2 16,39 72-7-16,4 5-6 0,-4 3-3 15,-3 2-5-15,-2 14-1 0,-3 12-1 16,1 9 1-16,-1 8 3 0,-3 3 0 0,2 3 0 16,4-2-3-1,-3-7-3-15,3-5 0 0,5-15-2 0,5-6 2 0,3-8 0 0,3-6-2 16,-3 0 2-16,3-7 0 0,6-21 0 15,7-15-3-15,6-18-1 0,2-4 2 16,2 2-1-16,-1 7 6 0,1 9 0 16,-1 12 0-16,-2 11 1 0,2 8 0 0,0 12 2 31,-1 4-2-31,0 4 1 0,2 10 0 0,0 6 2 16,1 1-1-16,0 2 0 0,2 0-1 15,0 0-2-15,0-1 0 0,-2 1-1 16,2-3-2-16,2-3-1 0,-2-5-19 15,-2-3-34-15,4-3-113 0,-4-3-141 16</inkml:trace>
  <inkml:trace contextRef="#ctx0" brushRef="#br0" timeOffset="1115.57">7331 1131 689 0,'0'0'30'0,"12"-94"13"0,-4 51-8 31,1 5-11-31,-3 8-6 0,1 10-2 16,-3 8-5-16,-1 7-3 0,-3 5-4 16,0-1-5-16,0 2-1 0,-1 16-1 15,-9 12 3-15,-6 13 0 0,-4 10 5 0,-5 7 0 16,-2 4-4-16,0 2 0 0,-3-3-8 0,4-6-2 15,0-7 1-15,6-12 0 0,5-9 3 16,4-12 3-16,5-6 3 0,5-6 2 16,1-4 1-16,0-3 1 0,3-13-3 15,4-10 2-15,10-8 0 0,0 1 1 16,-2 1-1-16,2 6-1 0,2 6-1 0,-5 7 0 16,1 8 0-1,4 5 0-15,0 3-2 0,5 9 1 0,-1 5 1 0,-1 3-2 0,-3 1 0 16,-2 0 0-16,-1 0-2 0,-3-2 1 15,-3-6 0-15,-4 0 0 0,-3-6 0 16,0-2 0-16,-3-1 2 0,0-1-1 31,-7 0-1-31,-11 0 0 0,-5-3-3 0,-4-3-1 16,-5-12-4-16,-3-6 0 0,-3-5-1 0,0-7 2 16,-3-5 3-16,5-3 1 0,-2 0-2 15,8 5 2-15,2 8 1 0,10 8-1 16,7 11 4-16,8 6 1 0,3 3 0 15,-1 0 4-15,1 0 7 0,12 11 1 16,11 4 1-16,13 3-4 0,6-1-6 0,13-5-1 16,6-3-5-16,7-4-11 0,5-4-54 0,1-1-131 15,5 2-124-15</inkml:trace>
  <inkml:trace contextRef="#ctx0" brushRef="#br0" timeOffset="1591.33">8222 1728 693 0,'0'0'41'0,"0"0"-4"16,9-94-3-16,2 70-7 0,-4 9-10 0,4 6-6 16,3 9-7-1,-1 6-2-15,9 14-2 0,-3 10 0 0,-1 6 0 0,1 6-3 0,-3 3 2 16,1 0 12-16,-2 1-1 0,2-2 0 15,1-3 1-15,5-4-13 0,1-9 1 16,5-5 1-16,0-8 1 0,7-8 0 31,-1-7 0-31,6-3 1 0,0-13-1 0,-3-5 0 16,0-6 2-16,-5-6-11 0,-3-6-3 0,-4-2 1 16,-6-1-1-16,-5 2 11 0,-1 4 2 15,-6 6-3-15,-4 10-2 0,-1 8-1 16,-2 7-3-16,-1 5-6 0,0-5-7 15,0 1-11-15,0 0-13 0,-7 4-11 16,-3 3-23-16,-7 10-33 0,-6 10-86 0,1 1-67 16</inkml:trace>
  <inkml:trace contextRef="#ctx0" brushRef="#br0" timeOffset="1848.58">8545 1708 690 0,'0'0'58'16,"0"0"-13"-16,0 0-10 0,0 0-12 0,26-87-6 15,-15 78-6-15,-2 4-3 16,-2 5-3-16,7 0-2 0,-2 9 0 0,1 11 0 0,0 7 0 31,-4 10-1-31,0 5 0 0,0 5-1 16,-1 5 12-16,-1 4-1 0,0 2 0 16,3 4-4-16,-1 3-9 0,0 5-3 15,1 0 3-15,-3-3-1 0,2-5 1 0,1-7-1 16,-3-8 0-16,0-8-6 0,-1-5 1 0,0-5-4 15,-1-10-17-15,1-2-13 0,-1-8-42 16,-4-4-109-16,5-5-118 0</inkml:trace>
  <inkml:trace contextRef="#ctx0" brushRef="#br0" timeOffset="2366.71">9357 1299 787 0,'0'0'36'0,"0"0"-8"0,3-78-17 31,0 65 0-31,-3 8-3 0,0 5-3 0,0-1 7 16,0 1-8-16,0 14-2 0,-6 11-5 0,-1 18-2 16,-6 10 1-16,-2 8-1 0,-2 3 0 15,1-1 0-15,-1 0-1 0,4-9-1 16,0-7 1-16,4-9-1 0,3-15 3 15,3-10 2-15,3-6 2 0,0-7 2 16,0 0 0-16,0-3-1 0,2-16 0 0,5-13 1 16,6-13 0-16,0-2 1 15,3 1 1-15,1 5-1 0,-2 10-1 0,-2 11 1 16,0 8-2-16,1 8 1 16,-1 4-1-16,6 4 0 0,0 9 0 0,0 6 0 15,-2 3 0-15,-1 2-1 16,4 2 0-16,-5 0 0 0,-1-3 0 0,-1-4 0 15,-7-3 0-15,0-8 0 16,-3-4-1-16,-3-4 0 0,0 0 0 0,0 0-1 16,0 3-1-16,-9-3 0 0,-7 0-3 15,-10-7 0-15,-3-12-2 0,-3-5-2 16,-4-7 0-16,-1-5 1 0,-4 0 2 16,2-1 5-16,-2 5 1 0,4 5 3 15,5 7 3-15,5 5-1 0,11 6 2 0,3 6 2 16,10 2 0-16,3 1 1 0,0-2 1 15,0 2 2-15,14-1-2 0,12-3 0 0,12 3-3 16,8-1-5-16,9-1 1 0,9 0-4 16,1-1-9-16,7-1-17 0,2 2-72 15,-3 2-211-15,1 1-27 0</inkml:trace>
  <inkml:trace contextRef="#ctx0" brushRef="#br0" timeOffset="2748.89">11266 1897 644 0,'0'0'50'0,"0"0"-2"0,0 0-11 16,0 0-5-16,0 0-9 0,0 0-6 16,0 0-3-16,0 0-4 0,118-71-3 15,-67 62 0 1,7 1-5-16,3 2-1 0,-2 0 0 0,-1 3-3 0,-8 0-1 0,-9 1-1 15,-14 1-7-15,-4 1-3 0,-9 0-11 0,-4 0-12 16,1 4-26-16,-11 6-51 0,0 5-182 31,-20 3-6-31</inkml:trace>
  <inkml:trace contextRef="#ctx0" brushRef="#br0" timeOffset="2899.86">11276 2322 796 0,'0'0'45'0,"0"0"-9"0,94-44-17 16,-56 29-8-16,5 3-6 0,-1 1-4 15,7 3 2-15,-1 4-3 0,1 1-4 0,3 3-6 16,0 0-14-16,3 2-19 0,4 1-45 16,8-1-100-16,8-2-123 0</inkml:trace>
  <inkml:trace contextRef="#ctx0" brushRef="#br0" timeOffset="3332.33">13030 1765 750 0,'0'0'44'0,"0"0"-10"0,19-109-6 0,-15 69-8 15,-2 1-4-15,-2 1-5 0,0 6-2 16,-5 5-1-16,-6 4-3 0,-5 8-3 15,-9 3 0-15,-6 9-4 0,-10 3 0 0,-11 15 1 16,-1 13-5-16,-5 15 2 0,1 12-3 16,2 8 1-16,5 6 0 0,9 1 12 15,11-1-3-15,10 0-1 0,12-6-2 0,8-3-10 16,12-6 3-16,13-8 4 0,8-11 1 16,7-11 2-16,5-13 1 0,7-11 0 15,-1-9 1-15,2-14 1 16,-2-8 1-16,-3-4-2 0,-7-4 3 0,-4-4-2 0,-10-2-8 15,-5-2-3-15,-3-2 0 0,-6 2 0 16,-2 5 12-16,-5 9 3 0,0 10 1 0,-3 11-3 31,-2 7-3-31,-1 5-3 0,0-2-2 16,3 4 2-16,3 12 2 0,2 10 0 16,3 11 1-16,0 3 10 0,2 2 0 0,0-1 0 15,3 0-1-15,6-1-11 0,-2-2-2 16,5-2-1-16,2-1-3 0,3-5-7 15,7-2-15-15,3-7-23 0,6-7-68 0,5-8-196 16,-2-8-11-16</inkml:trace>
  <inkml:trace contextRef="#ctx0" brushRef="#br0" timeOffset="3866.37">14180 1231 669 0,'0'0'36'0,"0"0"-3"0,0 0-8 16,0 0-8-16,0 0-5 0,0 0-3 15,0 0 1-15,0 0 2 16,0 0 0-16,-3 102-4 0,11-62-5 0,0 4-2 0,2 2-2 15,3-2-2-15,1 0 1 0,5-4 1 16,3-5-1-16,8-5 1 0,6-9 1 0,5-7 1 31,5-8 1-31,5-6-1 0,1-5 1 16,0-13-1-16,-3-6 2 0,-5-8-1 16,-6-3 2-16,-6-4 1 0,-4-1-3 0,-8 2 1 15,-4 5 0-15,-6 8 0 0,-4 7 1 16,-3 8-1-16,-2 5-3 0,1 0-1 0,-2 5-2 15,0-1 0-15,0 1-1 0,-10 9-3 16,-5 8-3-16,-8 4-11 0,1 5-16 16,3 2-37-16,-1 4-56 0,0 5-172 15</inkml:trace>
  <inkml:trace contextRef="#ctx0" brushRef="#br0" timeOffset="4132.24">14355 1123 749 0,'0'0'49'0,"0"0"-15"15,24-103-3-15,-18 83-10 0,-1 10-5 16,-4 5-8-16,-1 5-4 0,0 0-2 16,6 10-1-16,-1 18 3 0,1 16 3 0,0 13 0 15,-2 12-1-15,-1 5-3 0,2 5-5 16,-1 3-1-16,0 4 0 0,1 1 0 15,0 0 1-15,1-4 13 0,2-4-2 0,0-6 1 16,-1-5-3-16,1-4-14 0,-1-5-3 16,1-4-3-16,0-8-9 0,-2-9-7 0,-1-11-22 15,0-9-37-15,-1-8-114 0,5-9-120 16</inkml:trace>
  <inkml:trace contextRef="#ctx0" brushRef="#br0" timeOffset="4681.91">15355 958 803 0,'0'0'32'16,"0"0"-4"-16,0 0-9 0,0 0-5 0,0 0-8 15,0 0-4-15,0 0-3 0,0 0 0 16,0 0 1-16,0 0 1 0,-10 69 1 15,-4 4-1-15,-3 1-2 0,0 1-2 0,2-5-6 16,3-6-3-16,1-8-4 0,5-8-2 16,3-7 0-16,0-13 2 0,3-12 5 15,0-8 6-15,0-8 5 16,0 0 3-16,4-11 1 0,8-10 0 0,4-11 2 0,1-4 1 16,1-2 3-16,2 3 2 0,-3 6 1 0,0 6-1 15,-5 10-3-15,-3 5-2 0,-1 5-4 16,3 3-1-16,3 4 0 0,3 9-2 15,-1 2 1-15,-4 3 1 0,1 2-1 16,-3-1-2-16,-1 0 0 16,-1-6 0-16,-2 2 0 15,-2-5-1-15,-1-1 1 0,0 1 1 16,-3-5-1-16,2 1 0 0,-2-6-2 16,-11 0 0-16,-7 0-1 0,-7-9-1 0,0-6-2 15,-4-5-2-15,-1-4-1 0,-3-5 2 16,-3-3 2-16,4-4 4 0,0-1 5 15,3 3-1-15,6 4 3 0,4 6 0 0,8 9 2 16,2 7 2-16,8 5 0 0,1 3 1 16,0 0 0-16,0 0-1 0,0 0 1 15,1 0 0-15,15-2-1 0,7 1 0 0,12-2-3 16,4-1-2-16,8 1-3 0,4-2-9 16,6 1-5-16,5-1-24 0,3-3-85 15,3-2-204-15,3-1-33 16</inkml:trace>
  <inkml:trace contextRef="#ctx0" brushRef="#br0" timeOffset="8315.27">19062 1581 386 0,'0'0'93'0,"0"0"-14"0,0 0-16 15,32-82-10-15,-18 70-12 0,6 2-9 0,3 0-5 16,5 3-3-16,2 2-8 0,3 4-2 16,2 1-8-16,-2 6-3 0,-1 9-3 15,-1 8-2-15,-5 4 0 0,-2 10 0 0,-5 2 0 16,-2 5-1-16,-5 0-1 0,-2 0-1 16,-7-3 2-16,-3-3 0 0,0-5 13 0,-7-4 1 15,0-4 0-15,1-9 0 0,1-5-9 16,4-6 0-16,1-5 2 0,-2 0 1 15,2-2-13-15,0-15-2 0,8-8 0 16,9-17 0-16,8-5 11 0,12-9 2 0,5-3-1 31,7-1 2-31,1 5-1 0,-3 9-3 16,-3 13 1-16,-5 13 0 0,-3 10-3 16,-5 10 2-16,-3 4-2 0,-3 14 0 0,-4 10 0 15,-3 4 1-15,-4 4 0 0,-4 2 1 16,-1 1-1-16,-5-1-1 0,-1 0 2 15,-1-5-2-15,-2-4 2 0,0-7-1 0,0-6 1 16,-2-5 0-16,1-7 0 0,-1 3 3 16,2-7-1-16,-1 0 2 0,1 0-3 15,3-13 0-15,8-8 1 0,7-9-1 0,-1-7 2 16,6-2-2-16,0-2 1 0,2 1 1 16,-3 5-2-16,1 8 1 0,-6 10-2 15,-2 9-1-15,2 8 1 0,-3 4 0 0,5 14-1 16,-3 7 2-16,0 5-1 0,-4 3-1 15,0 1 2-15,-3 1-2 0,0-2 0 16,0-1 1-16,-2-3 0 0,0-4 11 0,-3-7 1 31,1-2 0-31,-2-5-1 0,-2-7-10 16,6 2 0-16,-4-3 0 0,6-3-12 16,7 0 0-16,3-12 1 0,4-7 1 0,1-8 11 15,-2-3-1-15,1-5-1 0,2-3-1 16,-2-1 1-16,-1 1 0 0,-1 4-1 15,1 5 2-15,-6 7 0 0,-3 8-2 0,-6 7 1 16,-4 3 0-16,-3 4 0 0,3 0 1 16,4 5-2-16,2 9 0 0,1 4 2 15,-4 2-3-15,-3 2 2 0,0 1 0 0,-2 1-3 16,2 1 3-16,-2-1-1 0,3-3-2 16,1 1 3-16,-1-4-1 0,1-4-2 15,0-2 4-15,0-5-2 0,3-2 0 0,0 1 3 16,3-6-2-16,9 0 1 0,2-9 0 15,4-6 0-15,0-6 0 0,0-6 0 16,0-5 0-16,0-4 2 0,0-2-2 0,-2-1 1 31,-1 2-1-31,-3 5 1 0,-4 7-1 16,-3 10-1-16,-7 7 2 0,-4 5-4 0,-2 3 3 16,3 0 0-16,3 1-2 0,3 10 4 15,-1 6 0-15,-2 1-1 0,-3 3 1 16,0 2-2-16,-1 0 0 0,-1-2 1 15,1 0-2-15,0-6 0 0,1 2-1 0,0-2-2 16,1 0 3-16,2 4-1 0,-1-7-1 16,2 0 1-16,3-1 1 0,-3-5-4 0,6 3 5 15,-3-4-1-15,3-5 0 0,7 0 4 16,-1 0-3-16,7-11 0 0,-1-3 1 16,-4-6 0-16,0-2-1 0,-2-7 0 15,-1-6 0-15,-2-5 1 0,-1-5 2 0,-4-9 0 16,-3-3-1-16,-4-10 0 0,-4-7-1 15,-1-8-1-15,-8-4-1 0,-4 5-1 0,-3 9-2 16,1 14 3-16,0 13 1 0,1 12 2 31,3 12 0-31,5 10 0 0,3 7-1 16,3 4 0-16,-4 0-2 0,-1 4 2 16,1 11-2-16,-3 8 0 0,7 6 1 0,0 6-2 15,2 4 3-15,5 5-2 0,0 6 2 16,-1 2 0-16,0 2-1 0,2 3-2 15,-2-1 0-15,0-2-2 0,0 1 0 16,1-3 1-16,1-2 0 0,3-1-1 16,-1-7 2-16,4-2 0 0,2-8 0 0,3-7 0 15,1-7 0-15,2-6 1 0,2-5 2 0,2-7-1 16,3-4 0 0,2-7 1-16,-1-9 0 0,2-5-1 0,0-8 1 15,-3-6 0-15,-1-7 0 0,-3-7 2 16,-3-6-2-16,-3-11 1 0,-3-7-4 0,-4-7-1 15,-4-1 0-15,-4 3-2 16,-4 9 6-16,0 12-1 0,-7 14-1 0,-2 12 2 16,2 14-3-16,-2 7 0 15,3 7 1-15,4 4 0 0,-1 1 0 0,-3 2 0 16,-1 0-1-16,-2 0 0 0,-3 11 1 16,4 10-2-16,1 11 2 0,4 9 1 15,1 11-1-15,2 10 1 0,0 9 0 16,5 5 1-16,2 2-2 0,1-1-1 15,1 0-1-15,0-2-2 0,2-1 2 0,1-4-2 16,1-6 1-16,6-11 1 16,1-9 0-16,0-13 1 0,6-7 1 0,2-11 1 15,1-10 0-15,2-3 0 16,3-15-1-16,-1-8 1 0,0-9 1 0,-1-7 1 16,-1-8-1-16,-4-8 0 0,-3-4 0 0,-2-2 1 15,-6 4-1-15,0 4 1 0,-6 6-1 0,-1 8-2 16,-4 15 1-16,-2 9 0 0,-1 11-1 15,-2 4-1-15,0 0 0 0,0 0-3 16,0 12 4-16,0 11-1 0,0 7 1 0,-2 3-1 31,2 4 0-31,0-1-1 0,0 0 1 16,0 1-1-16,8-1 0 0,-1 0 1 16,6-4 0-16,-2-4 0 0,6-6 0 0,0-3-1 15,3-7-1-15,-1-6-4 0,4-4-6 16,0-2-13-16,-1-12-13 0,4-5-40 15,0-8-64-15,0-2-162 0</inkml:trace>
  <inkml:trace contextRef="#ctx0" brushRef="#br0" timeOffset="8481.86">22490 763 810 0,'0'0'41'0,"0"0"-9"16,0 0-10-16,0 0-13 0,0 0-5 15,0 0-3-15,0 0-3 0,0 0-5 16,0 0-8-16,-5-29-35 0,5 29-61 0,0 0-207 16,0-3-24-16</inkml:trace>
  <inkml:trace contextRef="#ctx0" brushRef="#br0" timeOffset="8647.46">21518 900 880 0,'0'0'25'16,"0"0"-8"-16,0 0-6 0,90-50-7 15,-38 39-1-15,9 2-6 0,6 3-4 0,3-2-16 16,1 0-29-16,6-4-161 0,-2 2-123 16</inkml:trace>
  <inkml:trace contextRef="#ctx0" brushRef="#br0" timeOffset="9081.99">23095 748 814 0,'0'0'37'15,"0"0"-11"-15,0 0-8 0,0 0-5 0,0 0-6 16,0 0-2-16,0 0-1 0,0 0-4 15,0 0 0-15,-14 17 0 0,12 34 2 16,2 22-1-16,0 20 3 0,4 15-1 0,2 10-2 31,0 5-1-31,1 3-5 0,-1 0 1 16,1-4 12-16,-3-6-1 0,1-5 4 16,-1-5-3-16,2-9-9 0,-2-7-1 0,3-13 0 15,-2-11-2-15,-1-16 2 0,-1-12-6 16,0-14-1-16,-2-12-6 0,1-6-4 15,-2-6-5-15,0 0-16 0,0 0-47 0,0-2-113 16,-2-16-114-16</inkml:trace>
  <inkml:trace contextRef="#ctx0" brushRef="#br0" timeOffset="10082.01">22793 1496 760 0,'0'0'36'0,"0"0"-2"0,91-54-4 15,-44 39-10-15,6 0-4 0,3 4-7 16,-1 3-3-16,-3 3-3 0,-6 4-2 0,-5 1-1 31,-5 0-1-31,-10 6 0 0,-3 5 0 16,-9-3-3-16,-6 5 1 0,-5 2-2 16,-3 7 1-16,-5 5-1 0,-12 1-3 0,-9 0 0 15,-7-1-2-15,-8-3 4 0,-2-2 0 16,-5-4 4-16,6-1 2 0,2-4 0 15,9-2 1-15,11-5 1 0,9-1-2 0,6-4 2 16,5-1 1-16,0 0 3 0,14 0 1 16,10 0 0-16,13-6-2 0,8-4-2 15,8-4 1-15,4-6-2 0,2-3 1 0,0-4-1 16,0-5-2-16,-2-4 0 0,0-4 1 16,-5-2-1-16,-4-7 0 0,-5-7-1 15,-9-7-8-15,-8-7 2 0,-9-7-1 0,-9-2 1 16,-7 1 7-16,-1 6 1 0,-9 8 2 15,-3 13 0-15,-4 12 3 0,3 7 1 16,3 12 1-16,0 6 0 0,4 6-2 0,3 6-4 31,0-1-1-31,0 3-1 0,-3 4-2 16,1 13 2-16,-1 12 0 0,5 8-1 0,1 15 1 16,0 9 0-16,5 10 0 0,4 6 4 15,0 4-3-15,1-1 0 0,3-2-2 16,1-7-4-16,3-7 0 0,4-9-1 15,2-11 0-15,3-8-1 0,0-9 0 0,3-10 0 16,1-11 1-16,1-6 2 0,-1-13 2 16,0-9 2-16,-2-8 2 0,-3-7 2 15,-1-5 0-15,-2-6 0 0,-1-7 2 0,-3 0-4 16,-1 4-1-16,-2 6 0 0,-1 12-2 16,-5 12 3-16,-5 10 1 0,2 11-2 15,-2 2 0-15,3 14 2 0,1 11 1 0,-3 4-2 16,1 7 0-16,-1 3-4 0,-1 0-1 15,0 0 2-15,2-3-1 0,0-5 1 16,0-1-1-16,2-4 0 0,1-6 1 0,1-2-1 16,4-6 1-16,-3-5 0 0,3-7 0 31,6-2 0-31,0-11 1 0,8-6 0 16,-5-7 2-16,2-3 0 0,-2-8 1 0,0-8 1 15,-3-4-2-15,2-3 3 0,-3 1-7 16,-5 7 5-16,0 8 1 0,-5 13 2 15,-4 11 7-15,-2 6-3 0,-3 4-3 0,0-1-1 16,0 1-2-16,3 0 0 0,1 12 0 16,1 9 4-16,1 11-2 0,-1 10-1 15,1 8 0-15,1 9-7 0,1 7 2 0,1 10-3 16,1 8 1-16,3 7 1 0,0 3 8 16,3 5 3-16,-3 4-2 0,0 2 1 15,0 2-12-15,-3 1 1 0,-4-5 6 0,-3-4-5 16,-3-11 1-16,-3-11-5 0,-8-8-7 15,-10-13 5-15,-6-7 0 0,-5-12 4 16,-7-9 0-16,-3-9 2 0,-7-11 1 0,-2-8 1 31,-4-13 1-31,2-15 0 0,2-10 2 16,5-10-1-16,7-13 2 0,7-9-8 16,9-10-3-16,12-9 3 0,11-1-5 0,11-2 7 15,18 7 2-15,16 6-2 0,13 8 1 16,13 8-14-16,12 6-2 0,7 7-10 15,7 3-11-15,7 5-36 0,-3 0-108 0,2 5-141 16</inkml:trace>
  <inkml:trace contextRef="#ctx0" brushRef="#br0" timeOffset="12715.51">26129 715 696 0,'0'0'44'0,"0"0"-14"15,0 0-5-15,0 0-10 0,0 0-3 16,0 0-3-16,0 0-3 0,0 0 1 15,0 0-1-15,0 0-1 0,-30 112 1 0,30-53-2 16,0 8 0-16,1 9 1 0,1 4 0 16,1 4-2-16,-3-2-1 0,0-2-5 15,0-5-1-15,0-4 1 16,-5-9-1-16,2-10 3 0,0-19 0 0,2-13 0 0,1-11 2 16,0-9 1-16,0 0 1 0,0 0 1 15,4-12-2-15,7-12 1 0,4-14-1 0,2-9 1 16,2-5 1-16,3-1-1 0,4 4-1 15,1 5 0-15,5 8-1 0,0 10-1 16,3 10 0 0,1 9-1-16,0 7-1 0,0 14 0 15,-1 7 0-15,-2 6 1 0,-3 4-2 16,-4 1 1-16,-5 3 0 0,-6-1 0 16,-7 5-1-16,-7-1 1 0,-2-2 2 0,-14 0-2 15,-11-4 1-15,-7-3 1 0,-12-5-3 16,-7-5 1-16,-3-6-1 0,-6-8-1 15,4-5 3-15,0-3 0 0,7-11 2 0,6-7 0 16,8-6 1-16,7-2-2 0,9 0 1 16,8 8-1-16,8 7-1 0,4 6 1 15,6 8-2-15,8 0 0 0,11 9 2 0,4 11 0 16,4 5-1-16,3 2 1 0,3 1-1 16,0-1 1-16,0-2 0 0,-1-2 0 15,2-5 0-15,-4-1 0 16,-1-6 0-16,-3-3-2 0,-2-4 4 0,-2-4-2 0,1 0-3 15,1-11 0-15,2-5-3 0,3-9-4 16,1-7-1-16,-1-7-6 0,1-10 4 0,-2-5 0 31,-2-4 5-31,-2 2 7 0,-2 6 0 16,-3 9 4-16,-2 7 1 0,-5 11 1 16,-6 11 3-16,-4 4-4 0,1 8 2 0,-1 5 1 15,2 10 0-15,3 7-1 0,-5 5 1 16,0 0-2-16,-2 2-1 0,0 0 0 15,-1 0-2-15,-1-1 0 0,1 1-1 0,-1-3 0 16,2-3-2-16,0-5 0 0,1-4-1 16,0-3 1-16,3-4 1 0,0-2 0 15,6-4-1-15,4-1-1 16,1-10 0-16,8-10 1 0,-2-7 3 0,1-8 0 0,-1-5 0 16,1-1 1-16,-2-3 0 0,0 3 0 15,-3 5 0-15,-1 4 1 0,-4 6 1 0,-6 10 1 16,-5 6 2-16,-4 7 2 0,-3 3-1 15,0-1-2-15,0 1-1 0,2 0-2 16,-2 0 0 0,0 4 2-16,0 16-2 0,0 9-2 15,-3 10 0-15,-2 7-4 0,1 6 1 16,1 5-1-16,0 10 0 0,0 6 1 16,2 4-1-16,-1 4 12 0,2 4 0 0,0 5 0 15,2 8-2-15,4 3-11 0,1 3-1 16,0-5 6-16,0-7 2 0,-4-8-3 15,-3-9 2-15,0-10-9 0,-10-6-1 0,-6-11 4 16,-6-9 1-16,-5-8 2 0,-5-10 1 16,-4-10 1-16,-3-11-1 0,-4-8 1 15,-1-16 1-15,-2-12 0 0,1-15 0 0,3-9-2 16,3-15-8-16,7-13 3 0,13-9-4 16,10-6 3-16,9-1 8 0,14 9-4 15,16 11 3-15,15 13-15 16,16 15 3-16,14 11-3 0,9 10 1 0,13 10 10 0,4 8-8 15,3 7-13-15,-3 5-31 0,-4 5-99 16,-9 0-164-16,-7 0-6 0</inkml:trace>
  <inkml:trace contextRef="#ctx0" brushRef="#br0" timeOffset="13099.86">28440 1189 743 0,'0'0'42'0,"0"0"-12"0,0 0-3 0,0 0-10 0,0 0-4 16,0 0-4-16,78 4 2 0,-61 20-7 15,-1 10-3-15,1 3 0 0,-1 5-2 0,1-2-1 16,1 2 0-16,4-3 0 0,1-1 0 15,2-3 0-15,6-8 2 0,4-7 1 16,7-11-1 0,8-9 1-16,8-6 1 0,6-16-1 15,2-5 1-15,1-8 1 0,-4-4 1 16,-3-7 0-16,-8-7 0 0,-7-3 1 16,-9 1-13-16,-7 5 6 0,-8 10-1 0,-7 13 1 15,-6 12 10-15,-5 9-7 0,-3 6 0 16,0-1-2-16,0 1-2 0,0 0 0 15,0 0 0-15,-2 14 3 0,-7 8-1 0,-6 9-13 16,-4 2-18-16,-1 2-52 0,-6 1-84 16,-2 1-150-16</inkml:trace>
  <inkml:trace contextRef="#ctx0" brushRef="#br0" timeOffset="13383.25">28803 748 825 0,'0'0'40'0,"0"0"-10"0,0 0-7 0,0 0-6 31,0 0-3-31,0 0-6 0,0 0-2 16,0 0-3-16,0 0-3 0,0 0 2 16,-2-68-3-16,11 86 1 0,4 15 1 0,-3 17-1 15,0 17 1-15,-1 18 1 0,-2 12-1 16,0 10 3-16,2 5-2 0,-2 2-3 15,2-2-1-15,0-3-3 0,0-7 2 0,0-6 10 16,0-13-2-16,-1-9-2 0,-2-10-3 16,-1-9-12-16,-2-10-5 0,-2-14 0 15,2-7-10-15,-2-10-8 16,1-8-21-16,-1 1-104 0,-1-8-153 0,2-14-15 0</inkml:trace>
  <inkml:trace contextRef="#ctx0" brushRef="#br0" timeOffset="13933.16">30230 936 703 0,'0'0'41'0,"0"0"-4"16,0 0-9-16,0 0-7 0,0 0-5 15,0 0-7-15,0 0-4 0,0 0-1 16,0 0-3-16,0 0 1 0,-75 144 3 15,73-58-1-15,2 8-2 0,6 7-1 0,5 4-5 16,4 3 0-16,1-2 1 0,-3-3 13 16,-1-2 0-16,-1-6 0 0,-4-1 2 0,-4-6-16 15,-1-9 3 1,-2-9-3-16,-3-14 2 0,-5-12-1 0,0-12-1 0,-1-14-2 16,-1-5-2-16,3-9-6 0,-8-4-10 15,-4-8-21-15,-1-11-47 0,-6-8-138 0,3-9-87 16</inkml:trace>
  <inkml:trace contextRef="#ctx0" brushRef="#br0" timeOffset="14283.25">30075 1665 760 0,'0'0'52'0,"0"0"-13"15,46-109-9-15,-20 78-11 0,5 4-4 16,3 7-6-16,6 8-2 0,0 5-3 0,2 3-2 15,-1 4-2-15,2 7-2 0,-3 6 1 16,-2 8-2-16,-3 5 1 0,-2 4-1 16,-6 6-1-16,-1 0-1 0,-4 2-2 15,-7-3-1-15,-3-2-2 0,-6-4 1 0,-4-5-1 16,-2-9 2-16,-2-1 2 0,-4-6 2 16,-3-7 3-16,-6-1 1 0,2-1 1 0,-2-16 2 15,7-10 0 1,6-13 0-16,4-10 0 0,12-6 1 0,9-5-1 0,9 2 1 15,6 6-1-15,6 8-1 0,3 8 0 16,0 8-1-16,-1 8-1 0,-2 4 1 0,-3 8-2 31,-5 5 0-31,-1 4-1 0,-6 0-2 16,-6 6-8-16,-3 6-7 0,-9-3-22 0,-5-1-26 16,-1 4-61-16,-5 1-181 0,0 7 6 15</inkml:trace>
  <inkml:trace contextRef="#ctx0" brushRef="#br0" timeOffset="15098.86">31350 1519 649 0,'0'0'57'16,"0"0"-13"-16,0 0-10 0,40-95-7 15,-34 78-6-15,-5-2-5 0,1 9-3 0,-2 2-6 16,-12 1-3-16,-7 7-1 0,-12 3-3 15,-5 14-1-15,-6 8 1 0,-3 9-2 0,1 5 0 32,2 8-1-32,8 3-1 0,8 0 0 15,9 0-1-15,10-4 0 0,7-5 0 16,6-6 0-16,12-6 15 0,7-8-14 16,4-6 17-16,4-7-13 0,3-7-17 0,3-1 16 15,1-12-14-15,-2-5 15 0,-3-4 0 16,-7-3 2-16,-8-3 1 0,-4-4-2 0,-9-5 1 15,-5-4 1-15,-2-5-1 0,-6-4 1 16,-8 1 0-16,-1-1-1 0,-4 5 1 16,0 6 0-16,1 8-1 0,6 10 2 15,-1 5 0-15,7 7-1 0,3 5 2 0,2 3-1 16,2 2 0-16,12 12 1 0,9 2 0 16,5 4-1-16,10 1 3 0,3-1-3 0,5 1-2 15,-2 0-1 1,2 4-4-16,-4 0 0 0,-5 6 1 0,-6 2-1 0,-5 2 0 15,-5 2 2-15,-8 1-3 0,-7-2 0 16,-5-1 1-16,-5-2 0 0,-10-3 0 0,-7-3 18 31,-2-6 0-31,-1-6 2 0,6-4 1 16,1-8-17-16,3-3-17 0,2-7 0 0,3-9 1 16,8-6-1-16,5-3 20 0,15-7-2 15,5-5-1-15,9-3-1 0,7-6 1 16,6-1-1-16,7 0-1 0,2 9 6 15,0 7 0-15,-2 15-1 0,-7 10 1 0,-3 6-6 16,-7 12-1-16,-7 9 1 0,-2 6-1 16,-5 5 0-16,-5 2 2 0,-6 1-1 0,-4-3 0 15,-5-2 0 1,-1-3-2-16,-4-3 3 0,-6-2-1 0,-4-6 2 0,-1-2 1 16,3-7-2-16,-4-2 1 0,6-3 1 15,-3-2-1-15,-1 0 1 0,3-9 0 0,1-7-2 16,9-5 0-16,1-6 1 0,13-8-1 15,4-4 1-15,9-7 0 0,6-4-1 0,7-3 1 32,4 2 1-32,4 8-2 0,0 9 0 15,-1 14-2-15,-6 13 0 0,-4 8 1 16,-6 16-1-16,-4 11-1 0,-5 5 2 16,-4 8 1-16,-4 4-2 0,-3 2 4 0,-3-1-3 15,-1-4 0-15,-1-2 2 0,-1-7 3 16,0-7 0-16,2-8 1 0,0-4-2 0,-2-6-5 15,6-5-4-15,9-1-7 0,3-2-15 16,8-15-17-16,0-7-55 0,-2-9-153 16,-3-3-72-16</inkml:trace>
  <inkml:trace contextRef="#ctx0" brushRef="#br0" timeOffset="16248.79">19731 3652 772 0,'0'0'3'0,"0"0"3"0,0 0 6 16,0 0 4-16,0 0 4 0,0 0 2 0,0 0 1 15,0 0-2-15,0 0-4 0,-10-17-4 16,16-1-4-16,5-8-5 0,6-4 0 16,4-2-3-16,5-5 1 0,4-3-2 15,4-5 1-15,1-5-2 0,2-3-5 0,0-6 5 16,-2-5-4-16,-4-4 2 0,-9-3 2 16,-5-4-3-16,-7 3 4 0,-7 5-3 0,-3 9 3 31,-4 12-1-31,-7 13 0 0,-2 10 1 0,-6 11 0 0,-1 9-1 0,-6 5 0 15,-1 14 1-15,-6 10-2 0,-1 11 3 16,3 10-2-16,2 9 1 0,8 7 0 0,5 7 1 31,11 0-1-31,5 2 1 0,5-4 5 16,16-3-6-16,7-4 3 0,7-5-2 0,7-8-2 16,9-5 3-16,2-8-3 0,2-11 2 15,3-7 1-15,0-11-3 0,-2-6 1 16,-2-5 0-16,-5-10 0 0,-1-6 1 15,-6-8 0-15,-2-3-1 0,-5-6 1 0,-5-1-1 16,-5-5 2-16,-6-2-1 0,-4-2-5 16,-6-1 4-16,-3 2-4 0,-3 6 3 0,-3 6 3 15,0 12-2-15,0 10 0 0,-2 7 0 16,-8 6-1-16,-10 4 1 0,-6 11 0 16,-3 10 1-16,-3 8-2 0,2 3 2 15,4 6 3-15,3 0-4 0,5 2 5 0,10 0-5 16,6-2 0-16,2-2 0 0,12-5-1 15,8-3 1-15,6-8-2 0,6-4 2 0,4-7 0 32,6-6 1-32,4-7 0 0,2-3-1 15,4-12 2-15,0-10-2 0,3-4 2 16,-4-6-1-16,-1-4 1 0,-5-7 0 16,-5-5-6-16,-5-7 5 0,-4-7-6 0,-9-7 5 15,-4-5 1-15,-6 0-1 0,-4 2 3 16,-3 10-1-16,-4 10 2 0,-1 11 0 0,0 10 3 15,-3 10 2-15,-1 8-10 0,-2 6 9 16,3 5-12-16,-4 3 6 0,-3 2 8 16,-4 11-9-16,-3 11 6 0,3 12-6 15,4 14-3-15,4 16 2 0,2 14-2 0,1 10 4 16,1 9-2-16,0 5 0 0,0 2 2 16,-1 6-1-16,2-1 0 0,-1 0 0 0,2-6-3 15,0-7 3 1,2-9 1-16,4-12-3 0,5-8 3 0,-1-8-4 0,3-9-1 15,-3-8 1-15,1-9-4 0,-3-12-1 16,-4-8-3-16,-1-8-2 0,-3-5-3 0,0 0-8 31,0 0-22-31,2-10-47 0,-2-10-166 16,0-7-72-16</inkml:trace>
  <inkml:trace contextRef="#ctx0" brushRef="#br0" timeOffset="16631.87">20987 3552 836 0,'0'0'33'0,"0"0"-4"0,96-102-9 0,-51 64-7 15,4 0-8-15,2-1-1 0,2-2-4 16,1-2-3-16,-3-1 1 0,-4-6-5 16,-6-3 1-16,-6-6 0 0,-8-6-2 15,-8-5 1-15,-10 1 0 0,-7 4 5 0,-2 4 1 16,-7 8 3-16,-2 9-3 0,-3 8-3 15,0 7 7-15,0 9-5 0,2 8 10 0,4 6 0 16,-4 6-2 0,-1 0-1-16,-2 9-1 15,-6 11 8-15,7 9-6 0,5 10 5 16,3 11-3-16,2 11-8 0,2 7 0 16,0 11 0-16,2 3 0 0,2 3 0 0,0-1 1 15,2-6 4-15,2-2-5 0,1-4 3 16,5-9-4-16,3-5-2 0,2-11 2 0,4-10-1 15,1-13 1-15,5-12 1 0,3-12-1 16,1-4-1-16,4-18-1 0,-1-6-2 16,0-7-4-16,-3-2-4 0,-2-2-14 15,-5-2-27-15,-3 0-57 0,-9-2-193 0,-1-1-25 16</inkml:trace>
  <inkml:trace contextRef="#ctx0" brushRef="#br0" timeOffset="16898.64">21620 3055 793 0,'0'0'46'0,"0"0"1"16,0 0-7-16,0 0-11 0,89 0-10 0,-31-5-5 16,10-5-4-16,6-2-3 0,3-2-4 15,1-1-1-15,1 1-2 0,-1 1-1 16,-2 1 0-16,-7 0-2 0,-7 2-1 15,-11 2-2-15,-15 0 1 0,-12 2 0 0,-12 3 2 16,-7 1 1-16,-5-3 1 0,-8-3 0 16,-6-2-1-16,-8-2 1 0,-1 3-1 0,7 5-2 15,-4 2-6-15,1 2-12 0,3 2-20 16,-6 5-60-16,6 5-213 0,-2-3-19 16</inkml:trace>
  <inkml:trace contextRef="#ctx0" brushRef="#br0" timeOffset="18081.91">4202 5199 641 0,'0'0'55'0,"0"0"-2"16,0 0-8-16,0 0-9 0,0 0-12 0,0 0-9 15,0 0-6 1,0 0-5-16,0 0 1 0,-6-50 1 0,8 71 4 0,2 11-6 16,7 5 3-16,-2 6-6 0,3 3-2 15,5-1 1-15,6-1-2 0,6 0 2 0,6-3-1 16,7-6 2-16,8-9-1 0,7-11 1 15,3-15 1-15,4-7-2 0,3-19 2 0,-1-10-1 16,-1-7 2 0,-4-7 0-16,-5-2-1 15,-7-1 0-15,-11 0-4 0,-9 3 4 16,-10 3-4-16,-6 7 4 0,-7 13 0 16,-5 6-2-16,-1 7 0 0,0 8 0 0,0 1-2 15,0 5 1-15,0-1-2 0,-1 1-3 16,-8 3-4-16,-5 7-6 0,-1 10-13 0,4 3-22 15,0 4-46-15,0 5-126 0,-5-2-82 16</inkml:trace>
  <inkml:trace contextRef="#ctx0" brushRef="#br0" timeOffset="18381.95">4572 4915 801 0,'0'0'42'15,"0"0"-4"-15,0 0-8 0,-26-85-6 16,22 76-7-16,1 4-5 0,3 2-4 0,0 3-2 31,-3 0-3-31,0 8-2 0,-1 14 0 16,-1 13 0-16,4 12 2 0,1 10-2 0,0 8 1 16,3 6 2-16,4 7-4 0,-1 7 2 15,7 7-3-15,-3 5-2 0,3 5 3 16,-3-2-2-16,2-4 2 0,-1-7 3 15,-1-8-2-15,1-8 1 0,-3-10-2 0,1-6-3 16,-3-10 2-16,-2-9-3 0,-1-12-3 16,0-11-1-16,0-9-4 0,-1-2-4 0,0 1-10 15,-1 0-21 1,2-1-56-16,-3-4-207 0,0-4-25 0</inkml:trace>
  <inkml:trace contextRef="#ctx0" brushRef="#br0" timeOffset="18898.98">5969 5199 800 0,'0'0'39'0,"0"0"0"0,0 0-10 15,0 0-12-15,0 0-11 0,0 0-3 16,0 0-2-16,0 0 6 0,0 0-4 16,0 0 3-16,68 99-3 0,-71-44-4 15,-6 10 1-15,-5 6-1 0,1 3 1 0,-3 2-1 16,0-4 3-16,-3-3 1 0,-1-7-3 16,3-5 4-16,-2-11-5 0,4-9 0 0,1-8 2 15,5-11 0-15,5-9 2 16,1-4 1-16,3-5-2 0,-3-12 2 0,3-10-3 15,0-11 0-15,3-8 1 0,3-8-6 16,1-7 4-16,3-9-3 0,0-7 3 0,2-5 1 31,2 0 0-31,1 2 1 0,2 10-3 16,2 14 1-16,0 12-4 0,2 15 3 0,0 15 0 16,2 9 0-16,4 15 3 0,1 11-2 15,1 12 1-15,1 7-1 0,-4 9 3 16,1 2-2-16,-6 3 3 0,2-1-4 15,-3-4 1-15,-1-2-2 0,-2-7 2 0,-2-5 3 16,-2-5-2-16,-3-5 3 0,-3-10-6 16,-1-5 1-16,0-6-1 0,-5-6 0 0,-1 2 0 15,0-5-3-15,0 0-6 16,0 0-15-16,0 0-31 0,0 0-85 0,0-9-180 16,-11-10-15-16</inkml:trace>
  <inkml:trace contextRef="#ctx0" brushRef="#br0" timeOffset="19083.2">5800 5688 834 0,'0'0'34'16,"0"0"3"-16,0 0-6 0,88-43-10 0,-46 35-10 15,0-1-3-15,3 2-4 0,-2 0-3 16,-1 0-2-16,-6 1-6 0,-1 1-5 0,-3 0-14 15,-12 0-31-15,-6 3-65 16,-8-7-193-16,-6 3-18 0</inkml:trace>
  <inkml:trace contextRef="#ctx0" brushRef="#br0" timeOffset="19448.75">6014 4798 847 0,'0'0'36'15,"0"0"-9"-15,0 0-7 0,0 0-7 0,0 0-7 16,0 0-4-16,0 0-2 0,0 0 0 31,0 0-1-31,-100-3 0 0,71 35 0 16,0 5-2-16,0 5 1 0,2 0-1 0,2-2 0 16,2-5-2-16,3-6 0 0,7-11-1 15,4-6 1-15,5-8 3 0,4-4 1 16,-3-1 2-16,3-14-1 0,0-13 2 15,0-11-2-15,6-8 3 0,5-3-1 0,1 0 1 16,1 4-1-16,-3 7 3 0,2 7-1 16,-4 12 0-16,-2 10 0 0,-3 5-2 0,3 5 1 15,7 1-1-15,7 11 1 16,6 7 1-16,1 6-2 0,1 5 1 0,1 3-2 16,-2 0 0-16,5-1 0 0,-2-2-1 15,1-4 0-15,-1-5-4 0,-1-5 1 0,0-6-5 16,-3-4-13-16,-3-6-26 0,-1-1-80 15,-9-13-187-15,4-4-22 0</inkml:trace>
  <inkml:trace contextRef="#ctx0" brushRef="#br0" timeOffset="20365.33">6893 4859 604 0,'0'0'72'0,"0"0"-13"15,0 0-10-15,0 0-8 0,0 0-15 0,0 0-9 16,0 0-6-16,0 0-4 0,0 0-1 31,0 0-1-31,-87 21-2 0,69 10 0 16,-3 4 0-16,4 2-2 0,1 0-1 16,0-4 0-16,4-3-4 0,1-3 4 0,7-8-1 15,1-1 0-15,1-8 1 0,1-5-1 16,1 1-1-16,0-6 2 0,0 0 1 0,0 0 0 15,6-7 2-15,5-12-1 0,2-6 0 16,-1-7-1-16,1-1 1 0,-3 1-1 16,-1 4 3-16,-1 9-2 0,-5 8 1 15,0 6-2-15,-3 5-2 0,6 0 2 0,7 0-1 16,3 8 1-16,5 4 1 0,-2 2-1 16,0 2 0-16,1 1-1 0,-1-2 1 0,0-1 0 15,-9-3 0-15,3-2 0 0,-6-5-2 16,-4-1 1-16,0 0 0 0,-3-3 0 15,0 0 2-15,0 0-1 0,-3 0-1 16,-13 0-2 0,-10-4-3-16,-11-5-1 0,-4-5 1 15,2-3-2-15,-6-2 2 0,0-3 0 16,-2-1 0-16,0 1 1 0,0 2 3 0,5 3 1 16,7 5 5-16,9 4-1 0,14 4 0 15,8-2 0-15,6-3 0 0,15-2 1 16,13-4 1-16,12 3 0 0,13 1-2 15,6 4-1-15,3-1-3 0,-1 4 0 0,-2-1 0 16,-2 3-2-16,-4 2-6 0,-3 0-14 16,-7 0-38-16,0 4-86 0,-8 0-167 0,-2 2-13 15</inkml:trace>
  <inkml:trace contextRef="#ctx0" brushRef="#br0" timeOffset="20748.91">7629 5200 796 0,'0'0'34'0,"0"0"-1"0,26-82-5 0,-23 70-8 15,-2 6-7-15,-1 6-4 0,0-1-4 16,0 1-4-16,0 0-1 0,2 0 0 0,-2 13 1 15,1 10 0-15,2 9 0 0,2 4 4 16,3 0-4-16,4 3 3 0,1-3-4 16,4-2-1-16,5-3 1 0,1-5-1 15,3-4 1-15,3-9-1 0,1-4 2 0,5-8 0 16,1-2 0-16,2-11 2 0,2-8-1 16,-1-6-4-16,-4-2 4 0,0-7 0 0,-6-3-2 15,-2-2 1-15,-4 2-1 0,-4 2-3 16,-3 6 3-16,-6 8 2 0,-1 5-1 15,-5 9 0-15,-4 3-1 0,4 0-2 16,-4 5-2-16,0-1-1 16,0 1-2-16,-1 7-7 15,-8 8-9-15,-5 9-25 0,-2 3-39 16,-3 0-122-16,-1 3-106 0</inkml:trace>
  <inkml:trace contextRef="#ctx0" brushRef="#br0" timeOffset="21032.32">7911 5009 815 0,'0'0'49'0,"0"0"-8"0,-16-78-9 15,13 66-8-15,2 2-9 0,-2 5-5 16,3 1-4-16,0-1-2 0,0 5-2 16,0 3-2-16,0 20 2 0,0 12-1 15,0 16 2-15,7 6-3 0,0 6 2 0,-1 6 3 16,4 3-3-16,-1 8 2 0,1 1-3 15,-3 4-3-15,2 0 3 0,1-3-3 0,-1-4 1 16,-2-9 3-16,2-5-6 0,1-9 1 31,-3-8-3-31,-1-7-4 0,0-15-1 16,-2-5-3-16,0-8-6 0,-2-7-7 16,-1 1-17-16,-1-6-54 0,3 0-157 0,1-8-70 15</inkml:trace>
  <inkml:trace contextRef="#ctx0" brushRef="#br0" timeOffset="21582.93">8841 4819 850 0,'0'0'33'0,"0"0"-1"0,33-82-6 0,-28 72-8 15,-4 5-7-15,-1 5-5 0,0-2-4 16,0 2-4-16,0 4 0 0,-3 17 1 15,-7 15 0-15,-7 16 2 0,-2 7-3 16,-3 4 0-16,-1 2-1 16,1-3 0-16,2-3 2 15,1-6-4-15,5-8 1 0,-2-6-3 16,9-17 1-16,1-8 4 0,4-8 3 0,2-6 2 16,0 0 2-16,0-14-3 0,6-10-5 15,6-9 2-15,4-8-2 0,-2-2 3 16,2 1 3-16,0 4-1 0,0 5 2 15,-6 6 0-15,1 11-1 0,-5 7-1 16,0 7-1-16,6 2 0 0,2 9 0 0,8 8 1 16,-5 3-1-16,2 3 0 0,-3 1 0 15,3 0 1-15,-3 0-1 0,1-2 0 0,0-2-1 16,-2-4 1 0,-5-4 5-16,-2-4-5 0,-5-5 4 0,-3-3-5 15,0 0 0-15,0 0 0 0,0 0 0 16,0 0-4-16,-7-2-5 0,-7-8 2 0,-12-9-5 15,-5-3 4-15,-3-6 0 16,-4-4 0-16,-4-2 3 0,3-1 3 16,3 1 4-16,4 4-2 0,5 7 2 15,9 8 0-15,7 7 3 0,8 5 0 16,3 3 1-16,-2-1 0 0,2 1 1 0,3 0 0 16,17 0 0-16,12 0-1 15,12 0-3-15,6 0 1 0,5 0-3 0,7 0-2 16,3-1-4-16,-1-4-11 0,0-2-27 15,-2 2-88-15,-4-6-191 0,-5-3-29 0</inkml:trace>
  <inkml:trace contextRef="#ctx0" brushRef="#br0" timeOffset="22498.96">3567 4373 540 0,'0'0'73'0,"0"0"-12"0,0 0-11 0,0 0-11 15,-42-89-7-15,35 79-6 0,3 3-6 16,-4-1-3-16,5 5-5 0,-8 2-3 0,4 1-1 31,-8 12-1-31,-5 7 1 0,3 7 0 16,-1 6-1-16,-2 5 1 0,4 5-2 0,-1 5-1 16,2 4 5-16,1 9-4 0,5 5 2 15,3 6-3-15,3 8-4 0,2 8 2 16,1 5-3-16,0 6 1 0,4 5 1 15,5 7-1-15,1 9 0 0,3 7 0 0,0 4 1 16,3 1 0-16,-1-1 1 0,-1 0-2 16,-1-3-3-16,-3-1 3 0,-1-6 2 0,-6-5-1 15,-3-5 2 1,-5-7-2-16,-9-7-4 0,-5-7 4 0,-4-7-3 0,-6-9 3 16,-4-5 2-16,-5-8-1 0,-4-7 3 15,-1-8-4-15,-3-8 1 0,1-12-2 0,0-8-2 16,6-11 2-16,0-6-3 0,4-15 1 15,3-11 1-15,6-7-5 0,5-4-5 0,6 1 1 16,5 8-7 0,6 12 3-16,4 5-12 15,0 8-14-15,1 0-37 0,9 3-132 16,-4 0-115-16</inkml:trace>
  <inkml:trace contextRef="#ctx0" brushRef="#br0" timeOffset="23266.62">10157 5490 761 0,'0'0'44'0,"0"0"-4"0,-25-88-10 0,12 61-5 16,-6 1-9-16,-2 5-5 0,-5 2-3 15,-6 8-2-15,-3 3-1 0,-5 8-1 0,-8 0-3 16,-1 13 0 0,-3 7-1-16,1 6 0 15,5 6 1-15,5 7-3 0,4 4 2 16,12 4-2-16,6 0 1 0,11-2-1 16,8-4 1-16,4-6 0 0,19-7 1 0,2-9 0 15,12-8 0-15,1-8 0 0,1-3 1 16,4-12 0-16,-4-12 1 0,-1-8 0 0,-2-10-1 15,-1-6 2-15,-5-5-3 0,-2-3 3 16,-5-3-2-16,-6-4-4 0,-2-3 3 16,-8-6-3-16,0-4 2 0,-4-4 3 15,-3 2-1-15,0 7 2 0,0 12 0 0,-3 15 4 16,2 15-3-16,-2 14-1 0,3 11-1 16,0 4-2-16,-3 1 0 0,-3 20 0 0,2 12 1 15,-2 19-1 1,6 8 2-16,0 6-5 0,6 2 5 0,4 4 3 0,4-1-3 15,2-1 3-15,0 1-4 0,3 1-2 16,1-3 1-16,0 0-8 0,-1-9-1 0,0-7-7 31,-1-8-9-31,0-11-10 0,1-7-18 16,-6-11-41-16,4-7-95 0,1-9-118 0</inkml:trace>
  <inkml:trace contextRef="#ctx0" brushRef="#br0" timeOffset="23659.35">10437 5370 852 0,'0'0'41'0,"0"0"-9"15,0 0-9 1,84-62-6-16,-54 52-6 0,2 2-2 0,0 3-4 0,-3 5-5 16,-4 0 0-16,-2 11-2 0,-3 7 0 15,-5 6 0-15,-4 6-2 0,-8 10 1 0,-3 4-3 16,-6 4-1-16,-10 4-2 0,0 0 0 15,-4-3-2-15,0-7 4 0,2-9 3 0,6-10 0 16,4-11 4 0,5-5 2-16,3-7 2 15,0 0 0-15,3-16 0 0,13-8-2 16,5-15 1-16,6-9-1 0,2-3 2 16,1-5-1-16,1 1 0 0,-4 5-1 0,-1 4 3 15,-4 7-2-15,0 6 3 0,-7 6 0 16,-6 11 0-16,-3 7 1 0,-3 6-2 0,-3 3-1 15,0-2-2-15,0 2-1 0,0 2-2 16,0 13 2-16,-3 11-1 0,-6 9 1 16,2 7-2-16,-3 4 1 0,4 4-1 15,2 3 1-15,4-1-2 0,0-1-1 0,4-5-6 16,8-5-3-16,8-5-7 0,3-9-9 16,7-7-27-16,5-8-52 0,6-7-198 0,8-5-28 15</inkml:trace>
  <inkml:trace contextRef="#ctx0" brushRef="#br0" timeOffset="23948.86">12624 5440 720 0,'0'0'53'0,"0"0"-4"16,0 0-12-16,0 0-8 0,0 0-10 0,0 0-6 15,0 0-2-15,0 0-3 16,98-53-1-16,-57 50 0 0,8 1-3 0,6 1-1 16,2 1-1-16,1 0-1 0,-4 0-1 15,-5 0 0-15,-10 0-2 0,-11 0-1 0,-13 0-7 16,-7 1-11-16,-8-1-19 0,0 0-47 15,-2 0-218-15,-15 0-27 0</inkml:trace>
  <inkml:trace contextRef="#ctx0" brushRef="#br0" timeOffset="24148.58">12533 5748 938 0,'0'0'36'15,"0"0"-6"-15,0 0-11 0,97-24-19 16,-45 11 0-16,5 0 0 0,4 1 0 16,1 0 0-16,2-1 0 0,0 5 0 15,1-2 0-15,0 3-19 0,1 0-33 0,-3 0-138 16,-3 3-148-16,-8-7-22 0</inkml:trace>
  <inkml:trace contextRef="#ctx0" brushRef="#br0" timeOffset="25015.52">14864 5188 719 0,'0'0'45'0,"0"0"-1"16,0 0-7-16,0 0-6 0,-12-85-6 15,14 68-7-15,8 4-4 0,3 4-4 16,7-1-3-16,2 10 0 0,5 0-2 15,5 13 0-15,3 8-2 0,1 5 0 0,-2 6-3 16,-2 4-1-16,-1 3 5 0,-5 4-4 0,-3-1 3 16,3 0-3-16,0-6-2 0,1-3 1 15,2-7-1-15,5-8 2 0,2-9 1 16,7-9-1-16,2-4 0 0,7-14-1 16,0-10-1-16,0-7 2 0,-3-5 1 15,-5-5 1-15,-7-3-4 0,-5-2 4 0,-7 1-4 16,-4 5 2-16,-6 8 2 0,-4 5-1 0,-3 13 0 15,-4 7-1-15,-4 8 0 0,0 3-3 16,0-1 0 0,0 1-1-16,0 0-3 15,-1 8-3-15,-7 8-9 0,-6 7-12 16,-4 3-30-16,-6 1-64 0,-5-1-182 16,-4 1-18-16</inkml:trace>
  <inkml:trace contextRef="#ctx0" brushRef="#br0" timeOffset="25298.93">15317 4809 821 0,'0'0'47'0,"0"0"-8"0,-11-81-10 16,10 69-7-16,1 6-7 0,0 0-3 0,0 6-5 16,0-2-2-16,0 2-2 0,0 3-3 15,3 19 2-15,4 15 0 0,6 21 0 16,-1 12 2-16,-1 9-4 0,2 7 3 15,2 6 0-15,-4 2-2 0,2 4 1 16,-4 1-2-16,4 1-1 0,-3-4 1 0,1-8-4 31,1-8 1-31,0-12 1 0,1-8-5 0,-2-11 3 16,2-10-9-16,-1-10-1 0,-5-10-5 16,2-5-9-16,2-3-18 0,-3-5-64 15,5-3-200-15,-2-3-24 0</inkml:trace>
  <inkml:trace contextRef="#ctx0" brushRef="#br0" timeOffset="25966.41">16939 5489 582 0,'0'0'71'0,"0"0"-12"0,-19-99-11 16,8 69-9-16,-4 1-8 0,-4 4-8 15,-1 3-4-15,-3 4-3 0,-6 2-8 16,-6 5 3-16,-4 6-4 0,-6 5-2 15,-4 0 4-15,-3 12-6 0,3 6-2 16,-2 9 1-16,6 7-3 0,5 5 1 0,10 10-3 31,9 2 3-31,9 4-2 0,12 0 4 0,5-5-3 16,14-6 1-16,10-9 0 0,6-10-1 16,2-8 0-16,7-9 2 0,-2-8-1 15,-1-5 1-15,0-12-1 0,-3-5-1 16,-5-6 2-16,-3-4-1 0,-4-3 1 15,-3-4 1-15,-5-2-1 0,-4 0-1 0,-2 0 2 16,-1 5-3-16,-4 4 2 0,-2 9 0 0,-2 11 0 16,-2 8-2-16,-1 4 0 0,0-2-2 15,5 2 1-15,3 12 1 0,2 11 1 16,5 10 1-16,2 8-2 0,1 3 2 16,2 2-2-16,0-1 2 0,0-3-2 15,2-3 2-15,1-8-1 0,2-6 0 0,-3-7 0 16,1-6-1-16,0-6 0 0,0-6-3 0,-1 0-11 15,1-4-15-15,-2-10-33 0,0-3-93 16,-4-4-155 0,-1-3-15-16</inkml:trace>
  <inkml:trace contextRef="#ctx0" brushRef="#br0" timeOffset="26366.63">17734 5147 726 0,'0'0'57'0,"0"0"-10"0,0 0-11 16,0 0-9-16,0 0-8 0,0 0-5 0,0 0-6 16,0 0-4-16,0 0-1 0,0 0-1 15,26-50 1 1,-14 74 2-16,6 9 3 0,0 4-5 0,2 3 2 0,2-1-5 15,1 0-1-15,6 0 1 0,3-6-1 16,3-3 1-16,5-7-2 0,2-7 1 0,4-6 0 31,2-9-1-31,2-2 2 0,1-13-1 0,1-9 1 16,-3-4-1-16,-4-6 1 0,-6-4 0 16,-4-3-5-16,-9 1 5 0,-4 3-3 15,-7 4 4-15,-6 9 1 0,-4 9-3 16,-2 8 2-16,-3 6-2 0,0-1-1 15,0 1 1-15,0-1-3 0,0 1 0 0,-3 0-4 16,-11 1-5-16,-3 10-10 0,-7 5-15 0,0 3-31 16,-3 2-71-16,-5 0-169 0,-1 0-6 15</inkml:trace>
  <inkml:trace contextRef="#ctx0" brushRef="#br0" timeOffset="26648.64">18068 4836 859 0,'0'0'36'0,"0"0"-7"15,0 0-9-15,7-87-4 0,-7 81-3 16,2 2-3-16,-2 4-3 0,0-2-3 16,0 2-2-16,1 5-2 0,2 16 1 0,0 18-1 15,3 18 2-15,2 11-3 0,1 9 5 0,2 7 0 16,1 5-2-16,2 5 1 0,1 3-5 15,-2 2 0-15,3 0 3 0,-4-6-3 16,-2-7 4-16,0-9 0 0,-4-10-4 16,-2-12 2-16,-1-14-6 0,0-14-3 15,-3-13 1-15,2-8-2 0,-2-6-2 0,0 0-6 16,0 0-17-16,1 0-29 0,2-12-60 0,0-11-194 16,4-7-8-16</inkml:trace>
  <inkml:trace contextRef="#ctx0" brushRef="#br0" timeOffset="27215.44">19098 4772 859 0,'0'0'39'0,"0"0"-11"15,0 0-9-15,0 0-6 0,0 0-7 16,0 0-4-16,0 0-2 0,0 0-1 15,0 0 2-15,0 0-3 0,35 38 3 0,-43 16-4 16,-2 7 3-16,-4 3-2 0,1 0 2 0,0-3 2 16,3-5-6-16,-1-5 3 0,3-8-6 15,4-9 1-15,-1-14 2 0,4-7 2 16,1-8 2-16,0-5 2 0,0 0-1 16,0-1 1-16,3-14-1 0,9-11 0 15,5-10 0-15,1-4-4 0,3-4 4 0,0 2-5 16,-1 2 4-16,-1 5 1 0,-1 10 0 0,-7 8 1 15,-2 8-2-15,-6 6-1 0,0 3 2 16,4 3-1 0,3 11 2-16,3 4 0 15,-3 4 1-15,0 3-2 0,-1-3 1 16,-3 3-2-16,0-3 1 0,-1-2 3 16,-2-5-3-16,0-5 3 0,0-6-4 0,-3-4-1 15,0 0 1-15,0 0-1 0,0 1-1 0,0 1-1 16,-3-2-3-16,-11 0-4 0,-12-7 4 15,-9-7-5-15,-4-6 3 0,-7-4 1 16,-5-5 1-16,-4-3 3 0,-3-4 0 16,2 1 3-16,2 4 0 0,8 6 3 15,8 5-2-15,6 8 3 0,12 4 1 0,10 4-1 16,5 4 2-16,5 0 1 0,-2 0 1 0,4 0 2 16,15 0-2-16,13 4-2 0,15 2-1 15,10-1-2 1,10-1-1-16,10-1 0 0,5-1-3 0,5 3-4 0,-1-2-8 15,-4-1-26-15,-1 3-72 0,-5-5-212 16,1 0-31-16</inkml:trace>
  <inkml:trace contextRef="#ctx0" brushRef="#br0" timeOffset="27866.48">20673 5417 665 0,'0'0'40'16,"0"0"3"-16,0 0-7 0,4-79-2 16,-4 61-7-16,0 4-4 0,-6-2-5 0,-4 5-5 15,-4 3-3-15,-10 4-4 0,-6 4-1 0,-12 6-3 16,-7 14 0-16,-9 5-4 0,-3 10 2 15,1 5-2-15,3 5 2 0,8 4-2 16,10 0 2-16,12-3-2 0,9-4 3 16,10-7-3-16,8-8 3 0,8-7-1 15,13-10 0-15,6-8 1 0,9-4 0 0,9-15 1 16,3-8-2-16,2-10 2 0,1-6-2 0,-3-6 2 16,-5-5-2-16,-5-2 1 0,-8-3 0 15,-7-3-3 1,-7-4 3-16,-7-8-2 0,-5-5 1 0,-4-6 2 0,-4-6-3 15,-8 3 2-15,-3 6 0 0,0 12 2 16,-1 13-2-16,1 17 2 0,7 14-2 0,2 12-3 31,0 12 2-31,0 5-1 0,1 15 1 0,0 13 0 16,4 11 1-16,1 10-2 0,9 11 2 16,5 7-3-16,3 3 4 0,2 4-3 15,3 1 2-15,-3 1 1 0,1-1-2 16,-3 0 2-16,0-3-3 0,0-6-2 15,0-6 0-15,0-10-2 0,-1-10-2 0,1-10-5 16,-2-8-6-16,2-9-14 0,1-5-20 0,-6-7-53 16,3-3-153-16,1-3-54 0</inkml:trace>
  <inkml:trace contextRef="#ctx0" brushRef="#br0" timeOffset="28315.58">21011 5376 827 0,'0'0'43'16,"0"0"-7"-16,0 0-9 15,78-62-6-15,-45 51-7 0,5 4-4 16,-2 4-4-16,0 3-3 0,-4 0-2 16,-3 5-2-16,-4 5 1 0,-4 5-2 0,-5 3-1 15,-3 7 2-15,-7 4-2 0,-6 4 0 0,0 5-2 16,-7 5 0-16,-8-1-5 0,-1-2 3 15,-4-4-1-15,1-4 3 0,-2-8 4 16,0-6 0-16,8-8 2 0,5-3 2 16,2-7 0-16,5-5 1 0,1-13 0 15,0-9-1-15,12-12 1 0,9-4-2 0,8-6 2 16,3-3 0-16,2 2 1 0,4 3-2 0,-2 4 2 16,-1 4-3-16,-5 7 2 0,-4 8-2 15,-10 9-4 1,-5 6 4-16,-6 6-4 0,-5 3 2 0,3 0 6 0,0 6-6 15,1 11 3-15,0 7-1 0,-4 6-2 16,0 6 0-16,-1 4-1 0,-2 2 1 0,0 4-2 31,3 0 2-31,0-2-1 0,2-5 1 0,6-4-1 16,7-6-1-16,6-6-3 0,6-8-1 16,8-6-5-16,6-7-3 0,8-2-6 15,6-13-7-15,5-5-13 0,-1-6-17 16,-6-6-28-16,-3-7-66 0,-9-4-147 15</inkml:trace>
  <inkml:trace contextRef="#ctx0" brushRef="#br0" timeOffset="29032.06">14203 4212 597 0,'0'0'63'0,"0"0"-12"31,0 0-11-31,-44-81-4 0,37 68-2 0,3 5-9 16,1 4-5-16,2 1-5 0,1 3-5 16,-2-2-5-16,2 2-2 0,-4 0 0 15,-5 11 2-15,-2 10 0 0,-2 12 2 16,1 10-1-16,-1 7 0 0,3 8-1 15,1 6 2-15,1 5 2 0,0 9-3 0,5 8 3 16,2 11-4-16,1 13-2 0,0 8 3 0,9 10-1 16,2 4-1-16,5 5-3 0,1 6 1 15,2 3 1 1,0-1-1-16,1-1 0 0,-2-5 0 0,-4-4-5 0,-5-6 3 16,-9-9 3-16,-2-7-3 0,-15-10 2 15,-7-7-1-15,-8-10-2 0,-6-10 3 0,-3-11-2 16,-2-13 2-16,1-11-1 0,3-13-1 0,3-10 1 15,3-8-1-15,2-10 1 0,2-1 0 16,3-16-3 0,3-5-3-16,3-3-3 15,7-1-2-15,4 6 0 0,5 8-3 16,1 7-7-16,3 5-14 0,0-1-23 16,0 1-45-16,3 0-202 0,7 9-23 0</inkml:trace>
  <inkml:trace contextRef="#ctx0" brushRef="#br0" timeOffset="33298.99">23656 5381 570 0,'0'0'57'0,"0"0"4"0,0 0-6 15,0 0-14-15,0 0-11 0,0 0-8 0,0 0-6 16,0 0 0-16,0 0-1 0,-58 3 1 0,61-3-1 16,17 0-2-16,12 1-3 0,14 2-2 15,5-1-3-15,5-2 2 16,5 1-3-16,0-1 1 0,-1 2-2 0,-2-2-1 15,-3 2-1-15,-8-2 0 0,-7 1 0 16,-14-1 0-16,-10 0 1 0,-9 0 0 0,-7 0 0 31,0 0 1-31,0 0 0 0,2 0 0 0,-1 0-2 16,1 0-1-16,-1 0-1 0,1 2-3 16,-1-2-5-16,-1 0-9 0,0 0-15 15,0 0-33-15,0 0-112 0,0 1-146 16,-15 3-12-16</inkml:trace>
  <inkml:trace contextRef="#ctx0" brushRef="#br0" timeOffset="33632.28">23595 5706 842 0,'0'0'25'0,"0"0"5"0,0 0-3 15,0 0-9-15,0 0-6 0,0 0-5 16,0 0-2-16,0 0 0 16,0 0 0-1,0 0 0-15,54-3-2 0,-6 3 3 16,5 1-4-16,5 5 1 0,4 0 0 16,2 2-2-16,-1-1 1 0,1 0-2 0,-3-2 1 15,-5 0 0-15,-7 0-1 0,-11-4 1 0,-12 1 0 16,-12-2 1-16,-8 1 1 0,-6-1 0 15,0 0 1-15,0 0-1 16,2 0 0-16,0 0-3 0,0 0 0 0,-2 0 0 16,0 0 0-16,0-4-6 0,0-1-3 15,0 0-8-15,0 1-14 0,0 4-22 0,0-1-81 16,0 1-192-16,0 0-17 0</inkml:trace>
  <inkml:trace contextRef="#ctx0" brushRef="#br0" timeOffset="44199.69">25877 5500 120 0,'0'0'15'15,"0"0"-5"-15,0 0-1 16,0 0 0-16,0 0 5 0,0 0 2 0,0 0 4 0,0 0 4 16,0 0 1-16,0 0 1 0,-4 7-1 15,2-5-8-15,2-2-2 0,0 0-2 16,0 1 0-16,0-1 3 0,0 0 1 15,0 0 1-15,0 0-1 0,0 0-1 0,0 0-1 16,0 0-1 0,0 0 0-16,0 0-5 0,0 0-2 15,0 0-5-15,0 0-2 0,0 0-1 16,-1 0-1-16,1 0 2 0,0 0 0 16,0 0 0-16,0 1-1 0,0-1 0 15,0 0-1-15,0 0 2 0,0 2 0 16,0-2 0-16,0 0 1 0,0 0 0 0,0 1 1 15,0-1-2-15,0 2 1 0,0-2-1 0,0 1-2 16,0-1 2-16,0 2 1 0,0-2-1 16,0 1 1-16,0-1 0 0,0 2 0 15,0-2 3-15,0 0 2 0,1 2 1 16,1-2 1-16,-1 0-1 0,1 1 1 16,-1-1-3-16,1 0 1 0,-2 0-2 0,1 0-2 15,-1 2 0 1,2-2-1-16,-2 0 1 0,0 0 1 0,1 1-1 15,-1-1 2-15,0 0-1 0,3 0 1 16,-3 1 0-16,0-1 5 0,1 0 0 0,-1 0 0 16,0 0 2-1,1 0-2-15,-1 0 0 0,0 0 0 16,2 0-4-16,-2 0-1 0,0 0-2 0,1 0-3 16,-1 0 1-16,0 0 0 0,0 0 0 0,0 0 1 15,0 0-2-15,0 0 0 16,0 0 0-16,0 0 0 0,0 0 1 0,0 0 0 15,0 0-1-15,0 0 1 0,0 0 1 16,0 0-2-16,0 0 2 0,0 0 0 16,0 0 0-16,0 0 1 0,0 0 0 0,0 0 0 15,0 0 2-15,0 0 2 16,0 0 1-16,0 0 2 0,0 0 3 0,0 0-2 16,0 0 1-16,0 0-3 15,0 0-1-15,0-1 0 0,2-5-4 0,-1 1 2 16,4-3 0-16,-2-2-1 15,-2 6 1-15,1 1 0 0,-2 3 1 0,0-2-1 16,0 2 0-16,1-1-2 0,-1-1 1 0,0 0-2 16,2 1-1-16,-2-1 2 15,0-3-2-15,0-3 1 0,0-3 1 16,0 1-2-16,-2-1 2 0,-1 1 0 16,-1 0-1-16,-2-4 1 0,-1 1 1 15,-2 1-2-15,2 0 3 0,-3-1-2 16,-2 3 1-16,-4-4-2 0,-2 5-1 0,-4 0 0 15,-4 4 0-15,-8 4-1 0,-6 1 0 0,-5 1 2 16,-4 10-2-16,0 3 0 0,-2 4 1 16,1 6 1-16,5 6 0 0,2 5 3 15,5 6-3-15,8 4 1 0,5 2-1 16,9 0-1-16,7-2 0 0,8-2 1 16,1-4-1-16,10-4 3 0,6-5 0 0,6-4 1 15,4-2 4-15,1-5-4 0,3-3 3 0,1-5-2 16,-1-5-2-16,2-6 1 0,3 0-7 15,2-10 4-15,1-7-5 0,4-3 5 16,-3-6 0-16,0-6-2 0,-2-5 1 31,-2-8-3-31,-5-5 4 0,-2-6-2 16,-5-2 1-16,-3 2-1 0,-2 5 2 0,-5 8-1 16,-6 14 2-16,-3 14 1 0,-1 9 0 0,-3 6 1 15,0-1-3-15,0 1 1 0,0 0-2 16,0 3 3-16,0 16-1 0,0 10 1 15,4 10-2-15,-1 4 0 16,2 3-2-16,4 1 1 0,2 0-2 0,5 1 3 16,3-2-3-16,1-2 2 0,3-6-1 15,2-5 2-15,-1-4 1 0,1-5-4 16,2-7 4-16,2-7-8 0,2-6 0 0,1-4-1 16,4-9-8-16,2-8 1 15,3-8-9-15,-3-2 0 0,1-1-8 0,-3-3-16 16,-6 4-33-16,-2 3-63 15,-8 4-156-15,-4 6-2 0</inkml:trace>
  <inkml:trace contextRef="#ctx0" brushRef="#br0" timeOffset="44882.17">27894 5677 706 0,'0'0'34'15,"0"0"7"-15,0 0-1 0,0 0-9 16,0 0-7-16,0 0-9 0,0 0-6 0,0 0-4 15,0 0-4-15,11-31 1 0,33 21 0 0,11 1-2 16,14 1-3-16,10 2-5 0,6 4-12 16,3 2-12-16,-1 0-23 0,-4 3-33 15,-6 2-44-15,-4 3-59 0,-6-2-87 16</inkml:trace>
  <inkml:trace contextRef="#ctx0" brushRef="#br0" timeOffset="44981.85">29254 5610 654 0,'0'0'44'0,"0"0"-15"15,0 0-12-15,0 0-12 0,97 3-10 16,-74 6-16-16,3 2-28 0,0-1-74 16,4 3-166-16</inkml:trace>
  <inkml:trace contextRef="#ctx0" brushRef="#br0" timeOffset="45132.32">30198 5536 748 0,'0'0'37'0,"0"0"-4"16,0 0-8-16,0 0-8 0,78-38-7 16,-78 38-5-16,3-3-4 0,1 1-4 15,-1-1-6-15,3 2-18 0,-6 1-31 0,0-2-65 0,0 2-183 16,0 3-7-16</inkml:trace>
  <inkml:trace contextRef="#ctx0" brushRef="#br0" timeOffset="45849.92">31148 5095 683 0,'0'0'58'0,"0"0"-3"0,0 0-13 15,0 0-10-15,0 0-9 0,46-82-4 0,-43 78-2 16,0 1-3-16,-3 3-5 0,0-2-3 16,0 2-1-16,5 0-1 0,2 8 4 15,3 10-3-15,0 9 3 0,-4 8-5 16,-5 7-4-16,-1 3 4 0,0 5-6 16,-4 3 5-16,-3 1-1 0,-2 6-2 15,-1-1 1-15,0 0-2 0,1-1 2 0,2-8 0 0,0-8 0 16,2-13 0-16,4-4 0 0,1-12-3 15,0-2 3-15,0 0 0 0,1-5 1 16,4 0-1-16,9-6 0 0,6 0 3 31,8-2-1-31,8-7 0 0,3 0-1 16,-2 2-4-16,1-1 0 0,1 3-2 0,0 3 1 16,-4 0 0-16,-3 2 2 0,-3 0-1 0,-8 0 2 15,-5 2 0-15,-4-1 1 0,-7-1-1 16,1 1 1-16,-6-1 0 0,0 0 2 15,0 0 0-15,2 0 0 0,-1 0-1 16,1 0-1-16,1 0 0 0,-2-6-1 16,-1-7 0-16,0-9-1 0,0-1 1 15,-3-7-2-15,-4 1 1 0,1 2 1 0,-2 1 2 0,3 6 0 16,-1 4 1-16,2 1-1 0,-1 4 1 16,-3-3 3-16,4 7 0 0,-4-1 0 15,3 0 0-15,2 6 0 0,-6-4-2 16,6 4 0-16,-1-1-1 0,1 1-1 15,-1 2 1-15,-2 2-2 0,-2 10 0 16,-1 9 1 0,3 8-1-16,0 8 0 0,0 8 0 0,2 7 1 15,-2 4-2-15,2 1 2 0,-2 3 2 16,0-3-3-16,0 0 3 0,-1-5-3 16,3-3-3-16,1-6 1 0,0-7-3 15,1-5 2-15,2-12-2 0,0-6 0 16,0-3-2-16,0-5-1 0,0-1-2 0,2 1-4 15,2-5-9-15,2 0-16 0,3-2-45 16,-2-12-134-16,-6-8-111 16</inkml:trace>
  <inkml:trace contextRef="#ctx0" brushRef="#br0" timeOffset="46099.94">30596 4982 793 0,'0'0'36'0,"-110"-55"0"0,61 35-9 31,4 9-9-31,5 11-6 0,3 5-2 16,7 21-5-16,2 13 1 0,6 15-2 0,4 11 0 16,3 14 2-16,4 9-4 0,6 12 2 0,5 9-2 15,0 7-3-15,9 2 2 0,7-1 0 16,3 0-4-16,4-5-1 0,6-4-6 15,11-8-8-15,7-14-3 0,10-11-6 16,9-19-16-16,7-15-21 0,11-17-43 16,3-17-121-16,4-9-80 0</inkml:trace>
  <inkml:trace contextRef="#ctx0" brushRef="#br0" timeOffset="46415.6">31763 4995 862 0,'0'0'32'0,"0"0"-4"0,0 0-4 0,0 0-4 31,0 0-7-31,0 0-4 0,0 0 0 16,0 0-2-16,101 69 2 0,-61-36 1 16,2 8-10-16,2 5 0 0,-1 6 0 15,0 11 0-15,-2 8 0 0,-3 9 0 16,-7 10 0-16,-6 4 0 0,-12 3 0 0,-11 2 0 15,-8-2 0-15,-19-1-6 0,-13-2 1 0,-8-6 4 16,-9-8-1-16,-3-10-1 0,-2-11-1 16,2-10 1-16,6-11 3 0,8-11 2 15,8-9 4-15,12-8-5 0,10-5 1 16,9-3-5-16,5-2-6 0,-4 0-9 16,1-6-20-16,1-6-34 0,-1-6-150 0,3 0-120 15</inkml:trace>
  <inkml:trace contextRef="#ctx0" brushRef="#br0" timeOffset="52532.22">5856 8242 480 0,'0'0'55'0,"0"0"-4"31,0 0-4-31,0 0-7 0,0 0-7 16,-43-79-5-16,34 73-6 0,-1 3-3 16,-6 2-2-16,2 1-2 0,-5 3 0 15,0 9-2-15,-1 3 1 0,2 5-3 0,-2 4 0 16,2 5-2-16,0 4 2 0,1 8-5 15,1 3 3-15,0 8-2 0,6 5 2 16,-2 7 2-16,5 7-5 0,4 7 3 0,2 7-6 16,1 5-2-16,1 5 4 0,9 4 1 15,6 3-1-15,3 2 0 0,0 3-2 16,4 2-5-16,0 0 3 0,-4-1 1 0,-2-5-1 16,-8-4 3-16,-6-4-3 0,-3-2-3 15,-16-2 3-15,-10-4-3 0,-6-9 3 0,-6-4-2 16,-2-9 3-16,1-11 2 0,0-8-2 15,1-11 3-15,8-11-3 0,1-10 0 16,4-10-2-16,7-4-1 0,9 0-1 31,3 0-4-31,6 0-1 0,0 0-7 0,0 0-4 16,-3 0-6-16,3 0-8 0,0 2-22 0,10 8-31 16,6 2-119-16,6 2-107 0</inkml:trace>
  <inkml:trace contextRef="#ctx0" brushRef="#br0" timeOffset="52965.21">6750 8974 641 0,'0'0'79'31,"0"0"-15"-31,0 0-10 0,0 0-15 16,-3-82-9-16,0 77-8 0,3 1-6 16,0 4-3-16,0-2-7 0,0 2 0 15,0 2-4-15,0 13 0 0,0 11 0 0,9 8-1 16,1 4 0-16,0 1 0 0,6 0-1 15,4-3 1-15,6-2-2 0,6-4 1 0,6-4 5 16,9-7-5-16,6-3 3 0,6-10-3 16,3-6 0-16,4-3 0 0,-2-11-4 15,-5-6 4-15,-5-4-4 0,-8-2 3 16,-8-1 1-16,-11-3-1 0,-2 1 1 0,-11 1 0 16,-5 3 1-16,-2 8 0 0,-4 7-2 15,-2 5 0-15,-1 5-2 0,0-2-2 16,0 2-5-16,0-1-6 0,0-1-11 0,0 2-13 15,-1 0-30-15,-10 5-55 0,-7 5-174 16,-5 7-13-16</inkml:trace>
  <inkml:trace contextRef="#ctx0" brushRef="#br0" timeOffset="53281.89">7152 8658 853 0,'0'0'36'0,"0"0"-5"0,0 0-4 16,0 0-8-16,0 0-7 0,0 0-3 15,0 0-4-15,0 0-2 0,0 0-2 0,-15-63 0 16,15 78 0-16,0 13 1 0,6 16 1 16,0 14-2-16,3 10 1 0,-1 11-2 15,-3 9 1-15,-4 5 3 0,-1 1-2 16,0 3 1-16,-4 0-3 0,-1-1-1 0,1-4-1 15,3-7 0-15,1-8 3 0,0-12-2 16,0-12 1-16,0-11 4 0,0-13-5 16,0-14 4-1,1-7-8-15,-1-4-4 0,3 1-3 16,-2 0-6-16,1 0-6 0,-2-5-28 16,0 0-84-16,0-16-179 0,0-8-30 15</inkml:trace>
  <inkml:trace contextRef="#ctx0" brushRef="#br0" timeOffset="53848.56">7956 8529 865 0,'0'0'29'16,"0"0"1"-16,26-90-7 0,-20 71-5 15,-5 8-6-15,1 6-7 0,-2 5-3 16,0 0-2-16,2 0-1 0,1 17 5 0,2 12-3 15,-1 14 2-15,-1 8-3 0,-3 5 0 16,0 4-1-16,0 2-3 0,0-2 1 31,0 1-3-31,0-6 1 0,0-7-1 0,0-6 3 16,0-17 0-16,0-10 2 0,0-7 1 16,0-8 1-16,0 0 1 0,0 0 1 0,0 0-1 15,0-15-1-15,0-13 0 0,0-12-2 16,0-7 3-16,0-7-2 0,0-1 1 15,0 7-1-15,6 6 1 0,-2 13-2 16,-1 14 0-16,0 9 0 0,1 6-1 0,8 4 2 16,2 8 0-16,5 8 0 0,-3 2 0 15,-3 5 0-15,-1-2-2 0,-1 1 3 16,-2-2-2-16,0-2 1 0,-4-5 2 0,-2-9-2 16,0-3 0-16,-3-5 0 0,0 0-1 15,0 0 2-15,0 2 1 0,1-2-2 16,-1 0-1-16,-11-5-1 0,-4-10-4 0,-9-8 1 15,-5-6-4-15,-1-1-3 0,-4-5 2 16,0 1-1-16,-1 2 5 0,0 7 2 0,2 5 3 31,4 7 1-31,9 5 0 0,2 5 1 16,4 3 1-16,8 0 2 0,3 0 2 16,3 0 4-16,-1 0 4 0,1 0 1 15,4 6 1-15,12 2-2 0,9-1-5 0,8-4-1 16,10-3-1-16,5 0-4 0,4-8-1 15,9 1-2-15,1-2-10 0,-1 0-7 16,-1 0-22-16,-2-4-71 0,-7-4-207 0,-2-2-29 16</inkml:trace>
  <inkml:trace contextRef="#ctx0" brushRef="#br0" timeOffset="54516.38">9545 9610 559 0,'0'0'47'0,"0"0"14"16,0 0-2-16,0 0-9 0,0 0-11 0,0 0-10 15,0 0-7-15,0 0-4 0,-23 94-5 16,20-77-1 0,-1-1-5-16,-1 1 1 0,1-2-1 15,1-6 0-15,-1-4-1 0,4 1-1 16,0-6 0-16,-1 0 1 0,1 0 0 16,0-2 0-16,0-16-1 0,9-14-3 15,6-16-1-15,7-13-1 0,2-10 1 0,2-8-1 16,2-9-3-16,1-8 2 0,-2-6-2 15,-1-4 1-15,-1 1 6 0,-1 11-4 0,-3 15 2 16,-1 21-1-16,-3 18-2 0,-4 17 2 16,-1 14 1-16,5 9 1 0,-1 4 1 15,6 14 1-15,1 10-1 0,0 8 1 16,-1 11-1-16,-1 8 0 0,1 7-2 0,-3 5 1 16,1 6-3-16,-1 1 4 0,-3 2 0 15,-2 2-4-15,-4-1 0 0,-1-3 0 0,-3-2 0 16,1-9 0-16,-4-8 0 0,0-11 0 15,-3-17 0-15,1-11 0 0,-1-9 0 16,0-7 0-16,0 0 0 0,0 0 0 31,0 0-3-31,0 0-3 0,0-13-7 0,0-9-4 16,0-5-10-16,-3 0-22 0,0-3-50 16,-1 0-158-16,-4-3-71 0</inkml:trace>
  <inkml:trace contextRef="#ctx0" brushRef="#br0" timeOffset="54699.72">9610 9332 861 0,'0'0'39'0,"0"0"-4"0,0 0-6 16,0 0-7-16,0 0-6 0,117-24-6 16,-52 16-4-16,6 1-5 0,1 0-2 15,1 3-3-15,-2 1-6 0,-1 0-11 16,-3 0-19-16,1-1-47 0,-3 0-227 0,-4-2-25 15</inkml:trace>
  <inkml:trace contextRef="#ctx0" brushRef="#br0" timeOffset="55065.66">10945 8957 831 0,'0'0'35'0,"0"0"-3"16,-26-88-4-16,23 61-2 0,3 6-8 16,4 2-6-16,8 7-4 0,5 7-2 15,5 5-2-15,4 5 0 0,4 12-2 16,1 5-1-16,-1 7 0 0,-1 6-2 0,-2 3 1 16,-1 3-1-16,2-1 0 0,-2-4-1 15,2-2 1-15,-1-7-1 0,-1-6 0 0,3-7-1 16,-3-7 1-16,1-7 1 0,1-4 1 15,1-11 1-15,-3-8 1 0,3-8 0 16,-2-7-1-16,1-6 0 0,-4-4-1 31,-1 1 2-31,-4 4-2 0,-3 9 2 0,-4 11-1 16,-2 6 1-16,-6 8-2 0,-1 4 0 16,0 2-2-16,-3 3-1 0,0 0 0 0,0 0-5 15,0 12-2-15,0 8-11 0,-6 6-10 16,-10 3-30-16,-5 3-69 0,-4-4-180 15,-4 0-22-15</inkml:trace>
  <inkml:trace contextRef="#ctx0" brushRef="#br0" timeOffset="55348.56">11295 8640 880 0,'0'0'41'15,"0"0"-8"-15,0 0-11 0,0 0-3 16,0 0-10-16,0 0-1 0,0 0-5 0,0 0 0 15,0 0 2-15,1-59-5 0,4 81 0 16,-1 16 0 0,0 18 0-16,2 13 0 0,0 8 0 15,-3 10 0-15,0 4 0 0,-2 3 0 16,2 3 0-16,-3 2 0 0,3 1 0 16,0 0 0-16,0-3 0 0,0-7 0 15,-2-8 0-15,2-14 0 0,0-10 0 0,-2-13 0 16,-1-16 0-16,0-12 0 0,0-5-10 15,3-7-3-15,-3-1-1 0,3 0-11 0,-3-4-24 16,1-13-73-16,-1-11-198 0,0-11-24 16</inkml:trace>
  <inkml:trace contextRef="#ctx0" brushRef="#br0" timeOffset="56082.06">9697 8178 716 0,'0'0'56'0,"0"0"-10"0,0 0-6 0,0 0-9 16,0 0-6-16,0 0-7 0,0 0-6 16,0 0-4-16,0 0-1 0,0 0-4 15,35-25 1-15,-58 60-2 0,-3 5-2 16,-1 6 0-16,-2 1 1 0,2 2-2 0,1-2 1 16,3-2 3-16,0-3-3 0,4-3 3 15,2-7-4 1,2-7 1-16,5-8-1 0,4-9 1 0,5-4 0 0,1-4 1 0,0-12 0 15,6-10-4-15,8-15 4 0,9-10-4 16,3-8 4-16,6-7 0 0,7-2-1 31,-1 4 1-31,1 5 1 0,-3 11-1 0,1 12 0 16,-5 12 0-16,-3 11-2 0,1 9 0 16,-2 9 2-16,-2 12-2 0,2 8 2 0,-4 5-1 15,1 3-3-15,1 3 2 0,1 0-1 16,5-1-4-16,1-3-4 0,8-4-23 15,4-3-40-15,7-6-232 0,4-8-35 16</inkml:trace>
  <inkml:trace contextRef="#ctx0" brushRef="#br0" timeOffset="57765.3">12833 9300 635 0,'0'0'52'16,"0"0"-3"-16,0 0-1 0,15-94-15 0,-16 68-6 16,-10 0-7-16,-3 1-5 0,-2 0-3 15,-4 6-2-15,-6 3 0 0,-6 9-4 0,-9 5-1 16,-8 5-2-16,-7 12-1 0,-12 10-1 15,-3 4 0-15,-1 6-1 0,1 4 5 16,16 2-4-16,9 1 3 0,14 1-3 31,13-2-3-31,12-1-1 0,7-4 2 0,17-4 0 16,9-6 0-16,13-8 3 0,9-11-2 0,7-7 1 16,4-9 2-16,2-14-2 0,0-4 1 15,-5-8 0-15,-1-4-1 0,-10-5 0 16,-7-5-5-16,-8-4 2 0,-8-5-2 15,-8-8 3-15,-8-6 3 0,-6-5-2 16,-3-4 3-16,-13 4-3 0,3 5 3 0,-6 10-1 16,3 12 2-16,0 14 1 0,8 13-3 15,2 11 4-15,4 8-6 0,2 4 1 16,0 1 3-16,0 17-3 0,0 13 3 0,6 14-1 16,4 11-1-16,6 8 0 0,2 7-2 15,0 6 1-15,1 3-2 0,1-1 3 16,-1-2 1-16,3-3-3 0,0-4 4 0,1-5-4 15,0-5-3-15,0-9 4 0,3-8-3 16,2-11 0-16,-4-8-3 0,5-12-3 0,-3-8-7 31,0-4-11-31,-3-10-25 0,-1-10-58 16,-2-9-198-16,-1-1-23 0</inkml:trace>
  <inkml:trace contextRef="#ctx0" brushRef="#br0" timeOffset="58215.34">13341 9177 864 0,'0'0'37'0,"0"0"-7"16,0 0-6-16,0 0-8 0,45-84-4 0,-20 66-5 16,5 5-1-16,9 1-2 0,-2 4-1 15,3 5-1-15,1 3 1 0,-3 6-3 0,-2 7-1 16,-5 9 0-16,-7 2-3 0,-5 7 1 15,-8 2 3-15,-9 3-5 0,-2 4 3 16,-10 1-2-16,-6-3-2 0,-4-2 4 0,-2-4 0 31,-4-5 2-31,1-5 0 0,2-5 1 16,9-7 1-16,2-5 0 0,5-5 2 16,7-5-1-16,0-12 0 0,4-8-1 0,12-9 1 15,9-4-1-15,1-6-4 0,10-1 2 16,-1-2-3-16,-2 2 2 0,-1 5 1 15,-3 5 0-15,-3 6 1 0,-6 6-1 0,-6 8 1 16,-5 6-2-16,-6 6 2 0,-3 3-2 16,0-2 0-16,3 2 2 0,1 9-1 15,3 9 2-15,-2 10 1 0,-5 2-2 0,0 4-1 16,0 0 0-16,0 3 2 0,0 1-2 16,0-1 2-16,4-3-2 0,6 1-3 15,5-3 0-15,2-3-4 0,6-2-2 0,3-4-6 16,3-5-8-16,7-4-12 0,5-2-26 15,6-4-56-15,8-6-150 0,1-2-53 16</inkml:trace>
  <inkml:trace contextRef="#ctx0" brushRef="#br0" timeOffset="58465.61">15292 9159 849 0,'0'0'33'0,"0"0"2"0,0 0-4 16,0 0-10-16,78-29-5 0,-51 26-6 15,8-2-2-15,7 2-1 0,9 1-2 0,5 0-2 16,6 0-1-16,2 2 1 0,-2 0-3 16,2 0-5-16,-8 0 3 0,-6 0-3 15,-9 4-2-15,-15-3-1 0,-10-1-6 16,-7 1-4-16,-9-1-4 0,0 0-14 0,0 0-34 15,0 0-105-15,-12 0-145 0,-9 0-2 16</inkml:trace>
  <inkml:trace contextRef="#ctx0" brushRef="#br0" timeOffset="58648.97">15386 9449 893 0,'0'0'44'15,"0"0"-4"-15,0 0-13 0,0 0-8 0,0 0-19 16,117-12 0-16,-55 4 0 0,4-1 0 16,1 2 0-16,1 0 0 0,-1 1 0 15,-4 2-12-15,0-2-18 0,-4 2-33 16,-1-1-173-16,-5-1-101 0</inkml:trace>
  <inkml:trace contextRef="#ctx0" brushRef="#br0" timeOffset="59248.59">18443 7977 631 0,'0'0'40'0,"0"0"3"31,0 0-3-31,0 0-4 0,0 0-10 16,0 0-6-16,0 0-3 0,0 0 0 16,-102-67-1-16,71 67-2 0,-2 3-2 0,6 7-3 15,3 4-2-15,5 7-2 0,7 5 0 16,4 11-1-16,5 10 3 0,3 11-2 15,6 14 1-15,8 10-1 0,5 9 0 0,1 11 0 16,5 7-3-16,-1 9 0 0,-1 7 2 16,-1 6-6-16,-1 1 6 0,-3-1 1 15,-2 0-4-15,-2-2 0 0,-2-6 1 0,-4-7 2 16,-5-12-3-16,-3-8 6 0,-3-13-5 16,-9-10-4-16,-2-12 3 0,0-13-1 15,3-10 1-15,1-15 2 0,5-11-2 0,-3-10 0 16,-5-2-1-16,-8-14-1 0,-8-7-2 15,-1-5-1-15,0-3-4 0,1 2-5 16,3 3-5 0,8 8-5-16,3 6-9 0,4 5-15 15,3 5-32-15,1 13-82 0,5 6-147 16,1 2 1-16</inkml:trace>
  <inkml:trace contextRef="#ctx0" brushRef="#br0" timeOffset="59848.66">19514 8665 772 0,'0'0'53'0,"0"0"-14"0,0 0-11 16,0 0-5-16,0 0-8 0,0 0-5 16,0 0-4-16,0 0-1 0,0 0-1 15,0 0 0-15,59 61-1 0,-35-18-2 0,5 2-1 16,1 4 0-16,2-1-2 0,4-3 2 15,3-9 0-15,3-6 0 0,4-10 0 16,4-9 1 0,1-10 0-16,4-4 0 0,1-15 1 0,-3-7-2 0,-3-5 2 0,-5-5-2 31,-4-1 2-31,-11 0-2 0,-7 2 2 16,-5 5-1-16,-8 10 1 0,-4 2-2 0,-2 6 0 15,-4 7 0-15,1-1-3 0,-1 5-1 16,0-2-3-16,0 2-4 0,-10 0-7 15,-4 7-6-15,-6 5-14 0,-2 6-24 0,0 3-62 16,-1 5-174-16,-3-4-15 0</inkml:trace>
  <inkml:trace contextRef="#ctx0" brushRef="#br0" timeOffset="60148.7">19957 8468 777 0,'0'0'51'0,"0"0"-11"0,-31-82-10 15,24 67-3-15,1 4-7 0,1 4-5 16,3 4-3-16,-1 0-4 0,2 0-3 0,-2 3-2 31,-1 7-1-31,-2 13 0 0,-2 13 2 16,3 13 1-16,2 12-3 0,2 9 1 16,1 11-3-16,0 11 0 0,0 6 0 0,4 6-1 15,1-1 2-15,1-2 2 0,0-4-3 16,2-4 2-16,-1-4-2 0,3-2-1 15,-2-10 2-15,3-7-2 0,0-11 2 0,-2-14-2 16,-2-14 0-16,-4-13-1 0,0-9 2 16,-3-6 0-16,0 0 0 0,0 0-4 15,0 0-5-15,5 0-9 0,-2-2-11 0,0-9-30 16,0-6-85-16,-3-5-176 0,-3-3-23 16</inkml:trace>
  <inkml:trace contextRef="#ctx0" brushRef="#br0" timeOffset="61081.97">21546 9719 741 0,'0'0'49'0,"0"0"-3"16,0 0-7-16,0 0-10 0,0 0-11 0,0 0-6 15,0 0-5-15,0 0 0 0,0 0 0 16,0 0-2-16,0-3 0 0,3 5-2 15,0 1-2-15,0 0 2 0,-3-3-1 0,0 0 1 16,4 0 2-16,6-2-1 0,9-12 0 16,4-10-1-16,4-11-3 0,5-10 2 15,2-9-2-15,0-6 1 0,3-7-1 0,0-6-2 16,1-6-1-16,-2-6 0 0,-3-3 1 16,-3 2 2-16,-4 10 0 0,-5 14 1 15,-2 14-2-15,-9 21 2 16,-4 12-2-16,2 12 2 0,-1 6 2 0,7 15-3 0,4 14 4 15,0 12-3-15,0 11 1 0,2 8 0 16,0 8 1-16,0 1 1 0,0 4-3 0,-1 2 3 31,-1 0-6-31,0 1 1 0,1-3 2 16,-4-8-2-16,0-8 4 0,-2-13-4 16,-1-11 0-16,-7-15 0 0,0-8 0 0,-4-8 0 15,-1-5 4-15,0 0-4 0,2 0-2 16,1-7-6-16,0-11-7 0,-3-8-11 15,0-9-16-15,-9-6-41 0,-7-4-100 0,-9-9-139 16,-2 0 4-16</inkml:trace>
  <inkml:trace contextRef="#ctx0" brushRef="#br0" timeOffset="61248.57">21792 9321 775 0,'0'0'48'0,"0"0"0"0,0 0-5 0,0 0-11 16,0 0-9-16,0 0-8 0,111-10-6 15,-70 3-5-15,-2 3 0 0,-2-2-4 16,0 0-4-16,-4 1-3 16,0-1-7-16,-1 0-13 15,-2 2-19-15,-2-2-58 0,-4-2-208 16,-7-6-25-16</inkml:trace>
  <inkml:trace contextRef="#ctx0" brushRef="#br0" timeOffset="61632.15">22113 8367 847 0,'0'0'34'0,"0"0"-9"15,0 0-6-15,0 0-3 0,0 0-8 0,0 0-4 16,-91-57 0-16,69 71-4 0,-10 7 1 16,1 8 1-16,-4 3 0 0,0 4-2 15,-1 3-1-15,1-3 1 16,3 0-1-16,3-3 2 0,5-4-2 0,5-11-2 0,10-5 0 15,5-9-1-15,4-4 1 0,0-1 1 16,7-15-1-16,14-9 0 0,6-15 3 0,5-7-3 31,3-6 3-31,-1 0 2 0,-3 2-2 16,-2 4 4-16,-5 10-2 0,-5 8 2 16,-5 13-1-16,-6 8 1 0,0 8-1 0,4 3 2 15,1 12 0-15,6 10 0 0,-3 3-1 16,1 4-3-16,0 0 3 0,4 0-3 15,0-2 1-15,4-3-1 0,1-1 0 0,6-3 2 16,4-5-6-16,3-1 3 0,1-6-9 16,4-4-5-16,-5-5-10 0,-3-2-16 15,-3 0-31-15,-7 0-104 0,-3-8-143 0,-10 2-4 16</inkml:trace>
  <inkml:trace contextRef="#ctx0" brushRef="#br0" timeOffset="62365.62">23270 8368 739 0,'0'0'59'0,"0"0"-11"0,-18-88-10 15,17 75-13-15,0 8-8 0,1 5-8 16,-6 0-3-16,-9 3-1 0,-5 12-1 0,-12 11-1 31,-5 8 1-31,-7 8-3 0,-6 3 2 16,-4 2-1-16,-2 0-3 0,1 0 3 16,4-5-5-16,6-5 2 0,8-6-1 0,6-7-1 15,11-7 0-15,8-10 0 0,8-2 1 16,4-7-1-16,13-13 2 0,10-9 1 15,8-11 0-15,3-3-1 0,0-1 3 0,-1 2-6 16,-6 5 6-16,-2 6-1 0,-10 11-1 16,-7 8 3-16,-2 4-2 0,-2 3 0 15,5 0 0-15,4 10 1 0,6 5 0 0,-1 6 0 16,0 4 0-16,2 1 2 0,-1 0-5 16,1-1 4-16,2-2-2 0,-5-2-1 15,2-3 0-15,-6-5 0 0,-1-2 0 0,-7-6-3 16,-2-2 2-16,0 0 1 0,-3-3 0 15,-1 0 3-15,-12-1-5 0,-12-9 0 16,-8-6-2-16,-5-5-1 16,-5-5-1-16,-2-3-4 15,-1-1 6-15,1 1-2 0,2 3 4 16,7 7 1-16,4 5 2 0,10 6-1 16,10 5 2-16,8 2 0 0,4 1 1 0,0-2 4 15,0 2 1-15,4 0 1 0,17 0-1 16,9 2-2-16,12 2-3 0,3-1-2 15,1 2-1-15,3-1-2 0,-1 1-3 0,4 1-7 16,-4-2-14-16,-2 3-31 0,-2-4-114 16,-6-3-146-16,-2 0-25 0</inkml:trace>
  <inkml:trace contextRef="#ctx0" brushRef="#br0" timeOffset="62748.73">23703 8836 774 0,'0'0'41'0,"0"0"-3"0,56-82-6 16,-30 51-6-16,3 3-12 0,0 1-5 16,-1 6-3-16,1 5-1 0,-7 5-1 0,-3 6 1 15,3 5-2-15,-4 7-3 0,4 9 0 16,-2 6 0-16,-3 3 0 0,-2 5-2 15,-1 4 2-15,1 1-1 0,2 0 1 0,-1-2-3 16,4-2 3-16,-1-6-1 0,4-5 1 16,0-5 1-16,5-9-1 0,1-6 0 15,3-4 0-15,1-16 1 0,3-6-1 0,0-7 2 16,-1-5-2-16,-2-3 3 0,-2-3-3 16,-4-2 1-16,-4 2-1 0,-3 5 0 15,-5 6 4-15,-6 10-3 0,-2 9 5 0,-4 10-2 16,-3 4-3-16,0-2-1 0,0 2 0 15,0 0 1-15,0 0-3 0,0 13 5 16,-10 6-7-16,-2 8-1 16,-1 1-8-16,-3 2-13 15,3 2-26-15,-3 0-73 0,0-1-188 16,-7-5-21-16</inkml:trace>
  <inkml:trace contextRef="#ctx0" brushRef="#br0" timeOffset="63032.13">24227 8417 858 0,'0'0'38'16,"0"0"-7"-16,0 0-7 0,13-78-5 15,-11 72-6-15,-1 2-4 0,-1 4-4 0,2 0-3 16,2 10 0-16,3 15-1 0,0 11 2 16,-1 14 2-16,1 8-3 0,-1 10 2 15,1 8-4-15,0 9-1 16,-2 4 2-16,1 7-3 0,-2-2 2 0,2-1 2 0,-4-3-3 15,3-7 3-15,1-2-5 0,0-7-3 16,-2-6 1-16,3-11-5 0,-3-8 2 0,-1-9-4 31,0-16 1-31,-1-10-8 0,-1-9-6 16,-1-5-14-16,3 0-41 0,4-5-132 16,6-12-111-16</inkml:trace>
  <inkml:trace contextRef="#ctx0" brushRef="#br0" timeOffset="63565.29">25237 8198 868 0,'0'0'32'0,"0"0"-6"16,0 0-4-16,0 0-7 0,0 0-7 15,0 0-5-15,0 0-3 0,0 0 0 0,0 0-1 16,0 0 1-16,-5 55-1 0,-17-1 2 15,-4 6-2-15,-1-1-1 0,1-2 4 16,1-4-6-16,2-4 4 16,4-8-4-16,2-7-1 15,2-9 1-15,4-10 0 0,5-7 2 16,5-3 1-16,1-5 2 0,0-2 1 16,6-12-1-16,9-5 1 0,8-9-2 0,6 1 3 15,3 3-3-15,-1 4 2 0,-1 6 0 16,-4 5-4-16,0 6 4 0,-1 3 0 15,-2 5 0-15,-2 8 5 0,-2 2-4 0,0 4-1 16,-3 1 1-16,0 0-1 0,-1-2 0 16,-3-2 0-16,-3-3-1 0,-5-6-1 15,-1-3 0-15,-3-4-1 0,0 0 2 0,0 0 0 16,0 2-1-16,0-2 2 0,0 0-2 16,-14-3-2-16,-8-9-1 0,-5-8-2 15,-4-3-4-15,-2-6-2 16,-5-4-2-16,-1-5-4 0,-5-3 3 0,0 0-2 0,0 5 7 15,1 4 6-15,3 6 2 0,5 8 3 16,12 7 3-16,9 5 0 0,8 5 3 0,6 1 3 31,-2-2 0-31,2 2 1 0,3-1-1 16,17-2-3-16,15-1-2 0,13 0-1 16,10 1-4-16,6-2 1 0,6 1-1 0,3-1-3 15,-1 1-4-15,2 1-12 0,-3 0-20 16,-5-3-80-16,-4-4-202 0,-8-8-21 15</inkml:trace>
  <inkml:trace contextRef="#ctx0" brushRef="#br0" timeOffset="96665.22">6964 12078 624 0,'0'0'56'16,"0"0"-4"-16,0 0-10 0,0 0-9 0,0 0-6 0,-10-81-6 15,7 73-4-15,1 3 2 0,-1 0-7 16,-5 1-3-16,5 2-3 0,-9 2-4 0,-5 0 2 15,1 12-3-15,-10 7 2 0,6 8 0 16,1 8 1-16,-1 10-3 0,4 10 2 31,3 9-3-31,1 9 2 0,4 7-2 16,2 8 1-16,3 7 1 0,0 9 0 0,3 5 1 16,0 5-2-16,6 1 4 0,1-1-3 0,2 0 0 15,-2-3 0-15,0-2-4 0,-2-4 3 16,-1-7-2-16,-1-6 3 0,-3-12 1 15,-3-9-2-15,-6-11 3 0,-4-10-5 16,-4-12 1-16,1-9-1 0,-6-11 0 16,-2-9 0-16,-4-9-1 0,-2-3 1 0,-3-14-4 15,1-4-6-15,-3-7-1 0,6 3-6 16,3 0-5-16,6 6-10 0,4 6-34 0,9 8-49 16,4 3-80-16,3 2-104 0</inkml:trace>
  <inkml:trace contextRef="#ctx0" brushRef="#br0" timeOffset="97065.43">8015 12694 513 0,'0'0'60'0,"0"0"9"16,35-91-9-16,-27 71-3 0,-3 3-18 15,-2 7-2-15,-3 5-7 0,1 1-6 16,-1 4-6-16,0-1-3 16,0 1-5-16,0 0-4 0,-9 4 3 0,-2 11-6 0,-2 8 4 15,0 7-4-15,4 8 0 0,2 9 0 16,4 9-2-16,0 8 2 0,2 9-2 0,-2 4 2 15,1 4 0-15,2-1-1 0,0 0 1 16,0-8-3-16,0-4-2 0,0-8 2 31,0-7-2-31,-4-8 1 0,0-5 0 16,-2-8 0-16,-1-7-3 0,1-8 4 0,-4-3-3 16,6-7-2-16,-7-4-1 0,-4-1-12 0,-3-2-7 15,-5-9-15-15,-3-8-36 0,2-5-75 16,-7-10-156-16,5-3-4 0</inkml:trace>
  <inkml:trace contextRef="#ctx0" brushRef="#br0" timeOffset="97233.02">7509 13022 774 0,'0'0'55'15,"0"0"-12"-15,0 0-17 0,0 0-8 16,0 0-6-16,0 0-2 0,0 0-2 15,0 0-1-15,107-38-3 0,-46 30-2 0,4 1-2 16,6-1-4-16,-2 2-5 0,1 0-19 16,-1 0-48-1,2-1-152-15,-6-6-102 0</inkml:trace>
  <inkml:trace contextRef="#ctx0" brushRef="#br0" timeOffset="97815.47">8871 12201 813 0,'0'0'50'0,"0"0"-8"0,0 0-11 16,0 0-9-16,0 0-8 0,0 0-5 0,0 0-2 15,0 0-2-15,0 0-2 0,0 0-3 16,-13-40 0-16,-3 69-1 0,0 6-1 0,-1 8 1 15,-3 2-1-15,5 2 0 0,0-1-2 16,0-4 1-16,5-4 2 0,-2-5-5 31,5-8 4-31,3-7-3 0,1-7 1 16,1-6 3-16,1-1 1 0,1-4 1 0,0 0 0 16,0-9 1-16,6-8-5 0,4-6 4 15,4 1-5-15,2 0 4 0,0 5 2 0,3 4-1 16,1 4 1-16,2 4 1 0,0 5-1 15,4 0 1-15,1 3 0 0,-1 8-1 16,6-1 0-16,-3 3 1 0,0 1-2 16,-3-3 1-16,-4 3 0 0,-2-3-3 0,-10-2 5 15,0-3-3-15,-7-3-2 0,-3-3 1 0,0 0 1 16,0 0 0-16,1 1 4 0,-1-1-3 16,0 0-5-16,-7-5 2 0,-10-9-5 15,-9-9 2-15,-2-3-4 0,-5-6-2 16,-2-1-1-16,-1-2-1 0,-2 3 2 15,0 5 3-15,3 7 5 0,2 6 1 0,2 9 1 16,4 1-1-16,9 4 2 0,1 0 1 16,8 0 0-1,5 0 2-15,1 2 1 0,3 1 1 16,1 3 3-16,11 2 1 0,10 0-2 16,8-1-1-16,6-6-2 0,6-1-3 15,7 0-1-15,5 0-2 0,2-1-8 16,-1-1-13-16,-1 2-43 0,-1-5-241 0,-5-5-37 15</inkml:trace>
  <inkml:trace contextRef="#ctx0" brushRef="#br0" timeOffset="98665.31">10051 12647 576 0,'0'0'70'0,"0"0"3"0,0 0-14 15,0 0-18-15,0 0-15 0,0 0-6 16,0 0-2-16,0 0 0 0,0 0-3 0,0 0-2 16,-10 9-2-16,-2 15-2 0,-3 10-3 15,0 4 0-15,-1 7-3 0,0 5-1 16,-1 4-3-16,2 0 1 0,0 2-1 16,-3 2 1-16,2 0 4 0,-1-3-2 0,3-7 3 15,0-7-4-15,0-8-1 0,7-11 1 16,-2-6 0-16,5-7 1 0,1-6 1 0,2 2 1 15,1-8 0-15,0-17-2 0,0-13-7 16,8-19 4-16,5-10-3 0,7-11 2 31,5-10 4-31,4-7-3 0,3 1 2 16,5 2-1-16,-2 10-2 0,1 11 3 0,-4 18-4 16,0 15 2-16,-3 16 1 0,-3 15 0 15,-2 8 4-15,-2 17-2 0,1 12 4 0,-1 9-3 16,-2 7-1-16,-1 9 2 0,0 5-2 15,-5 3 2-15,2 4-3 0,-4-1 0 16,-5 0-2-16,3-4 3 0,-6-3 1 16,-2-8-1-16,-2-6 2 0,0-8-4 0,0-14-2 15,0-5 1-15,0-11-2 0,0-8 0 16,0 3-4-16,-2-7-7 0,-1-10-12 0,-2-8-23 16,-4-11-56-16,-1-10-205 0,-7-11-25 15</inkml:trace>
  <inkml:trace contextRef="#ctx0" brushRef="#br0" timeOffset="98848.54">9803 12969 769 0,'0'0'62'0,"0"0"-12"16,0 0-15-16,0 0-14 0,0 0-8 15,0 0-3-15,0 0-4 0,0 0 3 16,0 0-2-16,97 10-4 0,-38-10 2 0,10 0-5 15,3-6-4-15,5-1-5 0,1-2-14 16,-5-4-35-16,-6-2-72 0,-10-6-188 0,-8-3-20 16</inkml:trace>
  <inkml:trace contextRef="#ctx0" brushRef="#br0" timeOffset="99198.87">10310 11932 819 0,'0'0'47'0,"0"0"-13"16,0 0-6-16,0 0-8 0,0 0-7 31,0 0-5-31,0 0-4 0,-81-72 0 16,58 87-2-16,-9 7 3 0,-2 7-5 0,-3 3 3 16,0 1-5-16,0 4-1 0,0-3-1 0,5 2-3 15,7-6 1-15,5-3-6 0,7-9 2 16,6-7 1-16,6-6 2 0,2-5 4 15,16-6 3-15,11-9 2 0,8-13-1 16,0-7 2-16,-1-8-3 0,1-2 4 16,-4-2-1-16,0 3-4 0,-5 6 6 0,-2 11-3 15,-8 9 3-15,-1 10 1 0,1 8 0 16,1 6-1-16,5 9-1 0,1 9 5 0,-1 4-5 16,2 5 2-16,3 2-3 0,4 1-4 15,5 3 1-15,2-3-5 0,6 0-5 16,7-2-19-16,6-7-38 0,1-6-179 15,8-8-88-15</inkml:trace>
  <inkml:trace contextRef="#ctx0" brushRef="#br0" timeOffset="99915.26">12129 12729 680 0,'0'0'64'0,"0"0"-8"16,0 0-12-16,-4-89-9 0,1 70-7 31,-3 4-4-31,-1-5-8 0,-5 7-6 16,-3 2 2-16,-7 5-11 0,-6 6 4 0,-8 2 2 16,-6 11-8-16,-4 9 6 0,-6 5-5 0,-1 4-1 15,5 8 1-15,0 3-4 0,15 2 0 16,5 2-4-16,15-2-2 0,10-2-1 15,6-7 1-15,18-6 0 0,9-8 1 16,12-9 2-16,3-9-1 0,1-3 5 16,-1-9 2-16,-1-11 3 0,-6-8 1 0,-6-6 1 15,-8-7-1-15,-6-1 6 0,-4-1 2 16,-5 4 3-16,-3 2 2 0,-3 5-1 0,-2 10-1 16,1 9-1-16,-2 8-2 0,0 5-3 15,0-2-8-15,0 2 0 0,0 0 0 16,0 3 0-16,0 18 0 0,0 14 0 15,-2 18 0-15,2 13 0 0,-1 8 0 0,1 9 0 16,-2 7 0-16,1 3 0 0,-2 4 0 16,0 3 0-1,3 0 0-15,0 1 0 0,0-8 0 16,0-6 0-16,0-11 0 0,0-11 0 16,0-13 0-16,0-11 0 0,-7-12 0 15,-5-11 0-15,-4-7 0 0,-7-10 0 16,-6-2 0-16,-7-15 0 0,-6-7 0 0,-7-10 0 15,-4-9 0-15,0-10 0 0,3-6 0 0,6-6 0 16,11-4 0-16,17 2 0 0,15 2 0 16,10 4 0-16,21 7 0 0,19 3 0 15,12 4 0-15,10 6-10 0,8 2-4 16,7 4-14-16,3 6-10 0,2 2-37 16,-1 5-118-16,-2-1-128 0,-3 2-12 0</inkml:trace>
  <inkml:trace contextRef="#ctx0" brushRef="#br0" timeOffset="100448.95">13486 12812 664 0,'0'0'63'0,"0"0"-11"0,0 0-10 0,-15-87-10 15,2 67-5-15,-4 3-6 0,-2 4-5 0,-7 3-1 16,-3 6-6-16,-6 4-2 0,-4 0 0 16,-1 7-3-16,1 8 0 0,3 4-3 15,2 7 1-15,7 4-3 0,4 5 1 16,7 4-2-16,6 2 1 0,8 0-1 15,4-1 2-15,12-4 0 0,7-5 0 0,6-7 0 16,5-8 1-16,4-8-2 0,0-6 1 16,2-4 1-1,-1-14-1-15,1-7 1 0,-5-9 0 16,0-8-1-16,-8-5-1 0,-2-6 3 16,-4-4-3-16,-6-5 4 0,-4-5-3 15,-4-6-2-15,-2-7 3 0,-3-4-2 16,0 2 2-16,-3 7 2 0,-2 14-1 0,0 13 4 15,2 21 1-15,-1 11 0 0,4 9-2 16,-1 5 0-16,-4 9-2 0,-2 14-1 0,-3 12 1 16,3 10-1-16,-1 9 0 0,2 3-2 15,1 7 0-15,4 1 2 0,-1 3-3 16,2 6 2-16,0-2-2 0,0 3-4 16,10-3 0-16,2-5-4 0,6-7-5 0,4-12-8 15,7-8-4-15,6-12-14 0,7-8-19 16,1-9-55-16,6-8-191 0,-4-6-8 0</inkml:trace>
  <inkml:trace contextRef="#ctx0" brushRef="#br0" timeOffset="100848.7">13985 12764 811 0,'0'0'50'0,"0"0"-8"0,0 0-9 16,0 0-9-16,0 0-4 0,79-61-6 15,-52 58-2-15,5 3-4 0,0 0-3 16,-2 2-4-16,1 7 2 0,-5 6-3 16,-1 3 0-16,-7 7 0 0,-7 3-4 0,-7 6 1 15,-4 2-3-15,-6 2-3 0,-9 0 1 0,-3-2 0 16,-4-4 2-16,0-3 2 0,-1-6 2 16,0-6-2-16,7-7 5 0,6-4 0 15,1-6 2-15,4-3 2 0,2-12-2 16,3-9-1-16,4-9 1 0,16-9 1 15,9-4-2-15,10-3 3 0,5 2-5 0,3 4 1 16,0 8 0-16,-3 6 0 0,-6 8 0 16,-6 6 2-1,-11 6-2-15,-9 6-1 0,-6 1 0 16,-6 2-2-16,0 0 4 0,4 11-1 16,-2 7 1-16,-2 10-1 0,0 2 0 15,-2 5-3-15,-3 4 3 0,0 4-3 16,4 1 2-16,1 0 0 0,3-3-5 0,10-1-5 15,8-6-3-15,5-5-13 0,8-5-6 16,6-9-19-16,8-7-48 0,7-8-126 0,5-4-96 16</inkml:trace>
  <inkml:trace contextRef="#ctx0" brushRef="#br0" timeOffset="101131.95">15928 12667 834 0,'0'0'41'0,"0"0"2"0,0 0-11 16,0 0-11-16,81-26-2 0,-40 20-7 0,9 0-3 16,11 1 0-16,11 2-6 0,9 0-3 0,7 0 0 15,3 0 0-15,-2 2 0 0,-5 1 0 16,-11-2 0-16,-13 2 0 0,-13-1 0 15,-16-1 0-15,-17 2 0 0,-5 0 0 16,-9 0-5-16,0-1 1 0,0 1-5 16,0-5-2-16,0 1 0 0,-9-3-12 0,1 1-11 15,-6 5-23-15,-7 1-51 0,1 1-111 16,-7 7-103-16</inkml:trace>
  <inkml:trace contextRef="#ctx0" brushRef="#br0" timeOffset="101415.19">16006 13028 912 0,'0'0'28'0,"0"0"0"0,0 0-1 16,0 0-7-16,0 0-12 0,0 0-8 15,78-2 0-15,-27 6 0 0,4 2 0 16,7 3 0-16,4 0 0 0,4 0 0 0,1 3 0 15,1-1 0-15,0 1 0 0,-2-2 0 16,-2 0 0-16,-6-1 0 0,-8-3 0 0,-7-2 0 16,-15-1 0-16,-13-1 0 0,-6-2 0 15,-7 0 0-15,-2 0 0 0,2 0 0 16,-6-2 0-16,-4-6 0 0,-7-5-7 16,-6-1-15-16,5 5-17 0,5 3-38 0,-4 0-154 15,6 3-108-15</inkml:trace>
  <inkml:trace contextRef="#ctx0" brushRef="#br0" timeOffset="102148.7">19315 11949 726 0,'0'0'47'0,"0"0"-2"0,0 0-14 16,-47-97-1-16,30 78-9 0,1 4-6 0,3 6-3 15,-1 3-5-15,-5 4 1 0,-3 2-2 0,-4 8 0 16,0 8 0-16,-1 6 3 0,-1 10-4 15,2 7 3-15,3 12-3 0,3 9-2 16,0 12 4-16,4 13-4 0,3 10 3 31,2 11-1-31,2 11-2 0,4 9-1 16,4 11 0-16,1 5-5 0,0 6 4 0,11 2 1 16,7 1-1-16,6-3 3 0,2-5-4 15,2-8 0-15,-6-11 0 0,-7-11 0 0,-7-15 0 16,-8-11 0-16,-11-14 0 0,-9-14 0 15,-4-15 0-15,-7-15 0 0,-2-13 0 16,-3-9 0-16,-3-7 0 0,-1-19 0 16,0-11-7-16,3-10-2 0,0-7-3 0,6 0-2 15,3 4-4-15,8 12-6 0,8 10-16 16,3 10-42-16,7 8-80 0,-2 0-157 0,4 3-3 16</inkml:trace>
  <inkml:trace contextRef="#ctx0" brushRef="#br0" timeOffset="102915.36">21170 12451 628 0,'0'0'65'0,"0"0"-6"31,-26-98-8-31,10 73-13 0,0 5-11 0,-6 5-7 16,-2 3-7-16,-5 4-2 0,-4 7-3 0,-5 1-3 16,-5 6-2-16,1 11 0 0,0 7-3 15,2 5 0-15,3 6-1 0,8 4 2 16,5 4 1-16,6 3-5 0,10-1 4 15,4-1-4-15,4-4-1 0,12-2 2 16,10-7-1-16,6-7 0 0,5-4 1 0,1-9 0 16,3-8 1-16,-3-3 1 0,1-3 0 0,-2-11 1 15,-2-6 2-15,-5-4-1 16,-3-4 2-16,-4-6 2 0,-2-1-3 0,-4-1 6 16,0 1 0-16,-3 3 3 0,-2 6 0 15,-2 8-1-15,-1 7-3 0,-4 7-1 16,-1 4-3-16,0-2-1 0,3 2 0 0,0 16 3 31,3 8 3-31,0 15-9 0,-3 10 0 0,1 7 0 0,-1 9 0 0,0 6 0 16,0 7 0-1,0 4 0-15,0 3-4 0,-2 0 3 16,-1 0 1-16,0 0-4 0,-4-3 2 16,-7 0-3-16,-6-3-1 0,-6-5 2 15,-6-7 0-15,-6-11 2 0,-5-12 1 0,-2-15 1 16,-1-14-2-16,2-13 4 0,-1-10-2 0,5-21 1 15,2-15 3-15,6-13-3 16,6-9 1-16,10-5-1 0,11-1 2 0,5 4-3 16,20 7-3-16,14 6 2 0,11 6-5 15,15 8 4-15,8 6 2 0,6 8-3 16,6 5-1-16,2 7-5 0,2 1-8 0,-4 4-12 16,-2-2-28-16,-7 1-65 0,-4-4-193 0,-3-2-22 15</inkml:trace>
  <inkml:trace contextRef="#ctx0" brushRef="#br0" timeOffset="103265.28">22873 12043 663 0,'0'0'67'15,"0"0"-15"-15,73-106-12 0,-52 74-4 16,-3 5-15-16,-5 2 4 0,-4 10-3 0,-5 5-5 16,-4 2-2-16,-10 3-6 0,-15 1-3 0,-9 4-1 15,-11 6-1-15,-5 17 1 16,-4 12 3-16,-1 13-5 0,2 14 1 0,3 15-1 16,1 18-4-16,4 14 4 0,3 14-2 15,5 12-1-15,9 8 1 0,12 4-3 16,12 3 4-16,8-1-3 0,21-2-1 0,11-9-4 31,10-10-6-31,11-15 4 0,5-20 0 0,1-20-2 0,3-20 1 0,-4-19-10 16,-3-18-11-1,-7-16-15-15,-6-10-22 0,-7-16-42 16,-10-13-88-16,-6-5-107 0</inkml:trace>
  <inkml:trace contextRef="#ctx0" brushRef="#br0" timeOffset="103648.79">23132 13350 848 0,'0'0'45'0,"0"0"-7"0,0 0-10 16,0 0-9-16,41-84-5 0,-30 60-10 0,3-2 2 16,1-6-4-16,3-4 2 15,5-7 0-15,3-7 0 0,4-9-2 0,5-11-3 0,4-5 3 16,4-9-2-16,2-3-2 0,3 1 3 15,-3 4-4-15,-2 11 3 0,-7 13-1 16,-8 17-1-16,-11 17 1 0,-7 11 0 31,-6 9 1-31,-2 4 0 0,1 6-1 0,-2 11 2 16,2 9-1-16,-3 7 2 0,0 5-2 0,-6 7-3 16,1 4 6-16,-2 5-3 15,1 7 2-15,0 3 2 0,0 6-6 0,0 1 3 16,2 2-3-16,1-5 2 0,0-5-2 15,3-9 2-15,0-7 2 0,0-10-4 16,0-13 2-16,0-10-7 0,0-8 0 0,0-6 0 16,0 0-5-16,0 0-7 0,2-11-16 0,1-9-11 15,-2-8-32-15,-1-7-35 0,-4-8-56 16,-8-1-57-16,-5-1-6 0</inkml:trace>
  <inkml:trace contextRef="#ctx0" brushRef="#br0" timeOffset="103782.23">23533 12837 47 0,'0'0'191'0,"0"0"-6"0,-91-46-32 16,59 43-41-16,2 2-27 0,8 1-21 0,3 0-18 15,6 0-13 1,8 0-9-16,0 1-6 0,5-1-2 0,2 2-2 0,16 1-1 16,13-2-2-1,15 2-6-15,10-3-2 0,8 0 0 16,6-4-9-16,3-5-4 0,5-3-9 16,6-3-21-16,1-7-54 0,5-5-224 15,-2-11-34-15</inkml:trace>
  <inkml:trace contextRef="#ctx0" brushRef="#br0" timeOffset="104065.64">24551 12287 880 0,'0'0'39'0,"0"0"-8"15,0 0-7-15,-42-80-4 0,35 66-5 16,-3 2-4-16,3 6-8 0,-2 0-3 0,-7 3 0 16,0 3 0-1,-9 3 0-15,-1 17 0 0,0 9 0 0,1 11 0 0,2 10 0 0,3 10 0 16,3 7 0-16,4 10 0 0,3 7 0 15,3 7 0-15,2 4 0 0,5 4 0 16,0-2 0-16,5-6 0 0,5-9 0 31,-1-9 0-31,-2-13 0 0,-3-11-5 0,0-17 3 16,-2-14 1-16,-1-10 0 0,-1-8 1 0,0 0 1 16,0 0-3-16,-13 0-4 15,-1-9-6-15,-8-8-13 0,1-6-15 0,0-3-29 16,-1-6-76-16,-1-2-179 0,-4-7-6 15</inkml:trace>
  <inkml:trace contextRef="#ctx0" brushRef="#br0" timeOffset="104215.61">24031 12761 800 0,'0'0'60'16,"0"0"-14"-16,114-35-15 0,-64 23-11 15,5-2-11-15,8 2-5 0,3 0-2 16,-1-2-3-16,0 0-7 0,-6-1-20 0,-2-2-58 15,-9-2-234 1,-1-2-28-16</inkml:trace>
  <inkml:trace contextRef="#ctx0" brushRef="#br0" timeOffset="104583.01">25070 11741 638 0,'0'0'66'0,"0"0"-15"0,0 0-7 16,0 0-8-16,0 0-6 0,0 0-4 0,0 0-4 16,0 0-4-1,0 0 0-15,0 0 0 0,29-27 0 0,-14 42-2 0,8 10-2 0,1 6-6 16,4 7-8-16,5 6 0 0,6 7 0 15,4 10 0-15,1 12 0 0,2 12 0 16,-3 12 0-16,-5 12 0 0,-7 10 0 31,-11 7 0-31,-13 3 0 0,-7 1 0 0,-15-1 0 16,-15-9 0-16,-13-9-8 0,-8-12-1 0,-10-16 0 16,-6-11 3-16,-2-16 3 0,4-12 1 15,9-15 2-15,10-11 0 16,9-11 2-16,13-7 0 0,7-7-6 0,12-10-9 15,5-4-20-15,6-6-47 0,13-4-185 16,0-8-78-16</inkml:trace>
  <inkml:trace contextRef="#ctx0" brushRef="#br0" timeOffset="105116.61">26081 11797 882 0,'0'0'37'0,"0"0"-9"0,0 0-5 16,65-91-8 0,-56 77-4-16,-3 7-4 0,-4 4-4 15,1 0-1-15,-3 3-2 0,0 1 1 16,-5 17-1-16,-6 11 0 0,-6 12 2 16,-3 8-4-16,-2 1 2 0,2 5-4 15,0 1-2-15,1-2-2 0,4 3-3 0,3-6 1 16,3-2-1-16,3-8 4 0,3-13 2 15,1-6 3-15,2-10 1 0,0-7 2 0,3-2 1 16,9-3 1-16,8-11 2 0,8-9-1 16,1-7 2-16,-2-4-1 0,2-2-1 15,-4 3 1-15,1 3 0 0,-5 5-1 16,-5 9 1-16,-6 5-4 0,-1 5 0 0,-2 3-1 16,5 6 0-16,-1 6 0 0,-2 5 1 15,0 1-1-15,-5-3 0 0,-3 2-1 0,-1-1-3 16,0 1 4-16,-3 5-1 0,-6-6-1 15,-2-4 2-15,-3-1-2 0,2-5-2 16,-5-5 0-16,-5-1-1 0,-4-7-1 31,-7-10 0-31,-2-7-1 0,1-5 0 0,-1-3 1 16,-1-4 3-16,3-2 2 0,4 1 4 16,5 3-2-16,4 5 4 0,7 9 0 0,6 9 1 15,4 7 3-15,3 4-2 0,0-2 0 16,0 1 0-16,10-2 0 0,8 1 0 15,12 2 1-15,9 2-2 0,7 5-1 16,8 2-2-16,6-1-3 0,7 1 0 0,4-1 0 16,7-1-14-16,2 4-11 0,0-2-39 15,6-2-248-15,-2-7-41 0</inkml:trace>
  <inkml:trace contextRef="#ctx0" brushRef="#br0" timeOffset="105782.2">27689 12588 716 0,'0'0'40'16,"0"0"11"-16,67-85-12 0,-55 67-6 15,-6-1-8-15,-4 3-7 0,-2 2-4 16,-11-4-3-16,-7 6-4 0,-13 3-3 31,-8 7-2-31,-11 2-1 0,-6 5-1 0,-8 10-1 16,0 6 1-16,1 8-2 0,2 4 7 16,6 7-6-16,10 2 3 0,9-1-4 0,11 0-3 15,12-5 3-15,12-2 0 0,6-7 2 16,15-6 1-16,11-7 0 0,10-9-1 15,5-5 2-15,6-11-2 0,4-8 1 16,0-10 3-16,0-8-4 0,-1-8 2 0,-5-8 0 16,-5-9-5-16,-7-10 3 0,-5-12-2 15,-7-6 0-15,-7-11 5 0,-7-4-3 0,-8-1-1 16,-4 4 1-16,-3 8 0 0,-7 14 3 16,-4 18 4-16,2 18 0 0,1 18-2 15,2 17-1-15,-3 10-3 0,0 22 2 16,-3 14-2-16,0 11 2 0,2 10 3 0,6 7-5 15,2 6 2-15,4 7-2 0,1 4-2 16,0 4 2 0,4 4-3-16,2-2 1 0,1-1 2 15,2-5-5-15,3-8 1 0,1-9-4 16,5-9-7-16,4-10-1 0,4-10-4 16,-1-10-7-16,5-8-14 0,5-9-35 15,2-9-130-15,4 0-116 0</inkml:trace>
  <inkml:trace contextRef="#ctx0" brushRef="#br0" timeOffset="106232.2">28211 12419 864 0,'0'0'37'16,"0"0"-7"-16,0 0-6 0,97-84-3 15,-52 70-4-15,6 3-4 0,2 5-3 0,0 6-3 16,-3 0-7-16,-4 6 0 0,-10 8 0 15,-4 2 0-15,-6 4 0 0,-6 2 0 16,-5 3 0-16,-7 3 0 0,-6 2 0 31,-2 1 0-31,-10 2 0 0,-9-1 0 0,-6 0-6 16,-5-5-2-16,-4-1 3 0,-1-7-1 16,0-2 4-16,3-5 0 0,11-4 1 0,7-4 2 15,2-4 1-15,8 0 1 0,-3-6-1 16,4-12 0-16,5-8-1 0,13-12 2 15,10-4-2-15,8-5-3 0,5-3 4 16,2 0-5-16,2 4 4 0,-6 5 2 0,-2 7-2 16,-10 11 3-16,-8 7 0 0,-8 8 1 15,-3 5-5-15,-5 3 0 0,0-1 0 0,0 4 0 16,0 14 0-16,-7 10 0 0,-3 12 0 16,-2 4 0-16,-2 3 0 0,2 1 0 15,-1 3 0-15,5 0 0 0,0-1 0 16,7-1 0-16,1-2 0 0,4-7 0 0,11-4-3 15,11-6-7-15,9-8-4 0,12-8-5 16,11-6-9 0,10-7-18-16,10-4-36 0,2-12-108 15,3-7-135-15</inkml:trace>
  <inkml:trace contextRef="#ctx0" brushRef="#br0" timeOffset="107032.35">5365 11597 497 0,'0'0'64'0,"0"0"-11"0,0 0-7 0,0 0-10 16,0 0-5-16,0 0-5 0,0 0-4 16,0 0-2-16,-73 89-2 0,64-61-4 15,-2 5-1-15,5 6-2 0,-1 13 0 16,1 12 3-16,-1 14-4 0,1 20 0 0,2 19-2 16,-2 18-2-16,3 15-2 0,0 16 0 15,2 11-2 1,-1 10 2-16,2 6-1 0,0 1 0 0,0-7 1 0,3-10-2 0,0-11 0 15,3-16 0-15,-2-18 0 0,-1-20-3 16,-1-19 3-16,-2-18 4 0,0-18-4 31,-6-12 4-31,-3-11-4 0,-4-8-1 0,-1-8 0 16,2-9-2-16,-2-6-6 0,-2-3-11 16,0-12-15-16,-3-11-25 0,3-9-42 0,7-12-98 15,4-9-114-15</inkml:trace>
  <inkml:trace contextRef="#ctx0" brushRef="#br0" timeOffset="107883.07">5117 11748 770 0,'0'0'1'0,"0"0"0"0,0 0-1 16,0 0 1-16,0 0-2 0,0 0-1 0,0 0-1 15,0 0 1-15,0 0 0 0,-26-39 3 16,58 28 0 0,11 2 1-16,8 0 1 0,18-2 0 15,14-1 0-15,22-3 0 0,20-3-1 16,21-3-1-16,19-2 0 0,20-2-1 16,20-2-1-16,21 2 2 0,15-3-4 15,21-1 1-15,14 2-3 0,16-3-4 0,15-1 0 16,14-2-1-16,16 0 2 0,13-4-1 15,11 1 5-15,11-1-2 0,8 1 3 0,5-3 4 16,10-1-1-16,4-4 5 0,10-1-3 16,10-4 1-16,9-1 0 0,8 1 0 15,9 2-1-15,9 1 1 0,9 4-2 16,4 1 0-16,3 2-1 0,4 0-4 0,1 3 4 16,3 0-5-16,1 3 2 0,-2-1-1 15,-4 2-2 1,-6 1-3-16,-11-1-5 0,-10 1 0 0,-9 3 1 0,-8 1 4 0,-2 4 5 15,-4 4 3-15,0 1 1 0,-1 3 1 16,-7 2 1-16,-4 3 2 0,-16 1 2 31,-9-1-1-31,-16 4 1 0,-11 1-1 0,-14 0-1 16,-12 1-1-16,-15 3 1 0,-13 0-4 16,-17-1 0-16,-16-2 0 0,-19-1 0 0,-17 0 1 15,-19 0 0-15,-14-2 3 0,-13 1 3 16,-14 2 1-16,-8-1 1 15,-13 2-2-15,-9 0 0 0,-10 3-2 0,-9 0-1 16,-4 0 1-16,-7 0-2 0,-9 5-1 16,-5 1 1-16,-9 1-2 0,-12 3 1 0,-10 0 1 15,-14 1 1-15,-12 1 0 16,-8 2 2-16,-10 1 0 0,-4 5 3 16,-4 2-2-16,0 3 0 0,-1 3-2 15,1 1-2-15,2 4 0 0,3 2 1 0,2 5-1 16,0 2 4-16,6 7 1 0,3 6-4 0,-2 5 2 15,3 10-4 1,-1 9 0-16,-2 9 3 0,0 8-1 0,-1 7 2 16,-3 8 2-16,-1 8-3 0,-4 11 1 15,1 13-2-15,-3 11-1 0,1 13-1 16,-2 9-1-16,-2 10-1 0,0 2 0 16,-4 4 1-16,-3 0-2 0,-4-4 3 15,-4-3-2-15,-4-6 2 0,0-7-1 0,-1-7 0 16,-5-10 1-16,0-9 0 0,-2-11 1 15,0-10 2-15,-1-13 0 0,-2-12-2 0,-4-9 1 16,-1-9-4-16,-5-7-4 0,-2-10-3 16,-3-6-10-16,-3-3-14 0,-5-7-55 15,0-10-181-15,-7-12-63 0</inkml:trace>
  <inkml:trace contextRef="#ctx0" brushRef="#br0" timeOffset="108665.46">5210 14499 540 0,'0'0'55'0,"0"0"-5"0,0 0-7 0,0 0-5 16,0 0-8-16,0 0-7 0,0 0-4 16,0 0-5-16,0 0-3 0,-3-5-1 15,12 22 0-15,2 11-6 0,-1 8 3 0,-1 9-7 16,1 10 1-16,-3 6 2 0,1 10-2 15,-4 5 3-15,2 6-3 0,-1 3 2 16,0 2 3-16,-1-2-3 0,-1-2 3 0,0-4-3 16,1-5-2-16,-1-5 2 0,3-10-1 15,0-11-1-15,-2-10-2 0,3-15-1 16,1-8-2-16,-3-7-5 0,7-8-15 0,4 0-30 16,3-14-77-16,5-7-173 0,-2-7-9 15</inkml:trace>
  <inkml:trace contextRef="#ctx0" brushRef="#br0" timeOffset="109549.86">5451 15533 828 0,'0'0'-2'16,"0"0"1"-16,0 0-1 0,0 0-1 15,0 0 2-15,0 0-1 0,0 0 2 16,0 0 1-16,0 0 0 0,0 0 0 0,100 0 1 16,-45 0 1-16,12 0-3 0,12-5 1 15,15-4 0-15,16-3 0 0,13-2 0 16,19-3 1-16,15-2-2 16,18-2 1-16,16-1-1 0,23-1 0 0,22 1 1 0,15 2-1 15,20 3-1-15,12 2 1 0,11 0-1 16,11 1 1-16,6 2-1 0,10 0 2 0,3 2-2 15,4-1 2-15,9 3 0 0,3 0 0 16,7 4 1-16,4 1-1 0,5 2-1 31,4 1 1-31,3 0-2 0,3 0 2 0,3 3 0 16,1 0-1-16,7-2 0 0,1 2 0 16,1-3-1-16,5 0 1 0,1 0-1 15,4-7 0-15,4-4 1 0,5-1-6 0,2-2 6 16,1-1-6-16,-3 0 4 0,-3 0 1 15,-5-2-1-15,-1 0 1 0,-4 1 1 16,-1-1-1-16,-1 2 0 0,-1 0 0 0,0-1-2 16,-2 2 1-16,-2 4 1 0,-3 0-1 15,-7 1 1-15,-9 2-1 0,-7 1 1 16,-8 0-1-16,-4 0 0 0,-6-2 1 0,-7 2-1 16,-6-1 1-16,-10-1 0 0,-14 0 0 15,-11 1 1-15,-20-1 0 0,-15 1 2 16,-17 1 1-1,-20-1 0-15,-18 3 1 0,-15 1-1 0,-16 0 1 0,-15 0 0 0,-14 0-1 16,-12-2 0-16,-9 3-1 0,-13-3 0 16,-5 0 0-1,-7 1-1-15,-3-1-1 0,-4 0 0 16,0 1 1-16,-2-2 0 0,0 1 0 16,0 2 0-16,3 0 1 0,1 0 1 15,-1 0 2-15,0 2-1 0,0-1-1 0,-6 1 0 16,-3-3 0-16,-7 1 1 0,-7-1 1 15,-8-1 0-15,-8 1 0 0,-7-1-1 16,-12 3 2-16,-6 0-2 0,-8 0-1 0,-5 1 1 16,-2 1-3-16,-5 0 2 0,0 0-1 15,0 0-1-15,2 0 0 0,-1 0-1 16,1 0 0-16,5 0 1 16,-1 0 0-16,7 0-1 0,3 1 0 0,-5 4 0 0,4 1 0 15,-5-3 1-15,0 0-1 0,0 2-1 16,-5-4 3-16,2 2-1 0,-2-2 0 0,0 1 3 15,4 1-1-15,-4-1 0 0,8-2 0 16,3 1 1-16,3-1-3 0,-1 0 1 31,-1 0-1-31,-6 0 0 0,-4 0-1 0,-1 0-1 16,-6 0 1-16,0 0-1 0,0 0-4 16,0 0-3-16,-8 0-7 0,-11-1-13 15,-12-4-33-15,-3 2-112 0,-6-4-143 0,2-4-7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10T02:47:05.9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2928 749 467 0,'0'0'56'16,"0"0"-2"-16,0 0-4 0,0 0-11 0,0 0-8 16,0 0-5-16,0 0-6 0,0 0-2 0,0 0-8 15,-20-68-4-15,20 68-3 0,0 0 1 16,0 13 4-16,1 10-5 0,6 16 0 15,-1 8 0-15,0 9-3 0,1 8 1 16,2 7 1-16,-2 6 2 0,3 4 1 16,-1 1-1-16,5-3-3 0,-2-5-3 0,4-4 0 15,-3-8-1-15,0-5 1 0,-3-9 0 0,0-10 1 32,-3-8 0-32,-1-10 1 0,-2-8 0 0,-2-8 0 0,-2-4 0 0,0 0 0 15,0 0-1-15,1 2-2 0,1-2-9 16,1 0-17-16,0-12-18 0,1-9-41 15,-1-10-66-15,1-2-125 0</inkml:trace>
  <inkml:trace contextRef="#ctx0" brushRef="#br0" timeOffset="284.39">2785 746 574 0,'0'0'54'16,"0"0"-2"-16,0 0-8 0,0 0-9 0,0 0-11 15,-9-89-6-15,18 67-7 0,11 6-1 0,6 1-1 16,9 3-2-16,8 1-1 0,9 5-1 16,3 3-1-16,4 3-2 0,-4 3-1 15,-5 9-1-15,-4 3-1 0,-6 7-1 16,-5 3 0-16,-6 7-1 0,-6 4 0 16,-8 6 2-16,-7 2-1 0,-8 3 1 0,-8-3 0 15,-13 2 0-15,-3-4 0 0,-8-6 2 0,-3-2-1 16,-4-7 1-1,3-7 0-15,1-8-4 0,2-4-4 0,7-8-6 0,4 0-13 16,5-2-21-16,8-3-59 0,6 4-109 31,3 1-91-31</inkml:trace>
  <inkml:trace contextRef="#ctx0" brushRef="#br0" timeOffset="1399.74">3647 1369 604 0,'0'0'46'0,"0"0"3"0,8-99-3 0,-8 69-9 0,0 3-17 15,0 7-7-15,-1 8-2 0,-5 4-4 16,3 5 0-16,-7-1-1 0,-3 0-7 15,-4 4 1-15,-9 5 4 0,-2 12 1 0,-2 8-1 16,-2 10-2-16,-1 5-4 0,1 2-4 0,3 2 1 31,3-1 0-31,7-1-1 0,5-1 2 16,8-1-1-16,3-5-1 0,3-7 0 16,6-3 1-16,8-8 0 0,2-5 2 15,3-6 1-15,0-6 1 0,4 0 2 16,0-9 2-16,0-7 0 0,-4-5-1 0,4-6 1 15,-4-2 0-15,-3-3-1 0,-2 2 3 0,-2 2-4 16,-2 4 2-16,-3 8-1 0,-1 6-2 16,-2 1 1-16,-2 6-2 0,-1-1 0 15,2 1 0-15,-3 3-1 0,2 0-1 16,2 7 1-16,4 7 1 0,1 7-1 16,0 1 2-16,0-1-1 0,1 3 1 0,-3-1-1 15,5-2 1-15,-1-1-1 0,-1-3 0 0,-4-7 2 16,7-1-1-1,-7-3 0-15,1-1 2 0,3 0 0 0,0-5 0 0,5 0 0 16,-1-2 1-16,5-10-1 0,-2-5-1 31,-2-6 1-31,2-4-2 0,-1-6 2 16,-3-7-1-16,0-4-1 0,-3-4 0 0,-3-6-1 16,-2 1-9-16,-4 3 1 0,-1 9 3 0,0 15-1 15,0 11 8-15,0 11-3 0,0 4-1 16,-3 0 7-16,-7 9 2 15,-1 9 0-15,-4 6 1 0,1 5-7 0,5-2 0 16,2-1 1-16,2-8 0 0,4-1 2 0,1 0 1 16,3-3 2-16,7 1 2 0,5-3-3 15,6-5 0-15,5-2 0 0,5-2-2 0,2-3 0 16,5 0 1-16,0 0-3 0,0-3 2 16,3 0-1-16,-4 0-1 0,-3 1 1 15,-4 2-2-15,-4 0-1 0,-3 6 0 16,-3 4-1-16,-7 0 2 0,-1 5 0 15,-2 0-1 1,-4 5 0-16,-2 2 1 0,-1 0-1 0,0 4 1 16,-3-2-1-16,0 1 0 0,0-7 0 15,0-1 0-15,3-1 0 0,-2-3 0 16,5 2 0-16,-3-5 0 0,1-2 0 16,2 1 1-16,3-4-2 0,5 1 2 15,4-6 0-15,5 0 2 0,1-2-1 16,2-12 1-16,3-4 1 0,4-8 0 0,-1-4-1 15,3-7 0-15,-3-2 1 0,-2-8-2 0,-1-6 2 16,-3-11-1-16,-7-9-9 0,-3-9 1 16,-9-4 0-16,-1 1-2 15,-5 6 9-15,-1 11 1 0,-4 11 1 0,-2 13 1 16,2 11 0-16,-4 7 1 0,0 9-1 16,2 5 1-16,0 5 0 0,-1 1 0 0,1 1-2 15,2 2 0-15,1 2-1 0,-3 1-1 0,-4 3-4 16,-1 7 1-16,-4 7 0 0,6 4 0 15,1 10-1-15,5 6 1 16,3 10 2-16,0 11 0 0,0 9 0 0,3 4 5 31,5 7-1-31,0-1-1 0,-1-1 0 16,3-8-5-16,3-7-2 0,0-10 1 0,4-8 2 16,1-8-3-16,2-7 6 0,0-10-2 0,5-8 2 15,-2-8 0-15,3-4-2 0,6-11 3 16,0-7-1-16,-2-3-1 15,2-1-4-15,-3-1-5 0,-5 0-16 0,-4-2-15 16,-2 0-60-16,-7 2-120 0,-2 7-90 16</inkml:trace>
  <inkml:trace contextRef="#ctx0" brushRef="#br0" timeOffset="1633.35">4640 1005 709 0,'0'0'51'0,"0"0"-4"0,0 0-11 16,0 0-11-16,0 0-9 0,0 0-7 16,0 0-2-16,0 0-4 0,0 0 0 15,-29-26-2-15,47 15-1 0,9-2-2 16,11 2 0-16,2 0-5 0,5 1-8 0,1-1-18 15,2 0-30-15,5 2-109 0,-2 3-149 0</inkml:trace>
  <inkml:trace contextRef="#ctx0" brushRef="#br0" timeOffset="1950.91">5304 1174 745 0,'0'0'62'0,"0"0"-13"0,0 0-20 16,0 0-8-16,0 0-5 0,0 0-3 0,0 0-5 16,0 0-4-16,0 0-2 0,0 0-2 0,3-28 8 15,0 48-3-15,2 10-1 0,0 11 1 16,-1 5-8-16,2 2-1 15,-3 1 2-15,1-4-1 0,-1-1 1 0,1-4 0 16,-1-7 1-16,0-11-1 0,-3-8 1 16,3-8 1-16,-3-6-2 0,0 0 2 0,0 0-1 15,1 0-4-15,-1 0-3 0,2-1-9 0,-1-18-17 16,-1-8-30-16,0-9-125 0,-3-5-132 16</inkml:trace>
  <inkml:trace contextRef="#ctx0" brushRef="#br0" timeOffset="2100.98">5301 642 790 0,'0'0'35'0,"0"0"-8"0,0 0-9 16,0 0-10-16,0 0-9 0,0 0-5 16,0 0-6-16,0 0-28 0,0 0-44 15,49 2-222-15,-36 11-24 0</inkml:trace>
  <inkml:trace contextRef="#ctx0" brushRef="#br0" timeOffset="2916.59">5749 1153 720 0,'0'0'41'0,"0"0"-1"0,0 0-8 16,0 0-10-16,0 0-5 0,0 0-10 16,0 0-4-16,0 0-3 0,0 0 4 0,0 0 1 15,-13 38 0-15,3 5 0 0,3 6-7 0,-3-1-1 16,4 2 0-16,3-4-1 0,3-3 2 16,0-4 0-16,10-6 0 0,3-6 0 15,6-7 2-15,3-6 1 0,2-8 0 16,4-6 1-16,2-8 1 0,3-13-2 15,2-10 1-15,-2-6 1 0,1-9-2 0,-4-8 2 16,-4-13 0-16,-3-12-8 0,-5-13 0 0,-4-6-3 31,-5-7 0-31,-5 4 7 0,-1 5 4 16,-3 11 1-16,0 13 1 0,-3 15 1 16,-1 14-2-16,1 16 0 0,0 12 0 15,1 10 0-15,-2 2-1 0,-2 2-1 16,-2 1-1-16,-4 0-2 0,-1 5 1 0,-3 11-1 15,6 8 0-15,-3 7 0 0,7 5-1 0,2 8 0 16,1 6 0-16,1 11 0 0,2 5 0 16,0 9 2-16,0 6-2 0,8-1 8 15,2-1-1-15,6-5-1 0,1-9-1 16,6-8-8-16,3-12 2 0,5-12-1 16,2-9 2-16,3-14 1 0,6-7 0 0,0-6 1 15,3-15 1-15,-2-11 1 0,1-11 1 0,-3-11 1 16,-6-7-9-16,-3-6 1 0,-5-2 0 15,-5 2-1-15,-2 8 8 0,-5 10-1 16,-2 13 0-16,-7 12 0 0,-2 10 1 31,-4 8-2-31,0 3 1 0,0-2-1 16,0 2-3-16,-9 10 1 0,-8 11-1 0,-5 12 1 16,-1 10 1-16,3 8 0 0,2 5 7 0,3 4-2 15,4-3 1-15,4 0-2 0,7-6-6 16,6-7-1-16,10-6 0 0,7-7 0 15,6-8 1-15,10-7 2 0,6-7-1 16,3-6-1-16,5-3-4 0,5-11-9 16,3-4-8-16,-4-5-24 0,-3 1-37 0,-5-2-137 15,-8-1-96-15</inkml:trace>
  <inkml:trace contextRef="#ctx0" brushRef="#br0" timeOffset="3349.82">7616 891 688 0,'0'0'39'0,"0"0"-1"0,0 0-4 0,0 0-8 15,0 0-7-15,0 0-4 0,0 0-1 0,0 0-5 16,0 0 1-16,46 86-5 0,-37-49-2 15,0 1 0-15,-2 2 0 0,-1 0 4 16,-2-2-2-16,2-3-1 0,-3-3-2 31,1-3-5-31,-2-8 2 0,2-2-1 16,-3-6 1-16,-1-7-1 0,0 6 2 0,3-7-2 16,-3-1-3-16,3 2-6 0,-3-6-10 0,0 0-27 15,0 0-47-15,0-3-193 0,0-18-37 16</inkml:trace>
  <inkml:trace contextRef="#ctx0" brushRef="#br0" timeOffset="3499.99">7613 537 619 0,'0'0'31'0,"0"0"-3"0,0 0-12 15,0 0-12-15,0 0-17 0,0 0-16 16,0 0-33-16,0 0-80 0,0 0-131 0</inkml:trace>
  <inkml:trace contextRef="#ctx0" brushRef="#br0" timeOffset="3933.2">7707 1050 708 0,'0'0'43'0,"0"0"-2"0,0-102-8 16,2 72-9-16,6 4-9 0,5 2-3 15,3 4-2-15,9 3-2 0,4 9-1 16,3 6-1-16,1 2-3 0,4 9-1 0,-5 7-2 16,0 8-3-16,-7 3 5 0,-2 6-4 15,-3 7 0-15,-5 2 2 0,-4 4-1 0,-4 2 2 16,-2-1-2-16,-5-1-2 0,0-5-2 15,-9-5-1-15,-4-6 0 0,0-5 2 32,4-11 3-32,2-6 2 0,4-4 1 15,0-4 2-15,0-14-1 0,2-9-1 0,1-12 1 16,3-9-6-16,11-6-1 0,5-6-1 16,7 0-2-16,3 3 6 0,4 9 1 0,2 10 2 15,0 13 1-15,2 14-1 0,-2 7-1 16,1 12 1-16,-3 9-1 0,-1 8 1 15,-3 6 0-15,-3 4-2 0,-3 4 5 16,-4 2 0-16,-2-2-1 0,-5-2 1 0,4-5-6 16,-6-2-3-16,3-6 0 0,3-3-8 15,0-6-10-15,4-2-24 0,3-5-42 0,3-4-150 16,3-5-84-16</inkml:trace>
  <inkml:trace contextRef="#ctx0" brushRef="#br0" timeOffset="4367.67">9612 912 772 0,'0'0'45'0,"0"0"-13"0,0 0-9 15,-6-84-8-15,3 65-5 0,0-1-4 0,-3 8-3 16,-1 6-3-16,-6 4-1 0,-10 2-1 15,-6 11 0-15,-4 10 0 0,-2 13-1 0,-1 8 1 16,1 9 4-16,5 9-2 0,2 2 0 16,5 0 3-16,7-3-3 0,6-5-3 15,6-6 0-15,4-7-5 0,3-6-2 16,8-9 3-16,5-9 0 0,-4-7 4 0,7-8 3 16,1-2 1-16,2-14 2 0,5-7 1 15,-1-10 0-15,-3-5 0 0,-1-6 1 0,-3-7-6 16,-1-4-1-16,-3 0-1 0,2 1-1 15,-4 8 6-15,0 11 0 0,-4 12-1 16,-5 8 0 0,-1 11-1-16,2 2 0 0,3 7 2 0,4 14-2 0,1 11 3 0,1 8-1 31,-5 5 7-31,5 2-3 0,-2 2-3 0,0-4 1 16,2-4-8-16,-1-3 1 0,3-8 1 15,-3-5 0-15,-2-10-3 0,1-5-3 16,-2-3-13-16,3-7-21 0,6-5-55 15,-2-9-122-15,8-7-99 0</inkml:trace>
  <inkml:trace contextRef="#ctx0" brushRef="#br0" timeOffset="5066.51">10475 1384 589 0,'0'0'57'0,"0"0"0"0,0 0-13 0,0 0-12 16,0 0-9-16,0 0-8 0,0 0-3 15,0 0-1-15,0 0-4 0,58-108-1 0,-28 70-3 16,5-6-9-16,3-6 2 0,3-4 0 15,4-6-2-15,4-3 12 0,-1-3-7 16,1 3 0-16,-4 3 3 0,-3 9-2 31,-7 8 1-31,-6 10 2 0,-10 7-1 0,-7 11 1 16,-4 7 1-16,-5 5-1 0,-3 3-2 16,0-1 0-16,0 1-3 0,-2 0 2 0,-14 3 0 15,-7 9-2-15,-4 5 1 0,1 2 1 16,4 1-2-16,6 1 2 0,6-5-1 15,4 0 1-15,6 1 1 0,6 1-1 16,8 5 2-16,9 0 1 0,8-2 2 0,5 0-2 16,6 2 2-16,7 1-2 0,3 2 0 0,-1 1 0 15,-2 2-2-15,-6 5 0 0,-5-1-2 16,-9 2 3-16,-3 1 2 0,-10 1 0 16,-9-2-2-16,-7 1-1 0,-6-1-2 15,-14-3-1-15,-7-3 2 0,-8-5 0 16,-4-6 0-16,-7-7 1 0,-1-5 0 0,-2-6-1 15,1 0 3-15,2-6-3 0,4-6-1 0,4-3 0 16,8-2-4-16,7-2-3 0,7 6-8 31,9 4-13-31,4 6-17 0,3 2-15 16,13 1-26-16,6 8-41 0,8 9-152 16</inkml:trace>
  <inkml:trace contextRef="#ctx0" brushRef="#br0" timeOffset="6716.8">11921 1020 589 0,'0'0'56'16,"0"0"-2"-16,65-99-8 0,-49 72-11 15,-4 1-10-15,-5 8-4 0,-4-1-5 16,-3 1-2-16,0 3-4 0,-9-3-5 31,-7 6-4-31,-7 6 0 0,-6 6-1 0,-9 1-1 16,-3 14 3-16,-4 8-3 0,-3 7 0 0,3 9 1 16,3 7-2-16,5 8 1 0,6 3 0 15,11 3 1-15,7-3 1 0,10-3-1 16,3-8-1-16,13-6-1 0,6-8-2 15,4-8 0-15,6-11 0 0,1-6 1 16,1-7 1-16,-1-3 3 0,-1-12 0 0,-2-8 0 16,-2-8 2-16,-2-5 0 0,0-5-3 0,-1-3-2 15,-6-4 1-15,3-2 0 0,-6-2 2 16,0 2 2-16,-5 4-2 0,0 8 1 16,-4 14 1-16,-1 9 1 0,-3 10-3 15,0 5 1-15,0-1 0 0,0 4-1 16,0 18 1-16,0 12 1 0,-3 19 0 0,-1 7-1 15,-1 11 1-15,2 6 1 0,2 5-2 0,-1 0 0 16,2 1-5-16,0 2-1 0,0-2 1 31,0-3-1-31,2-7 3 0,4-7 12 16,3-6 1-16,3-12-1 0,0-8 1 16,2-9-13-16,1-7 1 0,-5-8 2 15,3-7 3-15,0-6 3 0,3-2 1 0,3-8 0 16,1-7-2-16,-1-10-13 0,-2-7-3 0,3-9-1 15,-2-12-1-15,5-12 11 0,0-14 2 16,3-12 0-16,-3-12 1 0,2-9-7 16,-2-2 0-16,-3 6 0 0,-1 11-1 15,-2 16 6-15,-5 17 0 0,-1 19-1 16,-3 18 1-16,-5 12 1 0,-2 10 0 0,-1 5 0 16,0-2 1-16,0 2-4 0,0 0 2 0,0-1 0 15,0 1-2-15,0 0 3 0,0 1-2 16,3 15 0-16,-3 8-1 0,4 12 0 15,1 7 2-15,0 4-1 0,1 8 1 16,0-1 2-16,0 3-1 0,0-7 0 31,2-8-2-31,-1-5-1 0,2-12-1 0,-3-7 0 16,5-8 1-16,1-9 1 0,5-1 0 0,5-11 1 16,3-11 0-16,-2-10 0 0,-2-11-2 15,0-7-2-15,-4-5 0 0,2-2 0 16,-3 2 2-16,-3 5 0 0,3 7 1 15,-6 12 1-15,1 5 0 0,-3 11-1 16,-7 6-1-16,3 5-1 0,1 4 2 0,4 7 0 16,5 8 0-16,1 8 0 0,-1 4 0 0,-4 2 0 15,4 1 0-15,-2 2 2 0,0-2-1 16,-1 1-1-16,4-4 0 0,-1-1 1 16,1-5 3-16,2-4 0 0,2-8 0 15,1-6-9-15,4-3 1 0,1-2 0 16,1-10-2-16,3-6 6 0,-1-8-3 0,-1-7-2 31,-1-7 0-31,0-2 2 0,-3-5 0 0,-4 0 2 0,4 1 1 0,-3 5 0 0,-2 6 0 31,-1 7 2-31,-4 4-2 0,-4 11 2 16,-2 4-1-16,-4 6 0 0,-3 3 0 16,0-2 1-16,0 2 0 0,0 0-2 15,1 0 0-15,-1 0-2 0,-7 2 0 0,-9 10 2 16,-4 6-2-16,0 6 0 0,-3 6 1 0,-2 6-1 15,6 3 0-15,-1 7 2 0,1-1-2 16,5 1 0-16,3-4-2 0,4-2-5 16,3-8-1-16,4-13-3 0,0-3 2 15,3-9-2-15,8-5 4 0,4-2 4 16,4-8 1-16,5-10 7 0,-3-8-3 0,0-6 0 16,-1-7 1-16,-2-7 0 0,-1-3 2 0,-2 1-2 15,0 1 1-15,-3 6 0 0,-3 14 1 16,-2 7 2-16,-3 9-2 0,-2 7 0 15,-1 1-1-15,1 3-1 0,2 12 1 16,2 9 2-16,0 11-2 0,1 3 2 31,-4 1-2-31,1 4 1 0,-1 1-1 0,0-2 0 16,1 1-1-16,2-5 0 0,1-2 1 0,-1-4-2 16,3-6 3-16,-2-8 1 0,3-4-1 15,3-6 3-15,4-3-3 0,5-2-2 16,1-2-1-16,3-11-1 0,3-7 1 15,0-9-4-15,0-7 3 0,1-8 2 16,-2-9-3-16,-3-6 1 0,-4-3-2 0,-1-4 1 16,-7 2 1-16,0 7 1 0,-7 3 1 0,-2 12 0 15,-2 13 0-15,-1 13 0 0,-1 9-2 16,0 7 2-16,0-1-3 0,0 1 0 16,-8 6 1-16,-5 8-1 0,-2 6 2 15,4 1 0-15,4 0 1 0,4-5 0 16,1 3-1-16,2-1 2 0,2 0 1 0,5 5 1 31,4-6 1-31,2-2-2 0,6-4 2 0,2-3-1 0,5 2 0 0,4-3 0 0,3-1-2 31,4 0-2-31,0 0 0 0,-3 2 0 16,1 1 0-16,-3 2 1 0,0 3 0 16,-8-1-2-16,-2 4-2 0,-7 3 3 15,-5-1-1-15,-3 4 1 0,-4 1 1 0,-3 4-1 16,0 2 0-16,-5 0 0 0,0 2 1 0,-1-2-2 15,3-1 5-15,2-3-1 0,1-2-1 16,0-2 2-16,3-2-4 0,7-2 0 16,7-3 0-16,3-5 0 0,9 0 1 15,3-6-1-15,4-4 0 0,5 0 0 16,-1-4-3-16,2-10-4 0,-1-4-11 0,-2-7-15 16,-5-2-71-16,-5-2-166 0,-3 0-71 0</inkml:trace>
  <inkml:trace contextRef="#ctx0" brushRef="#br0" timeOffset="7300.75">15157 728 701 0,'0'0'49'16,"0"0"-10"-16,0 0-8 0,0 0-7 16,0 0-9-16,0 0-5 0,0 0-2 15,0 0-4-15,0 0-3 0,18-22 0 0,-17 47 0 16,-1 13-1-16,0 8 0 0,0 5 1 0,0 6 0 15,4 0-1-15,1 1 3 0,2-5-1 16,6-4-1-16,2-8 1 0,3-8-2 16,3-7 0-16,5-11-1 0,1-9 2 15,5-6-1-15,1-13 1 0,2-15-7 16,5-7 4-16,-4-9 1 0,-2-5-2 0,-5-5 9 16,-5-2-4-16,-6 0-4 0,-3 3 4 0,-6 4-4 15,-4 9 4-15,-2 15-2 0,-2 11 0 16,-1 8 0-16,0 6-2 0,0-2 0 15,0 2 1-15,0 0-3 0,-3 0 2 16,-6 5-1-16,-1 6-1 0,-3 1-1 31,6 3-9-31,1-4-9 0,5 2-23 0,-4 7-33 16,4 1-132-16,-5 5-107 0</inkml:trace>
  <inkml:trace contextRef="#ctx0" brushRef="#br0" timeOffset="7680.31">15791 1071 722 0,'0'0'46'16,"0"0"-8"-16,0 0-10 0,0 0-10 15,0 0-10-15,0 0-3 0,0 0-3 16,0 0-1-16,0 0 1 0,0 0-1 0,10-26-1 15,-1 22 0 1,5 0 0-16,2-6 0 0,7 1 1 0,-1-3-1 0,2-3-1 0,1-5 0 31,0-3-1-31,-2-4 1 0,-3-5 1 16,-3-3-2-16,-3-3 2 0,-3-1-1 16,-4 3 0-16,-4 1 2 0,1 10 0 15,-2 11 0-15,0 9 2 0,-2-2 0 0,0 1 0 16,0 1-1-16,0 0-1 0,0 5-1 15,0-2 1-15,0 2-1 16,0-2-1-16,0 2 0 0,-2-1-1 0,0 1 0 16,1 0 0-16,-3 0-2 0,-2 0-2 0,-2 0-7 15,1 5-12-15,-1 0-21 16,-4 2-28-16,-2-3-75 0,-5 4-154 0</inkml:trace>
  <inkml:trace contextRef="#ctx0" brushRef="#br0" timeOffset="8283.35">15464 730 342 0,'0'0'62'0,"0"0"-8"15,0 0-5-15,0 0 1 16,0 0-6-16,0 0-5 0,0 0-3 0,0 0-10 0,0 0-2 16,0 0-5-16,-10-14-3 0,10 13-3 15,0 1-3-15,0-2 4 0,0 2-4 16,0 0 1-16,1 3 0 0,5 9-4 0,4 4 1 15,2 3-2-15,-2 2-2 0,2 4-1 16,-1 1 1-16,1 1-2 16,-1-1 0-16,1-2-1 15,-1 2-4-15,4-4 4 0,-2 1-1 16,1-1 0-16,1-4 2 0,0-3-1 16,0-4 0-16,5-2-1 0,-2-3 2 15,2-5-1-15,1-1 0 0,1-1 1 0,3-10-2 16,-2-1 0-16,-2-3 1 0,0-6-2 15,-1-7 1-15,-1-4 1 0,-3-5-1 0,-2-5 1 16,-2-1 1-16,-2-3-1 0,-2-1 0 16,-2 1 0-16,-3 2 1 0,-1 3-2 15,-2 5 3-15,0 3-1 0,0 4-2 16,-3 11 2-16,0 5-1 0,0 4 1 0,1 4-1 16,-3 1-1-16,1 0-1 0,-1 2 0 15,1 0 1-15,-6 1-1 16,3 1 0-16,1 0 1 0,-3 0-3 0,5 1 1 0,-1 1 0 15,-3 5-5-15,6-2-6 0,2 7-15 16,0 5-21-16,7-1-43 0,5 9-75 31,4-2-139-31</inkml:trace>
  <inkml:trace contextRef="#ctx0" brushRef="#br0" timeOffset="9099.77">16249 932 622 0,'0'0'57'16,"0"0"-9"-16,0 0-20 0,0 0-7 0,0 0-7 0,0 0-1 16,0 0-3-16,0 0-2 0,0 0-4 15,0-24-3-15,7 10-1 0,4-6 0 16,3 2 1-16,0-2 1 0,4-1-2 0,-2 0 1 15,-1-2-2-15,-1-2 3 0,-2 1-2 16,-1-2-1-16,-5 2 2 16,-4 4-1-16,0 2 1 15,-2 8 2-15,0 3-1 0,0-3 0 16,-2 5 0-16,-6 1-2 0,-8-1-1 16,-2 5 0-16,-6 9 0 0,-2 9-1 15,0 10 0-15,2 5 1 0,3 8 1 0,4 5 0 16,5 4 1-16,6 3-1 0,3 2 0 0,3-4 2 15,6-2-1-15,7-8 1 16,7-8 2-16,5-10-7 0,4-9 7 0,4-10-5 16,5-4 2-16,1-9 6 15,3-14-7-15,1-7 4 0,1-9-4 0,0-6-1 16,0-3 5-16,-4-4-4 0,-4-4 2 0,-4 0-1 16,-6-1-2-16,-4-3 3 15,-5 2 0-15,-5 2 2 0,-4 5-1 0,-6 5 1 16,-2 10 0-16,0 11 0 15,0 9-1-15,-4 5-1 0,1 7-1 0,1 0-1 16,-5 4-1-16,-3 0 2 16,-4 4-1-16,-3 6-2 15,5 7 1-15,4 4-1 0,5 6 0 0,2 6 0 16,1 7-1-16,0 6 1 0,4 2-1 16,2 7 1-16,3 2 1 0,-2 3 1 0,3-1-1 15,0-1 0-15,5-5 1 0,-1-8 0 16,2-7 1-16,4-7-1 0,-1-8 1 15,3-11 1-15,-1-9 0 0,3-3 1 16,2-14 1-16,1-9-2 0,4-9 0 0,0-6-1 16,0-7-3-16,-2-5 4 0,-2-3-3 15,-1-5 2-15,-5-1 1 0,-4-3 0 0,-4-2 1 16,-5 3 2-16,-3 5-1 0,-5 7 0 16,0 10-1-16,0 15 0 0,-5 5-2 15,2 10 1-15,2 5-4 0,-2 1 1 16,-2 3 1-16,-4 1-1 0,-3 10 1 0,-2 6 0 15,3 4-3-15,4 8 2 0,2 6-2 16,5 4 1-16,0 5 0 0,0 3-1 0,1 5 1 31,6 1-1-31,-1 5 3 0,1 4 0 16,2 0 0-16,-1 2 0 0,3-4-5 16,-1-2-6-16,4-9-18 0,-1-10-28 15,3-7-75-15,-1-13-179 0,2-3-5 0</inkml:trace>
  <inkml:trace contextRef="#ctx0" brushRef="#br0" timeOffset="9916.83">10443 1584 126 0,'0'0'30'16,"0"0"-7"-16,0 0-12 0,-91 43-2 15,68-32 3-15,10-4 3 0,1 1 7 0,2-2 7 16,3 0 3-16,0 0 2 0,4-3 2 0,0 0-1 15,-1 0 0-15,2 0-2 0,-1 0 0 16,2 2-1-16,1-2-1 0,1 3 0 16,11 2-3-16,5 0-4 0,11-1-6 15,5-2-3-15,16-1-5 0,13-1-3 16,15-2 0-16,17-1-4 0,19 0-1 0,20 0 1 16,22-4-3-16,22-1 0 0,24-1 0 15,19 0 0-15,23 0 0 0,16 2 0 0,20-1-2 16,16-1 1-16,10-2 0 0,16-1 1 15,9-3 2-15,5 1 0 0,5-1-2 16,1 0 0 0,-5 0 1-16,-11 1-1 15,-11 2 2-15,-13 2-1 0,-19-1 1 0,-16 3-1 16,-22 1 0-16,-19-1 3 0,-25-1 1 16,-20 0 3-16,-24-2 3 0,-23 0 2 0,-20-2 1 15,-21 0-1-15,-18-2-3 0,-18 1-3 16,-13 0 1-16,-12 1-2 0,-9-3-1 15,-10 6 0-15,-3-5-2 0,-6 4-2 16,-3-4-2-16,0-6-3 0,-1-1-11 0,-10-5-19 16,-4-2-63-16,-5-2-200 0,1-1-22 15</inkml:trace>
  <inkml:trace contextRef="#ctx0" brushRef="#br0" timeOffset="12117.82">22871 480 364 0,'0'0'53'15,"0"0"5"-15,0 0-4 0,0 0-12 16,0 0-10-16,0 0-15 0,0 0-5 0,0 0-7 16,0 0 2-16,-15-45 3 0,15 45 3 15,0 0 0-15,0 0 0 0,0 9-2 0,0 8 0 16,2 7-2-16,-1 2-2 0,2 5-1 15,-1 2-1-15,-1 5 1 0,2 6 0 16,-2 8 1-16,2 8 1 0,0 10-2 31,0 11-1-31,1 8 1 0,1 7 0 0,-2 2-5 16,1 1 0-16,3 1-3 0,0 0-3 16,2 2 4-16,1 0 13 0,5 1 0 0,-2 3-1 15,2 2 1-15,0 6-15 0,-1 1 5 16,-1 2 6-16,0-1-2 0,-1-1 2 15,0-1-2-15,2 1-8 0,1 1 5 16,2-3 3-16,0 1-3 0,3 0 1 0,1 2-2 16,-4 3-4-16,2 1 3 0,-5 3 1 15,1 0-2-15,-5 3 2 0,-3 0-2 0,-1-1-3 16,-5-1 3-16,-1-1 0 0,0-3-2 16,-7-2 2-16,-2-3 3 0,2-2 2 15,0-7 1-15,0-4 0 0,3-6-3 16,2-5-5-16,1-3 3 0,-1-3-3 0,2-6 5 15,0-7-5-15,-1-3 4 0,-1-9 2 16,2-5-6-16,0-6 6 0,0-7-6 0,0-4-2 31,0-4 2-31,3-3-2 0,0 0-1 16,1-2-2-16,0 1 0 0,-1 1-4 16,-3 0 0-16,0 4-5 0,0 1-3 15,-1 1-14-15,-7-2-15 0,-1-2-31 0,0-1-78 16,-1-6-126-16</inkml:trace>
  <inkml:trace contextRef="#ctx0" brushRef="#br0" timeOffset="12883.11">22998 6588 667 0,'0'0'-9'0,"0"0"6"0,0 0 1 15,0 0 1-15,0 0-2 0,0 0 0 16,0 0 1-16,0 0 0 0,95-35 0 0,-72 35 3 15,-2 4-2-15,2 2 2 0,4-1 0 16,5 1 0-16,6-2 2 0,9-1 1 0,10-1 1 31,11-2 0-31,12-2 0 0,14-5-2 16,12-2 1-16,14-3 0 0,11-1-4 16,10 0 3-16,10-1-4 0,8 0 2 15,4 1-1-15,7 1 1 0,4-1-2 0,7 0 0 16,4 1 0-16,8-2 0 0,4 2 1 15,6 0 0-15,5 0 1 0,6 1-2 0,3 0 2 16,3 2 1-16,3 0 0 0,-1 2 2 16,-2 0 0-16,-3 2 0 0,-4-2-1 15,-6 1-1-15,-5 2-1 0,-5-1-1 16,-7 0 1-16,-7 0-1 0,-7-1 1 0,-4-4 0 16,-5 1 0-16,-3 0 0 0,-3-2 1 15,-4-1 3-15,-3-1-1 0,-4-1-1 0,-4-1-1 16,-3 1-1-16,-4-1 0 0,-4 1 0 15,-5 2 0-15,-4-1-4 0,-8 1 4 16,-5-2-1 0,-10 1 1-16,-8 0 2 15,-8-1-3-15,-9 1 0 0,-12 0 2 0,-8 1 2 16,-11 0 7-16,-10 3 5 0,-12 2-1 16,-5 0 3-16,-10 3-6 0,-5 3-3 0,-1-1-3 15,-4 2-3-15,0-1-2 0,0 1-2 16,3-2-2-16,-3 0-5 0,0 1-20 15,4-4-32-15,-1-1-82 0,1-3-160 16</inkml:trace>
  <inkml:trace contextRef="#ctx0" brushRef="#br0" timeOffset="14116.48">31307 324 168 0,'0'0'58'0,"0"0"1"0,0 0-6 0,0 0-4 16,0 0-5-16,0 0-4 0,0 0-2 16,0 0-7-16,0 0-4 0,0-66-6 0,-3 61-5 15,2 1-4-15,1 4-5 0,-2-2 1 16,2 2-1-16,0 0 0 0,0 0 0 15,0 11 1-15,3 8 1 0,7 10-1 16,1 6 1-16,4 6-4 0,4 6 1 0,4 11-2 16,2 8-1-16,1 15 3 0,1 15 0 15,1 18-1-15,-1 13-3 0,2 13 3 0,0 7-3 16,0 3-2-16,0 1 3 0,-3 0 15 16,-1 3 0-16,-3 2 5 0,1 5-5 15,-2 0-9 1,-1 2 1-16,-1-3-2 0,0-2 2 0,-4-4-5 0,0-6 1 0,-2-4-3 15,0-6 1-15,0-3-2 0,-2-4 2 16,0-6-3-16,-2-7 2 0,0-4-2 0,2-6-3 31,-1-5 8-31,2-5-4 0,2-5 4 16,-4-7 1-16,-1-1-7 0,-2-3 3 16,-3-1-2-16,-2-1-3 0,-2-1 2 15,0-1-1-15,0-2-1 0,0-5 4 0,-2 0-4 16,0-2 3-16,-1-4 0 0,1-2-3 15,1-3 3-15,1-9-2 0,0-5 1 0,0-8-2 16,1-9 2-16,2-10-1 0,1-3 1 16,-1-7 1-16,0-2-1 0,0 3-1 15,0-2 1-15,0 2 0 0,0-1 0 16,0 2 1-16,-1-2-1 0,1 0 0 0,-1-5 0 16,-1 5-1-16,1-4 1 0,-1-1 1 15,1 1-1-15,-2-5 0 0,0 5 0 0,1-1 0 16,2 5 1-16,0 8-1 0,-1 1-2 15,0 6 5-15,0 4-3 0,-1 2 2 16,1 3 0 0,-1 2-3-16,2 3 1 15,-2 2 0-15,1 2 1 0,1 1-2 0,0 0 0 16,0-3 0-16,1-5 1 0,-1-9 0 16,1-6 2-16,-2-9-2 0,-1-7 1 0,1 2-1 15,-2-6 2-15,0 0 0 0,0 0 1 16,0 2 1-16,2-1-2 0,-2 1 1 15,0-2-2-15,2 1 0 0,-2-1-1 16,0 2 0-16,0-2-1 0,0 0 0 0,1 1 0 16,-1-1-1-16,0 1 1 0,0-1 1 15,2 2 0-15,-2-2 0 0,0 2 0 0,0-2 0 16,0 1 1-16,0-1-1 0,1 0 1 16,-1 2-1-16,0-2 1 0,0 0-1 15,0 1-1 1,0-1 1-16,0 0 0 0,0 0 1 0,0 0-1 0,2 0 1 0,-2 0 0 15,0 0-1-15,0 2 2 0,0-2 0 0,0 0 1 16,0 0-1-16,0 0-2 0,0-5 0 31,1-2-2-31,-1-6 4 0,0-5-2 16,-3 1 1-16,-5-5-2 0,-1 0 1 16,-4 1 0-16,-6 2-3 0,-4 1 0 15,-7 2-7-15,-9 4-4 0,-11 6-6 0,-15 3-8 16,-13 3-11-16,-16 5-18 0,-23 5-26 15,-16 7-59-15,-20 3-145 0</inkml:trace>
  <inkml:trace contextRef="#ctx0" brushRef="#br0" timeOffset="15699.71">26693 8397 231 0,'0'0'57'0,"0"0"0"0,0 0 1 16,0 0-10-16,0 0-6 0,0 0-11 16,0 0-10-16,0 0-4 0,0 0 0 15,-70 6 3-15,70-2 6 16,15 3 0-16,14-1 0 0,19 0-7 0,21-5-4 0,22-1-5 15,22-3-4-15,22-4-1 0,20-3-2 16,13-2-2-16,13-1 1 0,8-1-1 0,6-3-2 31,4 1 3-31,-3-1 0 0,-2 0 2 16,-9 1 1-16,-13 1 3 0,-13 1-3 16,-16 0 2-16,-20 2 0 0,-20 2 1 0,-19 0 3 15,-20 3-1-15,-18-1 3 0,-19 3 3 16,-15 3 0-16,-6 2-2 0,-6-5-4 15,0-4-4-15,-9-2-5 0,-5-2 1 0,-1 2-2 16,1 2-1-16,2 3 1 0,3 1-1 16,5 2-1-16,1 1-4 0,-3-1-5 15,2 2-10-15,0-1-13 0,1 1-23 0,3 1-22 16,-6-3-42-16,0 2-55 0,-5-6-88 16</inkml:trace>
  <inkml:trace contextRef="#ctx0" brushRef="#br0" timeOffset="15999.73">29393 7975 641 0,'0'0'68'16,"0"0"-18"-16,0 0-15 16,0 0-11-16,0 0-6 15,0 0-3-15,0 0-1 0,0 0-3 16,0 0-1-16,0 0-4 0,59 29-2 16,-20-12-2-16,1-1-1 0,5 3-2 0,3 0 1 15,-2 1-1-15,3 1 1 0,-4 1-1 16,0 0 1-16,-3-1-2 0,-2-1 3 15,-7 0-1-15,-4-3 1 0,-10-2-1 0,-4-5 0 16,-9 2 1-16,-6 2 1 0,-5 1 0 16,-11 6 1-16,-8-1 0 0,-4 2 2 15,-6-1 0-15,-1 0 0 0,0-1-2 0,3-2-2 16,1 2 0-16,3-2-1 0,2 0-1 16,6-1-1-16,1-1 3 0,4 1-8 15,6-6-2-15,0 3-15 16,3-1-16-16,4 4-26 0,-1 1-52 0,3 1-153 0,0-7-34 15</inkml:trace>
  <inkml:trace contextRef="#ctx0" brushRef="#br0" timeOffset="16699.77">30766 8486 624 0,'0'0'47'0,"0"0"-5"16,0 0-3-16,0 0-6 0,0 0-9 15,0 0-7-15,81-82-3 0,-60 75-2 16,0 1-2-16,2 4-4 0,-2 2-3 0,-1 3-3 16,-2 8 0-16,-1 4-1 0,-5 5 1 15,-4 3 0-15,-7 4 0 0,-1 3 4 0,-7 2-4 16,-9 0 4-16,-4 0-4 0,-1-1-1 16,-2-4 1-16,2-4 0 0,0-4 0 15,7-5 1-15,1-3 0 16,6-5 0-16,3-5 2 0,1 2 1 0,3-3 3 0,0-2-1 15,10-13-1-15,9-10-1 0,11-9-4 16,6-2 0-16,6-4-1 0,0 2-3 0,1 2 2 31,-5 2-2-31,-3 4 4 0,-7 7 2 16,-5 4 1-16,-9 8 1 0,-7 4-1 16,-3 5 1-16,-4 2 0 0,0-2-2 0,0 2 2 15,2 0-3-15,-2 0 0 0,0 2 0 16,0 12-1-16,-2 7 1 0,-3 9 1 15,-1 2 4-15,0 3-5 0,1 1 4 0,2 2-5 16,3 0-1-16,0-1 0 0,8-4 0 16,4-1-1-16,6-5-2 0,5-3 1 15,4-2-6-15,4-6-9 16,8-2-16-16,0-4-31 0,2-5-69 0,2-5-173 0,-5-1-9 16</inkml:trace>
  <inkml:trace contextRef="#ctx0" brushRef="#br0" timeOffset="18361.54">31955 8605 378 0,'0'0'51'0,"0"0"-4"16,0 0 3-16,-100-49-7 0,75 46-14 16,1 3-13-16,1 3-8 0,0 11-3 0,5 4-3 15,1 5-2-15,4 4 2 0,2 3-5 16,3 2 2-16,4 0-3 0,2-1 2 15,2-4-2-15,2-4 2 0,2-8-1 16,4-3 0-16,-4-6 4 0,4-6 2 0,4 0 0 16,2-4 1-16,1-10-1 0,1-3-1 15,-3-2 0-15,-1-4 0 0,0-1 0 0,-1-2-1 16,-1-3-1-16,0 0 0 0,0-1 1 16,-1 2 1-16,1 3 1 0,0 3 1 15,-3 9-1-15,2 1 4 16,-4 5-2-16,3 7 4 0,2 0 3 0,3 11-4 0,0 10 11 15,0 4-9-15,-2 4 3 0,0 2-2 16,-1 3-9-16,-2-1 5 0,0 1-7 0,-1-2 1 31,1-4-2-31,0-2 1 0,-4-10-1 16,-1-4 2-16,0-8-1 0,-2-1 4 16,2 0 3-16,-1 0-1 0,5-3 2 0,0 0-3 15,2-9-1-15,4-8-1 0,-3-1-2 16,2-5 0-16,0-3-1 0,3-1-2 15,2 0 2-15,2 0-1 0,3 4 0 0,1 4 1 16,-3 4 0-16,-4 8 1 0,-1 2 0 16,1 5-1-16,-3 0 1 0,2 9 2 15,-3 5-3-15,-2 2 1 16,-4 3 1-16,-3 2-2 0,-2 0 0 0,-1 2 1 0,0-6-1 16,0 1 0-16,0-1 0 0,0-7 0 15,-4 7 1-15,2-8 0 0,1-4-1 0,-1-1 2 16,2-4-1-16,0 0 1 0,0 0 2 15,0 0 0-15,0 0 0 0,0 0 0 16,6-14-3-16,5-5-1 0,6-9 1 16,0 1-3-1,0 0 2-15,1 1-1 0,-2 2 1 16,-3 4 1-16,-3 6 2 0,-4 5 3 16,-3 6 0-16,-3 3 1 0,0-2-1 0,0 2-2 15,1 0-1-15,1-1 0 0,-2 1 1 16,1 0-1-16,0 1 1 0,-1 6-1 15,2 6-1-15,-2 6-1 0,0 1 0 16,0 3-1-16,0 1 0 0,0-3 0 0,1 0-1 16,1-8 0-16,1 3 1 0,1-7-2 15,-1 0 1-15,1 0 0 0,1-3 0 0,0 2 1 16,3-8-1-16,4 0 1 0,-1-3 0 16,4-9-1-16,-1-3 8 0,-3-2 0 15,2-5 0-15,-3 0 0 16,3-4-7-16,0 0-2 0,2 0 2 0,-1 2-1 0,-2 4 0 15,-2 7 2-15,-1 2-1 0,-5 5-1 16,-1 3 1-16,0 0 0 0,-3 3-1 0,3 0 3 31,5 6-3-31,0 8 1 0,2 7 0 16,-6 0-1-16,2 5 1 0,-3-1 1 16,1 2-2-16,-1-2 1 0,1 0-1 0,-1-9 0 15,2 1 0-15,-1-2 1 0,1-6 0 16,1 3-1-16,0-6 1 0,-3-2-1 15,6-4 2-15,2 0-1 0,5-10 1 0,6-7-1 16,-5-2 0-16,2-4 0 0,0-4 0 16,-5-3-1-16,2-2 1 0,-4 1 0 15,-3-1 1-15,-1 5-2 0,-1 3 0 16,-2 8 2-16,-2 6-2 0,-2 7 4 0,-1 3-3 16,3-3 1-16,0 1-1 0,7 1 1 15,2 1 5-15,-1 6-4 0,8 6 5 0,0 3-4 16,1 1 1-16,6 2-1 0,1 0-1 15,2 0-1-15,0 3 0 0,-3 2 0 16,-4 1-2-16,-3 1 1 0,-5-1 1 16,-8-1 4-1,-6-2 1-15,-6-3 0 0,-11-1-6 16,-6-2-4-16,-3-3 0 0,-3-3 0 16,-1-4 5-16,-2-2 1 0,1-3-2 0,4-1 0 15,-2-9 0-15,3 0-7 0,3-2-7 16,4-1-11-16,7 3-32 0,5 3-76 15,3-3-180-15,-3 0-13 0</inkml:trace>
  <inkml:trace contextRef="#ctx0" brushRef="#br0" timeOffset="18550.09">32549 8280 805 0,'0'0'15'0,"0"0"-6"0,0 0-3 16,0 0-3-16,0 0-4 0,0 0-4 0,0 0-5 31,0 0-20-31,0 0-41 0,0 0-213 16,23 5-30-16</inkml:trace>
  <inkml:trace contextRef="#ctx0" brushRef="#br0" timeOffset="19649.88">31135 292 416 0,'0'0'66'16,"0"0"-7"-16,0 0-6 0,0 0-5 0,1-80-3 15,-1 68-4-15,0 2-7 0,-2 0-4 16,-1 6-11-16,0 0-7 0,-3 4-3 15,-7 0-5-15,-2 4 0 0,-6 10 0 0,1 2-2 16,2 7-1-16,1 3-2 0,2 1-2 0,1 3 1 16,4 2-4-16,1-2 3 15,1 2-1-15,0-4 1 0,2-2 3 0,3-8-3 16,1-1 3-16,-1-9-2 0,1-3 2 16,2 2 0-16,0-7 1 0,-1 0 1 15,1 0 1-15,0 0-1 0,3-13 0 0,5-5 0 31,6-10 1-31,0-5 0 0,2-2 1 0,1-1 0 0,5 1 0 0,3 2-1 16,4 2 2-16,2 4-4 0,0 6 1 0,-2 6-1 31,-2 5-1-31,-2 6 1 0,-2 4 0 16,-3 0 1-16,3 4 0 0,-1 7 1 16,1 1-1-16,-1 2 0 0,1 1 1 0,1 0-3 15,1 0-1-15,-2 2 0 0,2-4-1 0,-4 3-1 16,-1-4 1-16,-1 0-2 15,0-3 0-15,-3 2-2 0,-5-5-10 0,1 2-12 16,4-4-36-16,-6 0-56 0,0 0-184 16,-2-3-8-16</inkml:trace>
  <inkml:trace contextRef="#ctx0" brushRef="#br0" timeOffset="20633.52">22804 470 413 0,'0'0'49'16,"0"0"12"-16,0 0-1 0,0 0-2 16,0 0-14-16,0 0-7 0,0 0-12 0,0 0-9 15,0 0-8-15,-20-7-3 0,7 7-4 16,-3 8 0-16,-6 6-2 0,5 6 0 15,-3 5-2-15,0 3 0 0,-1 3 1 16,-2 2-1-16,0 0 1 0,0 2 0 0,2-1 1 16,3-4 0-16,5-4 1 0,3-8 0 15,5-8 0-15,4-6 0 0,1-4 6 0,-2 0 2 16,2 0 0-16,0-13 1 0,8-10-4 16,5-11-2-16,0-6 1 0,2-2 1 15,0-2 1-15,1-3 2 0,-3 0 2 16,-3 0 0-16,0 5 1 0,-1 2 0 0,-3 10-2 15,0 10-3-15,-1 4-2 0,-1 11-3 16,-1 2-1-16,6 0 1 0,5 3 0 0,4 6-1 31,9 7 1-31,-1 7 0 0,2 3-1 16,1 2 0-16,3 1-1 0,1 3-1 16,2 0 0-16,-1 1 0 0,1-2 1 0,-2-4-1 15,-1-4 1-15,-4-5-4 0,-2-2-3 16,-3-2-6-16,-6-4-17 0,-5-2-26 15,1-5-75-15,1 0-174 0,8-7-5 0</inkml:trace>
  <inkml:trace contextRef="#ctx0" brushRef="#br0" timeOffset="23434.36">22785 7209 538 0,'0'0'45'0,"0"0"-1"0,0 0-14 16,0 0-4-16,0 0-8 0,0 0-3 15,0 0-4-15,0 0-2 0,0 0-3 0,-57-42-1 16,45 54 3-16,-4 6-6 0,4 7 5 16,1 4-5-16,4 3 1 0,1 3-1 15,3 1-2-15,3 2 2 0,0 0-3 0,6 0 3 16,4-2-1-1,4-1 1-15,2-4 1 0,5-5 0 0,0-8 1 0,3-5 2 16,0-7-1-16,3-6 1 0,2-1 0 0,3-13-1 31,1-7 2-31,-1-6-3 0,0-4 2 16,-2-4-2-16,-2-1 2 0,-7 0 0 16,-4-4 1-16,-8 1-3 0,-6-4 1 0,-3 2-2 15,-7 1-5-15,-10 3 6 0,-6 5-6 16,-5 4 5-16,-3 9-1 0,-4 6-1 15,-3 8 0-15,0 5 0 0,0 0-1 0,2 13-1 16,2 8 0-16,4 5-3 0,5 6 5 16,8 5-9-16,4 3-8 0,10 7-27 15,3 3-65-15,4 5-193 0,6-3-18 16</inkml:trace>
  <inkml:trace contextRef="#ctx0" brushRef="#br0" timeOffset="24566.65">32069 6838 576 0,'0'0'65'0,"0"0"-13"0,0 0-8 0,0 0-10 16,0 0-6-16,0 0-7 0,0 0-3 15,0 0-5-15,0 0-1 0,2-59-5 0,-1 57-4 16,-1 1-1-16,0 1-1 0,0 3 1 16,0 18 2-16,2 13 0 0,0 14 1 15,0 5-3-15,-1 3 0 0,2 0-2 0,0 2 1 16,0-2 3-1,1-3-2-15,1-3 1 0,-1-4-3 0,3-6-1 0,-1-9 0 16,-2-8 1-16,1-5 1 0,-2-7 0 0,-2-6 1 31,1 0 3-31,-2-5 1 0,0 0 1 16,3 0-1-16,1-8-2 0,3-7-2 16,-1-7 0-16,-3 5-2 0,-2 1 1 0,-1 4-1 15,0-1 1-15,0 1 2 0,0 6-3 16,0 2 1-16,0 4-1 0,0-2 0 15,0 2 0-15,0-1 1 0,0-1-1 0,0 0 0 16,0 1 0-16,-1-1-2 0,-1 2 1 16,1-1 1-16,-1 1 0 0,1 0 1 15,-1 0-1-15,2 0-2 0,0 0 2 0,8 0 1 16,9 6 0-16,8-1 1 0,8-1-2 16,4-2-2-16,2-2 1 0,1 1-2 15,-3-1 0-15,1 0 2 0,-15 0 0 0,-1 0-1 16,-8 0 2-16,-8 0-2 0,0 0 2 15,-6 0 0-15,0 0 0 0,0 0 1 16,1 0-2-16,0 0-1 0,1 0 1 0,-1 0-3 31,-1 2-6-31,2-2-11 0,-2 1-28 16,0-1-62-16,1 2-206 0,-1-1-14 16</inkml:trace>
  <inkml:trace contextRef="#ctx0" brushRef="#br0" timeOffset="31483.14">23398 6943 440 0,'0'0'72'16,"0"0"-13"-16,0 0-14 0,0 0-11 15,0 0-9-15,0 0-7 0,0 0-5 0,0 0-5 16,9-32-3-16,-9 32-4 0,0 0 0 31,-9 9-1-31,-6 9 2 0,-3 8-2 16,-3 5 3-16,-2 2-3 0,-2 0 1 0,0 1-2 16,1 0 2-16,1-2 3 0,2 0-5 15,4-3 5-15,3-3-5 0,3-8 0 16,4-5 0-16,3-3-1 0,2-7 2 0,1 1 2 15,1-1 1-15,7 2 2 0,9 1 3 16,9 3-1-16,2 0 2 0,3 2-2 16,1 0-1-16,-1 2-1 15,1 2-1-15,-1 0-3 0,-3 2 0 0,-1 0-1 0,-4-2 0 16,-2-1 0-16,-5-5 0 0,-4-3 0 16,-2-2-1-16,0-1-1 0,2 1-2 0,0-3-17 15,7 1-30-15,-5-2-70 0,4 0-168 16,-5 0 0-16</inkml:trace>
  <inkml:trace contextRef="#ctx0" brushRef="#br0" timeOffset="32799.99">23326 7288 392 0,'0'0'65'0,"0"0"-8"0,0 0-15 15,0 0-9-15,0 0-5 0,0 0-1 0,0 0-3 16,0 0-2-16,0 0 1 0,0 0 1 15,-10 0-2-15,13 0-2 0,17 0-4 0,9 0-6 16,12-2-2-16,6-1-2 0,6-1-3 31,6 0 0-31,9 0-1 0,8-1-1 16,8 0 1-16,7 1-2 0,9-1 0 0,7 2 0 16,9 0-3-16,2 0 1 0,5 0 0 15,0 2 0-15,2-2-1 0,-1 0 0 16,-1-1-2-16,-5 0 2 0,-1-2 2 0,-5 0-5 15,-1 0 7-15,-2-2-5 0,1-1 4 16,-1 1 0-16,1 3 0 0,3-2 0 16,-1 1 1-16,2 2-1 0,3 1 0 15,3 1 0-15,3 1-1 0,1 1 1 0,0 0 1 16,-1 0-2-16,-1 0 2 0,-5 0-1 16,-4 3-2-16,-5-1 3 0,-5-1-1 0,-3 0 0 15,-6-1 1-15,-3 0-1 0,-3 0-1 16,-1 0 1-16,-3 0 1 0,-5-2-1 15,1-2 1-15,-5 1-1 0,-1-2 0 16,-3 3 0-16,-3-1 0 16,-5 0 1-16,0-1 0 15,-4 3 0-15,-3-1-1 0,-1 1 0 16,-2-1-1-16,-2 1 1 0,1 0 1 0,0-1-1 16,0 1 0-16,5 1-1 0,2 0 0 15,3 0 2-15,5 0-1 0,2 0 0 0,2 0 1 16,0 0-2-16,0 0 1 15,-1 0-1-15,-3 0 1 0,-2-4 0 0,0 1 1 16,-3 0 0-16,2-1 0 16,-2-1 0-16,2 0-3 0,0 0 2 0,2 0-1 15,-1 0 0-15,1 1 0 16,0 1 1-16,-1 0 1 0,-3 1 0 0,-3 1 1 16,-3 1 1-16,-5-2-3 0,0 2 0 15,-4-1-1-15,-2-1 1 0,-3 2-1 0,2 0 1 16,-4 0 2-16,-1-2-1 15,2 2-1-15,-5 0 0 0,0-1 0 16,-3 1 1-16,2 0 3 0,-3 0 1 0,1 0-1 16,-1 0 0-16,-2 0-3 15,3 0-1-15,-1 0 1 0,0 0-1 0,3 1 0 16,1 1-1-16,0 0 1 16,0-1 0-16,-2-1 0 0,-4 2 0 0,-10-2 1 15,0 0 0-15,-8 0 1 0,0 0 0 16,0 0 1-16,-7-2 3 0,1 2 1 0,-6 0 1 15,0-1-1-15,0 1-1 16,1 0-4-16,1-2 1 0,-1 2-2 16,1-2 1-16,-1 2-1 0,1-1-1 0,-1 1 0 15,1-1 0-15,0 1 0 0,-1-2 0 16,5-1 1-16,-1 2-1 0,-1-3 0 0,3-2 0 16,-4 2-2-1,3-5 1-15,-2-5 0 0,-1 4 1 0,0-7-1 16,-2-3 0-16,-1 0-2 0,0-7 1 15,0 1 0-15,0 0 0 0,0 8 1 0,-1 0 1 16,-2 1-1-16,0 7 1 16,-3-4-1-16,1 5 1 0,-2 1 0 15,1 0 0-15,0 3 0 0,-2 0-1 16,5 2-1-16,0 1 2 0,-3 2-3 0,1 0 2 16,-2 2 0-16,-3 3 0 0,4 3 0 15,0 6 1-15,3 2 1 0,2 5-1 16,1 2 1-16,0-1-1 0,7 3 0 0,5-1-1 15,1-1 1-15,2-2 0 16,2-1 1-16,1-5-1 0,0-1 1 0,2-4-2 16,-1-2 0-16,-3-4 2 0,-2-2 0 0,-1-1 1 15,-7-1 5-15,4 0-7 16,-3 0 2-16,-1 0-2 16,0 0 1-16,-6 0 0 0,0 0 0 0,1 3 5 15,1 1-9-15,-2 6 4 0,0 5 1 0,-9 0-6 16,-8 8 7-16,-6-1-2 15,-2-2 1-15,-7 3 3 0,-1 2-5 0,-4 1 4 16,-1-1-9-16,2 3-8 16,-1-1-14-16,1-1-29 0,0 1-52 15,2-1-190-15,0 0-11 0</inkml:trace>
  <inkml:trace contextRef="#ctx0" brushRef="#br0" timeOffset="34750.19">24752 10674 471 0,'0'0'61'0,"0"0"-5"0,0 0-11 16,0 0-11-16,0 0-8 0,0 0-5 16,0 0-3-16,0 0-1 0,0 0 1 0,0 0 1 15,-33 13 0-15,33-13-4 0,0 0-3 16,8-10-6-16,9-7-1 0,6-7-4 15,1-7-4-15,1-3 5 0,1-9-6 16,-2-7 2-16,1-9 2 0,-3-10-2 0,-2-5 3 31,-6-5-1-31,-5 1 2 0,-5 6-2 16,-4 8-3-16,0 11 5 0,-1 10-4 0,-3 16 5 16,-2 7 1-16,1 10 0 0,-2 4 0 15,-1 1-2-15,-4 5 1 0,-7 0 0 16,-1 12-2-16,-6 8 2 0,0 4 3 15,4 7-5-15,5 5 3 0,1 7-4 0,7 5-3 16,6 7 3-16,3 4-2 0,3 4 2 16,10 0-2-16,7-2 2 0,8-3-1 0,4-6 1 15,7-4 3-15,4-9-4 0,4-7 3 16,3-8-3-16,-1-8 0 0,2-9 0 16,-1-7 1-16,-3-3-1 0,-1-11 0 15,-6-7 2-15,-2-5-4 0,-5-4 3 16,-4-4-3-16,-6-2 2 0,-4 1 3 0,-7-1-2 15,-3 1 1-15,-5 3 0 0,-2 3 1 0,-2 10 2 32,0 2-2-32,0 7-1 0,0 6-2 15,-8 0-3-15,-4 4 2 0,-8 10 0 16,-6 10 1-16,3 7 1 0,-2 6-2 16,4 6 2-16,3 0-1 0,2 2 1 0,9 0 2 15,3-2-2-15,4 0 4 0,3-5-5 16,8-3 1-16,7-7-2 0,2-4 2 0,5-8 1 15,2-6-1-15,3-4 1 0,2-2 0 16,2-10-1-16,0-5 1 0,0-5 0 16,-1-1 0-16,-3-5 0 0,-1-3-5 15,-1-1 4-15,-4 0-3 0,-1 0 3 0,-1 3 1 16,-5 7 0-16,2 4-1 0,-7 5-1 16,-5 7-1-16,4 4 2 0,-1 0-1 0,6 11 1 15,2 4 1-15,-3 3-1 0,-4 5-1 16,-2-1 1-16,-4 4 4 0,-1 2-5 15,-2 0 5-15,-2-2-4 0,0-8 0 16,0 1 0-16,0-9 0 0,-2-4 0 0,2 1 0 16,0-7 1-16,-2 0 3 0,2 0 0 31,0 0 0-31,0 0-1 0,0-2-1 0,2-16-1 16,10-9-3-16,4-12 3 0,7 1-4 15,3-1 4-15,2 1 1 0,-1 6-2 0,-1 7 1 16,-2 7 0-16,-6 6 0 15,1 8 0-15,-3 4 0 0,3 3 1 16,0 8-2-16,-1 4 0 0,-5 2 0 16,2 1 0-16,-5 2-2 0,0-1 4 0,0 1-4 15,-1 0 2-15,0 0 4 0,2-2-5 0,-2-2 4 16,0 0-5 0,2-3 1-16,1-1 0 0,3-1 1 0,4-3 0 15,4-5-5-15,3-2 2 0,2-1-3 16,2-6 0-16,2-6 3 0,1-5-3 0,0-3-1 15,1-4 4-15,-1-2-4 16,-1-2 6-16,-3-1 1 0,-3 1-1 16,-5 3 3-16,-3-1-1 0,-4 2 2 15,-5 0 2-15,-5 9-1 0,-1-1 1 0,-3-1 1 16,-1 2-2-16,-7-3 1 0,-6 4-3 16,-2 4-1-16,-5 3 0 0,-2 6 0 15,-2 1-1-15,-1 9-1 0,-2 6 0 16,1 6-1-16,2 5 1 0,6 5-2 15,2 0 2-15,5 1-2 0,5 0 0 0,5-2-3 16,2-3-2-16,2-4-2 16,11-1-9-16,2-5 4 0,3-5-3 0,-4-4 6 15,4-6 9-15,1-2 3 0,-1-6 4 16,3-9-3-16,-3-3 4 0,-3-5-2 16,-1-1 4-16,-2-2 2 0,-1 0 4 0,-3 2 3 15,-1 6 0-15,-4 3 2 16,0 4-1-16,-3 6-3 0,2 1 0 0,-2 4-4 15,0-2-6-15,0 2-1 16,0 0-2-16,0 0 0 0,-3 16 0 0,-3 8-1 16,-2 9 2-16,2 8 1 15,4 5-2-15,1 5 4 0,1 4-5 16,0 6-2-16,1 4 3 0,5 5-3 0,1 1 3 16,5 4-1-16,1-4 1 0,3-1 2 15,-2-5-5-15,3-6 5 0,-2-4-4 0,-1-10-2 16,-3-5 4-16,-4-7-2 15,-3-12 1-15,-4-4 0 0,0-4 0 0,-10-5 1 16,-6 0-1-16,-7-6 0 16,-6-2 1-16,-3-5-1 0,-4-8 1 0,-3-7 0 15,3-5-3-15,3-7 3 16,2-5-1-16,7-9-3 0,8-6 5 0,7-7-5 16,7-6 2-16,4-4-1 0,15 0-7 15,8 2-1-15,7 9-5 0,7 9 0 0,3 13-7 16,3 9-9-16,4 8-22 0,-1 4-32 0,2 2-54 15,-2-1-154-15</inkml:trace>
  <inkml:trace contextRef="#ctx0" brushRef="#br0" timeOffset="35049.72">27157 10053 628 0,'0'0'65'0,"0"0"-11"0,0 0-6 16,0 0-10-16,0 0-10 0,-5-78-8 16,5 74-4-16,0 4-6 0,0-2-3 15,0 2-3-15,5 0-3 0,2 6 1 16,0 11 1-16,5 9-3 0,-5 9 0 0,-3 6 2 16,-1 8-4-16,-1 4 2 0,1 3-2 0,0-1 4 15,0-1-4-15,1-4 2 0,-1-3-2 16,-1-6 3-16,1-4 2 0,-1-7-3 15,1-9 4-15,-3-8-8 0,1-3-4 16,1-5-4-16,-2-1-5 0,1 1-9 16,-1-5-25-1,2-2-35-15,2-13-71 0,2-9-148 16</inkml:trace>
  <inkml:trace contextRef="#ctx0" brushRef="#br0" timeOffset="35500.83">27413 10067 730 0,'0'0'62'0,"0"0"-11"16,0 0-12-16,0 0-14 0,0 0-8 16,0 0-7-16,0 0-3 0,0 0-3 0,0 0-1 15,0 0-2-15,18-5 0 0,-15 24-1 16,2 8 2-16,-2 9-1 0,-3 6 0 16,0 5-2-16,0 3 2 0,0 2-3 15,0 0 2-15,0-3 5 0,0-4-5 16,0-2 3-16,0-7-4 0,0-6-1 0,1-9 0 15,1-10 0-15,-1-5 1 0,2-4 1 0,0-1 0 16,8-1 1-16,5-3 0 0,5-14 0 31,4-8 1-31,1-7-7 0,1-4 5 16,0-3-2-16,-1 3 1 0,0 4 2 16,-4 6-1-16,-6 11-1 0,-2 7 0 0,-1 8-1 15,0 0 2-15,3 13-2 0,1 5 2 16,-2 5 0-16,-1 3 0 0,1 1 0 0,1 2 0 15,-3-1 4-15,3-1-4 0,-2-4 4 16,1-3-4-16,1-5 1 0,1-4-1 16,-4-5 1-16,4-4 0 0,2-2 1 15,4-2-2-15,8-10 1 0,-4-4-1 16,0-4-4-16,-3-5 4 0,-3 1-6 0,0 1 3 16,-7 2-1-16,-3 6-4 0,-2 3-1 0,-3 4-3 15,-3 5-4-15,0 0-7 0,-3 3-13 16,0 0-15-16,0 0-24 0,-9 0-47 15,-9 3-119-15,-4 6-46 0</inkml:trace>
  <inkml:trace contextRef="#ctx0" brushRef="#br0" timeOffset="35766.58">26985 10126 701 0,'0'0'61'0,"0"0"-7"16,0 0-12-16,0 0-16 0,0 0-8 16,0 0-7-16,0 0-2 0,0 0-1 15,0 0-3-15,78-35-2 0,-18 27-1 16,11 2-2-16,10 2-2 0,2 0-8 0,2 3-17 15,-3-2-54-15,-3 0-225 0,-9-8-33 0</inkml:trace>
  <inkml:trace contextRef="#ctx0" brushRef="#br0" timeOffset="60349.92">25303 667 87 0,'0'0'31'0,"0"0"11"16,0 0 1-16,0 0 3 0,0 0-2 16,0 0-6-16,0 0 1 0,0 0-3 0,0 0-2 15,0-43-3-15,0 41-7 0,0 0-5 16,0 2-5-16,0-1 1 0,0 1 3 0,0 0-2 16,0 0 3-16,3 0-2 0,3 1-3 15,4 9 0-15,3 4-2 0,0 2 0 16,1 4-4-16,2 2-3 0,1 4 0 15,1 5-2-15,1 4 1 0,0 2-1 0,1 8-1 16,0 3 1-16,-1 7 0 0,1 1 1 0,-1 0-3 31,0-1 4-31,1-3-3 0,1-6 0 16,0-5 0-16,2-4-1 0,1-7 0 16,1-5 2-16,-3-6 1 0,2-2 1 15,1-6 2-15,-2-2 1 0,0-5 0 0,0-4 0 16,0 0 0-16,0-2-2 0,1-5 0 15,0-4-2-15,1-1-1 0,-2-3 0 0,-2-3-1 16,-1-5 1-16,-2-6 0 0,-3-4-1 16,-1-8-10-16,-4-7 6 0,-1-9-3 15,-1-7 0-15,-3-4 10 0,-4-1-6 16,1 0 0-16,-2 6 2 0,0 3 0 16,-2 10 1-16,-4 7-1 0,0 8 1 0,-3 10-2 15,-1 5-2-15,0 8 2 0,-2 4 0 16,-5 5-3-16,1 3 1 0,-7 3 0 0,3 7 0 15,2 2 0-15,1 3 1 0,5 1 0 16,3 3 0-16,4 2 0 0,3 0 0 31,2 0 0-31,6 1 0 0,6-1 0 0,8 0-1 16,2 1 2-16,7-2-2 0,4 2-1 16,4-5-6-16,1-1-8 0,0-5-20 0,-1-2-24 15,-1-3-86-15,-5-3-145 0</inkml:trace>
  <inkml:trace contextRef="#ctx0" brushRef="#br0" timeOffset="61800.18">25205 493 239 0,'0'0'56'15,"0"0"2"-15,0 0-3 0,0 0-8 0,0 0-9 16,0 0-13-16,0 0-7 0,0 0 0 16,0 0 4-1,0 0 8-15,-36-15 1 0,39 13-4 16,9 1-4-16,-1-1-7 0,3 2-2 16,2 0-3-16,-6 3-5 0,7 4 1 15,-5-2 0-15,-4 2-3 0,4 1 3 0,-3 2-2 16,-1 2 1-16,3 5 0 0,-4-2 1 15,0 3 0-15,0 3-1 0,0 2 0 0,2 3-1 16,2 6 1-16,3 4-3 0,2 8-1 16,3 8 0-16,4 7-1 0,0 8 3 15,2 4 0-15,1 3 0 0,-1-2 0 16,1-7-2-16,-3-9-3 0,-1-9-1 16,-1-7 0-16,-4-10 0 0,-4-6 2 0,-3-8 0 15,-3-7 2-15,-4-5 3 0,-3-4 1 0,0 0 2 16,0 0 1-16,1 0-2 0,5 0-1 15,-1 0-1-15,2 0-2 0,3-4-1 16,-4-4 1-16,4-1-3 0,-4 1 1 31,4-2 1-31,-3-4-2 0,2-1 2 0,1-8-1 16,1-1 0-16,1-8 0 0,-1-6 1 16,1-6-3-16,0-8-2 0,-1-5 0 15,-1-8-2-15,-1-5 2 0,3-6 3 0,-4 0-1 16,0 0 2-16,2 5 0 0,-3 5 1 15,0 9 1-15,-1 8-1 0,0 13 0 16,1 11 1-16,-4 12-3 0,-2 8 1 16,-1 5-2-16,0-1-1 0,0 1 0 0,0-2 1 15,2 1-2-15,-2-1 2 0,0 2 0 0,1-1 0 16,-1 1 2-16,0 0-1 0,0 0-1 16,0 0 2-16,2 0-1 0,-2-2 1 15,0 2 5-15,0 0-5 0,0 0 0 16,1 0 2-16,-1-2-7 0,0 2 6 15,0 0-1-15,0-1-3 0,0 1 2 0,0-2-1 16,0 2-1-16,0 0 2 0,0 0 0 0,0 0-1 31,0 0-1-31,-1 0 2 0,-2 5-2 16,0 7 2-16,0 6-1 0,-1 4 0 16,2 8 1-16,2 5-1 0,0 2 0 15,0 3 0-15,0 7 0 0,0 7 0 16,-1 6 0-16,1 12-1 0,-2 5 3 0,0 5 3 15,-1-3 1-15,-2-6 0 0,-1-11-3 16,0-12-2-16,-3-8 0 0,0-10-1 0,-1-4 0 16,-2-7 1-16,5-7-1 0,0-2 1 15,2-6 2-15,2-3-3 0,2 2 2 16,1-5 0-16,-3 0-2 0,3 0 1 16,-1 1 1-16,-1 1-4 0,2-1 3 0,-1 1 0 15,1-1-3-15,-2 1 6 0,2-1-3 0,-1 0 0 16,1 1 1-16,0 0-2 0,0-1 1 15,0 1 0-15,0-2 0 0,0 1-3 16,0-1-3-16,0 0-6 0,-1 2-8 31,1-2-11-31,-8 0-26 0,-6-11-23 0,-7-7-48 16,-10-6-88-16,-7-7-58 0</inkml:trace>
  <inkml:trace contextRef="#ctx0" brushRef="#br0" timeOffset="62601.01">25241 552 433 0,'0'0'58'0,"0"0"-7"15,0 0-8-15,0 0-6 0,0 0-4 0,0 0-5 16,0 0-3-16,0 0-5 0,0 0-4 16,-60-44-1-16,59 43-5 0,1 1-3 15,0-2-2-15,0 2-1 0,0-2 3 16,0 2 0-16,13 0-1 0,7 5-1 0,6 7-3 15,1 5 0-15,1 6-2 0,3 6 1 16,-1 7 0-16,1 10-2 0,-1 11 1 0,2 14 0 31,1 10 1-31,0 9 1 0,0 2 2 16,0-2 0-16,-2-9-4 0,-5-11 1 16,-3-12-2-16,-4-15-2 0,-7-16 5 15,-7-12-2-15,1-6 2 0,-3-5 5 0,-2-1 4 16,2-1 0-16,-3-2-1 0,0-1-3 15,3-14-5-15,-1-11 2 0,2-12-1 0,-1-6 0 16,0-9 3-16,1-8-13 0,3-7 3 16,-1-10-1-16,1-4-1 0,2-1 7 15,1 3 0-15,2 5 0 0,-2 9 0 16,3 7 1-16,-3 9-1 0,-1 11 1 0,1 6-1 16,-4 5 1-16,-1 12-1 0,-2-1 1 15,0 8-1-15,-1 4 0 0,-1 1-1 0,-1 4 1 16,0-1-1-16,0 1 0 0,0-2 1 15,2 2-2-15,-2-2 0 0,0 2 2 16,2-1-1-16,-2 1 0 0,0 0 1 31,0-2-1-31,2 2 0 0,-2-1 3 0,0 1-3 16,0-2 1-16,1 0 0 0,-1-5 0 0,0-5 0 16,0 0 1-16,-3-4 0 0,-1 8-2 15,1 3 1-15,2 0-1 0,1 5 0 16,-2-1-1-16,2 1-1 0,-6 0-2 15,-1 1 2-15,-3 12-1 0,2 6 1 16,3 6 0-16,4 6 1 0,1 6-1 0,3 8-1 16,4 7 1-16,0 10-1 0,-1 10 2 15,0 11 2-15,-4 8-1 0,0 5 5 0,-1-4-1 16,-1-10-1-16,0-10 0 0,0-15-6 16,0-11 2-16,0-11-1 0,0-14 1 15,0-9 1-15,0-6 0 0,0-6 1 16,0 0 0-16,0 0 1 0,0 2 1 0,0-1 0 15,0-1-1-15,0 0-1 0,0-1 1 16,0-16 0-16,-1-7-1 0,1-11 1 16,-3-5-1-1,-1-3-3-15,-2-7-3 0,-3-4-1 16,2-5-4-16,-3-5 1 0,-3-1-3 16,1-5-8-16,-1 0-3 0,0 2-11 15,0 0-10-15,-1 5-18 0,-1 8-12 0,0 9-22 16,-6 11-31-16,-3 12-81 0</inkml:trace>
  <inkml:trace contextRef="#ctx0" brushRef="#br0" timeOffset="63117.81">25218 456 288 0,'0'0'85'15,"0"0"-11"-15,0 0-14 0,0 0-12 0,0 0-11 16,0 0-9-1,0 0-5-15,0 0-5 0,0 0 0 0,0 0-4 0,-37-37-1 16,36 37-2-16,1-2-2 0,-2 2-2 31,2 0 1-31,0 0 1 0,8 9 1 0,5 8-1 16,9 6-1-16,3 4-3 0,3 6-2 16,2 6-1-16,1 4 0 0,2 9-2 15,0 9 0-15,1 7-2 0,-1 9 2 0,0 5 3 16,0 2-1-16,-1 0 1 0,-1-9-1 15,-4-5-1-15,-1-9-1 0,-6-11-3 16,-4-8 2-16,-3-7 1 0,-3-14 0 0,-4-2 1 16,-1-10 3-16,-4-5 4 0,0 1 1 15,2-5 3-15,6-12-4 0,1-9-3 0,6-14-1 16,4-11-1-16,0-12 1 0,-1-10-4 16,0-11-4-16,-2-10-1 0,-4-5 0 15,-2-2 4-15,-3 3 2 0,-2 8-1 16,-3 9 2-16,-2 11 1 0,-1 10-1 0,0 11 2 15,0 16-2-15,0 13-1 0,0 8 0 16,0 7-3-16,0-1 0 0,0 1-1 0,0-2-1 31,0 1 2-31,0 1 1 0,0 0 1 16,5 0-1-16,5 0-1 0,6 9 0 16,1 3-6-16,0 3-8 0,-3 2-18 15,-2 1-16-15,-1 0-39 0,-4-6-72 0,0 3-128 16</inkml:trace>
  <inkml:trace contextRef="#ctx0" brushRef="#br0" timeOffset="63499.95">26785 781 392 0,'0'0'67'0,"0"0"-14"0,0 0-11 16,0 0-8-16,0 0-5 0,0 0-2 0,0 0 0 15,0 0-2-15,0 0 0 0,-13-3-4 16,13 3-2-16,12 2-1 0,8 2-2 15,11-2-3-15,9-2-3 0,8 0-3 16,8-5-2-16,5 0-1 0,-1 0-2 0,0 0-1 16,-7 2 0-16,-5 0-1 0,-9 2-1 15,-11 1 1-15,-13 0-1 0,-7 0 0 0,-8 0 0 16,0 0 1-16,0 0-1 0,1 0-1 16,-1 0-3-16,-1 0-5 0,-15 0-6 15,-9 0-13-15,-5 0-15 0,1 3-29 16,-2 3-33-16,4 4-83 0,0 6-90 0</inkml:trace>
  <inkml:trace contextRef="#ctx0" brushRef="#br0" timeOffset="63716.44">26781 1322 603 0,'0'0'63'16,"0"0"-9"-16,0 0-20 0,0 0-9 15,0 0-7-15,0 0-5 0,98-64-5 0,-54 50-1 16,6 3-5-16,4-1 0 0,-1 5-1 16,2 2-1-16,-3 2 0 0,-4 3-1 15,0 0-1-15,-8 0 0 0,-4 5-7 16,-4 0-1-16,-10-1-7 0,-2-1-10 0,-2-1-11 16,-1-2-17-16,4 0-41 0,-2-5-69 15,0-4-108-15</inkml:trace>
  <inkml:trace contextRef="#ctx0" brushRef="#br0" timeOffset="64133.28">27925 710 545 0,'0'0'53'0,"0"0"-2"0,0 0-5 0,0 0-12 16,-54-85-4-16,48 77-11 0,0-1-3 15,0 2-5-15,3 2-4 0,0 2-3 16,3 3-4-16,-6 0 0 0,-4 2-2 0,-5 10 0 16,-1 8 2-16,1 7-2 0,1 8 2 15,2 4-1-15,1 7 0 0,4 4 0 0,0 6 0 16,1 4 1-16,5 2 3 0,1 0 1 16,1-3 0-16,9-8 0 0,3-6-2 15,6-11-3-15,1-4 1 0,6-8-1 16,3-8 3-16,5-5 0 0,3-7-1 0,3-2 2 15,1-10-1-15,0-9 1 0,-1-9 0 16,-4-8-2-16,-3-10-2 0,-7-5 0 16,-7-7-3-1,-4-6 4-15,-11-4 0 0,-4-2 1 16,-4 2 2-16,-11 4-1 0,-2 6-1 16,-6 10-1-16,-3 10 0 0,-3 11-2 15,-1 12 1-15,-2 10-1 0,0 5-2 0,-3 15-1 16,0 9-3-16,1 10-12 0,0 5-18 15,4 5-46-15,1 5-82 0,5 2-143 0</inkml:trace>
  <inkml:trace contextRef="#ctx0" brushRef="#br0" timeOffset="65483.39">31799 326 399 0,'0'0'72'0,"0"0"-7"15,0 0-13-15,0 0-11 0,0 0-2 16,0 0-10-16,0 0 0 0,0 0-7 16,0 0-5-16,-36-62-4 0,36 62-4 15,-2-2-3-15,2 2-1 0,0 0 0 16,0 0-1-16,10 12 2 0,6 6-1 0,7 7-2 16,2 2 1-16,-2 2-2 0,3 3-2 0,0 4 1 15,-1 3-1-15,-1 0-2 16,-3 2 4-16,-3 1-2 0,-3 1 0 0,1-1 0 15,1 2-3-15,-1-1 3 0,4-2-2 16,-2-3 2-16,-1-3 0 0,-5-3 0 16,-1-2 2-16,-5-10-2 0,-2-2 0 0,-1-6 0 31,-1-6 0-31,-1 0 3 0,-1-6 3 0,0 0 2 16,1 0-2-16,-1-17-2 0,0-10-2 15,0-14-2-15,0-9 0 0,2-6 1 16,5-5 0-16,7-5 2 0,3-3-1 15,1-1 0-15,2 2 3 0,-2 4-2 16,2 7-2-16,-1 10 1 0,-3 9 0 0,-3 10-3 16,-2 12 4-16,-5 6-2 0,-3 7-2 0,-3 3 1 15,0-1-2-15,0 1-1 16,2 0 0-16,-1 0 2 0,2 0-3 0,0 1 0 16,2 9-2-16,3 1-9 0,-1 3-7 15,5 3-24-15,2-1-28 0,-5-5-74 16,-5 2-157-16</inkml:trace>
  <inkml:trace contextRef="#ctx0" brushRef="#br0" timeOffset="65933.37">32367 677 468 0,'0'0'69'0,"0"0"-12"0,0 0-16 16,0 0-7-16,0 0-8 0,0 0-2 0,0 0-3 16,0 0-5-16,0 0-3 0,71-25-1 15,-55 24-4-15,0-1-2 0,-3 2-3 16,0-1 0-16,8-1-2 0,-2 1 1 15,7-2 0-15,-7 0-1 0,-7 1 0 16,-5 2-2-16,-7 0-2 0,0 0 0 0,6 0-2 16,-1 0-7-16,7 0-11 0,-1 0-18 0,0 0-39 15,-2 3-51-15,-5-1-167 0</inkml:trace>
  <inkml:trace contextRef="#ctx0" brushRef="#br0" timeOffset="66166.49">32393 977 647 0,'0'0'49'16,"0"0"-13"-16,0 0-14 0,0 0-8 15,0 0-5-15,0 0-3 0,0 0 0 0,0 0-5 16,0 0 1-16,62-37-4 0,-34 38 2 0,-1 5-1 15,3 0 4-15,2 0-3 0,0-2 0 16,1 1 0-16,-2-2-12 0,1-1-16 16,-1-2-23-16,-2 0-63 0,-3-5-105 15,-10-1-86-15</inkml:trace>
  <inkml:trace contextRef="#ctx0" brushRef="#br0" timeOffset="66742.55">33113 466 633 0,'0'0'56'0,"0"0"-8"0,0 0-11 0,-4-78-11 16,1 69-5-16,2 4-3 0,1 1-5 15,0 4-4-15,0-1-3 0,0 1-6 16,0-2 0-16,-2 2-2 0,-2 0 0 15,-5 9 0-15,-1 9 0 0,-3 9 1 16,-3 4-1-16,-1 2 1 0,-6 2 1 0,-5 0 0 16,2 0 1-16,0 0-1 0,6 0-2 0,-2 0 1 15,-1 1-1-15,0 2 0 0,-2-1 1 16,1-4 0-16,-2-6 0 0,4-8 0 16,6-9 2-16,0-7 1 0,2-3-1 15,-1-9 0-15,1-7 0 0,5-11-1 16,5-3 2-16,4-8-2 0,0 1-1 0,7 0 3 15,2 5-3 1,1 6 1-16,4 7 1 0,-4 7-2 0,6 5 1 0,-1 4 1 0,3 3-2 31,7 0 2-31,0 5-1 0,-1 4 0 16,1 2 0-16,4 3-1 0,1-3 0 16,3 3 0-16,4 1 0 0,-4 2 0 15,-4 3 0-15,-5 4 0 0,-6 2 2 0,-1 2-2 16,-2 0 2-16,-1-1-2 0,1-4 1 0,-1-5 0 15,-5-5 0 1,3-5 1-16,-4-1-1 0,2-6 1 0,7-1-1 16,2-3-2-16,7-10 3 0,3-9 0 15,1-5 0-15,5-8 2 0,0-3-3 0,-3-2 1 16,-3 4 0-16,-8 3-2 16,-2 5 1-16,-6 7 0 0,-3 6 0 15,-3 7 0-15,-4 5 1 0,-3 3-1 0,0-1-3 16,0 1-7-16,0 0-6 0,0 0-14 15,-3 3-24-15,-7 8-71 0,-1 5-189 0</inkml:trace>
  <inkml:trace contextRef="#ctx0" brushRef="#br0" timeOffset="67633.45">20077 543 628 0,'0'0'35'0,"0"0"-2"0,0 0-1 15,0 0 0-15,0 0-5 0,0 0-3 16,-78-60-4-16,74 52-4 0,1 4-7 0,0 0-3 16,1 1-7-16,2 3-2 0,0 7 3 15,6 12-2-15,7 11 1 0,0 8 1 16,3 9-2-16,-2 11 1 0,2 7 0 0,0 11 0 16,0 8 1-16,0 4 0 15,1 0 1-15,1-5-2 0,-1-10 0 0,1-12 1 16,-1-14-1-16,-1-12 1 0,-3-15 1 0,-6-10 0 15,5-8 4-15,2-7 0 0,7-15 2 16,6-15 0-16,-1-13 0 0,-2-16-8 0,-1-10 0 31,-4-10 1-31,0-4-2 0,-2-1 5 16,-2 4-1-16,1 6-1 0,-3 10 1 16,-1 13 2-16,-3 12-2 0,-3 15-2 15,-3 14-2-15,-1 9-4 0,-2 6-3 0,0-2-2 16,0 2-4-16,-2 13-6 0,-4 6-7 15,0 9-17-15,3 1-37 0,2-1-71 0,1 3-148 16</inkml:trace>
  <inkml:trace contextRef="#ctx0" brushRef="#br0" timeOffset="67900.17">20645 1005 653 0,'0'0'33'0,"0"0"2"31,0 0-4-31,0 0-10 0,0 0-4 0,0 0-4 16,2-78-3-16,11 71-1 0,1 0 0 16,8 3-2-16,1 4-2 0,1 0-1 0,1 0-4 15,0 0 1-15,1 0-1 0,-2 0-1 16,-6 0 0-16,2 0-1 0,-7 0-3 15,1 0-5-15,1 0-22 0,-8 0-28 16,0 0-52-16,-7 0-92 0,0 0-98 0</inkml:trace>
  <inkml:trace contextRef="#ctx0" brushRef="#br0" timeOffset="68083.41">20591 1349 660 0,'0'0'49'0,"0"0"-3"0,0 0-11 16,0 0-10-16,0 0-9 0,0 0-6 0,108-35-6 31,-68 19-1-31,3-2-2 0,2 1-3 16,0 0-6-16,-1 2-18 0,0 3-49 16,-5 2-86-16,-1 3-151 0</inkml:trace>
  <inkml:trace contextRef="#ctx0" brushRef="#br0" timeOffset="68533.52">21452 784 682 0,'0'0'38'0,"0"0"1"0,0 0 0 15,0 0-8-15,0 0-12 0,-16-77-6 0,16 72-6 16,0 5-1-16,0-1-3 0,0 1-2 15,0 0-2-15,0 0-1 16,0 12 1-16,-1 9 1 0,-2 13-2 0,-2 7 0 31,0 8 1-31,-5 6-1 0,-2 11 0 0,-4 4-2 16,-1 2 1-16,-6 0-7 0,-3-7-1 16,-3-4-1-16,-3-10-4 0,-1-8 4 0,1-10 5 15,1-12 4-15,4-10 8 0,5-11-2 16,2-1 2-16,3-14-1 0,5-8-2 15,6-8 1-15,3-7-1 0,3-4 1 16,5-1 1-16,6 2 0 0,5 10-3 0,0 6 1 16,4 11 0-16,-1 9 0 0,4 5 5 15,3 1 2-15,2 11 0 0,4 7 0 0,-1 5-2 16,1 4-2-16,2 3-3 0,-4-1-1 16,0 1-2-16,-1-4-1 15,0-3 0-15,-1-3 2 0,-1-3-1 0,0-5 0 16,1-4 1-16,-5-6-1 0,2-3 1 0,-4-3-2 15,0-11-4-15,-1-7-7 0,-3-6-9 16,-4-7-13-16,2-2-42 0,-7-5-64 16,1 3-160-1</inkml:trace>
  <inkml:trace contextRef="#ctx0" brushRef="#br0" timeOffset="109566.74">4163 3283 170 0,'0'0'50'0,"0"0"4"0,0 0-1 32,0 0-7-32,0 0-8 0,0 0 0 0,0 0 0 15,0 0 4-15,0 0-2 0,6-77-3 16,-6 70-8-16,0 2-4 0,0 5-5 15,0-2-5-15,0 2 0 0,0-1-1 16,0 1 1-16,0 0-2 0,7 0-1 16,0 3-4-16,8 7-3 0,0 7 0 0,-3 3 5 15,2 4-9-15,-2 7 8 0,0 6-7 16,-1 7-1 0,-1 8 1-16,-1 6-4 0,-2 7 3 0,-1 3-2 0,-3 0 3 0,-2-1-2 15,1-6 1-15,-1-3 4 0,1-7-3 16,-2-5 3-16,1-7-2 0,1-4-1 15,-1-11-1-15,1-2 1 0,-1-10-1 0,-1 0 0 16,3 0 0-16,-3-8-1 0,4 3 0 16,-4-4-2-1,4 1-2-15,-2-1-8 0,1 2-9 16,-3-5-27-16,3 0-36 0,1-10-87 16,5-6-115-16</inkml:trace>
  <inkml:trace contextRef="#ctx0" brushRef="#br0" timeOffset="109900.05">4646 3526 558 0,'0'0'53'16,"0"0"-4"-16,0 0-8 0,0 0-5 0,0 0-10 15,0 0-7-15,4-77-5 0,-4 70-7 16,0 7-3-1,0-1-3-15,2 4 0 0,2 15 2 0,2 14 1 0,4 13 0 0,-3 5-1 16,-1 5 1-16,0 4-4 0,1 1 3 31,-3-1 3-31,-1-1-5 0,3-2 6 16,0-3-7-16,-2-1-1 0,3-7 2 0,-4-3-2 16,3-5 1-16,-3-7 1 0,0-8-2 15,0-6 1-15,-2-4 0 0,-1-7-1 0,2 1 1 16,-2-6-1-16,0 0-2 0,0 0-3 15,0 1-9-15,1 1-21 0,-1-2-43 16,0 0-134-16,0-7-87 0</inkml:trace>
  <inkml:trace contextRef="#ctx0" brushRef="#br0" timeOffset="110117.8">4076 3999 628 0,'0'0'24'0,"0"0"10"16,0 0 4-16,0 0-6 0,0 0-9 16,107-37-7-16,-62 32-7 0,4 0-5 15,6 2-3-15,-3 0-2 0,0 0-5 16,-3 0-7-16,-2-1-16 0,-4 0-19 0,-7-3-37 15,-3 1-59-15,-5-4-127 0</inkml:trace>
  <inkml:trace contextRef="#ctx0" brushRef="#br0" timeOffset="110500.04">4427 2706 513 0,'0'0'50'0,"0"0"0"0,0 0-5 0,0 0-7 15,0 0-8-15,0 0-11 0,0 0-8 16,0 0-3-16,0 0-2 0,-59-41-1 15,39 61 1-15,-6 6-1 0,1 9 1 16,-8 7-5-16,-3 10 2 0,0 6-3 16,-3 2 1-16,-6 2-1 0,3-2 0 0,3-6 8 15,-1-7-6-15,6-6 6 0,7-9-5 16,6-8-3-16,7-7 0 16,7-9 0-16,5-4 0 0,2-4 1 0,-1 0-2 0,1 0-6 15,0-3-12-15,7-10-28 0,6-9-47 16,3-9-114-16,0-8-81 0</inkml:trace>
  <inkml:trace contextRef="#ctx0" brushRef="#br0" timeOffset="110716.54">4310 2617 616 0,'0'0'66'16,"0"0"-12"-16,0 0-17 0,0 0-6 0,0 0-16 15,0 0 2-15,0 0-7 0,87 21 0 0,-64-2-2 16,2 4-2-16,8 3-2 0,3 3-1 16,2 2-3-16,1 3 2 0,3 1-3 15,4 1 1-15,-4-1-2 0,0 0-3 16,-3-4-5-16,-3-5-6 0,-4-2-14 16,-3-6-17-16,-6-6-34 0,-7-2-86 0,-3-6-116 15</inkml:trace>
  <inkml:trace contextRef="#ctx0" brushRef="#br0" timeOffset="111650.07">5207 3464 513 0,'0'0'60'0,"0"0"-6"16,0 0-8-16,0 0-8 0,0 0-12 16,0 0-8-16,0 0-6 0,0 0 0 0,0 0-2 15,3-8-1-15,11 22-1 0,5 7-3 16,3 8-2-16,-2 4 2 16,-1 3-3-16,1 3 0 0,0-1-2 0,1-2 0 0,2-3 0 15,1-4 2-15,2-5-2 0,3-5 2 16,4-7-1-16,2-8 2 0,7-4 0 15,4-6-1-15,4-12 1 0,0-8-3 0,2-7 2 16,-4-8 0-16,-6-6 2 0,-2-5-2 16,-9-1 3-1,-7 1-3-15,-5 6 2 0,-6 3-2 16,-3 8 1-16,-5 12-1 0,-4 10 1 16,2 8-2-16,-3 5 0 0,0-2-2 15,0 2-2-15,0-1-1 0,0 1-1 16,0 0-1-16,0 0-4 0,-3 12-4 0,-3 8-13 15,-1 6-16-15,-3-1-32 0,-2 3-59 16,-1-4-148-16,-4 2 14 16</inkml:trace>
  <inkml:trace contextRef="#ctx0" brushRef="#br0" timeOffset="111927.48">5492 3274 665 0,'0'0'50'0,"0"0"-13"0,0 0-5 31,0 0-15-31,0 0-2 0,0 0 4 16,0 0-7-16,0 0 4 0,0 0-5 0,29 35-6 16,-18-3 0-16,-2 7-1 0,-2 10-1 0,-2 7-2 15,-2 8 3-15,-2 7-6 0,-1 3 4 16,0 2 3-16,0 0-7 0,4-5 6 15,-1-2-3-15,4-4-3 0,1-4 3 16,2-5-3-16,1-4 0 0,2-8-1 16,2-5-1-16,-1-6-6 0,2-5-3 0,0-4-15 15,3-4-20-15,-9-8-49 0,6 0-124 16,-6-6-79-16</inkml:trace>
  <inkml:trace contextRef="#ctx0" brushRef="#br0" timeOffset="112199.88">6811 3800 717 0,'0'0'37'0,"0"0"4"0,0 0-5 0,0 0-14 15,101-32-8-15,-61 25-5 0,7-1-1 0,5 0-1 16,4 0-2 0,-1-1-2-16,-3-1-3 0,-3 2-1 0,-8 0-4 0,-8 2-3 15,-8 3-6-15,-12 1-14 0,-6 2-21 16,-7 0-30-16,0 0-48 0,0 0-161 16,-12 8 4-16</inkml:trace>
  <inkml:trace contextRef="#ctx0" brushRef="#br0" timeOffset="112383.11">6961 4112 846 0,'0'0'41'0,"0"0"-9"16,0 0-11-16,0 0-11 0,94-39-6 15,-52 29-1-15,4 1-1 0,1 0-1 0,2 3-4 16,1 1-11-16,-2 4-21 0,1 1-55 15,-1 0-127-15,-5 0-112 0</inkml:trace>
  <inkml:trace contextRef="#ctx0" brushRef="#br0" timeOffset="113050.09">8272 3584 661 0,'0'0'54'16,"0"0"-8"-16,0 0-6 0,0 0-9 0,0 0-9 0,0 0-8 15,0 0-6-15,0 0-4 0,0 0-1 16,-8-35 1-16,8 60 1 0,0 15-2 16,0 7 1-16,0 5-3 0,3 3 1 0,-3 2 3 15,4 0-4-15,-4 0 3 0,0-1-4 16,1-3-2-16,2-3 2 0,2-5-1 15,1-5 2-15,1-6-1 0,3-6 3 0,-4-9-3 16,-2-6 1-16,-1-4 1 0,0-6-1 31,0 2 3-31,-3-5 0 0,0 0 0 16,0-3-2-16,0-17-1 0,0-12-3 0,-9-15 0 16,-1-6-2-16,-6-8-2 0,-4-7-3 15,-2-6-5-15,2-8 2 0,-3-4-2 0,2-1 6 16,0 3 5-16,2 11 0 0,3 16 6 15,5 22-3-15,3 15 3 0,7 14-2 16,1 6-2-16,-3-1 1 0,3 1 0 16,0 0 4-16,9 0 1 0,8 8 2 0,9 2 0 15,4 0 0-15,5-2-2 0,9 0 1 16,5-5 0-16,7-2 0 0,3-1 0 16,3 0-2-16,-1-6-3 0,-4-3 1 0,-7-2-1 15,-8 1-2-15,-6 0 1 0,-14 5-1 16,-5-2-1-16,-8 4-3 0,-6 2-2 15,3-1-5-15,-6 2-5 0,0 0-11 0,0 0-16 16,-6 6-26-16,-7 6-54 0,-7 5-103 16,-3 1-62-1</inkml:trace>
  <inkml:trace contextRef="#ctx0" brushRef="#br0" timeOffset="113267.58">8148 3949 737 0,'0'0'32'0,"0"0"1"15,0 0-3-15,0 0-6 0,94-12-7 16,-52 7-3-16,3 3-2 0,7 0-4 16,0 1-2-16,3 1-2 0,-4 0-3 0,-2 0-1 15,-6 0-1-15,-4 0-2 0,-7 1-1 0,-12 1-7 16,-1-1-6-16,-9 0-12 15,-5 1-15-15,2 3-19 0,-6 4-27 0,-1 3-69 16,0 6-123-16</inkml:trace>
  <inkml:trace contextRef="#ctx0" brushRef="#br0" timeOffset="113466.43">8284 4417 790 0,'0'0'44'16,"0"0"-8"-16,0 0-11 0,78-35-9 16,-46 30-5-16,4 4-2 0,5-1-4 0,1 2-3 15,1 0-2-15,-1 0-3 0,3 0-3 16,-5 0-9-16,-2 2-12 0,0-2-24 16,0 0-49-16,-1-6-186 0,-1-2-36 0</inkml:trace>
  <inkml:trace contextRef="#ctx0" brushRef="#br0" timeOffset="113830.88">9214 3656 775 0,'0'0'39'0,"0"0"-5"16,0 0-6-16,19-79-6 0,-15 72-9 0,2 3-5 15,7 4-2-15,1 2-4 0,5 12 2 16,0 10-2-16,3 7 1 0,-6 3-2 16,1 5 0-16,-1 0-3 0,-3 2 3 0,0-3 2 15,3 0-4-15,1-5 6 0,3-2-6 16,2-5-1-16,5-7 0 0,2-7 0 16,5-6 1-16,3-6 1 0,4-6-1 0,2-12 1 15,2-6 0-15,1-7-4 0,-1-8 5 16,-3-6-4-16,-2-9 3 0,-3-1 1 15,-7 2-1-15,-4 5 2 0,-7 9 0 0,-3 8 0 16,-9 13 0-16,-4 7 1 0,1 8-3 31,-4 3-2-31,0-1 0 0,0 1-3 16,0 0 1-16,0 0-2 0,-1 7-4 0,-6 10-9 16,-5 4-15-16,-2 2-27 0,-1 3-42 0,-2-5-127 15,-2 0-78-15</inkml:trace>
  <inkml:trace contextRef="#ctx0" brushRef="#br0" timeOffset="114134.41">9561 3336 771 0,'0'0'54'0,"0"0"-14"0,0 0-12 15,0 0-10-15,0 0-5 0,0 0-5 16,0 0 0-16,0 0-1 0,0 0-2 15,0 0 1-15,19 46-1 0,-16-13 0 0,0 8-3 16,-3 8 1-16,0 5-3 0,0 8 2 16,0 7-1-1,0 2 0-15,-3 5 3 0,0 1-3 16,1 4 1-16,2-1-2 0,0 0-2 16,3-6 2-16,5-6-2 0,3-9 1 15,-1-9-1-15,2-9-1 0,1-9 2 16,-3-6-6-16,1-10 1 0,-5-6-8 0,0-3-6 15,0-4-12-15,-2 1-43 0,1-1-136 16,-5-6-113-16</inkml:trace>
  <inkml:trace contextRef="#ctx0" brushRef="#br0" timeOffset="118833.31">2559 6481 392 0,'0'0'63'0,"0"0"-9"16,0 0-7-16,-78 14-9 0,68-13-8 0,0 2-7 16,1 1-1-16,2-3-2 0,6 2 3 15,1 0 3-15,8 3-1 0,14 2-2 16,13-1-4-16,9 0-9 0,14-7-2 0,12 0-1 16,12-2-2-16,12-6 1 0,12-2-3 15,2-2 0-15,2-1-2 0,-2 0 0 16,-8 1-2-16,-6 1 1 0,-10 2 0 0,-10 4 0 15,-12 4 1-15,-14 1-2 0,-21 0 1 16,-9 0-1-16,-14 4 1 0,-4 9 0 31,-4 2 1-31,-8 4-2 0,-7-1 1 0,0-1 4 16,1-2-7-16,3-2 1 0,4-3-16 16,5-4-21-16,3 2-28 0,1 1-59 15,4-5-163-15,8-2 1 0</inkml:trace>
  <inkml:trace contextRef="#ctx0" brushRef="#br0" timeOffset="119316.58">4458 5777 602 0,'0'0'44'0,"0"0"-1"0,-28-103-3 16,21 70-8-16,4 2-4 0,3 3-8 0,0 12-3 15,0 2-6-15,6 7-2 0,3 7-4 16,4 1-3-16,1 17 0 0,4 11-1 16,-4 7 1-1,-2 10 0-15,-4 4 1 0,-5 6-3 16,-3 2 4-16,0 3 2 0,0 1-5 16,0 2 4-16,0-2-5 0,3-1-3 15,3-7 3-15,0-7-2 0,1-7 3 0,1-8-2 16,-2-12 2-16,0-8 0 0,0-5 0 15,5-7 1-15,1 0 0 0,5-15 0 16,2-9 0-16,1-8 0 0,-2-6-1 0,2-6 2 16,0-1-3-16,-1-1 2 0,0 5-2 15,-3 4 0-15,0 9-1 0,-9 9 0 16,2 11 1-16,-2 8-2 0,-3 2 1 0,5 14 0 16,1 8 1-16,-3 6 0 0,-1 7 0 15,0 2 0-15,0 2 1 0,1 0-1 16,3-2 0-16,-3-2 0 0,5-5 0 0,1-3 0 15,-3-6 0 1,-3-7 1-16,3-4-1 0,-7-4 2 0,1-5-2 0,-1 0-2 31,-3-3 0-31,5 0-9 0,-1 0-13 0,3-7-33 16,0-9-82-16,-7-5-165 0,0-9-13 16</inkml:trace>
  <inkml:trace contextRef="#ctx0" brushRef="#br0" timeOffset="119600.99">4192 5907 554 0,'0'0'62'0,"0"0"-9"15,0 0-8-15,0 0-12 0,0 0-8 16,0 0-5-16,0 0-7 0,0 0-4 16,0 0-1-1,0 0-2-15,65-40-1 0,-22 30-1 16,8 3-3-16,11-1 0 0,3 2-2 16,3 2-3-16,-6-1-5 0,-3 2-21 15,-5 1-39-15,-8 1-116 0,-4 0-123 0</inkml:trace>
  <inkml:trace contextRef="#ctx0" brushRef="#br0" timeOffset="119999.7">5087 5440 625 0,'0'0'58'0,"0"0"-8"0,0 0-10 0,14-91-10 0,1 71-10 31,5 4-3-31,9 1-3 0,1 2-1 0,5 4-3 16,3 6-2-16,-2 3-4 0,-1 0-2 16,-5 9-2-16,-7 8 0 0,0 4-2 15,-8 7 2-15,-7 8-2 0,-5 7 1 0,-3 8-2 16,-10 5 2-16,-6 5-4 0,-1-2 3 15,-4-2-2-15,0-5 2 0,2-5 7 16,3-7-5-16,5-5 6 0,2-13-6 0,9-2 0 16,0-5 1-16,16-3-1 0,4-1 1 15,9-5 0-15,6-5 0 0,8-1 0 16,5-1 0-16,8-5 1 0,5-2-2 0,3 1 0 16,-2 1-3-16,-3 0 0 0,-10 2-1 15,-5-1-4-15,-17 3-4 0,-4 2-12 16,-11 0-12-16,-6 0-17 0,-1 3-29 0,-5 8-76 15,-5 5-121-15</inkml:trace>
  <inkml:trace contextRef="#ctx0" brushRef="#br0" timeOffset="120351.03">4539 6672 483 0,'0'0'62'0,"0"0"-1"0,0 0-9 0,0 0-8 16,0 0-5-16,0 0-9 0,0 0-4 15,0 0-2-15,0 0-4 0,-35 8-1 16,64-8-4-16,13 0-4 0,7-3-5 0,9 0-1 15,10-1-2 1,7-1-1-16,11 0-1 0,9-1 1 0,6 2-2 0,8-3 1 31,-1 3-2-31,-4-2 1 0,-5 1-1 0,-14 1-1 16,-13 1 0-16,-18 0-3 0,-21 1-4 16,-11 2-3-16,-15 0-3 0,-7 0-7 15,0 5-19-15,0 6-51 0,-10 2-122 0,-12 2-96 16</inkml:trace>
  <inkml:trace contextRef="#ctx0" brushRef="#br0" timeOffset="120983.35">4475 7353 491 0,'0'0'71'0,"0"0"-6"0,0 0-8 16,0 0-8-16,0 0-11 0,0 0-7 0,0 0-8 16,0 0-5-16,0 0-3 0,-16-90-4 15,25 75-8-15,8-2 2 0,1 0-6 16,6 2 4-16,4 2 0 0,2 1-1 0,6 2 0 16,-1 6 1-16,4 3-1 0,-3 1-2 15,0 5 0-15,-4 9 0 0,-3 5 5 16,-7 6-4-16,-2 5 3 0,-6 6-4 0,-9 3-2 15,-5 3-1 1,-16 7 1-16,-7 3 2 0,-10 3-3 0,-12 3 1 0,-10 0-2 31,-6 0 1-31,-7-7-2 0,-6-4 1 0,2-6 4 16,1-9-2-16,3-7 6 0,10-12-4 16,9-8 1-16,13-7 0 0,10-14-5 15,14-11 4-15,9-8-6 0,5-7 5 0,11-5 1 16,13 2-1-16,4 4 2 0,7 9 0 15,3 9 0-15,3 14 0 0,1 9 0 16,-1 8 0-16,2 13 0 0,-3 6 1 0,-2 5-1 16,-2 3 1-16,-3 0-1 0,-2 0 2 15,-1-4-4-15,-3 1 3 0,0-4 4 16,-2-2-6-16,2-7 5 0,-3-3-6 0,6-5-2 16,-3-6-5-1,1-3-14-15,5-2-29 0,-5 0-61 0,2-8-164 0,-6-7-38 16</inkml:trace>
  <inkml:trace contextRef="#ctx0" brushRef="#br0" timeOffset="121600.04">5074 7500 716 0,'0'0'52'0,"0"0"-10"0,0 0-8 15,26-94-9-15,-4 71-5 0,8 5-2 0,2 1-3 16,5 7-4-16,-2 2-4 0,-2 6-4 16,-1 2-3-16,-6 6 0 0,-1 8 0 15,-5 3 0-15,-3 6 1 0,-8 4-2 16,0 5 0-16,-6 3 0 0,-3 4 1 0,0 0-1 16,-12 3 2-16,0-5-2 0,-6 0 0 15,-4-5 1-15,0-5-1 0,-2-6 0 16,-1-4 2-16,8-7-2 0,8-3 1 0,0-7 1 15,2-5-2 1,3-13 2-16,3-13-1 0,1-6 0 0,17-8 0 0,6-3 0 31,6-2 0-31,4 4 1 0,8 7-1 0,-2 7 1 16,1 9-1-16,-2 8 0 0,-4 9 0 16,-2 6 0-16,-3 0 0 0,0 12 0 15,-6 6 1-15,-4 4-1 0,-3 3-1 0,-6 5 0 16,-4 1 0-16,-3 3 1 0,-3-1 0 15,0 0 0-15,-9-4 0 0,0-2 0 16,-5-3 0-16,2-6 0 0,2-8 0 0,5-2 0 16,2-5 2-16,3-3-1 0,-2 0 0 15,1-14 0-15,1-10-1 0,4-9 0 0,12-9 0 16,7-3 0-16,4-2 0 0,4 3 1 16,2 6-1-16,-1 6 1 15,0 11 0-15,-5 5 0 0,-2 10 1 0,1 6-2 16,-6 0 3-16,0 11-2 0,-1 4 0 0,-2 8 2 15,-2 5-3-15,1 3 2 0,-2 6-1 16,1 2-1-16,-5-1 1 0,0 0-2 16,-3-2 3-1,-4-4-3-15,-3-3 0 0,0-11 0 16,0-5-1-16,0-3-1 0,0-3-4 16,0-3-9-16,0 2-8 0,0-6-30 15,0 0-89-15,0-3-167 0,0-14-24 0</inkml:trace>
  <inkml:trace contextRef="#ctx0" brushRef="#br0" timeOffset="122116.57">6520 5862 577 0,'0'0'40'0,"0"0"-7"16,0 0 1-16,0 0 1 0,39-85-2 0,-16 64-2 16,7 1-3-16,2 2-5 0,3 3-5 15,4 1-5-15,2 5-3 0,2 6-4 16,-1 3-2-16,0 9-1 0,-5 8-2 0,-2 7-3 16,-6 6 3-16,-6 6-2 15,-7 7 1-15,-7 4 6 0,-9 4-6 0,0 1 4 16,-12 3-4-16,-8 0-3 0,-3-2 3 0,-5-3-1 15,-4-4 0-15,-1-7 0 0,3-7 1 16,2-9-3-16,8-8 3 0,7-8 0 16,5-7 1-1,2-6 1-15,0-12-2 0,6-8-2 16,3-6 1-16,14-2 1 0,5 0-1 16,8 4 5-16,1 4-6 0,2 3 1 15,-3 7-2-15,1 0-5 0,-4 5-2 0,-8 4-7 16,-3 3-14-16,1 2-19 0,0 2-32 15,-2 0-82-15,-5 0-124 0</inkml:trace>
  <inkml:trace contextRef="#ctx0" brushRef="#br0" timeOffset="122516.79">7184 5537 680 0,'0'0'51'0,"0"0"-7"0,0 0-7 0,108-92-10 31,-73 78-7-31,1 5-6 0,0 4-5 0,-2 5-3 16,-4 3-3-16,-7 11-3 0,-3 6-2 16,-8 5 0-16,-6 10 2 0,-6 6-2 15,0 6 3-15,-11 4-3 0,-6-1 1 0,-2-2-1 16,-4-1 0-16,-1-3 4 0,-2-3-4 15,2-4 4-15,3-7-2 0,-1-6-1 16,12-7 1-16,1-6-1 0,6-7 1 0,3 1 1 16,3 1 1-16,12 1-1 0,9 0 1 15,8-6-1-15,10-1 0 0,6 0 1 16,5-5 0-16,1-2 0 0,2 1-1 0,-1 1-2 16,-6-1 0-16,-4 2 1 15,-6 1-1-15,-13 1 1 0,-12 0-2 0,-2 2-4 16,-6 0-5-16,-2 0-8 0,-1 2-13 0,-3 7-22 15,-10 8-36-15,-7 2-122 0,-1 1-80 16</inkml:trace>
  <inkml:trace contextRef="#ctx0" brushRef="#br0" timeOffset="122833.44">6799 6718 686 0,'0'0'36'0,"0"0"-5"16,0 0-3-16,0 0-6 0,0 0-6 0,0 0-3 16,0 0-4-16,0 0 0 0,0 0 0 15,0 0-1-15,-22 4 1 0,53 6-1 16,12-4-3-16,18-5 0 0,14-1-2 0,12 0 1 15,10-4-1-15,8-4-1 16,5-1-1-16,-1 1 0 0,-4 2-2 0,-8 0 1 31,-9 0 0-31,-15 0-2 0,-13 2-2 0,-12 1-6 16,-16 1-5-16,-16 0-6 0,-9 2-6 16,-7 0-14-16,0 0-29 0,-1 0-86 0,-14 8-137 15</inkml:trace>
  <inkml:trace contextRef="#ctx0" brushRef="#br0" timeOffset="123216.52">6792 7159 742 0,'0'0'35'0,"0"0"-4"0,0 0-3 15,0 0-6-15,0 0-6 0,71-78-4 16,-44 78 0-16,3 1-5 0,4 12-1 16,-1 6-1-1,3 7-3-15,-4 8 2 0,0 3 1 16,-5 8-3-16,-4 3 3 0,-5 5-5 16,-4 5-3-16,-8 2 3 0,-6 4-2 15,0 0 2-15,-10-3-1 0,-7-7 1 0,-5-8-2 16,0-10 2-16,-5-7 0 0,1-9 1 15,-2-8 0-15,2-9-2 0,2-3 2 0,2-9-2 16,2-9 3-16,5-8-4 0,5-6 2 16,9-4-3-16,2-2 0 15,15-2-1-15,4 2-1 0,8 7 1 0,4 5-1 16,1 6-2-16,4 6-3 0,1 7-5 0,0 3-7 16,1 4-13-16,-2 0-26 0,-1 7-46 15,-4-1-180-15,0 1-10 0</inkml:trace>
  <inkml:trace contextRef="#ctx0" brushRef="#br0" timeOffset="123666.51">7539 7450 774 0,'0'0'33'0,"0"0"1"16,0 0-4-16,76-82-8 0,-53 68-8 15,0 3-8-15,-6 6-1 0,-1 1-3 16,0 4 0-16,-6 0 0 0,5 4-4 0,-8 8-2 16,0 4 3-16,-3 10-1 0,-4 3 1 15,-4 3 3-15,-7 4-3 0,-4 4-3 16,1-2 2-16,-2-3-3 0,0-4 2 0,4-5 2 16,3-9-1-16,4-8 1 15,2-5 2-15,3-4-1 0,0 0 3 0,3-6-1 16,13-12-1-16,2-8 1 0,3-6-2 0,3-4 2 15,1 0-1-15,-2 1 2 0,-1 3-1 16,-2 4 3-16,-4 8-2 0,-5 4 4 16,-3 7 0-1,-5 6 0-15,-3 3 1 0,0-2-1 16,0 2-4-16,1 0-3 0,-1 0-1 16,0 2-2-16,0 13 3 0,0 8 0 15,-3 9 0-15,0 3 0 0,0 3 0 0,2-1-2 16,1 2 4-16,0-1-4 0,1-4 1 15,7-2 4-15,2-4-7 0,3-6-3 16,1-4-3-16,5-5-11 0,-7-4-6 0,5-8-20 16,3-1-40-16,-4-6-95 15,7-9-129-15</inkml:trace>
  <inkml:trace contextRef="#ctx0" brushRef="#br0" timeOffset="124083.36">8058 7163 749 0,'0'0'44'16,"0"0"-6"-16,0 0-5 0,0 0-10 16,56-91-5-16,-27 74-4 0,4 4 0 15,6 2-3-15,-2 3-4 0,-2 5-1 0,1 3-5 16,-5 0 0-16,-5 9-1 0,-5 4-1 15,-5 2 0-15,-3 3 1 0,-7 4-2 16,-6 5 4-16,0 1-2 0,-12 2 0 0,-5 4 4 16,-6-1-5-16,1-1 4 0,-4-3-4 15,0-5 1-15,3-4 0 0,3-3 0 16,7-7 0-16,4-3 0 0,6-5 0 0,3-2 0 16,0 0 2-16,0 0 0 15,3 0 1-15,15 0-1 0,9 0 0 0,12-4 0 16,3-2-1-16,0-2 1 0,1-1-1 0,1 2-2 15,-4 1 2-15,-1 1-1 0,-7 0 0 16,-10 4 1-16,-8 0-4 0,-8 1-1 16,-6 0-3-1,4 0-5-15,1 0-3 0,-1 0-7 16,0 0-13-16,-4 0-31 0,0 0-75 16,0 0-167-16,0 2-6 0</inkml:trace>
  <inkml:trace contextRef="#ctx0" brushRef="#br0" timeOffset="126550.03">8785 6113 429 0,'0'0'51'31,"0"0"-1"-31,0 0-6 0,0 0-6 16,0 0-8-16,11-89-1 0,-11 69-4 16,-7 4-1-16,4-2-2 0,-1 4-3 15,1 5 0-15,1 4-3 0,1 2-7 0,1 3-2 16,-2 0-5-16,2 3 0 0,0 14 2 15,6 10-1-15,3 8 1 0,7 5-2 0,0-1 0 16,4 2-2-16,6 0 1 0,3-3-2 16,4-3 2-16,5-6 1 0,2-8 1 15,5-9 1-15,-3-7 0 0,7-5 2 16,-2-14-1-16,0-9-1 0,-2-7-1 0,-3-5-1 16,-6-4-2-16,-6-4 2 0,-5 2-2 15,-9 0 1-15,-5 3 0 0,-5 5-5 0,-3 9 4 16,-3 10 1-16,0 2-2 0,0 7 6 15,0-1-7-15,0 2-2 0,0 4-1 16,0-2-3-16,0 2-6 0,0 12-12 16,-3 8-15-1,-1 4-33-15,-3 2-58 0,-2 0-151 16,3-2 6-16</inkml:trace>
  <inkml:trace contextRef="#ctx0" brushRef="#br0" timeOffset="126883.16">9093 5759 643 0,'0'0'47'0,"0"0"-3"16,0 0-6-16,0 0-6 0,0 0-8 16,0 0-7-16,0 0-6 0,0 0-4 15,0 0-2-15,-14-58 0 0,13 68 0 0,-2 12 2 16,3 8 0-16,-3 8 0 0,3 6 3 15,0 6-4-15,0 8 1 0,0 6-3 16,0 7-4-16,7 7 1 0,-1 3-1 0,2 1 1 31,-1-1 3-31,0-7-3 0,-1-5 1 16,-3-10-2-16,0-6-1 0,-2-8 1 16,2-5-1-16,1-6 1 0,-1-9-1 15,1-8 1-15,1-4-3 0,-1-5-1 0,-4-5-6 16,3 0-8-16,4-3-16 0,6 0-30 15,2-6-94-15,2-3-148 0,-7-8-5 0</inkml:trace>
  <inkml:trace contextRef="#ctx0" brushRef="#br0" timeOffset="127233.42">9882 5935 524 0,'0'0'65'16,"0"0"-3"-16,0 0-13 0,0 0-6 16,20-82-10-16,-17 77-5 0,-3 1-9 0,0-1-3 15,0 1-4-15,-8 1-3 0,-3 3-1 16,-6 9-2-16,-6 10 4 0,-3 10-3 15,0 8 2-15,0 9-5 0,1 8-2 16,5 6 0-16,3 6-3 0,5 4 2 0,9 0-3 16,3-1 4-16,6-2 2 0,9-4-4 15,8-8 3-15,4-6-3 0,6-6-3 0,4-10 2 16,0-7-1-16,2-8-2 0,0-6-5 16,-4-7-6-16,0-3-10 0,-8-2-15 15,-1-9-26-15,-3-4-43 0,-8-9-150 16,-4 0-31-16</inkml:trace>
  <inkml:trace contextRef="#ctx0" brushRef="#br0" timeOffset="127667.79">10034 6229 716 0,'0'0'56'0,"0"0"-9"0,0 0-10 0,36-85-10 16,-13 69-6-16,3 1-7 0,-1 4-4 15,2 5-4-15,-1 4-4 0,-3 2-1 0,-5 11-2 16,1 5 0-16,-6 9 0 0,-3 7-1 16,-7 4 1-16,-3 7-2 0,-5 0 2 15,-8 0-1-15,-1 0 1 0,-3-5-2 16,-1-5 1-16,2-4 4 0,0-5-5 0,5-9 6 16,5-6-3-16,3-4 1 0,3-5 3 15,-1-1-6-15,1-15 2 0,0-8-4 0,7-11 3 16,7-1 2-16,5-4-1 0,4-1 2 15,2 2-2-15,-1-1 2 0,-2 5-2 16,-3 6 0-16,-2 7 2 0,-7 7-1 16,-4 7-1-1,-3 5 0-15,-3 3-2 0,0-2 1 16,2 4 1-16,2 11-2 0,3 10 4 16,-1 9-4-16,-2 5 4 0,-2 0-4 0,-2 1 1 15,1 1 1-15,-1-4 0 0,3-2 0 16,3-3-1-16,0-3 5 0,2-4-7 15,1-6 3-15,0-5-7 0,2-4-4 16,5-7-8-16,6-1-12 0,2-1-19 0,0-13-41 16,3-6-74-16,-2-7-130 0</inkml:trace>
  <inkml:trace contextRef="#ctx0" brushRef="#br0" timeOffset="128000.08">10608 5653 670 0,'0'0'61'16,"0"0"-13"0,0 0-9-16,7-79-10 0,3 62-9 15,6 5-4-15,3 4-3 0,6 5-3 16,2 3-2-16,8 9-1 0,1 9-2 16,5 7-1-16,3 7 0 0,0 6-3 0,0 4 2 15,-3 8-3-15,0 5 2 0,-6 7 3 16,-7 8-4-16,-3 7 2 0,-11 10-3 15,-4 4-2-15,-8 1 3 0,-2 1 1 0,-9-8-1 16,-7-6 2-16,-4-11-3 0,-3-7-1 16,0-12 2-16,1-10-1 0,3-9 1 15,8-13 1-15,3-8 0 0,7-4 4 16,1-5 1-16,0 0-1 0,0 0-3 0,0 0-2 16,0 0-2-16,0 0 0 0,0 0-4 15,0 0-5-15,0 0-9 0,3 0-14 0,8 0-22 16,1 7-59-16,5 5-194 0,-7-2-17 15</inkml:trace>
  <inkml:trace contextRef="#ctx0" brushRef="#br0" timeOffset="128683.49">12271 6393 587 0,'0'0'63'0,"0"0"-7"0,0 0-6 16,0 0-8-16,0 0-10 0,0 0-8 16,0 0-5-16,0 0-6 0,0 0-3 0,0 0 0 31,7-7-1-31,44 3-2 0,13 3 0 16,8 1-3-16,3 0-2 0,1 0-2 0,-6 0 0 15,-8 3 0-15,-10 0 1 0,-10 2-1 16,-13-4-1-16,-7 1 0 0,-11-1-2 15,-6-1 3-15,1 2 0 0,-6-2 0 16,0 0 1-16,0 0-3 0,-2 0-1 0,-10 0-8 16,-6 0-7-16,-4 0-13 0,0 4-20 15,1 3-46-15,2 0-116 0,-3 2-91 0</inkml:trace>
  <inkml:trace contextRef="#ctx0" brushRef="#br0" timeOffset="128916.61">12171 6772 767 0,'0'0'46'16,"0"0"-11"-16,0 0-7 0,0 0-8 16,97-57-4-16,-45 46-4 0,7 4-5 15,5 0-1-15,4 3-4 0,0 3-1 0,-2 1 0 16,-5 0-2-16,0 0-1 0,-7 0 0 15,-4 0-4-15,-5 0-2 0,-3 1-7 0,-9 1-7 16,2-2-11-16,-8 0-19 0,-2 0-39 16,-6-2-85-16,-5-2-124 0</inkml:trace>
  <inkml:trace contextRef="#ctx0" brushRef="#br0" timeOffset="129333.45">13654 6134 741 0,'0'0'51'0,"0"0"-11"0,0 0-6 16,0 0-9-16,0 0-11 0,50-78-4 15,-35 78-1-15,0 3-3 0,7 11 0 16,0 9 0-16,1 6-3 0,3 7-1 0,0 5-1 16,1 6 0-16,1 1-1 0,1 1 1 15,-4 0-2-15,2-3 2 0,-4-4 2 0,3-6-3 16,-4-2 4-16,-3-9-4 0,-2-5 0 16,-7-8 0-16,-1-6 1 0,2-6 0 15,-1 0 3-15,4-12 0 0,4-7-5 16,-2-9 5-16,-3-7-5 0,0-9 4 0,2-6 0 15,2-11-2-15,2-4 2 0,4-5-3 16,0 2 2 0,0 7-3-16,0 10 1 0,-3 11-2 15,-6 14 1-15,-7 14-2 0,-2 8-1 16,-5 4-2-16,5 0-6 0,1 7-8 16,2 13-14-16,5 9-26 0,-4 4-72 15,3 4-177-15,-6-4-14 0</inkml:trace>
  <inkml:trace contextRef="#ctx0" brushRef="#br0" timeOffset="130916.67">12135 6771 350 0,'0'0'66'0,"0"0"-9"16,0 0-2-16,0 0-9 0,0 0-6 16,0 0-5-16,0 0-2 0,0 0-3 15,0 0-3-15,-79-17-3 0,71 13-4 16,1-1-1-16,3 4-4 0,1-1-2 0,-2 1-2 16,0-1-2-16,-1 1-1 0,3 1-3 15,3 0 1-15,-1-2 0 16,1 1 2-16,14-2 0 0,14-4 0 0,19 0-2 0,18-1-1 15,16 0-1-15,12 0 0 0,8 0 0 16,3 1 0-16,-1 0-1 0,-8 3 0 16,-15-1-2-1,-8 4-1-15,-17 1 1 0,-20 0-2 16,-16 0 1-16,-11 0-1 0,-8 0 1 16,0 0 1-16,0 0 0 0,0 0 1 0,-8 0 0 15,-7 0-2-15,-9 3 1 0,-2-3-2 16,-3 0 0-16,-2 0 1 0,1 0 0 15,0 0-1-15,-4-3-2 0,-2 0-4 16,-5 1-1-16,-5 1-2 0,-3 1-2 0,-7 0 1 16,-2 0-1-16,-3-2 2 0,-1 2 2 15,1-2 5-15,2-2 1 16,3-1 2-16,1 1 1 0,5 0-1 0,3-1 1 0,6 2-1 16,5 0 1-16,10 1 2 0,10 2 0 15,9 0 0-15,7 0 1 0,0 0 0 16,0 0 2-16,-3 0 3 0,3 0 3 0,0 0-1 15,3 0 0-15,19 0-2 0,11 0-3 16,13-1 0-16,9-2-1 16,9 0-1-16,9-3-1 15,9 1-1-15,4-1-1 0,4 1-1 16,-3 4 0-16,-5 1 2 0,-7 0-2 16,-10 0 0-16,-8 0-2 0,-11 0 1 15,-10 3 1-15,-14-1-1 0,-9-1 1 0,-7 1 0 16,-6-2-1-16,0 0 1 0,0 0 0 15,1 0 0-15,1 1-2 0,-2-1 1 0,1 0-7 16,-1 0-7-16,0 0-8 0,-4-1-17 16,-5 1-21-16,-5 0-52 0,5 0-131 15,-8 1-64-15</inkml:trace>
  <inkml:trace contextRef="#ctx0" brushRef="#br0" timeOffset="131801.15">12382 6171 635 0,'0'0'43'16,"0"0"-7"-16,28-86-4 0,-24 60-6 16,-1 2-5-16,-3 0-4 0,0 2 0 0,-6 3-2 15,-3-1 1-15,0 4 1 0,-2 0-9 16,4 5 5-16,-2 3-7 0,2 1 3 15,4 4 1-15,-1 0-2 0,4 3-1 16,0-1-1-16,0 1-3 0,-3 0-1 0,3-2-1 16,-3 2 0-16,2 11 4 0,-1 9-2 15,2 10 4-15,0 10-4 16,3 5 0-16,3 8-1 0,0 11-1 0,2 6 1 0,-2 7-2 16,1 8 2-16,1 3 3 0,2 6-4 15,-2 3 2-15,1 3-2 0,0-1-6 16,-1-2 7-16,1-7-4 0,-3-8 4 0,1-10 4 15,0-9-6-15,-1-10 3 0,0-9-4 16,-2-9 1-16,1-14 0 16,-2-9 3-16,-2-5-2 15,-1-7 1-15,0 0 2 0,0 0-3 16,2-2 2-16,2-15-1 0,-3-10-3 16,3-16 2-16,-4-7-2 0,0-10-4 15,0-10 2-15,0-11-4 0,-1-10 1 0,-5-6 3 16,-2-5-5-16,-1-4-1 0,-3-3 2 15,-5-2-1-15,2-3 4 0,-3 5 3 0,-2 10-2 16,1 16 5-16,0 19-4 0,4 19-2 16,4 17 4-16,5 14-4 0,5 10 4 15,1 4 0-15,-2-2 0 0,1 2 5 16,-1 11-3-16,1 9 5 0,1 10-3 0,0 5-2 16,7 8 2-16,3 7-2 0,3 7 1 15,-1 9-1-15,1 5 2 16,-3 3-2-16,2 6 0 0,-1 0 2 0,-1 2-3 0,-1 1 1 15,2 3-2-15,0 1-1 0,-1-3 1 16,0-5-1-16,-3-8 2 0,3-9 2 16,0-10-2-1,-4-13 3-15,-2-13-5 0,-1-12 1 16,-1-8 1-16,-2-6 1 0,0 0 0 16,0 0 0-16,0-14-1 0,0-13-4 0,-5-15 1 15,-2-13-2-15,2-14 0 0,-1-11 2 16,1-10-3-16,1-7 4 0,-2-4-4 15,-1-3-2-15,-3 2 3 0,0 7-3 16,-6 10 5-16,6 15 3 0,-1 19 0 0,3 19 0 16,5 17-2-16,2 8 1 0,1 7-1 15,-2-1 1-15,2 1 0 16,0 15 2-16,5 10 0 0,6 12 1 0,1 8-2 0,2 6 0 16,-1 8 2-16,-1 7 1 0,-1 3-2 15,-4 9 2-15,-1 2-3 0,-1 7-2 16,-2 4 2-16,-1-2-2 0,0 1 3 0,-2-8 1 15,1-6-2-15,-1-8 0 0,0-9-3 16,6-7-3-16,-2-10-2 16,4-8-10-16,-1-13-13 15,-2-7-32-15,7-11-84 0,1-6-170 16,9-15-15-16</inkml:trace>
  <inkml:trace contextRef="#ctx0" brushRef="#br0" timeOffset="132616.69">14722 5957 577 0,'0'0'67'16,"0"0"-10"-16,0 0-11 0,0 0-10 15,0 0-11-15,0 0-8 0,0 0 0 16,0 0 0-16,0 0-1 0,0 0 0 0,12 54-7 16,6-19-2-16,4 3-3 0,0 3-2 15,4 2-1-15,1 2 1 0,5-3-2 16,3-2 1-16,5-6-2 0,1-4-1 0,1-11 2 15,2-7 1-15,0-7 0 0,5-5 0 16,-2-14-1-16,0-10 0 0,-5-8 0 16,-3-8 0-1,-6-5 1-15,-6-5 0 0,-7-2 1 16,-7 3-3-16,-3 4 2 0,-6 5-3 16,-2 7 2-16,-2 12-1 0,0 7-6 0,0 5 1 15,-2 6-4-15,-7 0-7 0,-5 3-5 16,1 3-19-16,-7 8-29 0,2 6-50 15,-2-2-174-15,1 2 4 0</inkml:trace>
  <inkml:trace contextRef="#ctx0" brushRef="#br0" timeOffset="132901.1">15159 5763 714 0,'0'0'52'16,"0"0"-13"-16,0 0-7 0,-29-86-8 0,26 77-6 15,0 4-4-15,2 2-7 0,1 3-3 16,-3 0-1-16,-2 14-1 0,2 10 1 16,0 13 3-1,3 6-2-15,0 11 1 0,3 6 2 16,3 12-3-16,0 7 1 0,1 6-3 16,0 4-3-16,1 1 0 0,-1-4 4 15,2-5-4-15,2-9 3 0,-1-6-3 0,1-8-2 16,0-10 1-16,-1-5-3 0,0-8 0 15,2-8-7-15,-5-9-6 0,3-5-11 16,-1-5-16-16,-2-6-35 0,9-2-79 0,-3-5-145 16</inkml:trace>
  <inkml:trace contextRef="#ctx0" brushRef="#br0" timeOffset="133183.5">15893 5852 735 0,'0'0'39'0,"0"0"-6"0,0 0-7 0,0 0-7 31,0 0-7-31,0 0-6 0,0 0-1 16,0 0-3-16,0 0 3 0,0 0 4 0,-88 47-7 15,59 10 4-15,2 10-5 0,2 9-2 16,5 4 2-16,4 2-2 0,7 0 2 15,9-3 0-15,0-8-1 0,13-5 1 16,6-12-3-16,4-7-2 0,5-9-1 0,2-9-3 16,2-7-5-16,1-7-9 0,-1-8-15 15,1-6-28-15,-1-1-39 0,-4-10-101 16,-4-7-87-16</inkml:trace>
  <inkml:trace contextRef="#ctx0" brushRef="#br0" timeOffset="133633.1">15995 6299 789 0,'0'0'43'0,"0"0"-8"0,40-79-6 16,-18 54-10-16,5 1-4 0,4 5-5 16,-2 3-3-16,-2 8-3 0,-2 5-3 15,-4 3-1-15,-3 9-1 0,-4 10 1 0,-5 12-2 16,-6 5 2-16,-3 8-2 0,-6 5 1 15,-10 1-1-15,0 0 0 0,-4-2 3 16,2-3-5-16,0-8 4 0,2-3-1 0,3-8-1 16,4-9 2-16,3-9 0 0,4-3 2 15,2-5 1-15,-2 0 2 0,2-3-2 16,7-11-2-16,8-9-4 0,6-9 3 0,0-1-3 16,3-3 4-16,-1-2-1 0,2-3 0 15,-2 0 0-15,-3 0 0 0,0 3 1 16,-5 3-2-16,-1 8 2 0,-6 9 1 0,-4 7-2 15,-1 8 0-15,-3 3 0 0,0-2-2 16,0 2 1-16,0 13 2 0,-1 8-2 16,-5 9 2-1,0 5-1-15,1 3-1 0,1 2 1 16,3-1 1-16,1 1-2 0,0-2 0 16,2-2 3-16,7-2-5 0,3-3 6 0,7-3-4 15,1-6-2-15,3-2 1 0,3-7-8 16,3-2-5-16,1-3-9 0,1-7-13 15,2-1-23-15,-1-1-39 0,-2-11-93 16,-1-3-109-16</inkml:trace>
  <inkml:trace contextRef="#ctx0" brushRef="#br0" timeOffset="133949.78">16621 5806 710 0,'0'0'51'0,"0"0"-9"0,0 0-9 0,0 0-7 15,0 0-5-15,0 0-6 0,95-40-1 16,-56 45-4-16,3 10-1 0,6 8-3 16,4 6-1-1,2 7 2-15,5 7-4 0,2 8 3 16,1 8-4-16,-1 8 0 0,-8 9-1 16,-8 6-3-16,-9 3 3 0,-14 3 0 15,-11 2-1-15,-11-1 1 0,-8 2-3 0,-13-2-1 16,-11-3 3-16,-8-4-2 0,-3-9 5 15,-4-10-4-15,0-9 3 0,4-10 3 16,5-11-5-16,9-9 4 0,10-9-3 0,7-5-1 16,8-7 0-16,4-3 0 0,-1 0-5 15,1 0-3-15,0 0-6 0,1 0-11 16,15-3-15-16,4-7-36 0,9-2-86 0,-1-7-151 16,2-4-8-16</inkml:trace>
  <inkml:trace contextRef="#ctx0" brushRef="#br0" timeOffset="134150.13">17856 6546 865 0,'0'0'24'0,"0"0"-9"15,0 0-1-15,98-68-4 0,-56 54-5 0,6 4-1 16,0 1-3-16,1 3 0 0,-3 1-2 15,-9 4-2-15,-9 1-4 0,-6 0-9 16,-7 0-12-16,-9 0-20 0,2 0-28 0,-8 3-87 16,-8 6-149-16</inkml:trace>
  <inkml:trace contextRef="#ctx0" brushRef="#br0" timeOffset="134316.73">17814 6792 728 0,'0'0'75'0,"0"0"-12"0,0 0-16 15,0 0-17-15,0 0-15 0,88 2-7 16,-39-7-4-16,4-2-2 0,0 1-2 16,2-2-6-1,2 4-13-15,1 1-24 0,0-1-97 16,0 0-185-16,-7-8-25 0</inkml:trace>
  <inkml:trace contextRef="#ctx0" brushRef="#br0" timeOffset="134983.23">19170 6109 728 0,'0'0'39'0,"0"0"-5"0,0 0-7 15,0 0-7-15,0 0-8 0,0 0-5 16,0 0-2-16,0 0-1 0,0 0 2 0,0 0-2 16,69 61 2-16,-67-5-2 0,-2 5 0 15,0 3-2-15,-2 1 1 0,-2-3 3 0,0 0-5 16,1-4 5-16,2-4-6 0,-1-8-1 16,2-8 2-16,0-13-3 0,0-10 3 15,0-9 0-15,0-6 3 0,0 0 4 16,0 0-1-16,0 0-2 0,2-10-1 0,1-10-2 15,2-12-3-15,-2-11 4 0,-3-7-3 16,0-7-5-16,-3-9 4 0,-5-9-6 0,-3-5 4 31,1-3 3-31,-3-1-2 0,5 8 2 16,-1 9-1-16,2 13-4 0,4 19 4 16,2 7-5-16,1 15 4 0,0 7 1 15,0-2 0-15,14 7 0 0,6 1 2 0,12 0 5 16,8 5-5-16,7 2 6 0,9 2-6 15,8-3 1-15,7-1-1 0,4-4 1 0,2-1 0 16,-4 0 0-16,-8-5-1 0,-10 0-1 16,-13-3 0-16,-14 2-7 0,-10 0 8 15,-8 3-6-15,-7 0 5 0,-1-3 0 16,-4 1-2-16,-11-1 1 0,-7-1-1 0,-6 3-3 16,-3 4-4-16,-3 0-9 0,-1 7-11 15,-2 5-17-15,2 6-36 0,0 3-78 0,2 3-147 16</inkml:trace>
  <inkml:trace contextRef="#ctx0" brushRef="#br0" timeOffset="135233.5">19215 6449 811 0,'0'0'37'0,"0"0"-10"15,0 0-8-15,0 0-5 0,0 0-5 16,82-48-1-16,-40 40-3 0,5 4 0 0,5 2-2 16,3 1-1-16,-1 1 0 0,-1 0-2 15,-3 0-1-15,-4 1 0 0,-8 2-2 0,-5 0 0 16,-11 0-3-16,-6 0-5 0,-7 0-7 16,-6-1-5-16,2 4-7 0,-5 5-7 15,-5 2-27-15,-8 6-48 0,-9-3-125 16,-3 6-64-16</inkml:trace>
  <inkml:trace contextRef="#ctx0" brushRef="#br0" timeOffset="135416.38">19299 6961 629 0,'0'0'73'0,"0"0"-2"15,0 0-11-15,0 0-19 0,0 0-10 0,0 0-9 16,0 0-8-16,85 15-1 0,-47-15-7 15,2-3-2-15,4-5-2 0,2-1-2 0,2-1-2 16,2-1 0-16,-2 1-7 0,-2 0-11 16,-1 1-17-16,-7 2-52 0,-7 1-124 15,-5-3-116-15</inkml:trace>
  <inkml:trace contextRef="#ctx0" brushRef="#br0" timeOffset="135800.96">20068 6014 678 0,'0'0'56'15,"0"0"-11"-15,0 0-8 0,0 0-12 16,0 0-10-16,0 0-7 0,0 0 0 15,0 0-1-15,0 0 0 0,0 0-2 16,71 4 0-16,-45 31-3 0,0 5 0 0,-1 2-2 16,-1 4 1-16,2 1-2 0,-3-5 1 15,2-2-1-15,-2-7 0 0,2-5 0 0,-1-10 1 16,2-6 0-16,0-7 0 0,2-5 1 16,0-11-2-16,0-9 2 0,3-9-1 15,-1-6 0-15,2-7 1 0,-2-5 0 16,-2 0-1-16,-2 1 1 0,-6 6-2 0,-4 7 0 15,-5 12 0-15,-5 9-3 0,-3 7-3 16,-3 5-8-16,0-1-8 0,0 1-13 0,-9 12-21 31,-9 9-50-31,-8 8-146 0,-6 0-51 16</inkml:trace>
  <inkml:trace contextRef="#ctx0" brushRef="#br0" timeOffset="136066.46">20277 5964 772 0,'0'0'40'0,"0"0"-7"0,0 0-11 16,0 0-3-16,47-82-11 0,-45 79 1 0,1-1-4 16,-2 4-1-16,2 14 5 0,1 12-5 15,2 11 5-15,-2 10-6 0,-1 8-2 0,1 11 1 16,-2 7-1-16,1 6 1 0,-2 1-3 15,1 1 3-15,-1-4 0 0,-1-1-1 16,2-3 1-16,-2-7-3 0,1-5-4 16,-1-6-1-1,3-10-4-15,-1-6-5 0,3-11-8 16,-1-8-11-16,-2-9-29 0,1-5-65 16,0-6-178-16,6 0-13 0</inkml:trace>
  <inkml:trace contextRef="#ctx0" brushRef="#br0" timeOffset="136349.87">20952 5956 721 0,'0'0'47'0,"0"0"-6"15,0 0-13-15,0 0-2 0,0 0-17 16,0 0-2-16,0 0 2 0,0 0-6 15,0 0 4-15,8-20-3 0,-22 58-2 0,-2 12 1 16,-3 10-3-16,-1 9 0 0,1 9-1 0,0 2 2 31,5 4 3-31,2-4-3 0,5 1 2 16,4-5-4-16,3-4-4 0,5-4 0 16,5-6-8-16,6-10-2 0,4-6-8 15,0-11-11-15,5-12-22 0,4-8-36 0,-1-10-101 16,3-5-110-16</inkml:trace>
  <inkml:trace contextRef="#ctx0" brushRef="#br0" timeOffset="136784.25">21018 6407 768 0,'0'0'45'0,"0"0"-8"0,0 0-9 16,0 0-7-16,104-82-7 0,-70 77-3 15,-1 4-5-15,-1 1-3 0,-5 10-1 16,-5 7-3-16,-8 6 3 0,-5 6-4 16,-5 2 2-1,-4 4-2-15,-10 4 0 0,-6-2 5 16,-4 0-5-16,-3-1 2 0,3-6-4 16,1-2-2-16,6-11 3 0,1-3 1 0,7-7 2 15,2-4 2-15,0 0 0 0,3-4 2 16,0-16-4-16,10-8 1 0,7-11 0 15,4-2-5-15,3-4 6 0,4-3-6 16,-2 2 4-16,-2 0 2 0,-3 5-3 0,-1 6 4 16,-5 6-1-16,-6 10 0 0,-3 7-1 15,-3 5-1-15,-3 4-1 0,0 0 0 0,0 17 1 16,0 8 0-16,-2 11 2 0,-3 3-3 16,-4 4 1-16,0 0 4 0,2-1-3 15,3-1 3-15,2-3-5 0,2-3 0 16,0-4 0-16,9-3-2 0,2-7 0 0,4-3-4 15,-3-7-4-15,6-5-11 0,4-6-15 0,0-3-34 16,7-12-54-16,-6-7-174 0,-3-9-10 31</inkml:trace>
  <inkml:trace contextRef="#ctx0" brushRef="#br0" timeOffset="137066.75">21556 5812 755 0,'0'0'48'16,"0"0"-10"-16,0 0-9 0,0 0-8 16,0 0-6-16,0 0-3 0,0 0-1 15,107-2-1-15,-65 28-2 0,0 6 3 16,1 9-5-16,1 9 2 0,-4 9-6 0,-1 12-2 16,-8 10 3-16,-12 9-5 0,-11 4 4 0,-8 1 0 15,-14 4-2-15,-18 3 0 0,-10 0-3 16,-10-1-5-1,-7-4 1-15,-4-7 3 0,0-10-3 0,1-10 4 0,2-11-3 16,5-10 1-16,8-13 0 0,6-10 0 16,14-9-1-1,12-8-3-15,2-9-7 0,8-3-24 16,-3-11-46-16,2-7-182 0,6-2-63 0</inkml:trace>
  <inkml:trace contextRef="#ctx0" brushRef="#br0" timeOffset="144983.07">3330 10575 405 0,'0'0'50'0,"0"0"0"15,0 0-7-15,0 0-3 0,0 0-8 0,0 0-7 32,0 0-6-32,0 0-6 0,0 0-1 15,0 0 3-15,-58-11 7 0,58 11 0 16,0 0 3-16,6 8-4 0,16 1-2 16,5 2-2-16,14-3-3 0,12-4-2 15,12-1-3-15,16-3-4 0,16 0 0 0,9 0-1 16,8-2-1-16,9-3-1 0,1-3-2 0,6-3-5 15,0 1 4-15,-11 2-5 0,-9 0 7 16,-19 2-1-16,-19 3 0 0,-18 2 0 16,-21-1 0-16,-14 2 2 0,-12 0 0 15,-7 0 1-15,0 0-1 0,0 0 0 16,0 0-2-16,-12 0 1 0,-5 0-1 0,0 3 0 16,1-1-2-16,7 1-1 0,2-3-7 0,3 2-11 15,-1-1-36-15,2 2-102 0,-1 0-151 16,-3-3 0-16</inkml:trace>
  <inkml:trace contextRef="#ctx0" brushRef="#br0" timeOffset="145716.63">6008 9584 548 0,'0'0'58'0,"0"0"-9"15,0 0-10-15,0 0-7 0,0 0-11 16,0 0-5-16,0 0-6 0,0 0-4 16,0 0-2-16,0 0 5 0,10-58 0 15,-6 78 2-15,-1 10 2 0,0 13-4 16,0 1 0-16,0 3-3 0,0 4 0 0,-3 3 3 16,0 2-5-16,0 2 2 0,0 0-5 0,0 1-2 15,0-5 1-15,-3-3-2 0,3-6 3 16,0-15-1-16,0-7 0 0,0-10 2 15,0-8 0-15,0 1 4 0,0-6-1 16,3-11 0-16,6-8-1 0,2-10-3 16,4-6-2-1,-1-1 2-15,2-3-1 0,3 3 1 16,0 1 0-16,4 5 0 0,1 4-2 0,2 6 2 16,0 7-2-16,-1 5 1 0,1 5 1 15,-1 3 0-15,-2 3 0 0,0 8 0 16,-3 2-1-16,2 2 0 0,-1 5 1 15,-3 0-1-15,2-2 1 0,-5 0-1 16,-1-1 0-16,-5-4 0 0,-2-3 0 0,-1-2 0 16,-2-4 1-16,0 4-1 0,-1-5-1 0,0 0-1 15,0-1 0-15,-3-2-5 0,0 0-8 16,3 4-18-16,0-1-28 0,1 0-59 16,-1 0-175-16,-3-3-8 0</inkml:trace>
  <inkml:trace contextRef="#ctx0" brushRef="#br0" timeOffset="145966.37">5765 9810 525 0,'0'0'54'16,"0"0"-2"-16,0 0-10 0,0 0-12 16,0 0-7-16,0 0-9 0,0 0-1 15,0 0 0-15,0 0-2 0,0 0-2 16,72-53-3-16,-37 49-4 0,1 2-2 0,3 0-2 16,2 2-8-16,1-1-34 0,-2-1-98 0,-2-5-148 15,2-4-15-15</inkml:trace>
  <inkml:trace contextRef="#ctx0" brushRef="#br0" timeOffset="146349.72">6611 9317 628 0,'0'0'52'0,"0"0"-5"15,0 0-12-15,0 0-7 16,101-68-7-16,-69 61-2 0,9 6-1 0,0 1-3 16,3 0-5-16,-2 9-4 0,1 5-1 0,-7 3-6 15,-7 2 2-15,-4 4-3 0,-12 4 1 16,-4 6 0-16,-9 4-1 16,-2 3-2-16,-11 3 2 0,-7 1-1 0,-2-2 2 15,-4-5 0-15,3-2 1 0,0-6 0 16,7-3 0-16,3-8 0 0,6-7 0 0,7 0 1 15,0-2 0-15,14 2 0 0,8 2 1 0,11-7-2 16,10-1 1-16,7-2 0 0,6-2 0 31,5 1-1-31,1-1 0 0,2-1 0 16,-5 1-1-16,-6 1 0 0,-9-1-2 16,-15-1-4-16,-15 2-6 0,-5-2-6 15,-9 0-9-15,0 5-18 0,-9 7-18 0,-11 5-46 16,-9 7-83-16,-10-2-77 0</inkml:trace>
  <inkml:trace contextRef="#ctx0" brushRef="#br0" timeOffset="146716.6">5479 10678 641 0,'0'0'55'0,"0"0"2"16,-81-21-9-1,71 18-14-15,5 2-11 0,5 1-8 16,0 0-5-16,3-2 0 0,22 2 2 0,17-1-2 16,24-1-1-16,18 0-3 0,19 2-2 15,20 0 0-15,14 0-3 0,16-1 0 16,15-2 0-16,13-2 1 0,10-1-1 15,1 2 1-15,-1-2-2 0,-13 0 0 16,-13-1 0-16,-22 3-1 0,-20-2 1 0,-21 0-6 16,-23-2 5-16,-23 2-2 0,-21 2 4 0,-17 1 7 15,-10 3-7-15,-8-3-2 0,-12-2-1 16,-7 2-8-16,-14 1 2 0,-3 2-10 16,-7 13-25-16,-4 5-54 0,0 4-153 15,-4 2-74-15</inkml:trace>
  <inkml:trace contextRef="#ctx0" brushRef="#br0" timeOffset="147116.82">5817 11418 723 0,'0'0'28'15,"0"0"4"-15,0 0-1 0,35-93-10 16,-22 73-5-16,7 2-3 0,0 3 0 16,2 1 1-16,1 2-8 0,2 3 4 15,-1 1-6-15,2 7 3 0,2 1 3 16,-2 4-6-16,0 10 1 0,3 6-5 0,-6 4 0 16,0 7-1-16,-7 3 0 0,-5 7 0 0,-6 6-1 15,-5 7 1-15,-13 2-2 0,-9 3 0 16,-8 0-1-16,-9-1 2 0,-2-5-1 15,-2-3 1-15,-5-4 4 0,3-2-2 16,2-6 4-16,4-4-2 0,10-5-2 16,6-5 0-1,11-9 0-15,12-1 0 0,3-1 0 16,19-3 2-16,11 2-2 0,9-6 2 0,10-4 0 16,9-2-1-16,7 0 0 0,4-6-3 15,5-3 2-15,-3-2-2 0,-2 0-6 16,-9 0-11-16,-10-2-27 0,-9 1-58 15,-10-2-203-15,-10 1-17 0</inkml:trace>
  <inkml:trace contextRef="#ctx0" brushRef="#br0" timeOffset="147750.14">6600 11604 798 0,'0'0'45'0,"0"0"-4"0,50-94-8 16,-30 70-12-16,-2 3-8 0,2 6-4 31,-7 4-4-31,4 7-1 0,-1 4-3 16,0 2-1-16,7 12 0 0,-4 6 0 16,-2 9-1-16,-5 6 0 0,-3 5-1 15,-4 7 2-15,-3 3-3 0,-2 1 1 0,-7-1-1 16,-5-3 0-16,-1-2 3 0,-4-3-3 0,-2-6 3 15,0-7-2-15,3-5 1 0,5-9 1 16,3-7 1-16,5-4 0 0,3-4 1 16,-4 0 2-16,3-12-4 0,1-10 0 15,0-12-5-15,13-7 4 0,6-6-2 16,5-3 3-16,5-2 2 0,3 2-3 0,4 6 1 16,0 8-1-16,-3 8 1 0,-1 13 0 0,0 10 1 15,-2 5 0-15,-2 10-1 0,-3 10 0 16,-4 4-1-1,-1 4 2-15,-8 4-3 0,1 2 3 0,-9-2-2 0,-1 1 1 16,-3-3 5-16,0 0-5 0,-7-5 4 16,-3-3-4-1,4-7-2-15,-1-3 4 0,1-5-2 16,2-4 1-16,1 0 0 0,3-3 0 0,0-1 0 16,0-15 1-16,0-9-6 0,3-10 4 15,13-6-2-15,5-5 2 0,7-1 0 16,5 0 1-16,3 2 0 0,2 7 0 15,1 7 1-15,3 10 0 0,-5 12 3 16,0 9 1-16,-3 5 0 0,0 12-1 0,-4 6-1 16,-1 8-1-16,-2 2-1 0,-2 2 1 0,-9 0 0 15,1 2-2-15,-5-2 0 0,-4-1 0 16,-3 0 2-16,-1-4-3 0,-4-1 3 16,3-9-2-16,-3-3-2 0,0-7 1 15,0-5-1-15,3 0-2 0,-2-1-5 16,2 1-8-16,-1-3-18 0,1-2-52 0,1-6-233 15,0-14-26-15</inkml:trace>
  <inkml:trace contextRef="#ctx0" brushRef="#br0" timeOffset="148399.88">8553 9546 657 0,'0'0'57'15,"0"0"-8"-15,0 0-6 0,7-79-8 16,15 61-9-16,7 4-5 0,7 4-4 16,8 5-3-16,3 5-5 0,1 5-1 15,4 11-4-15,-3 11-3 0,-4 8-1 0,-1 9-1 16,-7 6 1-16,-8 4 0 0,-10 3-1 0,-8 1 3 15,-8-2 1-15,-3 0-3 0,-10-2 4 16,-10-6-5-16,-8-4 0 0,-5-6 0 31,-2-6 0-31,-2-8 1 0,4-7 0 16,4-8 1-16,8-9 0 0,4-3-2 16,10-15 2-16,5-8-1 0,4-7 1 0,12-5 0 15,11-2-5-15,5 2 3 0,5 2-4 0,5 4 3 16,-1 8 0-16,-4 7-4 0,1 6-3 15,-4 7-7-15,-3 4-11 0,-3 1-13 16,0 7-30-16,-7-1-53 16,-2 0-155-16,2 0-19 0</inkml:trace>
  <inkml:trace contextRef="#ctx0" brushRef="#br0" timeOffset="148799.85">9314 9095 742 0,'0'0'38'0,"0"0"-1"0,0 0-5 16,0 0-8-16,91-65-8 0,-62 62-4 16,1 3-4-16,4 1-2 0,-1 11-3 15,0 8-2-15,-3 3-1 0,-6 7-2 16,-4 5 3-16,-7 6 3 0,-6 5-2 15,-7 4 2-15,-6 1-5 0,-8 4-2 0,-5 0-2 16,-3-2 2-16,2-3 1 0,3-6 0 0,4-8 2 16,4-9-2-16,7-8 2 0,2-4 0 15,8-4 1-15,13-2 0 0,8-9 0 16,13 0 0-16,9-8 1 16,4-4-1-16,7-2 0 0,2 1 0 0,-2 1 0 15,-1 1 0-15,-8 0-1 0,-5 4 1 0,-12 1-1 16,-12 1 0-16,-12 4-1 0,-6 1-1 0,-6 0-4 15,0 0-6-15,0 0-11 0,-7 12-16 16,-12 8-20-16,-6 5-37 0,-5 2-79 31,-9 1-114-31</inkml:trace>
  <inkml:trace contextRef="#ctx0" brushRef="#br0" timeOffset="149116.49">8660 10628 756 0,'0'0'53'0,"0"0"-12"0,0 0-11 0,0 0-8 16,0 0-11-16,0 0 1 0,0 0-7 15,0 0 4-15,58-77 0 0,-6 77 0 16,13 0-4-16,15 0 2 15,15 3-1-15,12 1-1 0,16 1 5 0,9 0-8 16,9-1 4-16,4 0-4 0,0 0-3 0,-5-1 2 31,-7 0-1-31,-10 0-1 0,-15 0 1 0,-15 0-1 16,-21 2 0-16,-17-1 0 0,-22-1-2 16,-17 0 0-16,-7-2-2 0,-9 4-3 15,-16 6-2-15,-7 2-5 0,-9 7-8 16,-7-2-12-16,-9 1-32 0,-1 1-71 15,-6-2-170-15,2 2-10 0</inkml:trace>
  <inkml:trace contextRef="#ctx0" brushRef="#br0" timeOffset="149499.88">8847 11333 809 0,'0'0'34'0,"0"0"-2"16,0 0-4-16,0 0-12 0,105-89-5 31,-70 85-8-31,1 4 2 0,2 3 3 16,-2 12-5-16,1 6 5 0,-2 7-8 16,1 8 0-16,-4 7 1 0,0 7-2 0,-6 9 3 15,-7 5-3-15,-3 6 2 0,-9 1-3 0,-3 0-1 16,-4 1 4-16,-4-4-3 0,-6-3 6 15,-9-6-6-15,0-7-1 0,-4-10 2 16,3-10 0-16,5-12 2 16,5-10 1-16,0-10 0 0,0-2 0 0,-3-16-1 15,1-10 0-15,5-7-1 0,7-4 1 0,7-5-2 16,8 1 1-16,8 1 0 0,6 4-2 0,3 6 2 16,4 5-4-16,1 4 3 0,2 8 0 15,1 4-2-15,-1 6-5 0,-2 2-11 16,2 3-22-16,-4 0-44 15,-3 0-153-15,-5 7-90 0</inkml:trace>
  <inkml:trace contextRef="#ctx0" brushRef="#br0" timeOffset="149966.41">9797 11615 845 0,'0'0'32'16,"0"0"-2"-16,85-88-9 0,-55 64-8 0,-2 2-7 16,-1 4-2-16,-2 5-2 0,-6 3-1 15,-2 6 0-15,-7 1-2 0,-1 3-1 16,4 4 2-16,-7 10-1 16,1 8 1-16,-7 8 1 0,0 3-2 0,-10 8 0 15,-6 1 0-15,-2 4 0 0,-2 1-1 0,-1-1 3 16,0-3 1-16,0 0-2 0,1-7 2 0,2-4-3 15,5-10 1-15,4-6 0 0,5-6 0 16,1-6-1-16,3 1 1 0,0-5-1 16,7-2 2-16,12-8 0 15,6-9 0 1,7-5 1-16,2-7-5 0,1 0 3 16,0-4-2-16,-5 1 2 0,2 1 2 0,-6 1 2 15,-3 2-1-15,-4 4-1 0,-2 3 3 16,-8 8-1-16,-3 6 2 0,-3 6 0 0,-3 3-1 15,0-2-4-15,0 2-1 0,0 0 0 16,0 14-1-16,-6 9 1 16,-3 7-1-16,1 4 1 0,2 1-1 0,3-1 1 15,0 0-1-15,3-2-1 0,0-2 3 0,6-3-5 16,5-4 0-16,1-3-10 0,6-5-12 0,3-4-15 16,2-10-36-16,4-1-87 0,-2-11-151 15,2-8 1-15</inkml:trace>
  <inkml:trace contextRef="#ctx0" brushRef="#br0" timeOffset="150284.26">10537 11225 797 0,'0'0'46'0,"0"0"-8"15,0 0-9-15,0 0-9 0,0 0-6 16,0 0-4-16,0 0-2 0,0 0-1 15,90-36 0-15,-58 36-2 0,1 7-2 0,-1 5 0 16,-3 3 1-16,-3 2-5 0,-6 3 4 0,-7 1-5 16,-4 2 1-16,-8 1-1 0,-1 3-2 15,-9 1 0-15,-7-1-2 0,-4-1-2 16,-1 0 4-16,-1-3 3 16,0-4 0-16,8-5 3 0,2-4-2 0,6-2-1 15,3-5 0-15,2 0 1 0,2-3 0 0,17 0 1 16,14 0-1-16,14 0-1 0,7-7-2 0,5-1-10 15,7-2-11-15,0-2-18 0,0-1-35 16,-1-4-57-16,-5-3-170 0,-6-4-2 16</inkml:trace>
  <inkml:trace contextRef="#ctx0" brushRef="#br0" timeOffset="150649.76">11263 10111 748 0,'0'0'52'15,"0"0"-8"-15,0 0-5 0,0 0-9 0,0 0-11 16,0 0-8-16,0 0-4 0,0 0-3 0,0 0 1 16,0 0-1-16,26-44-1 0,0 60-2 15,3 5 0-15,2 3-1 0,0-1 1 16,1 2-2-16,0-1 1 15,4 1 0-15,-1-6-1 0,2-2 0 0,1-5-1 16,7-6-1-16,-5-6 1 0,1-1 0 0,-5-15-1 31,0-5 3-31,-6-8-1 0,-6-4-1 0,-4-7 2 16,-2 0 2-16,-4-2-2 0,-3 4 4 16,-1 4-4-16,-4 5 0 0,-2 9 0 15,-1 9-4-15,-1 7 4 0,-2 4-4 16,0-2 2-16,0 2 5 0,0 0-5 15,0 0 2-15,0 10-9 0,0 6-6 0,-5 4-13 16,-3 0-20-16,-4 1-32 0,-4-1-94 0,-5-4-132 16</inkml:trace>
  <inkml:trace contextRef="#ctx0" brushRef="#br0" timeOffset="150884.26">11555 9721 813 0,'0'0'46'15,"0"0"-8"-15,0 0-8 0,0 0-10 16,93-61-7-16,-69 61-4 0,1 9-2 31,1 8-1-31,-3 8 0 0,0 10-1 16,-1 8 0-16,-3 5 1 0,-2 7-4 16,-4 6 2-16,-3 4-4 0,0 5-1 0,-4 4 1 15,1 5-2-15,-4-1 2 0,1-3-8 0,-2-3-1 16,1-5-7-16,0-8-16 0,-2-9-29 15,5-6-89-15,-3-15-170 0,7-8-15 16</inkml:trace>
  <inkml:trace contextRef="#ctx0" brushRef="#br0" timeOffset="151349.93">12890 9843 493 0,'0'0'75'0,"0"0"-9"0,-38-78-7 16,24 55-10-16,0 2-10 16,-1 4-7-16,5 5-8 0,-3 1-7 0,4 6-3 15,-4 5-4-15,-4 0-3 0,-5 14-1 0,-7 12 0 16,0 11-1-16,-1 10 2 0,1 7 2 0,3 10-3 15,1 7 1-15,4 8-3 0,7 6-3 16,3 3 1-16,8-1-3 0,3-3 2 31,5-3 2-31,13-6-2 0,8-10 2 16,9-9-3-16,7-9-3 0,7-11-2 16,7-7-11-16,4-12-10 0,-2-9-19 0,5-8-31 15,-6-5-71-15,-4-13-153 0,-8-11-1 0</inkml:trace>
  <inkml:trace contextRef="#ctx0" brushRef="#br0" timeOffset="151784.14">12786 10123 736 0,'0'0'45'16,"0"0"-1"-16,0 0-6 0,52-93-5 15,-20 73-9-15,5 7-7 0,4 2-6 16,2 8-4-16,-2 3-3 15,-5 0-2-15,-4 9-2 0,-6 5 0 0,-6 4 0 16,-7 8-2-16,-7 5 2 0,-6 3-2 0,-9 7 2 31,-6 4-2-31,-9 1 1 0,-2-1-1 0,-4-5 1 16,-1-5 0-16,1-6 2 0,2-6-2 16,9-10 1-16,7-3 1 0,7-8 0 15,5-2 1-15,0-1-1 0,6-13 1 16,11-10-2-16,11-9 0 0,5-4 0 15,5-4 0-15,1 2 0 0,-3-1 1 0,0 4-1 16,-6 3 2-16,-5 4-3 0,-5 3 3 0,-3 4-1 16,-6 7 0-16,-7 7 2 0,0 4-1 15,-4 4-2-15,0-1 1 0,0 1-2 16,0 0 0-16,0 0 1 16,-5 13-1-16,-4 7 1 0,-4 7-1 0,7 4 2 15,-1-1-2-15,4 2 1 16,3-1-1-16,0-3 1 0,4 0-2 0,5-4 1 15,8-3 0-15,1-1-4 16,2-5-7-16,0-2-7 0,2-3-19 0,4-4-15 16,-3-3-29-16,4-3-42 15,-4 0-84-15,-2-9-82 0</inkml:trace>
  <inkml:trace contextRef="#ctx0" brushRef="#br0" timeOffset="152099.72">13400 9652 670 0,'0'0'64'0,"0"0"-11"0,0 0-10 16,0 0-10-16,0 0-10 0,0 0-6 15,0 0-4-15,102-56-2 0,-65 67-2 0,5 6 0 16,7 3-3-16,2 7 0 0,4 4-3 0,0 6 0 16,-2 4-2-16,-5 6 1 0,1 4 2 15,-7 7-3-15,-4 9 3 0,-8 6-4 16,-8 9-2-16,-9 4 2 0,-12 4-3 15,-2-2 2-15,-14-5 4 0,-8-4-3 16,-4-5 2-16,-5-5-1 0,2-7-3 0,-2-6 3 31,1-9-2-31,7-10 2 0,6-13 0 0,8-10-1 16,6-8 0-16,4-6-1 0,-1 0-2 16,1 0-4-16,0 0-8 0,8-6-13 15,8-10-23-15,6-6-53 0,1-7-182 16,3-2-40-16</inkml:trace>
  <inkml:trace contextRef="#ctx0" brushRef="#br0" timeOffset="152366.82">14923 10159 703 0,'0'0'57'0,"0"0"-11"15,0 0-13-15,0 0-14 0,0 0-6 16,0 0-1-16,0 0 1 0,0 0 0 31,77-21-4-31,-30 14-1 0,3-1-2 16,2 0-2-16,-2 2-1 0,-2 0-2 16,-6 2-1-16,-6-1 0 0,-14 2-1 0,-8 1-1 15,-8 2-3-15,-6 0-2 0,0-1-9 0,0 1-16 16,0 0-35-16,0-2-53 0,-3 1-132 15,-16-1-58-15</inkml:trace>
  <inkml:trace contextRef="#ctx0" brushRef="#br0" timeOffset="152533.14">14813 10451 746 0,'0'0'65'0,"0"0"-8"15,0 0-11-15,0 0-15 0,104 35-11 16,-47-35-8-16,5 0-7 0,6-2-2 15,0-4-2-15,-2 2-2 0,-2-3-1 16,-2 4-14-16,0 0-24 0,-1 2-76 0,-5-2-208 31,-8-5-21-31</inkml:trace>
  <inkml:trace contextRef="#ctx0" brushRef="#br0" timeOffset="153199.73">16573 9781 670 0,'0'0'54'0,"0"0"-6"0,0 0-6 0,10-85-7 16,-6 75-9-16,-2 5-9 0,1 0-6 15,-3 5-5-15,3 0-2 0,1 13 1 16,6 9-2-16,0 13 2 0,-3 8-2 16,-2 4 0-16,-2 6 3 0,-2 2-2 15,1 2 1-15,-1 3-4 0,1 0-1 0,-1 1-1 16,-1-3-1-16,2-4 4 0,-2-6-3 0,0-9 2 16,0-13-1-16,1-11 0 0,-1-8 0 15,0-7 2-15,0 0-1 0,0 0 2 16,0 2 1-16,0-2-4 0,0-3 0 15,-4-20 0-15,-7-13 1 0,-4-18 0 16,-1-8 0-16,-3-6-3 0,1-8 2 0,1-3-1 31,1-4-5-31,2-2 4 0,2-2-3 0,1 5 2 16,3 8 4-16,3 13-4 0,3 16 4 16,2 16-2-16,7 10 0 0,11 12 0 15,5 4 0-15,7 3 0 0,5 2 1 16,5 4 0-16,4 1-1 0,5-1 3 15,0-1-2-15,3-2 0 0,2-3 1 0,1 0-1 16,-6-2 0-16,-3-4 0 0,-7 2-1 0,-13 0 0 16,-11 1 1-16,-7 3-4 0,-8 0-7 15,0 0-12-15,0 0-20 0,-4 7-28 16,-13 6-52-16,-12 4-118 0,-12 0-59 16</inkml:trace>
  <inkml:trace contextRef="#ctx0" brushRef="#br0" timeOffset="153416.71">16437 10000 668 0,'0'0'55'0,"0"0"0"16,0 0-7-16,0 0-12 0,0 0-13 0,0 0-11 15,98-5-6-15,-41-3-2 0,2 1-1 0,3 1-1 16,2 1-1-16,-3 1-1 0,-5 3-1 15,-4 1-1-15,-6 0-1 0,-7 0-6 16,-8 3-12-16,-10 1-15 0,-9 5-25 16,-9 5-32-16,-3 1-84 0,-15 8-114 15</inkml:trace>
  <inkml:trace contextRef="#ctx0" brushRef="#br0" timeOffset="153600.03">16569 10531 723 0,'0'0'73'0,"0"0"-11"16,0 0-24-16,78 14-12 0,-42-14-17 0,6-5-2 31,1-1-7-31,6 0 2 0,0 0-1 0,4 0-1 16,0 1-1-16,1 2-3 0,0 0-8 16,-4-1-15-16,-4 1-35 0,-4-2-76 15,-7-2-170-15,-3-1-17 0</inkml:trace>
  <inkml:trace contextRef="#ctx0" brushRef="#br0" timeOffset="153933.35">17873 9756 801 0,'0'0'35'0,"0"0"-4"16,0 0-4-16,0 0-8 0,0 0-8 0,0 0-6 15,0 0-3-15,0 0 0 0,0 0-1 16,0 0-1-16,71 34 0 0,-48-5 1 31,-1 3 2-31,-1 2-3 0,0-1 3 16,0-1-4-16,2-2 1 0,0-4-1 16,5-6-1-16,2-5-1 0,4-9 0 0,3-6 0 15,5-1 1-15,3-13 1 0,-1-6 2 0,-2-6-1 16,-1-4-2-16,-6-4 2 0,-5-1-5 15,-4-2 6-15,-4 2-1 0,-4 1 0 16,-5 7 2-16,-5 9-3 0,-4 7 0 16,-2 7 1-16,-2 4-3 0,0-2-6 15,0 2-10-15,-2 0-12 0,-12 0-28 0,-6 0-38 16,-12 3-129-16,0 6-83 0</inkml:trace>
  <inkml:trace contextRef="#ctx0" brushRef="#br0" timeOffset="154216.76">18096 9493 826 0,'0'0'39'0,"0"0"-7"0,0 0-8 16,0 0-9-16,0 0-5 0,0 0-7 15,0 0-1-15,0 0 0 0,0 0-1 16,19 14 3-16,-12 31-1 0,0 8 1 15,-1 6-2-15,0 5 2 0,-2 3 3 0,0 1-3 16,1 4 1-16,-1 0-4 0,-1 4-4 0,0 0 3 16,-2-2-2-16,-1-2 2 0,0-8-2 15,0-7 1-15,0-7 1 0,0-8-6 16,0-7-1-16,0-14-11 0,0-3-10 16,2-7-15-16,-1-7-31 0,2 2-77 15,0-6-161-15,3-8 0 0</inkml:trace>
  <inkml:trace contextRef="#ctx0" brushRef="#br0" timeOffset="154584.23">19057 9562 484 0,'0'0'87'0,"0"0"-13"16,0 0-16-16,0 0-11 0,8-80-11 0,-10 71-6 16,-5 0-6-16,-2 2-3 0,-2 3-4 15,-9 3-4-15,-2 4-3 0,-9 12-2 16,-1 12-3-1,1 10 0-15,0 10-3 0,4 6 2 0,1 5-2 0,4 4 0 16,5 2 3-16,4 3-5 0,4 2 1 0,6 3-1 31,3 1-3-31,2 1 3 0,9-4-2 0,7-3 0 16,6-10-9-16,3-7-4 0,7-9-13 16,2-6-27-16,0-10-48 0,0-9-122 15,-2-10-87-15</inkml:trace>
  <inkml:trace contextRef="#ctx0" brushRef="#br0" timeOffset="155049.97">19075 9882 753 0,'0'0'43'0,"0"0"-6"0,0 0-8 15,0 0-9-15,0 0-6 0,0 0-4 0,104-40-1 16,-65 40 0-16,0 1-2 0,1 9-3 0,-6 5-2 15,-4 3 3-15,-8 5-5 0,-5 1 4 16,-10 3-4-16,-5 2 0 0,-2 1 0 31,-10 2-2-31,-9 0 1 0,-2-1-2 16,-2-2 2-16,-1-4-1 0,1-3 2 16,2-4-1-16,7-6 2 0,5-6-1 0,6-3 1 15,3-3 1-15,-1 0 1 0,1-3-1 0,0-12-1 16,6-10-2-16,8-10 1 0,9-1 1 15,3-3-1-15,3-1 3 0,0-1-3 16,0 0-3-16,-4 5 3 0,-3 3-5 16,-4 5 5-16,-6 10 1 0,-1 4-1 15,-5 7 1-15,-3 4-1 0,0-1-1 0,-3 4 0 16,0-1 0-16,0 1 1 0,1 12 0 16,-1 9 2-16,0 8 3 0,0 2-5 0,-1 2 4 15,-3 0-3-15,1 2-1 0,1 0 0 16,2-1-2-1,0-3 1-15,6 0-2 0,3-7 2 0,5-1-2 0,1-6-1 16,3-4-6-16,-3-4-4 0,5-5-9 0,0-4-9 31,1-4-17-31,5-9-23 0,-6-5-42 0,-5-5-72 16,-4-8-96-16</inkml:trace>
  <inkml:trace contextRef="#ctx0" brushRef="#br0" timeOffset="155366.65">19672 9251 677 0,'0'0'62'0,"0"0"-9"16,0 0-14-16,0 0-9 0,0 0-17 15,0 0-1-15,0 0-1 0,0 0 0 16,0 0 5-16,0 0-7 0,100 23-2 16,-58 3 1-16,5 7-4 0,1 7 2 15,4 8-4-15,-1 10 1 0,-2 7-2 0,-1 7 0 16,-5 4-2-16,-6 6 3 0,-5 6 2 0,-11 7-3 15,-10 9 1-15,-11 5-2 0,-10 3-2 16,-17-1 2-16,-11-6 3 0,-8-7-2 31,-9-7 1-31,-6-7-2 0,-3-10-2 16,1-10 2-16,5-14-1 0,6-10 2 16,10-14-1-16,16-10 1 0,11-8 0 0,8-5 0 15,7-3-3-15,-1 0-3 0,1 0-6 0,0 0-9 16,3-9-18-16,8-4-39 0,1-3-165 15,4 3-90-15</inkml:trace>
  <inkml:trace contextRef="#ctx0" brushRef="#br0" timeOffset="159517.45">5285 13704 531 0,'0'0'50'0,"0"0"-8"0,0 0-5 16,0 0-4-16,0 0-8 0,0 0-3 31,0 0-1-31,0 0 0 0,39-85-1 16,-16 78 0-16,6 4-1 0,4 3-2 0,6 2-4 16,8 9-2-16,9 2-2 0,5 6-4 15,4 3-1-15,4 6-3 0,-1 2 2 0,-6 2-2 16,-7 1 0-16,-8 4 3 0,-14 0-6 15,-7 5 3-15,-13 1-3 0,-9 1-2 16,-5 1 2-16,-18-1-2 0,-7-2 3 16,-7-1-1-16,-6-1 2 0,-6-7-2 0,0-7 1 15,3-8 2-15,5-9-2 0,5-7 3 16,6-2 1-16,10-12-2 0,3-8 1 0,13-6-2 16,5-3-1-16,13 0 1 0,8 2-1 15,9 2 1-15,1 6 1 0,7 4-1 16,-1 2 0-16,-1 6-2 0,-4 4-3 15,-2 3-7 1,-13 0-13-16,-1 0-28 0,-2 2-47 0,-7-1-112 0,-1 2-91 0</inkml:trace>
  <inkml:trace contextRef="#ctx0" brushRef="#br0" timeOffset="159916.68">6235 13183 609 0,'0'0'62'0,"0"0"-7"16,0 0-11-16,81-65-12 0,-56 54-12 16,-2 4-5-16,-1 3-5 0,-2 4-3 0,-6 0-3 15,1 11-3-15,-8 4-1 0,-4 6-1 16,-3 5-1-16,-9 5 4 0,-8 3-4 0,-8 6 2 15,-4 1-6-15,-4 0-2 0,1 0 0 16,2 0 0-16,4-3 3 0,3-2 1 31,4-2 3-31,7-7 2 0,5-7 0 16,4-2-1-16,3-4 1 0,16-2 0 0,7 1 2 16,9-4 0-16,10-4 0 0,4 0-1 15,2-4-1-15,4-1 0 0,-3 0 1 0,-4 0-2 16,0 0 1-16,-8 0 0 0,-12 0-2 15,-12 0 1-15,-4 0-2 0,-5 0-2 16,3 0-5-16,-4 0-17 0,4 0-23 16,-7 3-47-16,0 6-94 0,-4 3-96 0</inkml:trace>
  <inkml:trace contextRef="#ctx0" brushRef="#br0" timeOffset="160816.85">5519 14712 522 0,'0'0'66'0,"0"0"-6"0,0 0-14 0,0 0-13 16,0 0-11-16,0 0-3 0,0 0-4 15,0 0 5-15,0 0 3 0,0 0 0 16,-7 13 1-16,56-7-8 0,19-4-3 16,17-2-5-16,15-2-4 0,13-6-1 0,16-2-3 15,5-2 1-15,9-2-1 0,1 0 0 16,-3 1 1-16,-6 1 1 0,-9 0-2 0,-15 2 1 15,-20 2-2-15,-16 0 0 0,-21 3 0 16,-21 4 2-16,-16-1-2 0,-11 2-2 31,-6 0-4-31,0 0-11 0,-10 2-15 16,-18 7-31-16,-13 4-58 0,-10 1-180 0,-7 0-6 16</inkml:trace>
  <inkml:trace contextRef="#ctx0" brushRef="#br0" timeOffset="161216.57">5256 15214 813 0,'0'0'28'0,"0"0"-4"16,0 0-3-16,0 0-9 0,0 0-4 15,0 0-1-15,0 0-2 16,98 5 7-16,-43 5-8 0,3 5 3 0,2 6-2 0,-4 5-4 16,0 5-1-1,-5 5-1-15,-12 4 0 0,-4 5 0 16,-11 4 0-16,-9 6-2 0,-8 3 3 16,-7 3-4-16,-16 0 4 0,-10-5 2 15,-9-3-3-15,-7-6 6 0,-5-5-5 16,0-9 0-16,-2-6 1 0,6-12-1 0,1-4 1 15,7-8 1-15,5-3-2 0,11-11 1 16,5-7-1-16,8-9 1 0,6-2 0 0,7-5-6 16,16 1 4-16,6 4-5 0,10 0 4 15,7 5 1-15,4 6-3 0,3 4 0 16,2 5-8-16,-2 6-14 0,-2 3-24 16,-3 0-52-16,-6 1-137 15,-6 3-77-15</inkml:trace>
  <inkml:trace contextRef="#ctx0" brushRef="#br0" timeOffset="161683.2">6160 15570 861 0,'0'0'30'0,"0"0"-3"0,0 0-6 16,98-90-7-16,-56 73-6 0,3 3-1 15,4 3 1-15,-4 6-4 0,-4 5-1 16,-4 0-2-16,-5 5-3 0,-9 9 3 16,-6 4-1-16,-8 5-2 0,-9 6 1 0,-3 6 0 15,-13 5-1-15,-10 2 3 0,-6 2-4 16,-4-1 2-16,-1-3-1 16,-1-2-1-16,-1-4 6 0,7-4-5 0,5-5 5 0,7-9-3 15,9-8 0-15,7-4 0 0,4-4 0 16,0 0 0-16,10-13 0 0,12-7 0 15,8-10-5-15,2-4 4 0,6-1-3 0,-5 0 3 16,0 2 2-16,-5 3-1 0,-5 4 2 16,-6 5-1-1,-5 7 3-15,-8 4-3 0,0 8 2 16,-4 2-1-16,0-2 0 0,0 2 1 16,0 0 0-16,0 0-1 0,0 2-1 15,-1 13 2-15,-6 9-6 0,-2 8 4 16,-1 1-1-16,7 2 0 0,0 2 0 0,3-1 0 15,0 0 3-15,3-1-2 0,10-1 2 16,0-5-5-16,7-5-5 16,2-6-5-16,1-4-8 0,3-7-14 0,3-7-27 0,0 0-44 15,-2-12-109-15,2-6-106 0</inkml:trace>
  <inkml:trace contextRef="#ctx0" brushRef="#br0" timeOffset="161999.87">6826 15355 763 0,'0'0'48'31,"0"0"-10"-31,0 0-9 0,0 0-6 16,0 0-7-16,0 0-1 0,0 0-2 0,0 0-1 16,103-12-5-16,-65 12 1 0,0 8-4 15,-3-1-2-15,-3 4-2 0,-7 3 0 0,-6 1-1 16,-6 3 1-16,-6 3-1 0,-7 5 0 15,0 3-1-15,-14 1 1 0,-7 3 0 16,-3 1 0-16,-7-3 1 0,-1 0-1 16,-1-2 0-16,3-5 0 0,1-4 0 0,6-3 2 15,8-8-2-15,7-3 1 0,5-3 0 16,3 0 0-16,4 1-1 16,12 1 2-16,11 0-1 0,10-4 0 0,5-1 0 0,7-1-1 15,4-4-1-15,1-4-9 0,1 0-10 16,-3-2-17-16,-7-1-35 0,-2-3-77 15,-11-5-164-15,-5-3-8 0</inkml:trace>
  <inkml:trace contextRef="#ctx0" brushRef="#br0" timeOffset="162417.74">7333 13921 730 0,'0'0'42'16,"0"0"1"-16,0 0-5 0,0-82-11 16,0 76-10-16,1 1-3 0,-1 5-7 0,3 0 0 15,10 8-1-15,3 11-1 0,4 10 4 16,-2 6-4-16,0 3 2 0,-3 3-7 0,4 0 0 15,-1-1-3-15,1-3 2 0,3-3 1 16,2-5-1-16,4-7 3 0,2-7-2 31,2-8 0-31,9-7 3 0,1-9-3 16,4-11 1-16,2-8-1 0,1-4 1 0,-6-2 0 16,-1-2 1-16,-7-3-2 0,-8 1-3 15,-2 3 3-15,-8 5-4 0,-3 3 4 16,-6 8 0-16,-4 11-1 0,-2 3-1 0,-2 5-3 15,0-2-7-15,0 2-5 16,0 0-9-16,0 5-13 0,-8 9-13 0,1 6-33 16,-3-2-67-16,3 1-141 0</inkml:trace>
  <inkml:trace contextRef="#ctx0" brushRef="#br0" timeOffset="162650.14">7785 13641 787 0,'0'0'52'0,"0"0"-11"32,0 0-12-32,0 0-13 0,0 0-9 0,0 0-4 15,0 0 2-15,0 0 2 0,0 0-2 16,0 0 2-16,16 58-3 0,-6-16 1 16,-4 6-2-16,4 4 0 0,-4 5 2 15,1 3-5-15,-4 7 4 0,-3 5-4 16,3 0-2-16,-3 2 2 0,0-6-3 0,0-4 1 15,1-7-5-15,2-5-4 0,0-5-8 16,2-2-22-16,-4-2-48 0,8-5-172 0,-5-12-72 16</inkml:trace>
  <inkml:trace contextRef="#ctx0" brushRef="#br0" timeOffset="162933.04">8495 13637 793 0,'0'0'41'0,"0"0"-3"0,0 0-5 16,0 0-5-16,0 0-9 0,0 0-10 0,0 0-3 16,0 0-3-16,0 0-3 0,6-67-1 15,-10 81 1-15,-9 11-1 0,-5 16 1 0,-3 10-1 16,-2 7 1-16,1 8 4 0,-1 4-3 15,3 4 2-15,6 4-3 16,6 2-3-16,6 1 3 0,2-4-2 0,12-4-1 16,8-9-1-16,10-10-9 0,4-10-3 0,3-9-16 15,4-11-19-15,5-10-37 0,-1-9-117 16,1-5-107-16</inkml:trace>
  <inkml:trace contextRef="#ctx0" brushRef="#br0" timeOffset="163385.45">8702 14029 828 0,'0'0'41'0,"0"0"-6"0,0 0-8 0,0 0-9 16,94-63-5-16,-56 55-2 0,4 5-3 15,5 3 1-15,0 0-5 0,-3 7-1 16,-6 6-2-16,-8 6-2 0,-8 5-1 0,-10 5 1 15,-9 6-1-15,-3 2 2 0,-12 6-2 16,-10 1-2-16,-5-2 2 0,-5 1 1 0,0-5 0 16,-1-5 4-16,1-5-3 0,6-9 0 15,10-5 0-15,5-8-1 16,8-3 3-16,3-3-1 0,0-2 2 0,1-11-3 16,8-11 0-16,13-8 0 0,5-4 0 0,5-4 0 15,3-1 1-15,-1 0-2 0,0 2 1 16,-7 4 0-16,-1 3 0 0,-6 6 0 0,-8 7 0 15,-5 9 0-15,-3 7 0 0,-4 3-2 16,0-2 1-16,0 2 0 16,0 0 0-1,-5 10 2-15,-4 8-1 0,-1 9 1 16,-2 3-1-16,2 6-1 0,3 1 1 0,2 4 0 16,0 3-1-16,5-1 3 0,0 1-3 15,11-3-1-15,1-5 1 0,5-1-1 0,2-6 3 16,3-5-3-16,4-4-3 0,1-5-13 15,2-6-15-15,4-4-20 16,-2-5-44-16,-1-2-99 0,-1-11-118 0</inkml:trace>
  <inkml:trace contextRef="#ctx0" brushRef="#br0" timeOffset="163699.88">9466 13701 723 0,'0'0'59'0,"0"0"-12"0,0 0-11 0,0 0-9 16,0 0-8 0,0 0-6-16,82-11 0 0,-49 25-2 0,1 4-2 15,0 4 1-15,5 7-3 0,0 6-2 16,3 7 0-16,4 3 3 0,-2 8-3 16,2 4 2-16,-2 9-4 0,-8 5-4 15,-7 7 4-15,-11 2-5 0,-9 2 2 16,-9-2 1-16,-9-1-6 0,-12-4 7 0,-10-7-3 15,-6-4-2-15,-4-10 5 0,-2-6-4 16,2-9 0-16,5-10 1 0,6-8 0 0,10-9-2 16,9-6 0-16,6-2-5 0,5-4-5 15,0 0-8-15,5-13-11 0,6-3-18 16,9-7-46-16,2-2-127 0,8 1-98 16</inkml:trace>
  <inkml:trace contextRef="#ctx0" brushRef="#br0" timeOffset="163984.34">10958 14261 763 0,'0'0'50'0,"0"0"-1"0,0 0-9 16,0 0-10-16,0 0-12 0,98-16-3 15,-72 16-1-15,3 0-3 0,0 0-2 16,7 0 0-16,3 2-4 0,6-2-1 16,3 0-2-16,5 0-1 0,2 0 2 0,-1-2-6 15,-1 0 6-15,-5-3-6 0,-9 0 3 16,-13 2-1-16,-10 2 0 0,-7 1-2 0,-9 0-6 16,0-2-9-16,0 2-21 15,-16 0-33-15,-9 0-84 16,-8 5-166-16,-5-2-10 0</inkml:trace>
  <inkml:trace contextRef="#ctx0" brushRef="#br0" timeOffset="164183.18">10984 14537 891 0,'0'0'41'0,"0"0"0"16,0 0-13-16,0 0-11 0,0 0-12 0,103 7-5 15,-50-2 0-15,3 0 0 0,3-2 0 16,3-2 0-16,0-1 0 0,3 1 0 0,-3-1 0 16,-3 0 0-16,1 2 0 0,-8 0-37 15,-9-1-52-15,-8 1-234 0,-12-4-29 16</inkml:trace>
  <inkml:trace contextRef="#ctx0" brushRef="#br0" timeOffset="165016.76">14930 14045 427 0,'0'0'66'0,"0"0"-7"0,0 0-4 0,0 0-8 16,0 0-8-16,0 0-5 0,0 0-6 31,0 0-4-31,0 0 1 0,-81-12-3 16,64 12-3-16,4 0 0 0,-2 1-4 0,6 2-2 16,4-1-1-16,1-1-6 0,4-1-1 15,0 0 0-15,17 2 1 0,15-2 4 16,20 0-1-16,20-2 0 0,16-6-2 0,15-5-3 15,11 3-2-15,6-1 1 0,1 0 0 16,-6 4-1-16,-8 2 2 0,-17 1-4 16,-18 1-1-16,-20 1 2 0,-19 2-1 0,-17 0 3 15,-10 0 3-15,-6 0-2 0,-3 0 0 16,-11 0-1-16,-12 5-3 0,-8-1 1 0,3-1 0 16,2-3-1-16,7 2 0 0,4-2 0 15,6 0-5-15,6 0-1 0,0 0-14 16,3 2-20-16,0 0-56 0,0 1-181 15,-1 2-62 1</inkml:trace>
  <inkml:trace contextRef="#ctx0" brushRef="#br0" timeOffset="165849.94">16981 13023 619 0,'0'0'60'16,"0"0"-6"-16,0 0-11 0,0 0-7 16,0 0-12-16,0 0-8 0,0 0-2 0,0 0-3 15,0 0-3-15,-19-34-1 0,19 32-3 16,0 2-1-16,0-1 0 0,1 1-1 0,7 1-1 16,2 8 1-16,1 0-2 0,-5 2-2 15,-1-4 2-15,-4 4-1 0,-1 5 0 16,0-3 3-16,-6 4-3 0,-6-2 0 15,-6-5 0 1,-5 1-1-16,-2-4 1 0,0-3 2 0,1-3 0 0,2-1-1 0,2-7 1 16,4-7-2-1,7-4 2-15,1-8-1 0,5-4 1 16,3-8 1-16,1-3 0 0,14-5-2 16,1 0 2-16,8 3-1 0,4 4 1 15,5 6 3-15,3 8-3 0,6 5 0 16,3 8 1-16,2 7-3 0,1 5 1 0,0 6 2 15,-2 12-2-15,-1 6 1 0,-6 5-3 16,-4 8-1-16,-8 3 1 0,-5 3 2 0,-10 4-2 16,-8 2 2-16,-4 4-2 0,-15 0 0 15,-11 3 6-15,-8 1-4 0,-14 0 3 16,-7 1-3-16,-5-2-5 0,-7-1 1 16,-1-5-1-16,1-8 3 0,8-7 0 0,7-12 1 15,13-11 2-15,9-12-2 0,11-5 2 16,10-14-3-16,9-7 2 0,6-4-1 0,14 1 0 15,8 3 1-15,5 6-1 0,5 6 0 16,5 10 0-16,2 4 0 0,1 3 1 31,0 11 0-31,0 3-1 0,-2 2 0 16,-5 2-1-16,-1 2 0 0,-4 0 0 0,-4 0-1 16,-3-1-3-16,-1-2-9 0,0-5-22 15,0-1-42-15,0-5-118 0,1-4-122 0</inkml:trace>
  <inkml:trace contextRef="#ctx0" brushRef="#br0" timeOffset="166466.65">17634 13086 772 0,'0'0'53'0,"0"0"-10"0,0 0-8 16,0 0-11-16,77-73-9 0,-51 65-3 15,3 4-2-15,1 4-5 16,-1 0-1-16,-1 7-1 0,-5 7-3 0,0 4 1 0,-3 3-2 16,-5 4 1-1,-1 2-2-15,-7 2 2 0,-4 3 3 16,-3 1-4-16,-3 1 3 0,-8-3-7 16,-5-2 0-16,-2-3 0 0,-2-5 0 15,0-5 4-15,6-6-3 0,-2-2 3 16,6-5 1-16,-2-3 1 0,-2-5 0 0,6-9 0 15,1-8 1-15,7-6-2 0,3-4-3 16,12-4 2-16,6-2-3 0,5 3 3 0,3 3 2 16,3 7 0-16,3 5 0 0,-1 8 0 15,0 6-1-15,-4 6 1 0,2 3-1 16,-5 7 1-16,-1 7-1 0,-5 1 0 16,-1 5 0-16,-4 1 0 15,-8 1 4-15,-2 2-4 0,-3-3 5 0,-3 1-5 0,0-3-1 16,-7-2 1-16,1-6 0 0,-4-4 0 15,3-2 0-15,2-5 0 0,2 0 1 0,-2-3-1 16,-1-2 2-16,-3-4 0 0,4-8-1 31,5-6 1-31,2-10-7 0,13-6 4 16,4-3-4-16,5-1 4 0,5 3 1 0,3 3-1 16,3 7 2-16,1 6-1 0,0 10 1 15,-2 8 0-15,0 3-1 0,-4 10 2 0,-1 7-1 16,-5 6 1-16,-3 3-1 0,-1 1 2 15,-5 3 3-15,-1 1-5 0,-5-2 5 16,-2-2-5-16,-2-1-1 0,-1-8 0 16,-3-2-1-16,0-5-1 0,-1-6 1 0,0 1 1 15,0-6-1-15,0 0 1 0,0 0-1 16,0 1-4-16,0 1-5 0,0-1-16 0,0-1-28 16,0 0-55-16,-6-4-205 0,-3-8-15 15</inkml:trace>
  <inkml:trace contextRef="#ctx0" brushRef="#br0" timeOffset="166866.37">19101 12647 574 0,'0'0'69'0,"0"0"-14"15,0 0-10-15,0 0-9 0,0 0-4 16,0 0-8-16,0 0-5 0,0 0-5 16,0 0-5-16,0-17 1 15,-2 17 0-15,2 16 2 0,0 8-1 0,0 12-1 0,2 5-5 16,4 6 1-16,2 5-3 0,-2 3 0 0,0 1-1 15,0 0-1-15,-2 0-1 0,0-4 0 16,-1-4 4-16,0-3-3 0,-3-6 5 31,1-6-3-31,-1-10-4 0,0-2 1 16,0-9-2-16,0-6 0 0,0 2 2 0,0-8 0 16,0 0 0-16,0 0 1 0,0 2-3 15,0-2-3-15,0 0-9 0,0-4-13 0,0-14-21 16,-1-9-45-16,-5-13-96 0,-1-4-127 15</inkml:trace>
  <inkml:trace contextRef="#ctx0" brushRef="#br0" timeOffset="167100.89">19039 12535 624 0,'0'0'57'0,"0"0"-2"15,0 0-19-15,0 0-7 0,0 0-5 16,0 0-2-16,0 0 0 0,0 0 0 15,0 0-8-15,0 0-2 16,95-24-3-16,-49 17-2 0,4 1 0 0,3 0-2 0,2 2-2 16,-3-1-2-1,-6 4 0-15,-5-1-1 0,-12 2 0 16,-6 0-1-16,-10 0 0 0,-8 0-2 16,1 0-2-16,-6 0-1 0,0 2-7 15,0 7-10-15,-7 3-13 0,-6 8-31 16,-6-2-63-16,-4 0-171 0,-4 1-9 0</inkml:trace>
  <inkml:trace contextRef="#ctx0" brushRef="#br0" timeOffset="167333.5">18979 12926 754 0,'0'0'53'0,"0"0"-6"16,0 0-10-16,0 0-16 0,0 0-8 0,116-4-3 15,-72 4-3-15,0 0-2 0,0 0-1 16,-1 0-4-16,-3 0 0 0,-3 1 0 31,-4-1-2-31,-3 3 0 0,-8-1-1 16,-2 1-5-16,-8-1-8 0,-6-1-12 0,1 1-17 16,-7-2-28-16,0 0-36 0,0 4-143 15,-2 5-50-15</inkml:trace>
  <inkml:trace contextRef="#ctx0" brushRef="#br0" timeOffset="167549.99">19062 13409 702 0,'0'0'57'0,"0"0"-2"0,0 0-14 0,0 0-16 16,111-11-9-16,-73 10-4 0,2 1-2 15,5 0-2-15,-2 0-2 0,4 3-4 16,0 2 0-16,1-1-2 0,-3 1 0 15,-2-1 1-15,-1-1-2 16,-4-1-2-16,-6-2-2 0,-9 0-5 0,-6 0-10 0,-5 0-16 16,-8 0-30-1,0-2-81-15,-4 2-160 0,-1-5-9 16</inkml:trace>
  <inkml:trace contextRef="#ctx0" brushRef="#br0" timeOffset="167917.46">17436 14022 594 0,'0'0'72'0,"0"0"-12"0,0 0-14 0,0 0-12 16,0 0-8-16,0 0-8 0,0 0-3 0,0 0-2 15,0 0 0-15,0 0 0 0,-60-4 4 16,81 11-3-16,15 2-2 0,21-4-2 31,18-2-7-31,21-3 1 0,18 0-2 16,16-3 0-16,17-3-1 0,8-3 0 0,7-2-2 16,3 0 0-16,-6-1 1 0,-9 0 0 15,-14 0 0-15,-17 1 0 0,-21 1 0 0,-21 1-1 16,-21 1 1-16,-23 2 0 0,-16 3 1 15,-10 3-3-15,-7 0-2 0,-2 0-6 16,-14 0-11-16,-10 8-12 0,-11 5-27 16,-7 2-92-16,1 2-160 15,-8 0-15-15</inkml:trace>
  <inkml:trace contextRef="#ctx0" brushRef="#br0" timeOffset="168383.19">18055 14458 825 0,'0'0'36'0,"0"0"-4"16,0 0-6-16,0 0-10 0,0 0-7 16,0 0-5-16,0 0 1 0,0 0-1 15,0 0 0-15,41 81 5 0,-33-42-4 16,0 8 3-16,-4 4-5 0,-1 4-2 0,0 4-1 15,-3 1-1-15,0-1 2 0,0-2-2 16,0-2 5-16,1-1-4 0,2-8 0 0,0-5 4 16,0-6-6-16,0-7 6 0,0-10-6 15,0-7 1-15,-2-7 1 0,-1-4 1 16,0 0 0-16,6 0 1 0,8-8-1 16,5-10-3-16,7-7 2 0,2-7-4 15,-1-2 2-15,0 1 2 0,2 1 0 0,0 6 0 16,0 5 2-16,-3 5-2 0,-1 7 0 0,-2 6-1 15,-1 3 0-15,-5 8 1 0,0 9 2 16,-2 4-2-16,-1 5 0 0,-1 3 0 31,2 1-2-31,-1 2 7 0,1-1-4 16,-2-1 4-16,0-1-5 0,-5-7 0 0,0-5-1 16,-2-3 1-16,-5-7 0 0,2-4 1 15,0 2 0-15,-3-5-1 0,0 0-5 0,0 0-8 16,0-2-14-16,0-11-36 0,-2-7-91 15,-8-8-176-15,-3 1-18 0</inkml:trace>
  <inkml:trace contextRef="#ctx0" brushRef="#br0" timeOffset="168617.71">17616 14747 805 0,'0'0'43'0,"0"0"-6"0,0 0-9 16,0 0-9-1,0 0-8-15,0 0-2 0,89-5-4 16,-37 5 0-16,3 0-2 0,6 3-2 16,3 0 0-16,5-1-3 0,0-1-2 15,4-1-10-15,-1 0-28 0,-4-1-76 16,-6-9-203-16,-4 0-25 0</inkml:trace>
  <inkml:trace contextRef="#ctx0" brushRef="#br0" timeOffset="169166.53">18904 14473 674 0,'0'0'64'16,"0"0"-6"-16,0 0-15 0,0 0-13 16,0 0-6-16,0 0-5 0,98-62-2 15,-69 58-3-15,0 2-4 0,0 2-2 0,0 0-1 16,-3 6-4-16,-4 3-2 0,-2 0-1 0,-5 3-3 16,-3 4 3-16,-3 0 0 0,-6 4 0 15,-3 3 5-15,-1 2-6 0,-11 3 4 16,-7 1-4-16,-5 1 1 0,-3-3 0 15,-4 1 2-15,-2-4-2 0,1-3-1 16,2-2 2-16,6-4-2 0,6-7 1 0,7-1-1 16,8-4 1-1,3-3 1-15,-1 0 0 0,2 3 1 16,14 0 0-16,9 0 0 0,14 0-1 16,5-3 3-16,2 0-2 0,4 0 0 15,1 0 0-15,2 0-1 0,-2 0 0 16,-3-2-1-16,-5-2 0 0,-5 1 1 0,-5 0-2 15,-13 0 0-15,-6 1 1 0,-7 2-1 16,-6 0-3-16,0-1-6 0,0 1-10 0,1-2-21 16,0 0-39-16,-1 1-141 0,0 0-110 15</inkml:trace>
  <inkml:trace contextRef="#ctx0" brushRef="#br0" timeOffset="170033.16">20970 13453 550 0,'0'0'72'0,"0"0"-9"0,0 0-9 16,0 0-12-16,0 0-13 0,0 0-10 0,0 0-7 16,0 0-1-16,0 0-1 0,0 0 0 15,-23-18-1-15,22 44-3 0,1 7 0 0,6 5-3 16,7 2 0-16,3 0-1 0,5 2 0 15,4-5-2-15,5-2 2 0,5-4-2 16,3-7 1-16,4-6 0 0,4-7 1 16,0-8-2-16,3-3 1 0,2-9 1 15,-3-9-1-15,-1-9 1 0,-2-4-2 0,-3-7 1 16,-6-3-2-16,-4-4 3 0,-8-1-3 0,-4 3 3 16,-6 5-2-16,-7 12 2 0,-3 10-1 15,-4 4 0-15,0 5-1 0,0 2-2 16,0 0-1-16,0 5-2 0,0-1 0 15,0 1-4-15,-4 9-7 0,-3 7-15 16,-3 9-21-16,0-1-48 0,1 2-112 0,-4-2-94 16</inkml:trace>
  <inkml:trace contextRef="#ctx0" brushRef="#br0" timeOffset="170366.45">21086 13180 691 0,'0'0'60'16,"0"0"-9"-16,0 0-14 0,0 0-9 0,0 0-13 16,0 0-6-16,0 0-1 15,0 0-2-15,0 0 3 0,0 0 1 0,-3-6-2 16,12 22 1-16,-2 12 2 0,1 4-4 0,-3 7 2 15,-4 5-5-15,1 8-1 0,-2 6 0 16,0 5-3-16,0 6 1 0,0 2-3 31,3-1 3-31,0 0 4 0,3-5-3 0,0-4 3 16,1-5-4-16,1-6-4 0,0-6 5 16,-1-8-5-16,-1-7 0 0,1-11-2 15,-4-7-2-15,0-2-5 0,-1-5-8 0,4 3-14 16,0 0-29-16,3-7-90 0,-1 0-165 15,-2-12-11-15</inkml:trace>
  <inkml:trace contextRef="#ctx0" brushRef="#br0" timeOffset="170683.13">22347 13172 691 0,'0'0'53'16,"0"0"-10"-1,0 0-4-15,9-77-7 0,-9 71-8 16,0 0-9-16,0 6-4 0,0 0-5 16,-14 0-2-16,-7 15 0 0,-9 9-2 15,-5 14 2-15,-2 9 3 0,2 10-5 0,3 6 4 16,6 8-6-16,7 6-1 15,5 1 1-15,9 3-1 0,5-2 3 0,6-5 0 16,13-4-1-16,7-6 1 0,6-10-3 0,5-7-3 16,8-10-4-16,2-9-6 0,0-9-10 15,0-9-12-15,-1-8-17 0,-6-2-42 16,1-14-95-16,-6-7-118 0</inkml:trace>
  <inkml:trace contextRef="#ctx0" brushRef="#br0" timeOffset="171133.13">22613 13471 710 0,'0'0'62'16,"0"0"-9"-16,0 0-11 0,0 0-11 16,0 0-10-16,96-82-5 0,-66 81-5 15,1 1-2-15,-2 6-4 0,-5 8-1 0,-2 4-4 16,-6 7 0-16,-4 6 0 0,-6 5-1 15,-6 5 0-15,0 4 1 0,-10-2-3 16,-4 0 3-16,-1-4-1 0,-1-4 0 0,2-3-2 16,-2-5 2-16,4-5 5 0,3-9-2 15,3-5 4-15,4-3-6 0,2-5 2 16,0 0-1-16,0 0-4 0,0-2 5 0,14-12-5 16,4-7 3-16,8-9 1 0,3-6-2 15,0-4 2-15,1-2-2 0,-2-4 2 16,-4 2 0-16,-2 1 0 0,-3 8 0 0,-8 11 0 15,-2 10-1-15,-6 10 2 0,-3 4-1 16,0-1-2-16,0 1 0 0,0 0 0 16,0 2 1-1,0 17 0-15,0 10 3 0,-5 8-3 16,-2 3 0-16,3-1 0 0,0 2-1 16,4-1 0-16,0-3 1 0,0-1-2 15,8-3 2-15,7-3 2 0,2-4-6 0,6-3 1 16,5-7-10-16,4-2-11 0,2-8-11 15,3-4-27-15,3-2-41 0,-3-6-82 16,0-8-123-16</inkml:trace>
  <inkml:trace contextRef="#ctx0" brushRef="#br0" timeOffset="171483.06">23371 13116 732 0,'0'0'55'0,"0"0"-17"15,0 0-9-15,0 0-10 0,0 0-5 16,0 0-1-16,0 0 0 0,0 0 1 31,0 0-1-31,49 21-1 0,-18-1-3 0,6 6 4 16,2 3-6-16,3 7 2 0,6 7-3 16,-2 7-5-16,3 7 2 0,0 10-3 15,-5 6 2-15,-5 8-3 0,-9 2 1 0,-8 2 2 16,-15 1-1-16,-7 3 1 0,-14-1-2 15,-15-2-2-15,-13-2 2 0,-7-7-1 16,-8-9 3-16,-1-8-2 0,2-13-1 0,7-10 4 16,9-9-3-16,9-10 4 0,12-7-2 15,8-7-1-15,8-1 0 0,3-3-2 16,0 0-2-16,1-4-3 0,9-7-5 16,3 1-11-16,-1 2-8 0,1 2-30 0,-4 1-74 15,-2-1-185-15,6-1-24 0</inkml:trace>
  <inkml:trace contextRef="#ctx0" brushRef="#br0" timeOffset="187233.12">13481 16173 337 0,'0'0'68'16,"0"0"-10"-16,0 0-6 0,0 0-9 15,0 0-6-15,0 0 0 0,0 0-3 16,0 0-1-16,-44-83-1 0,41 80-6 16,0 0-2-16,1 1-4 0,2 2-4 0,-1-3-3 15,1 3 0-15,0 0-2 0,0-4 1 0,10-1 1 16,10 0-1-16,11 1-2 0,5 2 2 15,8 2-3-15,6 2 0 0,2 9-3 16,3 4-3-16,-3 7-1 0,0 5-1 16,-5 6-1-16,-6 4 1 0,-5 8-3 15,-7 0 2 1,-9 2-3-16,-11 3 3 0,-6 2 3 16,-3 2-3-16,-15 1 3 0,-9-1-5 0,-7-6-1 15,-3-4 2-15,-5-4-1 0,0-12 4 16,1-5-1-16,2-9-1 0,4-8 1 15,5-6-1-15,2-5 1 0,8-10 1 16,5-8 1-16,6-4-3 0,6-6 1 0,5-2-2 16,12 0 1-16,2 1 0 0,7 7-6 15,0 4 8-15,3 10-3 0,-2 6 1 0,2 7 2 16,0 5-9-16,1 10-5 0,-3 3-6 16,0 1-7-16,-2 1-11 0,-4 0-20 15,1 0-37-15,-5-1-122 0,2-1-85 16</inkml:trace>
  <inkml:trace contextRef="#ctx0" brushRef="#br0" timeOffset="188183.31">14284 15856 365 0,'0'0'66'0,"0"0"-6"0,0 0-12 0,0 0-6 16,0 0-2-16,0 0-5 0,0 0-2 0,-23-90-1 16,23 75-5-16,6-2-3 0,6 2-1 15,2 5-5-15,6 2-1 0,2 2-1 0,2 5-2 16,5 1-1-16,-3 0-3 0,4 8-4 15,-5 5-1 1,-2 3-3-16,-5 3-3 0,-3 2 4 0,-3 2-3 0,-5 4 0 16,-2 2 6-1,-5 1-7-15,0 3 5 0,-11 2-5 16,0-1-1-16,-5-2 1 0,1-2 0 16,0-1 0-16,1-3 1 0,2-3 0 0,4-7-2 15,1 1 2-15,7-6-1 0,0-1 3 16,0 4-1-16,13-5 1 15,6 0-1-15,7-6-1 0,6-3 2 0,2 0-1 16,6 0 1-16,1-5-2 0,0 0-1 0,-2-2 0 16,2 0-3-16,-4 1-7 0,-5 1-15 15,-10 2-24-15,-8 2-49 0,-2 1-90 0,-8 0-120 16</inkml:trace>
  <inkml:trace contextRef="#ctx0" brushRef="#br0" timeOffset="188649.71">15417 16087 675 0,'0'0'69'16,"0"0"-10"-16,0 0-16 0,0 0-13 16,0 0-11-16,0 0-8 0,0 0 0 0,0 0-2 15,0 0 2-15,-6 18-6 0,17 11-1 0,2 0-3 16,6 2-1-16,1 1-1 0,3-2 1 15,5-2 0 1,2-4 0-16,5-1-1 0,4-9 1 0,4-5-2 0,-1-5 1 16,3-4 0-1,-5 0-1-15,1-12 3 16,-4-3-1-16,-3-8 1 0,-8-2-1 0,-4-6 2 16,-5-1-3-16,-7 0 2 0,-1 3 0 0,-4 8-2 15,-3 8 1-15,-1 2-1 0,-1 6-2 16,0 0-3-16,2 0-6 0,-2 5-5 15,-7 1-4-15,-8 10-9 0,-2 5-14 16,-5 3-35-16,-4 2-71 0,-3-1-150 16</inkml:trace>
  <inkml:trace contextRef="#ctx0" brushRef="#br0" timeOffset="188933.12">15564 15923 727 0,'0'0'68'0,"0"0"-13"15,-42-80-18-15,33 66-7 0,3 4-7 16,6 7-9-16,0 3-5 0,-2-1-3 0,2 1-4 31,0 1 3-31,0 13 5 0,0 12-5 16,5 11 4-16,2 8-5 0,2 7-3 16,0 5 1-16,1 8-2 0,-1 4 1 15,-2 1-1-15,1-2-1 0,0-1-1 0,-1-5 1 16,0-8 5-16,2-3-4 0,-2-5 4 15,0-10-3-15,-1-5-2 0,0-6-1 0,1-8 0 16,-4-7-1-16,0-2-3 0,0-2-5 16,0-5-2-16,0 6-5 0,1-6-12 15,2 3-18-15,2 3-62 0,0 0-200 16,-4-7-29-16</inkml:trace>
  <inkml:trace contextRef="#ctx0" brushRef="#br0" timeOffset="189233.16">16431 16008 729 0,'0'0'47'0,"0"0"-1"15,0-82-7-15,0 64-14 0,-2 7-4 16,0 5-11-16,-5 0-1 0,-2 6-3 0,-8 0-2 15,-5 10 4-15,-3 15-5 16,-1 13 5-16,2 7-5 0,1 11-4 0,4 8 2 16,3 6-2-16,6 1-2 0,5-1 6 15,5 0-6-15,2-5 6 0,11-5-3 0,9-8-2 16,5-6-1-16,8-8-3 0,4-6-4 16,9-5-8-16,1-7-13 0,3-9-29 15,1-7-52-15,-3-4-182 0,-3-11-27 16</inkml:trace>
  <inkml:trace contextRef="#ctx0" brushRef="#br0" timeOffset="189650.01">16595 16256 761 0,'0'0'54'0,"0"0"-9"0,0 0-9 0,0 0-10 16,75-84-8-16,-43 75-6 0,0 5 0 15,1 4-3-15,-1 4-5 0,-5 8-1 0,-1 6-4 16,-6 3 1-16,-5 6 0 0,-5 4 0 16,-7 2-1-16,-3 2 0 0,-3 2-5 15,-10-2 4-15,0 1 5 0,-4-5-5 16,-1-3 7-16,-1-4-9 0,5-8 2 0,1-6 1 16,4-4 3-16,3-6-1 0,-2-4-2 15,5-13 2-15,3-7-6 0,2-7 6 0,10-1-3 16,4-3 3-16,3 2 0 0,3 0-1 15,0 2 2 1,-2 4-2-16,-2 4-1 0,-6 8 2 0,-5 8-1 0,-2 4 0 16,0 3 1-1,3 0-2-15,2 4 1 16,4 8 0-16,-7 8 0 0,1 4 0 0,-4 4 0 16,1 1 0-16,-1-1-2 0,1 3 2 0,0-3-2 15,2 3 1-15,2-4 6 0,4 0-6 16,0-3 4-16,4-5-8 0,1-7-4 15,-4-3-11-15,5-2-14 0,5-7-25 16,1 0-54-16,8-7-95 0,-5-10-116 0</inkml:trace>
  <inkml:trace contextRef="#ctx0" brushRef="#br0" timeOffset="189867.5">17267 15944 785 0,'0'0'60'0,"0"0"-18"15,0 0-10-15,0 0-10 0,0 0-4 0,0 0-1 16,0 0-1-16,104-11-4 0,-66 28-1 0,5 6-3 31,2 6-8-31,3 9 0 0,1 7 0 16,2 7 0-16,-5 5 0 0,2 3 0 16,-11 1 0-16,-8 1 0 0,-10 1 0 15,-13-1 0-15,-6-1-8 0,-19-1-3 0,-10-4-10 16,-10 0-11-16,-8-4-15 0,-9-2-46 15,-6-3-97-15,-12-12-139 0</inkml:trace>
  <inkml:trace contextRef="#ctx0" brushRef="#br0" timeOffset="190250.08">13768 17369 672 0,'0'0'68'0,"0"0"-9"0,0 0-12 16,0 0-20-16,-42-88-19 0,82 66 4 0,15 3-9 15,20 6 12-15,17 2 1 0,14 2-5 16,19 4-1-16,14 2-1 0,18 1-2 15,18 0-3-15,15 2-1 0,13-3-2 16,10 0-4-16,5-2 5 0,5-2-2 16,-1-2 0-16,-4-5 0 0,-7 0-3 0,-12 0 0 15,-22 1 1-15,-22-7 2 0,-27 2 0 0,-29-1 3 16,-27 6-3-16,-23-4 1 0,-22 8-2 16,-13 3 1-1,-13 0-2-15,-4 2-1 0,-14-4-6 0,-6 3-8 0,-13 5-8 16,-5 0-18-16,-1 5-22 0,-7 4-82 0,-2 5-164 15,-12-7-8-15</inkml:trace>
  <inkml:trace contextRef="#ctx0" brushRef="#br0" timeOffset="190649.79">14586 17600 787 0,'0'0'48'16,"0"0"0"-16,0 0-9 0,94-79-6 15,-55 66-15-15,6 5-6 0,6 2 0 16,1 4-4-16,-3 2 2 0,-3 11-5 0,-2 6-2 16,-4 5-3-16,-7 4 0 0,-8 6 0 15,-2 6 0-15,-4 3 0 0,-9 7 0 0,-7 12 0 16,-3 8 0-16,-3 8 0 0,-9 9 0 15,-6 0 0 1,-4-2 0-16,-1-7 0 0,-3-13 0 0,0-15 0 0,1-17 0 16,6-13 0-1,3-14 0-15,3-4 0 0,2-18 0 16,1-11 0-16,10-12 0 0,3-7 0 16,15-10 0-16,11-4 0 0,9-2 0 0,4 7 0 15,7 2 0-15,0 12 0 0,3 10 0 16,-1 8 0-16,-3 7 0 0,-4 9 0 15,-3 6-11-15,-5 3-16 0,-4 15-29 16,-5 5-48-16,-5-1-160 0,-7-4-72 16</inkml:trace>
  <inkml:trace contextRef="#ctx0" brushRef="#br0" timeOffset="191117.44">15701 17809 832 0,'0'0'46'0,"0"0"-4"0,0 0-5 31,29-78-17-31,-7 63-9 0,5 1 1 16,5 0 2-16,5 3-5 0,0 3-9 16,-3 4 0-16,-2 4 0 0,-4 0 0 15,-7 2 0-15,-5 10 0 0,-5 6 0 0,-5 7 0 16,-6 2 0-16,-2 6 0 0,-13-1 0 15,-3 6 0-15,-6 6 0 0,-2 5 0 0,-1 3 0 16,1-9 0-16,3-2 0 0,4-9 0 16,3-9 0-16,7-10 0 0,3-5 0 15,5-2 0-15,1-10 0 0,7-14 0 16,12-13 0-16,4-10 0 0,5-3 0 16,2-1 0-16,1-1 0 0,-3 5 0 0,-2 4 0 15,-3 7 0-15,-5 8 0 0,-4 8 0 0,-5 2 0 16,-3 6 0-16,-3 3 0 0,0 0 0 15,-3 3 0 1,0-2 0-16,0 2 0 0,0 0 0 0,0 15 0 0,0 8 0 16,0 8 0-1,-2 5 0-15,2 3 0 0,0 7 0 16,6-1 0-16,4 3 0 0,3-6 0 16,4-2 0-16,5-4 0 0,1-3 0 0,3-5 0 15,2-9 0-15,1-4-15 0,1-6-47 16,-1-5-37-16,0-4-64 0,-5-13-82 15,0-9-56-15</inkml:trace>
  <inkml:trace contextRef="#ctx0" brushRef="#br0" timeOffset="191417.46">16505 17647 796 0,'0'0'66'0,"0"0"-13"0,0 0-14 0,0 0-14 0,0 0-6 16,90-67-1-16,-69 63-11 0,3-2-7 15,-1 6 0-15,1 0 0 0,-2 0 0 0,-3 6 0 16,-2 3 0-16,-2 1 0 0,-3 6 0 0,-4 3 0 31,-4 1 0-31,-4 3 0 0,-1 0 0 16,-11 4 0-16,-4 1 0 0,-4 3 0 16,0-4 0-16,-2 1 0 0,3-1 0 15,3-7 0-15,5 2 0 0,4-9 0 0,2-2 0 16,5-5 0-16,12 0 0 0,8-6 0 15,15 1 0-15,12-1 0 0,10-6 0 0,11-8 0 16,6-1 0-16,5 0-10 0,11 1-37 16,-2 2-70-16,-3-6-202 0,-5-7-21 15</inkml:trace>
  <inkml:trace contextRef="#ctx0" brushRef="#br0" timeOffset="191993.02">19102 16577 702 0,'0'0'57'0,"0"0"-14"0,0 0-1 16,10-79-15-16,-10 67-3 0,0 0-6 16,0 7-4-16,0 1-2 0,0 4-5 15,0 0-2-15,0 0 1 0,0 1-1 0,0 16 2 16,2 10 5-16,3 11-7 0,1 6 5 15,0 7-5-15,-1 3-2 0,1 4 0 0,0 2-3 16,0 4 1-16,2-3-2 0,-1-3 1 16,3-5 0-1,0-9 1-15,2-6-1 0,0-6 3 0,-1-7-3 0,2-5 1 16,-6-6-1-16,-1-7 11 0,-2-1-11 16,-1-3 0-16,0 1 0 0,0-1 0 0,-3-3-8 15,2 0-17-15,1 0-2 0,0-3-22 0,-3-7-12 16,0 1-88-16,-12-8-168 0,-3-4-14 15</inkml:trace>
  <inkml:trace contextRef="#ctx0" brushRef="#br0" timeOffset="192233.13">18774 16959 693 0,'0'0'66'15,"0"0"-6"-15,0 0-14 0,0 0-12 16,0 0-13-16,0 0-7 0,0 0-3 0,0 0-2 16,0 0 0-16,0 0 1 0,46-16-3 15,9 16-1-15,10 0-2 0,13 0-3 0,6 0-1 16,7-2 1-16,3-1-3 0,2-4-1 16,2 2-10-16,-6-2-8 15,-4 0-17-15,-12 3-37 0,-15 0-119 0,-15-1-137 16</inkml:trace>
  <inkml:trace contextRef="#ctx0" brushRef="#br0" timeOffset="192983.14">20820 16218 674 0,'0'0'65'0,"0"0"-11"0,-13-99-9 15,10 76-9-15,3 3-9 0,0 8-6 16,0 6-5-16,0 0-6 0,0 6-1 15,0-2-6-15,0 2 2 0,6 14 1 16,3 12-2-16,2 11 0 0,-2 9-2 0,-2 4-1 16,-2 5-1-16,-1 0 2 0,2 1-5 0,2 3 2 15,-1-3 5-15,2 2-7 0,0-5 9 16,2-5-6-16,0-5-3 0,-1-9 4 16,4-7-2-16,2-7 2 15,3-12 2-15,2-4 0 0,5-4-1 0,3-12-1 16,3-7 1-16,1-2-3 0,1-5 2 0,-1-1-2 15,2-2 1-15,-2 0 0 0,0 1 2 0,1 0 0 16,-4 1-6-16,-3 1 4 0,-1 1-5 31,-5 6 5-31,-8 7 1 0,-6 4 0 16,-3 5 1-16,-4 3-2 0,0-1 0 16,0 1 1-16,0 0-1 0,-13 4 1 15,-10 12 4-15,-7 4-6 0,-3 5 6 0,-2 2-6 16,3-1 0-16,3 1 1 0,5-1-2 0,7-2 2 15,5-1-2-15,6 0 0 0,6-3 2 16,3 0-1-16,12-4 1 0,7-2 2 16,7-2-3-16,5-3 2 15,1-3-1-15,3-1-1 0,0-2 0 0,-2-2 2 16,-3-1-3-16,-1 0-1 0,-10 0-3 0,-2 0-4 16,-7 0-5-16,-7 0-6 0,5 0-10 0,-2 3-20 15,0 3-64-15,1 1-197 0,-7-5-25 16</inkml:trace>
  <inkml:trace contextRef="#ctx0" brushRef="#br0" timeOffset="193884.48">22210 16209 586 0,'0'0'64'0,"0"0"-10"16,0 0-8-16,0 0-11 0,0 0-5 0,0 0-7 16,9-78-3-16,-9 78-8 0,0-2-4 0,0 2-2 15,2 0 1-15,3 8 0 0,0 10 1 16,3 9 1-16,5 5-3 0,0 3-1 16,5 2-2-16,4-3 1 15,7 1-3-15,6-4 1 0,7-4-2 0,6-3 0 16,5-6 2-16,6-5 0 0,2-7-2 0,3-6 1 15,1 0 0-15,-2-11-1 0,-3-4 2 0,-5-9-2 16,-9-2 3-16,-6-4-1 0,-9-2 0 31,-11-2-1-31,-4 2 4 0,-7 2-5 16,-6 9 2-16,-2 8-2 0,1 8-2 16,-2 5 3-16,0-2-2 0,0 2-1 15,0-1 0-15,0 1-3 0,0 0-3 0,-8 0-4 16,-2 10-10-16,-6 5-11 0,3 0-24 0,-1 3-44 15,-2-2-156-15,-2 0-65 0</inkml:trace>
  <inkml:trace contextRef="#ctx0" brushRef="#br0" timeOffset="194201.04">22580 15908 825 0,'0'0'41'16,"0"0"-9"-16,0 0-4 0,0 0-16 0,0 0-1 16,0 0-10-1,0 0 2-15,0 0 6 0,0 0-4 16,0 0 5-16,-16 39-4 0,23 2-2 0,1 9-1 16,0 9-3-16,1 5 0 0,0 4-3 15,-4 3 4-15,1-2-2 0,1-1 0 16,-2-1 5-16,-1-3-4 15,0-5 0-15,-1-3 1 0,2-4-2 0,1-5 1 16,1-6 0-16,-2-5 0 0,3-8-5 0,-2-10 2 16,2-4-2-16,-4-7-3 0,4-1-3 0,-1 0-7 15,0-3-13-15,6 3-20 0,-6 1-63 16,1-5-175-16,-4-2-52 0</inkml:trace>
  <inkml:trace contextRef="#ctx0" brushRef="#br0" timeOffset="194549.96">23589 16037 609 0,'0'0'67'15,"0"0"-6"-15,0 0-13 0,29-78-8 16,-24 67-10-16,-2 8-3 0,-3 3-6 16,0-1-4-16,0 1-5 15,0 0-7-15,0 0 0 0,-5 4-3 0,-8 13 3 16,-9 13-2-16,-2 10 2 0,-2 12-5 0,1 5 2 16,5 5-3-16,1 5 2 0,9 0-3 0,4-2 3 15,6 2 3-15,5-5-6 0,9-4 6 16,9-5-6-16,6-7 0 0,4-5 0 15,7-6-5-15,3-7-2 16,3-1-5-16,3-9-5 0,-1-6-9 0,0-8-12 16,-5-4-23-1,0-6-33-15,-8-9-73 0,-4-3-130 16</inkml:trace>
  <inkml:trace contextRef="#ctx0" brushRef="#br0" timeOffset="194983.44">23894 16373 759 0,'0'0'53'16,"0"0"-7"-16,0 0-10 0,47-82-11 0,-23 64-7 15,4 0-6-15,4 3-2 0,1 3-2 16,0 4-2-16,-1 7-2 0,-3 1-3 16,-5 12-1-16,-5 8 0 0,-7 5-2 15,-6 7 1-15,-6 5 0 0,-3 4 1 16,-12 0 2-16,-4 3-5 0,-4 0 6 0,-1-3-6 15,0-5 1-15,1-5 1 0,3-7 0 0,7-9 0 16,4-7 1-16,5-4 0 0,4-4 2 31,-1 0-1-31,1-1 0 0,10-13 0 16,6-7 0-16,8-9 0 0,4-2-5 16,2-3 6-16,2-2-7 0,0 1 7 15,-3 4-1-15,-2 3-1 0,-2 5 0 0,-8 6 0 16,-3 5 0-16,-6 6 0 0,-5 5 0 0,-3 2 0 15,1 0-1-15,1 2 1 0,-2 11 1 16,1 9 0-16,-1 3 0 0,0 12 0 16,0 0 2-16,0-1-4 0,0-2 5 15,5 0-5-15,4-2-1 0,3-3 1 16,3-3-3-16,3-8-1 0,4 0-4 0,1-6-4 16,3-3-11-16,3-4-11 0,3-5-22 0,5-5-36 15,0-7-82-15,2-3-135 0</inkml:trace>
  <inkml:trace contextRef="#ctx0" brushRef="#br0" timeOffset="195266.85">24671 15933 799 0,'0'0'46'0,"0"0"-10"15,0 0-6-15,0 0-9 0,0 0-6 16,81-27-3-16,-42 27-1 0,6 12-3 15,7 7 1-15,7 6-4 0,8 8 1 16,2 10-3-16,6 7 0 0,-2 9-3 0,-3 5 1 16,-11 5-4-16,-13 2 3 0,-16 2 4 0,-17 0-6 15,-13-1 4-15,-13 2-5 0,-17-4-1 16,-10 4 2-16,-6-9-2 0,-2-1 2 16,1-10 1-16,2-8 1 0,5-11 0 15,6-8-2-15,11-14-1 0,12-3-3 16,6-6-3-16,5-4-6 0,0 0-15 0,0 0-24 15,11-3-68-15,9-4-203 0,7-7-13 0</inkml:trace>
  <inkml:trace contextRef="#ctx0" brushRef="#br0" timeOffset="195750.15">27009 16466 684 0,'0'0'47'16,"0"0"0"-16,0 0-6 0,0 0-7 15,0 0-5-15,0 0-6 0,0 0-4 16,0 0-5-16,0 0-2 0,5-35-3 15,-1 31-2-15,9-3-2 0,10-3 0 16,18 1 0-16,9 1-2 0,15 1 1 0,9-1-2 16,8 2 0-16,1 2-2 0,-2-1 1 0,-9 2-1 15,-11 1-1-15,-13-1 2 0,-18 3-2 16,-15 0-1-16,-8 0 0 0,-7 0-3 16,0 0-2-16,-1 0-7 0,-16 0-2 15,-9 5-6-15,-8 3-11 0,-4-4-14 16,-5 1-38-16,-1-1-77 0,-5 1-149 0</inkml:trace>
  <inkml:trace contextRef="#ctx0" brushRef="#br0" timeOffset="195966.67">27053 16705 802 0,'0'0'47'0,"0"0"-9"15,0 0-9-15,0 0-6 0,0 0-10 16,0 0-2-16,120-34-3 0,-65 29-3 16,10 2-2-16,11 2-2 0,7-2 1 15,8 3-3-15,3 0 1 0,6 0-5 16,-5 0-3-16,-4 0-9 0,-8 3-16 0,-10 1-27 16,-15 1-81-16,-14 1-179 0,-15-6-22 0</inkml:trace>
  <inkml:trace contextRef="#ctx0" brushRef="#br0" timeOffset="196417.53">28880 16163 700 0,'0'0'61'16,"0"0"-9"-16,0 0-11 0,25-87-10 0,-24 76-10 15,-1 7-7-15,0-7-5 0,0 2-3 16,-6 3-2-16,-9 0-1 0,-10 6-2 16,-6 0 0-16,-4 12 1 0,0 11-2 15,-1 9 1-15,2 9-3 0,4 8 1 16,3 5-2-16,4 6 3 0,6 0-3 0,5 0 3 15,7 3 3-15,5-1-6 0,6-6 7 0,11-1-4 16,8-6-2-16,10-9 6 0,4-5-5 31,7-4 0-31,6-10 0 0,5-9 0 16,2-7 1-16,2-5 1 0,1-12 1 16,0-10-2-16,-3-5 2 0,-6-6-2 15,-4-4 4-15,-10-2-2 0,-7-5 0 0,-11-5 2 16,-11-4-10-16,-8-3 7 0,-7-3-4 0,-12-1 4 15,-12 3 0-15,-7 5 0 0,-12 9-1 16,-7 13-1-16,-10 12 0 0,-4 15-5 16,-6 7-11-16,-1 21-23 0,-2 7-90 15,3 7-193-15,-3-1-24 0</inkml:trace>
  <inkml:trace contextRef="#ctx0" brushRef="#br0" timeOffset="198033.32">21219 15797 528 0,'0'0'76'0,"0"0"-6"0,0 0-16 15,0 0-11-15,0 0-11 0,0 0-5 16,0 0-4-16,0 0-3 0,0 0-2 16,17-78-4-16,-11 65-4 0,2 4-1 15,3-5-2-15,5 5-1 0,6 3-1 0,1 0 0 16,5 4-2-16,0 2-1 0,0 3-1 0,-1 9-1 15,-1 4 0-15,-7 3 1 0,-2 5-3 16,-6 4 1-16,-8 4 4 0,-3 1-5 16,-8 2 5-16,-8 0-6 0,-5-2 0 15,-4-1 1-15,-1-3-3 0,0-3 3 16,4-5 1-16,2-3 1 0,7-5 3 0,6-7-3 16,4-4 0-16,3-2 0 0,0 0 0 0,14 0 1 31,9 0 1-31,12 0 0 0,7 0-1 0,4-2-2 0,4-1-1 0,3 0 0 15,-1 1-4-15,-6 0-9 0,-1 2-15 16,-10 0-29-16,-12 4-64 0,-6 3-174 16,-8-1-31-1</inkml:trace>
  <inkml:trace contextRef="#ctx0" brushRef="#br0" timeOffset="199982.49">26644 12491 591 0,'0'0'23'0,"0"0"10"16,-23-79 7-16,18 61-3 0,2 9-11 15,2 4-10-15,-1 0-7 0,2 5-3 16,0 10 5-16,3 9 1 0,6 13 1 15,1 6 0-15,0 9 0 0,0 6-5 16,-1 5 2-16,-3 7-4 0,-2 3-3 0,-3 7 2 16,-1 1-3-16,0-1 1 0,0-1-3 0,-1-7 4 15,0-9 3-15,1-6-5 0,0-10 4 16,0-8-4-16,2-13-1 0,6-7 2 16,5-8 2-16,1-6 0 0,9-5-1 15,5-11-1-15,2-10-1 0,2-6-2 16,1-6-5-16,-2-3 4 0,-3-5-3 0,-2-4 3 15,-4-2 2-15,-3-5-2 0,-6 1 3 0,0 2-2 16,-6 7 2-16,-1 7-2 0,-3 13 1 31,3 7 0-31,-5 8-1 0,0 7-1 16,1 0 0-16,-2 5-1 0,0-1 1 16,1 2 0-16,1 15 0 0,-2 8 1 15,0 11 0-15,-5 1 2 0,-7 2-2 0,-2 2 0 16,-3-2 0-16,1-2 0 0,1-1-1 0,1-3 2 15,2-3-2-15,4-3 1 0,4-2-1 16,2-1 2-16,2-2 4 0,6 0-4 16,4-1 4-16,8-2-5 0,0 0 0 15,3 1 0-15,2-2 0 0,0-2 0 16,-4-3 0-16,-3-3-3 0,-3-2 2 0,-5-2-4 16,-3-2-8-16,-1 0-12 0,-4-3-24 0,0 0-35 15,0 0-97-15,0 1-124 0</inkml:trace>
  <inkml:trace contextRef="#ctx0" brushRef="#br0" timeOffset="200400.16">27020 12121 536 0,'0'0'46'0,"14"-81"0"16,-7 48 2-16,1 4-7 0,1 6-10 0,-3 8-7 15,3 4-3-15,-3 5-6 0,5 3-1 16,2 3-4-16,3 2-3 0,3 10-1 16,0 6-4-16,-5 6 1 0,1 7-2 15,-4 5 0-15,-3 7-2 0,-3 5 2 16,-5 2-4-16,0 3 4 0,-7-3-3 0,-3-2 3 15,-2-6-1-15,-2-5 0 16,1-7 0-16,0-5 1 0,6-6 3 0,4-3-5 0,1-5 4 31,2-2-6-31,9 2 4 0,10-7 1 16,8 0 0-16,5-4 2 0,4-7-8 16,5-3 4-16,2-1-5 0,-1 0 4 15,-1 3 1-15,-3 0-1 0,-3 0-1 0,-6 4-2 16,-10 2-5-16,-6 0-7 0,-3 2-8 0,-4 0-8 15,1 4-9-15,2 2-17 0,-9 3-39 16,0 7-65-16,-5 1-103 0</inkml:trace>
  <inkml:trace contextRef="#ctx0" brushRef="#br0" timeOffset="200666.37">28140 12785 620 0,'0'0'57'16,"0"0"-6"-16,0 0-16 0,0 0-8 0,0 0-7 16,0 0-1-16,0 0-1 0,107-15-3 15,-69 12-4-15,2 0-3 0,-1 1-4 16,1 1-1-16,-4-1-2 0,-1 1-1 15,-3 0 0-15,-3 1-1 0,-8 0-1 16,-4 0-7-16,-7 0-10 0,-5 0-17 0,0 0-27 16,-5 2-63-16,-5 8-171 0,-13-1-4 15</inkml:trace>
  <inkml:trace contextRef="#ctx0" brushRef="#br0" timeOffset="200866.38">28097 13151 697 0,'0'0'68'0,"0"0"-5"0,0 0-19 31,0 0-18-31,0 0-10 0,0 0-5 16,101-32-4-16,-55 25-2 0,5 0-2 16,0 5-3-16,1-1 0 0,-3 3 0 15,-1 0-2-15,-2 5-2 0,-4 5-12 0,-3-2-13 16,-12-1-34-16,-2-1-74 0,-10-3-171 15,-3-3-20-15</inkml:trace>
  <inkml:trace contextRef="#ctx0" brushRef="#br0" timeOffset="204016.5">29533 12397 341 0,'0'0'55'0,"0"0"-2"0,0 0-7 31,-84 15-12-31,71-11-4 0,-1 2-2 16,6-1 2-16,-1 0-1 0,2-1 1 16,2-3-3-16,2 3-2 0,0-3-3 0,0 2-2 15,0 0 0-15,0 0 0 0,3-1 0 16,10 2 3-16,15 0-2 0,12-3-4 0,15-1-4 15,15-5-3-15,14-2-3 0,8-2-2 16,4 1 0-16,-1 2-2 0,-9 1 0 16,-9 5-2-16,-17 0-1 0,-16 0-1 15,-15 2 0-15,-14 1 1 0,-6-1 1 0,-6-2 0 16,0 1 0-16,-11 2 0 0,-6 1 0 0,-5 0 0 16,-2-3 0-16,-1-1 0 0,4 0 0 15,2-5-1-15,4 1-1 0,4-2-2 16,3 1-8-16,5 2-13 0,0 2-35 15,3 1-95-15,0-8-160 0,0-5-21 16</inkml:trace>
  <inkml:trace contextRef="#ctx0" brushRef="#br0" timeOffset="204617.71">30765 12037 663 0,'0'0'59'0,"0"0"-10"0,0 0-8 15,0 0-12-15,23-82-9 0,-22 77-5 16,2 2-3-16,-3 3-3 0,0-1-3 16,0 1-3-16,0 0-1 0,0-2-2 15,0 2-2-15,0 0 2 0,0 0 0 0,0 2 0 16,0 10 0-16,0-1 1 0,-4 4-3 15,-5-2 2-15,5-5 0 0,-6 3 0 0,4-7 2 16,-5-2-1-16,-4-2 0 0,1 0 0 31,-2-11 0-31,4-3-1 0,2-4 2 16,4-4-2-16,3-6-3 0,3-3 3 16,0-2-4-16,6-3 4 0,4 1 1 0,6 0-1 15,3 3 1-15,1 3-2 0,5 8 2 0,2 6-1 16,2 7 0-16,4 8 1 0,2 7 0 15,1 9 0-15,2 8 0 0,-2 4 1 16,-4 4-3-16,-5 1 2 0,-6 5 2 16,-6 0-3-16,-6 2 4 0,-7 2-4 15,-2 2-1-15,-14 4 1 0,-10 6-1 0,-8 2 2 16,-7 0-2-16,-4-3 0 0,1-4-1 0,-1-8 1 16,5-11-1-16,5-7 1 0,10-10 2 15,3-8 0-15,6-5 0 0,7-3-1 16,1-11 0-16,6-8 0 0,3-4 2 15,9-8-2-15,6 4 0 0,4 7 0 16,0 6-1-16,2 12 0 16,2 5 1-16,0 1 0 15,2 13-1-15,-1 4 1 0,0 2-1 16,-1 2 1-16,-2 1-1 0,-2 1 0 0,-2-1-1 16,0 0 1-16,0-4-2 0,-2 1-6 15,1-3-14-15,-3 1-31 0,-2-6-74 16,-1 0-179-16,-5-4-14 0</inkml:trace>
  <inkml:trace contextRef="#ctx0" brushRef="#br0" timeOffset="205217.57">31209 12075 747 0,'0'0'58'16,"0"0"-13"-16,0 0-11 0,0 0-12 0,0 0-9 0,0 0-5 0,0 0 0 15,78-59-2-15,-58 62-1 0,-4 9-1 16,0 6-4-16,-3 8-1 0,-3 3 1 31,0 7-2-31,-4 3 2 0,-3 3-1 16,-3-2-1-16,0 0 0 0,-8-4-2 16,-3-5-2-16,-1-5 0 0,-3-5-5 0,5-7 2 15,-2-7 2-15,3-2 1 0,1-5 6 16,-1-2 1-16,3-10-1 0,3-9 1 15,3-8 1-15,6-9 1 0,9-4 3 0,6-5-4 16,4 0 3-16,2 2-4 16,2 9 0-16,0 5 0 0,-4 12 1 0,1 5-2 15,-2 8 1-15,1 6 0 16,-5 3-1-16,2 9 2 0,-4 5-2 0,0 3 0 16,-1 4 0-16,-2 5-1 15,-2 1 0-15,-5 2 1 0,-3 0-1 0,-4-2 1 16,-1-1-1-16,0-3 1 0,-9-5 0 15,-1-1 0-15,2-8 0 0,-2-3 1 0,2-4-1 16,4-4-1-16,-3-1 2 0,4-6-1 0,0-10 1 16,3-11 0-1,2-3 0-15,12-8-2 0,3-3 2 0,6-2-2 16,3 0 4-16,2 6-3 0,-1 5 0 16,1 10 1-16,-9 8 0 0,1 8-1 15,-3 6 2-15,1 8 0 16,3 8-1-16,-5 10 2 0,-3 6-1 0,-3 6-1 15,-2 4 1-15,-2 2-1 0,-1 1-1 16,-2-3 3-16,-2-2-4 0,-1-6 2 0,0 0-1 16,0-7-2-16,0-7 5 15,0-2-4-15,-1-7 2 0,-1-7-4 16,2 2-6-16,0-6-9 0,-1 0-14 0,1 0-31 16,-3 0-72-16,2-6-176 0,0-10-9 15</inkml:trace>
  <inkml:trace contextRef="#ctx0" brushRef="#br0" timeOffset="205684.67">32205 12043 772 0,'0'0'49'0,"0"0"-9"0,0 0-12 0,0 0-9 15,0 0-10-15,0 0-4 0,0 0-3 16,0 0-1-16,0 0 0 0,0-15 1 0,4 42 0 15,1 12 0-15,-4 6 0 16,1 2-1-16,-2 1-1 0,0 1 1 0,0-2-2 16,-3-2 2-16,0-5-2 15,0-5 0-15,0-11 4 0,2-2-4 0,1-9 5 16,0-7-4-16,0 0 1 16,0-6 1-16,0 0 0 0,0 0 0 0,0 0-3 15,0-15 3-15,-2-8-5 0,-1-12 4 0,-2-4-1 16,-3-8-4-16,-2-8 4 15,-4-6-2-15,-2-4 2 0,-3-3-1 0,1-1 1 16,3 3 0-16,2 5-3 16,3 9 2-16,4 10-3 0,4 16 3 15,2 8 1-15,9 7-1 0,8 7 0 16,9 1-1-16,3 3 1 0,6 0 0 0,1 6 1 16,5-2 0-16,1 1 0 0,-2-3 0 15,-1-2 1-15,0 0-1 0,-7 0 1 16,-6 0-1-16,-6-2 0 0,-9 0 0 15,-4 2-1-15,-7 0 1 0,0-1 0 0,0 1 0 16,1 0-3-16,0 0 0 0,2 0-2 0,0 0-6 16,0 10-8-1,-1 0-12-15,-2 3-20 0,0 10-35 0,0 1-72 16,-3 6-141-16</inkml:trace>
  <inkml:trace contextRef="#ctx0" brushRef="#br0" timeOffset="205900.93">32243 12187 756 0,'0'0'57'0,"0"0"-16"16,0 0-12-16,0 0-9 0,0 0-7 16,0 0 0-16,0 0-3 0,101-43-3 0,-72 40-2 15,0 2-4-15,-3 1-2 0,-2 0-1 0,-9 1 0 16,1 6-4-16,-5 2-7 15,0 2-12-15,1 5-13 0,-4-4-31 0,-5 7-70 16,-3 0-167-16,-15 4-10 16</inkml:trace>
  <inkml:trace contextRef="#ctx0" brushRef="#br0" timeOffset="206084.48">32143 12598 752 0,'0'0'53'0,"0"0"-6"0,0 0-13 0,94-12-12 15,-58 8-8-15,2 0-5 16,2 0-5-16,1 1-3 0,-2 1-2 0,-2 1 0 16,-2 1-1-16,1 0 4 15,-4 0-5-15,-3 0-8 0,-4 0-17 0,-2 3-38 16,-8 0-77-16,-4-1-167 0,-7 0-13 16</inkml:trace>
  <inkml:trace contextRef="#ctx0" brushRef="#br0" timeOffset="206473.16">30834 12975 459 0,'0'0'81'15,"0"0"-21"-15,0 0-13 0,0 0-11 16,0 0-6-16,0 0-6 0,0 0 0 16,0 0 1-16,0 0 4 0,0 0 1 0,-34 18-4 15,68-13-6-15,18-5-6 0,16 0-4 16,13-2-4-16,13-4 2 0,12-1-4 0,8-1 0 15,6 2-2-15,1 1-4 16,-4 1 0-16,-9 1 5 0,-14 0-1 16,-16 0 1-16,-18 0 0 0,-15 1-4 0,-16 0 1 15,-14 2 0-15,-8 0 0 0,-7 0 1 16,0 0-4-16,0 0 2 0,0 0 0 0,0 0-3 16,-14 0-2-1,-4 10-12-15,-9 2-15 0,-4 1-35 0,-2 4-96 16,-7-2-151-16,-1 0-11 0</inkml:trace>
  <inkml:trace contextRef="#ctx0" brushRef="#br0" timeOffset="206933.15">31032 13430 844 0,'0'0'42'0,"0"0"-13"0,0 0-10 16,0 0-12-16,0 0-3 0,0 0-1 0,0 0 1 16,0 0 2-16,0 0-3 0,21 114 1 0,-9-64-2 15,-3 3 0-15,0 1-2 0,-3 0 2 16,1-1 2-16,-4-3-3 0,0 0 3 16,-2-4-5-16,-1-2-1 0,0-6 2 15,0-6-1-15,0-11 1 0,0-9-1 16,0-6 1-16,0-6-1 0,0 0 2 0,0 0 0 0,3 0 0 15,7-1 0-15,8-13-1 0,3-7 0 16,4-5 0-16,1-4 0 0,3-2 4 31,0 0-5-31,0 3 4 0,-2 7-3 16,-4 3-1-16,-8 9 0 0,-1 7 1 16,-2 3 4-16,-2 7-5 0,6 8 6 0,-5 8-5 15,1 3 0-15,-2 3 1 0,-1 1-1 0,-1-1 2 16,0 0-2-16,-3-1 1 0,1-1-2 15,-1-5 2-15,-2-4-1 0,-2-7 0 16,2-5 0-16,-3-6-1 0,0 0 0 16,0 0-1-16,0 1-6 0,1-1-9 15,-1 0-14-15,0 0-22 0,-4-10-57 16,-6-8-196-16,-8-11-27 0</inkml:trace>
  <inkml:trace contextRef="#ctx0" brushRef="#br0" timeOffset="207150.17">30668 13772 743 0,'0'0'62'16,"0"0"-15"-16,0 0-17 0,0 0-11 15,0 0-7-15,0 0-3 0,97-38-2 16,-38 35-3-16,9 0-2 0,6 3 0 15,4 0-5-15,-3 0-6 0,0 1-12 16,-2 1-39-16,-5-2-118 0,-4 0-148 0,-8-2-10 16</inkml:trace>
  <inkml:trace contextRef="#ctx0" brushRef="#br0" timeOffset="207517.69">31773 13443 822 0,'0'0'0'0,"0"0"16"16,0 0-16-16,0 0 24 0,0 0 9 0,0 0-4 31,89-72-6-31,-64 59-8 0,3 2-7 16,-2 3 2-16,1 3-3 0,-3 5-1 16,-3 0-1-16,-1 7-6 0,-3 5 0 0,-4 4-2 15,0 6 1-15,-4 3 1 0,-6 6-1 0,-3 5 4 16,-3 3-6-16,-10 1 1 0,-4 2-1 15,-5-3-1-15,1-1-5 0,-1-3 3 16,0-5 0-16,5-5 2 0,5-9 4 16,5-7 0-16,5-4 2 0,2-4 1 15,13 2 5-15,12-1 1 0,11-2-1 16,9 0-2-16,4-5-4 0,6-1-1 0,3 1-1 16,0 0 0-16,-2 2-1 0,-8-1 0 0,-5 1 0 15,-15 2 0-15,-5 1 1 0,-9 0 0 16,-8 0 0-16,0 0-3 0,-6 0-4 15,0 0-8-15,0 0-16 0,1 0-31 16,1 0-94-16,-2 0-169 0,0-3-6 16</inkml:trace>
  <inkml:trace contextRef="#ctx0" brushRef="#br0" timeOffset="208684.56">25549 12055 228 0,'0'0'75'16,"0"0"1"-16,0 0-10 0,0 0-6 15,0 0-15-15,0 0-14 0,0 0-6 16,0 0-7-16,0 0 1 0,-35-58 4 0,29 83 2 31,1 14-2-31,2 10-1 0,-2 12-4 0,4 8 1 16,-1 10-3-16,2 8-1 0,0 8 1 16,0 12-4-16,8 11-2 0,0 11-2 15,7 6 0-15,2 3-2 0,5-1-1 16,2-5 0-16,2-7-6 0,-1-12 4 15,0-16 5-15,-4-13-3 0,-1-17 2 0,-3-14-2 16,-3-12-4-16,-3-13 0 0,-3-8-1 16,-4-11-1-16,-1-4 0 0,-3-5-1 0,0 0-10 15,0 0-17-15,0-5-36 0,0-13-70 16,0-12-171-16,-4-14-8 0</inkml:trace>
  <inkml:trace contextRef="#ctx0" brushRef="#br0" timeOffset="209333.4">25501 11973 466 0,'0'0'35'0,"0"0"0"0,0 0 4 0,-58-79 0 16,58 58-10-16,13 0-3 0,12-1-12 15,17 3 0-15,17-1-1 0,21 3-2 16,21-1-2-16,19 0-3 0,22-2 0 16,17-1-2-16,21-2-1 0,20-3 0 15,18-3-2-15,18-1-1 0,14-4 1 0,19 1-3 16,10 1 3-16,12 0-1 0,3 2-1 16,5 1-1-16,0 1-1 0,-2-1-5 0,-2 0-1 15,-6-2-5-15,-7 0-3 0,-12-1 6 16,-15 2-1-16,-18 2 13 0,-22 5 1 15,-19 3 2 1,-21 5 3-16,-18 2 2 0,-14 2 2 0,-14 2 1 0,-9 0 1 0,-13 1-4 31,-6 1 1-31,-13-1-1 0,-8-1-1 16,-10 1 4-16,-8 2 0 0,-6 2-3 0,-1 2-1 16,-2 2-8-16,1 0-1 0,-2 9 1 15,-3 3-2-15,-4 4 1 0,-3 2-1 16,-6 3 1-16,-4 2 0 0,-3 4 1 15,-6 5 4-15,-7 3-4 0,-2 3 5 0,-4 6-2 16,-2 6 0-16,-4 12 4 0,1 11-3 16,-4 12 2-16,-1 11-3 0,0 8 1 0,0 10 2 15,0 11-2-15,0 8 1 0,0 10-2 16,0 4 1-16,0 2-3 0,0 0 2 16,0-5 0-16,0-6 0 0,0-11 0 15,0-6 1-15,0-11-1 0,3-5 0 0,1-6 3 16,0-7-1-16,2-5 3 0,-1-10 0 15,-1-5-3-15,0-7 0 0,2-4-3 0,-2-4-1 16,-1-2-1-16,0-2-2 0,1-4 2 31,-2-5-1-31,-1-5 1 0,-1-3-1 16,0-5-7-16,0-4-14 0,0 0-23 16,0-3-77-16,2-2-195 0,2-5-13 0</inkml:trace>
  <inkml:trace contextRef="#ctx0" brushRef="#br0" timeOffset="210050.18">25498 14092 312 0,'0'0'48'0,"0"0"6"16,0 0-1-16,0 0-2 0,0 0-6 16,28-85-8-16,-7 70-5 0,3 0-7 0,3 1-4 15,0 3-4-15,-1 1-1 0,-3 1-3 16,-6 3-2-16,-2 0-1 0,-6 3-1 0,-4 0 2 15,0 1 1-15,-5 2 0 0,0-1-1 16,0 1-4-16,2 0-2 0,3 0 2 16,0 4-1-16,1 11 2 0,1 9 1 15,0 5-2-15,0 8 2 0,2 6-1 0,3 4-1 16,3 4-2-16,4 5 0 0,4 1-5 16,2 0 4-16,4 1-3 0,1-4 3 0,2-1 2 15,0-2-4-15,0-3 2 0,-3-5-4 16,-3-4 0-16,-4-7 0 0,-4-5 1 15,-6-10-1 1,-4-8 0-16,-5-4-1 0,-3-5-1 0,0 0-3 0,5 1-11 0,-1 0-16 31,2 1-38-31,-2 0-67 0,0-2-165 16,1 0-7-16</inkml:trace>
  <inkml:trace contextRef="#ctx0" brushRef="#br0" timeOffset="210466.78">26085 14877 704 0,'0'0'31'0,"0"0"-1"16,0 0-2-16,0 0-7 0,0 0-8 15,0 0-4-15,0 0-4 0,131-84 0 0,-33 68-1 16,26-3 0-16,25 3 0 0,23-3-1 0,22 1 0 15,20 2-1-15,19-1-1 0,15 2 0 16,17-1-1-16,14 3-3 0,15-2 2 31,9-2-1-31,10-1 0 0,4-2-2 16,2-2 3-16,-4-3-3 0,-5-1 3 16,-11 0 4-16,-13 1-1 0,-11 0-1 0,-13 6 4 15,-12 5-2-15,-13 6 0 0,-20 7 6 0,-20 1-3 16,-26 5 0-16,-25 3 2 0,-24 5-6 15,-19-3 1-15,-18 1 0 0,-18-3 1 16,-17-3 1-16,-19-2 0 0,-15-1 2 16,-8 0-2-16,-8-2-1 0,0 0-1 15,0 0-2-15,0 0 0 0,-9-8-1 0,-9-1-1 16,-4 0 1-16,-1 0-3 0,9 4-5 0,-3 4-12 16,2 1-32-16,4 0-85 0,2 0-176 15,4 1-23-15</inkml:trace>
  <inkml:trace contextRef="#ctx0" brushRef="#br0" timeOffset="-175646.74">29662 12357 268 0,'0'0'53'0,"0"0"-4"0,0 0-8 0,0 0-6 16,0 0-1-16,0 0 1 0,0 0-2 15,0 0-2-15,0 0-2 0,0 0-3 16,0-56-5-16,0 55 0 0,0-1-4 15,0 1-2-15,0-1-3 0,0 0-4 16,0 1-1-16,0 1 1 0,0-2 2 0,0 2 3 16,0 0 1-16,0 0 1 0,0 0-1 0,0 0-2 15,0 5 0-15,0 8-2 0,1 6-1 16,2 4 0-16,0-2-1 0,0 2-2 16,-1 2 0-16,0 3-2 15,-2 1-1-15,1 2 4 0,-1 3-7 0,2 1 5 16,1 1-3-16,0-1-3 0,1 1 3 0,0-1-3 15,4 0 1-15,0-1-1 0,1-1 2 0,0-1-1 16,2-5 1-16,-2-1-2 0,-2-9 1 31,-1-3-1-31,-2-6 0 0,-1-3 1 16,0 0 0-16,-3-5-1 0,0 0 1 16,0 0-2-16,1 1-4 0,-1 1-14 15,0-2-25-15,2 1-59 0,-2-1-202 0,0 0-17 16</inkml:trace>
  <inkml:trace contextRef="#ctx0" brushRef="#br0" timeOffset="-123096.98">30632 15185 388 0,'0'0'72'16,"0"0"0"-16,0 0-23 0,0 0-7 0,0 0-11 16,0 0-5-16,0 0-3 0,0 0-7 15,0 0-4-15,0 0 1 0,-60-67-7 0,27 74 3 16,-7 9 2-16,-1 4-8 0,1 4 7 16,1 2-7-16,4 0 0 0,6 1 0 15,9-3-2-15,7 0-1 0,9 1 1 16,4-3 1-16,14 2-1 0,9-5 2 0,8 1-1 15,9-2 0-15,3-1 1 0,8-1-2 16,0 3 4-16,2 0 1 0,0 3 0 0,-3-1 0 31,-4 0-4-31,-7 1 0 0,-7-1 0 16,-9-2 0-16,-8-5 2 0,-8 3 3 16,-7 1-1-16,-5 0 0 0,-15 7-2 15,-7-6-1-15,-8-2-1 0,-6-2 0 0,-5-3-4 16,1-3-1-16,-2-2-1 0,5-4-2 15,1-2-4-15,10-1-4 0,9 0-13 0,9 0-18 16,2-1-31-16,9-4-66 0,0-6-115 16,2 0-30-16</inkml:trace>
  <inkml:trace contextRef="#ctx0" brushRef="#br0" timeOffset="-122815.61">31105 15615 763 0,'0'0'42'0,"0"0"-5"0,0 0-11 16,0 0-10-16,0 0-9 0,0 0-2 16,0 0-1-16,0 0 2 0,0 0 0 0,43-25 1 15,-36 47-1-15,-4 3-2 0,0 1-1 16,0 3 0-16,-2 0-3 0,1-2 2 15,-1 1-4-15,4-3 2 0,1-2 5 16,0-2-6-16,0-5 6 0,2-3-6 0,-4-5-2 16,2 0-1-16,-1-1-6 0,-2-4-8 15,5 2-11-15,-4-4-30 16,0 1-73-16,4-2-173 0,-7-5-25 0</inkml:trace>
  <inkml:trace contextRef="#ctx0" brushRef="#br0" timeOffset="-122646.98">31087 15185 715 0,'0'0'44'0,"0"0"-10"0,0 0-13 16,0 0-12-16,0 0-7 0,0 0-4 16,0 0 0-16,0 0-3 0,0 0-5 15,0 0-11-15,-13 90-27 0,18-58-44 0,-2-2-132 16,2 3-75-16</inkml:trace>
  <inkml:trace contextRef="#ctx0" brushRef="#br0" timeOffset="-122213.35">31159 15630 785 0,'0'0'43'15,"0"0"-9"-15,0 0-8 0,0 0-9 0,0 0-5 16,0 0-5-16,0 0 0 0,87-61-1 15,-63 69-2-15,-1 5 0 0,-2 9-4 16,-3 2-2-16,0 5 0 0,-3 3-2 31,1 1 1-31,-4 2 1 0,0 0-6 0,-1-2 0 16,-3-3-7-16,1-2 1 0,-5-8 0 0,-2-8 2 16,-1-2 5-16,-1-3 2 0,0-3 4 15,0 2 4-15,0-6 4 0,0 0-2 16,4 0 1-16,4-12-2 0,6-8 0 15,4-7-4-15,2-5 5 0,0-1-4 16,2-2 3-16,1 0 0 0,1 3-4 0,-1 6 2 16,-2 7-2-16,-5 5 2 0,-3 9-1 15,0 5 0-15,-5 6 2 0,6 8 0 0,-5 6 2 16,2 4-2-16,-3 3 2 0,2 3 3 16,1 2-5-16,-1 0 4 0,1 0-5 15,-1-3-3-15,1-2 1 0,-2-2-2 16,0-4 1-16,-1-6 0 0,-3-1 0 0,0-5-3 15,-3-4-5-15,4 2-8 0,-3-2-12 0,0-1-22 16,0 1-57-16,-3-5-205 0,0-6-12 31</inkml:trace>
  <inkml:trace contextRef="#ctx0" brushRef="#br0" timeOffset="-121413.21">31962 15726 726 0,'0'0'43'0,"0"0"1"0,0 0-20 16,0 0-3-16,0 0-10 0,0 0-3 0,0 0 0 16,0 0-2-16,0 0-3 0,51-31 0 0,-41 31 0 15,3 5 0-15,6 5-2 0,-6 6 1 16,0 3-2-16,-2 2-1 0,4 5 6 15,-2 0-5-15,1 0 5 0,-1 1-4 16,-1-3-3-16,-5-1 2 0,-1-8-1 31,-3 0-1-31,0-4 0 0,-3-5 0 0,0 5 2 16,0-5 0-16,0 0 1 0,0 3 1 0,0-4-2 16,0-1 2-16,0 1 0 0,-5-4 1 15,1 1-1-15,-2-1 3 0,-1 1-4 16,3-2 2-16,-5-2 0 0,-1-8-1 15,4 2 0-15,-1-7 1 0,4-5-1 16,1-1-1-16,2-8 0 0,0-1-2 0,5-1-3 16,2 1 4-16,2-2-5 0,2 2 6 15,2 0 0-15,5 3-1 0,1 4 0 0,1 4 1 16,0 6 2-16,-6 3 1 0,4 7 0 16,-2 3-1-16,2 0 0 0,4 0-1 15,-3 6-1-15,-2 2 1 0,1 3-1 16,0 1 0-16,-3 1 0 0,1 1 0 0,-4 1-2 15,-1 1 2-15,-4 0-1 0,-1-4 0 0,-3 4 1 16,-2 2 1-16,-1 0 3 0,0 6-3 31,-3-2 2-31,-4-1-4 0,-2 0 0 16,-3-1 0-16,-2-2 0 0,-1 2-1 16,1-3 1-16,0-2 1 0,4-5-1 15,0 1 0-15,4-5 0 0,0-3 0 0,1 3 0 16,2-3 0-16,0 0 0 0,1 2 0 15,2-5 1-15,-1 0-1 0,1 0-1 0,0 1 1 16,-2 1 0-16,2-1 2 0,0 1-1 16,0-1 0-16,0 1 1 0,0-1-2 15,0-1 1-15,2 0 1 0,7 0-1 16,5-4-1-16,2-9-1 0,1-3 0 0,1-7 0 16,2-6-1-16,0-4 1 0,-1-5-1 0,0 0-6 15,-6 1 4-15,-2 5-1 0,-4 10 4 16,-1 4 1-16,-3 8 2 0,-1 6-2 15,1-1 0-15,-3 5 1 0,0-1-2 32,0 1 1-32,0 0 0 0,-2 6 1 15,-2 8-1-15,-2 6 3 0,4 0-3 0,2 3 3 16,0 3-7-16,11 3-3 0,4-2-8 16,4 0-13-16,9 0-41 0,5-6-184 0,6-2-81 15</inkml:trace>
  <inkml:trace contextRef="#ctx0" brushRef="#br0" timeOffset="-120395.95">31851 15768 634 0,'0'0'64'0,"0"0"-12"0,0 0-13 0,0 0-7 15,0 0-4-15,0 0-4 0,0 0-3 16,0 0-3-16,0 0-5 0,0 0 0 15,-12-38-5-15,12 38-1 0,0-1-3 16,0 1-1-16,0 0-1 0,0 0 1 0,9 7 1 16,10 7 1-16,5 4-1 0,4 0 5 0,6 5 3 15,3 3-5-15,0 1 2 0,-1 6-11 16,-1-2 1-16,-4 2-1 0,-4 1 0 16,-4 0 1-16,-5 0-1 0,-3 1 3 15,-6-2-3-15,-4-3 2 0,-5-3-1 16,0-5 0-16,-6-5 0 0,0-5 2 0,-3-3-1 15,5-3 2-15,0-3 2 0,1 0-2 16,-2-3 1-16,1-3-3 0,-2-11 1 0,-1-7-1 31,7-8 3-31,0-8-3 0,7-8 1 16,9-5-2-16,7-1-2 0,8 4 1 16,2 3 1-16,2 6-1 0,-2 7-3 15,-3 7 4-15,-5 6-5 0,-7 7 6 0,-3 4-1 16,-4 3 0-16,-6 3 2 0,1-1-1 0,-2 2 0 15,2 0 0-15,1 0 0 0,-1 0 1 16,-3 0-1-16,1 0 2 0,-1 0-1 16,1 3 0-16,-4-3-2 0,0 0 1 15,0 0 1-15,2 2 0 0,-1-2 1 16,1 2-1-16,-2-2-2 0,1 1 1 0,-1 1 0 16,2-1-1-16,0 1 3 0,0-1-2 15,-2-1 0-15,0 2 1 0,1-2 0 0,-1 1 0 16,2 1 5-16,-1-2-5 0,-1 1-1 15,1-1-1-15,-1 0-3 0,0 2 3 16,2-2 0 0,-2 0 1-16,0 1-2 15,0-1 1-15,0 2 3 0,0-2-4 0,0 2-2 16,1-2-2-16,-1 1-2 0,2-1-8 16,-1 4-3-16,2 1-12 0,3 1-17 0,7 5-17 15,-4-5-67-15,1 0-119 0,-4-3-70 16</inkml:trace>
  <inkml:trace contextRef="#ctx0" brushRef="#br0" timeOffset="-119546.73">30785 15575 406 0,'0'0'110'15,"-45"-92"-14"-15,12 54-21 0,-6 6-22 16,-7 7-19 0,-7 9-8-16,-6 5-9 15,-4 8-1-15,-7 3-1 0,2 9-4 0,5 8-2 16,3 7 0-16,11 4-6 0,12 2 1 16,12 5-3-16,14 0 0 0,11 1-1 0,18 1 0 15,17-1-1-15,15-1 1 0,17-3-2 16,11-3 0-16,13-5 0 0,9-5 1 15,7-3-2-15,4-8 0 0,5-5-6 16,3-3-7-16,-4-11 0 0,-3-9-1 0,-16-7 4 16,-16-10 6-16,-18-10 5 0,-20-9 2 15,-21-9 6-15,-18-7-1 0,-12 0 4 0,-20 4-1 16,-15 7 0-16,-13 12 1 0,-14 17-3 16,-16 17 4-16,-10 15 2 0,-10 9-4 15,-3 18 4-15,-3 10-5 0,7 10-4 16,9 8 0-16,15 7-3 0,22 6 1 0,18 5-4 15,23 2 1-15,19 2 1 0,22-6-1 0,28-1 3 16,24-7-2-16,24-3-4 0,17-8-2 31,16-7-8-31,11-6-3 0,8-10-6 16,5-8-6-16,6-8-12 0,2-13-6 16,-3-11 6-16,-3-14 11 0,-10-12 17 15,-14-12 13-15,-16-7 9 0,-23-6 18 0,-24 0 5 16,-24 3 20-16,-17 9 2 0,-15 7-6 15,-8 16-4-15,-3 11-16 0,-1 10-11 0,-2 5-13 16,-12 1-4-16,-10 1-3 0,-11 13-1 16,-7 9 6-16,-7 5-1 0,1 6-1 15,1 2 1-15,3 1-8 0,5 4-9 16,-1-2-21-16,-2 2-34 0,1 0-56 0,-2-1-181 16,-1 1 1-16</inkml:trace>
  <inkml:trace contextRef="#ctx0" brushRef="#br0" timeOffset="-118979.2">30532 16770 600 0,'0'0'63'0,"0"0"-7"0,0 0-11 0,0 0-8 0,0 0-12 15,0 0-7-15,0 0-4 0,0 0-9 16,0 0 0-16,-46-49-2 0,15 60-1 0,-3 10-2 31,-11 13 3-31,-2 3-4 0,-3 8 1 16,4 2-2-16,1-1-2 0,7 0 1 16,9-8 1-16,11-3-2 0,12-6 3 15,6-5 0-15,17-4-2 0,12-5 2 0,12-4 0 16,9-4 2-16,4-2 0 0,5 1 0 15,-1 0-1-15,-2 5-1 0,-5-1 4 0,-6 5 10 16,-6 4-2-16,-5 2 5 0,-7-2-7 16,-7 1-5-16,-9-8-2 0,-4 4 6 15,-5-1 1-15,-2-1-2 0,-12 5 1 16,-4-2-4-16,-10-2-3 0,-7-1 0 0,-5-2 1 16,-3-2-4-16,-1-2 2 0,1-3-2 0,2-1-3 15,7-3-5-15,12 1-11 0,6-2-13 16,9 3-14-16,5-3-45 0,-1 0-57 15,1 0-97-15,0 0-50 0</inkml:trace>
  <inkml:trace contextRef="#ctx0" brushRef="#br0" timeOffset="-118729.95">30937 17230 729 0,'0'0'49'0,"0"0"-6"0,0 0-12 16,0 0-10-16,0 0-10 0,0 0-4 0,0 0-3 16,0 0-2-16,0 0 3 0,23-5 13 0,-10 22-5 15,0 7 6-15,0 4-8 0,-3 0-10 16,-1 1 2-16,0 1-3 0,-1-2 1 16,-1-4-1-16,-1-1 0 0,0-6 0 15,0-4-2-15,-3-5-1 16,-2-4 1-16,0 1-2 0,-1-5-3 0,0 0-4 0,0 0-12 15,0 0-20-15,2 0-35 0,-2-12-85 0,-2-11-152 16,-9-14-1-16</inkml:trace>
  <inkml:trace contextRef="#ctx0" brushRef="#br0" timeOffset="-118578.95">30914 16698 612 0,'0'0'39'15,"0"0"-6"-15,0 0-17 0,0 0-10 0,0 0-9 16,37 104-5-16,-31-76-20 0,0 6-61 16,-4-2-191-16,-2 1-13 0</inkml:trace>
  <inkml:trace contextRef="#ctx0" brushRef="#br0" timeOffset="-118146.95">30960 17331 778 0,'0'0'29'0,"0"0"4"16,49-77-15-16,-26 60 3 0,2 4-5 16,4 8-5-16,1 5-2 0,1 0-3 0,1 11-1 15,1 1 6-15,0 11 4 0,-4-1-7 16,-2 7 1-16,-2 2-11 0,-5-2 0 15,-7 1 0-15,-1 0 0 0,-5-3 0 16,-4-7-3-16,-2-3-1 0,-1-4 1 0,0-6 2 16,0 2 2-16,-3-5 5 0,2-1-2 15,-4-3 2-15,0-3-3 0,-2-14-2 0,2-7 2 16,5-7-1-16,6-6 1 0,10-3-1 16,3 3-11-16,5-3 2 0,2 7-4 15,2 8 7-15,-1 10 6 16,2 11 1-16,0 4 1 0,0 7 5 0,0 13 7 0,0 7-4 15,-4 2 4-15,-1 5-9 0,-2 0-1 16,-5 1 0-16,-1 0 0 0,-4-5 0 0,-1 2-1 31,-2-4-3-31,-2-6 0 0,-2-5 0 16,-1-6 0-16,-3 1 1 0,0-7-1 16,-1-1-2-16,2 2-3 0,-2-6-4 15,0 0-8-15,0 0-10 0,0 2-25 0,1-2-50 16,2-5-124-16,3-13-103 0</inkml:trace>
  <inkml:trace contextRef="#ctx0" brushRef="#br0" timeOffset="-117613.28">32132 17254 741 0,'0'0'53'0,"0"0"-19"16,0 0-4-16,0 0-11 15,86-76-5-15,-64 76-6 0,-3 0-2 16,2 9-2-16,-1 6-2 0,1 5 12 0,-1 3-8 16,-1 4 4-16,-3 2-5 0,-5 1-8 15,-6 2 3-15,-5 0 0 0,0 0 1 16,-6 0-2-16,-4-3 1 0,-2-4-1 15,2-3 2-15,0-9-1 0,4-3-1 16,3-7 2-16,3-3 0 0,-4 0 2 0,1-6-1 16,0-8 1-16,3-14-2 0,4-2-1 15,15-6-2-15,6-5 0 0,1-3-8 0,3 1-1 16,-2 1 4-16,1 2-5 0,-1 8 12 16,-1 8 4-16,0 8 3 0,-7 5 0 15,-9 5 2-15,-5 4-1 16,-5 2-5-16,4 0 3 0,0 0 0 0,-1 6-1 0,0 11 3 15,-3 3 10-15,0 10-10 0,-2 0 5 0,-2 5-7 16,-4-3-6-16,0 1-3 0,1 1-2 31,3-1 2-31,4 2-2 0,0-5 10 16,4 2-1-16,8-4 0 0,6-4-2 16,5-4-4-16,6-5 0 0,6-4 0 15,4-10-4-15,3-1-4 0,3-4-5 0,-1-9-5 16,-4 1 1-16,-4-3-7 0,-6 0-2 0,-2 3-6 15,-8-3-21-15,-3-2-34 0,-3-3-80 16,-9-3-133-16</inkml:trace>
  <inkml:trace contextRef="#ctx0" brushRef="#br0" timeOffset="-116596.99">24673 18460 674 0,'0'0'49'0,"0"0"0"0,0 0-9 16,0 0-19-16,0 0-11 0,0 0-8 15,0 0 2-15,0 0-1 0,0 0 5 16,0 0-2-16,85-51-4 0,-48 29 2 0,4-6-6 16,-1-4 1-16,1-7 2 0,0-10-2 15,-1-6 1-15,-3-8 1 0,-2-4-3 0,-4-3 0 16,-5 8-1-16,-6 7 3 0,-6 12 3 16,-5 18 2-16,-5 10 16 0,0 9-2 15,-4 2-3-15,0 2 2 0,-14-1-11 16,-9 3 0-16,-7 5 0 0,-14 11-1 0,-3 11-1 15,-1 8 0-15,-3 12-1 0,6 8 2 16,5 10 2-16,7 5-8 0,11 4 2 0,8 4 0 31,12-4-9-31,7 1 9 0,18-9-1 16,14-5-2-16,14-6 3 0,9-14-5 16,6-13 1-16,3-11-2 0,-1-14 5 15,0-3 0-15,-5-13-1 0,-5-9 3 0,-8-3-7 16,-7-4-2-16,-10 1 2 0,-11 1-3 15,-6 12-7-15,-9-3-4 0,-4 8-21 0,-3 5-33 16,0-5-59-16,0 6-167 0,-7-2-17 16</inkml:trace>
  <inkml:trace contextRef="#ctx0" brushRef="#br0" timeOffset="-115980.34">25688 17692 547 0,'0'0'70'0,"0"0"-5"15,0 0-14-15,0 0-15 0,0 0-8 0,0 0-6 16,0 0-2-16,0 0-4 0,0 0-5 0,-63-7 2 15,63 7-3-15,3 0 3 0,18 0 0 16,13-5-4-16,18 4 0 0,7-4-2 16,10 4 0-16,3-7-2 0,0 2 0 15,-2 0-3-15,-11 0-2 0,-10 1 2 16,-17 4-2-16,-12 0 1 0,-13 1 2 0,-7 0-1 16,0 0 1-16,0 0 0 0,0 0-2 15,-8 1 0-15,-9 3 0 0,-4 4-4 0,1 0-8 16,0-2-11-16,4 4-17 0,4-2-33 15,5-5-84-15,6 1-153 0,-5-4-4 16</inkml:trace>
  <inkml:trace contextRef="#ctx0" brushRef="#br0" timeOffset="-115679.96">26480 17479 777 0,'0'0'57'0,"0"0"-5"0,0 0-12 0,0 0-14 16,0 0-10-16,9-78-6 0,-8 71-3 0,-1 7-1 15,0-2 0-15,0 2-5 0,3 0-1 16,0 11 0-16,3 10 1 0,1 6 2 16,0 8 1-16,1-1-3 0,3 2-3 15,-1 0 4-15,3-4-3 0,4-3 3 16,2-5-2-16,0-1 0 0,3-9 0 0,-8-5-1 15,5-5 1-15,1-4-1 0,1-5 0 16,5-9 0-16,-5-2-4 0,-2-2-3 0,-2-1-8 31,-5-2-17-31,-5-2-29 0,-5-3-68 16,-2-4-188-16,-12-7-10 0</inkml:trace>
  <inkml:trace contextRef="#ctx0" brushRef="#br0" timeOffset="-115513.35">26456 17116 712 0,'0'0'50'15,"0"0"-12"-15,0 0-12 0,0 0-10 16,0 0-11-16,0 0-2 0,0 0-4 0,0 0-2 16,0 0-5-16,0 0-15 0,31-33-32 15,-26 48-64-15,-5-3-184 0,3 8-11 0</inkml:trace>
  <inkml:trace contextRef="#ctx0" brushRef="#br0" timeOffset="-115046.61">27032 17187 794 0,'0'0'42'0,"0"0"-7"0,0 0-10 15,0 0-11-15,35-82 0 0,-32 79-4 16,-3 3-3-16,0-1 3 0,0 1-8 0,4 0 2 16,2 7-1-16,3 11-1 0,-2 10 0 0,-1 7 11 15,-2 6 5-15,1 0-6 0,2 3 4 16,0 0-16-16,0-2 0 0,2-2 0 16,1-2 0-16,0-8 0 0,2-4 0 15,-2-8 0-15,0-9 0 0,-3-1 0 16,6-8 0-16,5 0 0 0,0-8 0 0,7-6 0 15,-3-4 0-15,-1-4 0 0,1-3 0 16,-4-2 0 0,0 1 0-16,-3 0 0 0,1 3 0 15,-6 5 0-15,-3 9 0 0,0 2 0 16,-4 4 0-16,0 0 0 0,0 1-4 16,-3 2-1-16,0 0 4 0,0 0 2 15,-5 8-3-15,-7 7 5 0,-6 4-4 0,-1 1 0 16,0-2 3-16,1 2 0 0,1 4-2 15,3-1 2-15,6-8-3 0,3 2 2 0,5 0-1 16,0-4-1-16,10 4 2 0,7-3-1 16,3-3 1-16,4-1 2 0,1-2-6 15,1-4 1-15,-1 1-6 0,-5-4-4 0,-2-1-8 16,-6 2-9-16,0-2-19 0,-1 0-41 16,-4 0-113-16,5-5-115 0</inkml:trace>
  <inkml:trace contextRef="#ctx0" brushRef="#br0" timeOffset="-114563.65">27721 17354 768 0,'0'0'63'0,"0"0"-15"16,0 0-14-16,0 0-10 0,0 0-21 15,82-75 4-15,-69 67-11 0,2 3 16 0,-1 5 10 16,0 0-6-16,1 8 2 0,-3 4-19 16,-1 4 1-16,-3 4 0 0,-3 5-1 15,-2 2 2-15,-3 0-3 0,0 1 1 16,0 1-4-16,-6-4 0 0,-2 0-1 0,0-4 1 16,0-6 0-16,1-3 1 0,2-5 2 15,2-2 0-15,0-3 6 0,3-2 0 0,-1 0 0 16,1-2 1-16,0-10-5 0,0-8-4 15,9-8 4-15,4-1 0 0,6 1 2 0,2-4 1 32,2 4-1-32,1 0-3 0,0 4 1 15,1 4-1-15,-4 0 1 0,-6 10 2 16,-3 0-14-16,-3 3 16 0,-6 4-19 16,2 1 9-16,-2 2 26 0,1 5-20 0,2 7 20 15,-1 6-8-15,-3 7-13 0,-2-3 5 16,0 5-5-16,0 1 3 0,-3 4-2 15,3-3 3-15,0 1-3 0,0-4 0 16,6-3-4-16,3-4 0 0,4-3 0 0,4-3-1 16,4-2-5-16,1-8-8 0,4 2-8 15,3-5-16-15,2-3-24 0,2-7-42 0,-4-5-93 16,1-6-108-16</inkml:trace>
  <inkml:trace contextRef="#ctx0" brushRef="#br0" timeOffset="-113128.83">25763 17249 589 0,'0'0'60'15,"0"0"-6"-15,0 0-31 0,0 0 4 0,0 0 14 16,0 0-9-16,0 0 7 0,0 0-13 15,0 0-13-15,0 0 1 0,-20 93-4 16,20-70-1-16,0 1-5 16,0 0 0-16,2-1-1 15,3-1 1-15,-2-7-3 0,1-2 1 16,-1-4-3-16,3-1 4 0,-2 0-3 16,-3-6 0-16,2 3 1 0,-3-5-2 0,5 0-1 15,-1 0-9-15,4-3-18 0,4-6-34 16,-4-2-98-16,0-1-151 0,-6-5-18 15</inkml:trace>
  <inkml:trace contextRef="#ctx0" brushRef="#br0" timeOffset="-112945.49">25591 17339 765 0,'0'0'65'0,"0"0"-12"0,0 0-21 0,0 0-11 15,0 0-6-15,0 0-3 0,0 0-3 16,0 0-3-16,0 0-2 0,88 3-6 0,-43-3 2 31,5 0-12-31,5 0-25 0,3 0-67 16,0 0-220-16,7-6-18 0</inkml:trace>
  <inkml:trace contextRef="#ctx0" brushRef="#br0" timeOffset="-107562.64">30596 17767 323 0,'0'0'44'16,"0"0"-17"-16,0 0-1 0,0 0 0 16,0 0 3-16,0 0 3 0,-78 30 0 15,66-23 2-15,2-5 2 0,-6 5-3 16,-4 2 0-16,-3 2-8 0,-6 5-2 0,-2 7-3 16,1 4-3-16,0 5 2 0,3 7 0 15,4 7-4-15,6 4-7 0,7 0-2 0,7 5-7 16,3-7 1-16,10-1 3 0,10-3-3 15,8-7-2-15,6-7 0 0,6-7-2 16,4-9 8-16,3-8-6 0,2-6 4 16,-1-11 0-1,-1-7-7-15,-3-8 8 0,-4-4-3 16,-5-8 0-16,-9-3 2 0,-6-3-1 16,-6 0 2-16,-5-3 0 0,-6 6 0 0,-3 3 6 15,0 4 1-15,-4 6 3 0,-4 2-2 16,0 9-4-16,-4 8-1 0,-5 7-2 15,-5 4 0-15,-8 13 0 0,-4 11-2 16,-1 4 0-16,3 10-2 0,3 7 0 0,7 4 0 16,5 3-4-16,8-4 3 0,6-2 1 0,3-2-2 15,5-7 0-15,6-4-3 0,6-7 3 16,2-12 0-16,5-7 2 0,0-7 1 16,2-2-2-16,-2-5-4 0,-2-7 3 15,-1-3 4-15,-4-9-3 0,-4-4 1 0,-3-2 2 16,-1-4-6-16,-7-1 8 0,-2 1-3 15,0-3-1-15,0 3 1 0,-5-5-4 16,-1 8 8-16,2 8-4 0,1 9 4 0,3 8 2 31,0 6-5-31,-2-4 5 0,1-1-4 16,-1 2-1-16,1-1 1 0,1 4-2 16,-2-4-1-16,2 4-1 0,0 0 0 0,5-1 1 15,5 1 2-15,1 0 0 0,-2 1-4 16,0 4 0-16,-5-2 1 0,2-2 0 15,-6-1 4-15,0 0-5 0,0 0 2 0,1 2 1 16,1-2-3-16,-1 0 4 0,-1 1-3 16,0-1-7-16,0 0-9 0,0 4-12 15,0 0-15-15,0 0-26 0,-4 8-31 0,-3-5-74 16,3-4-116-16</inkml:trace>
  <inkml:trace contextRef="#ctx0" brushRef="#br0" timeOffset="-107113.39">31144 18007 873 0,'0'0'0'0,"0"0"5"16,0 0-5-16,0 0 9 0,0 0 1 0,0 0-3 16,0 0-3-16,0 0-2 0,-96-23-1 0,70 37-1 15,3 4 1-15,3 1-4 0,3 5 0 16,8-9-1-16,6 1 3 0,3 4 0 16,6-1 0-16,9 4 0 0,5-3-2 15,5 0 2-15,3-2 2 0,4-2 1 0,0-3 0 16,1-2-2-16,0-1-1 0,-1-1 5 15,-2 2-1-15,-1 1 2 0,-6 4 0 16,-4-1-4-16,-4 4 1 0,-5 1 2 0,-2-5-4 31,-6 5 3-31,-2 3-3 0,-9 1 2 16,-5 6 1-16,-9-2 1 0,-5-7-3 16,-5 0-5-16,0-7 3 0,-2-3-1 0,2-7 0 15,2-4 1-15,4 0-2 0,2 0-6 16,6-7-3-16,1-3-9 0,7 3-16 0,3-5-28 15,4 1-37-15,4 0-74 0,0 2-124 16</inkml:trace>
  <inkml:trace contextRef="#ctx0" brushRef="#br0" timeOffset="-106395.98">31589 18212 634 0,'0'0'85'0,"0"0"-20"15,0 0-17-15,95-67-18 0,-61 58-5 0,0 4-4 16,4 5-7-16,-2 6-5 0,-4 9-7 15,-3 9 1-15,-4-1-2 0,-7 11 0 16,-5-2 0-16,-3 3-2 0,-4 1 2 0,-3-1-2 31,-3-1 3-31,-4 1-4 0,-9-6-4 16,-5 1 4-16,-2-5-3 0,-1 0 4 16,0-10-1-16,5-3 4 0,2-4-2 0,2-7 0 15,7-1 2-15,-7 0 2 0,7 0-2 16,0-7 0-16,4-10-4 0,1-7-3 15,11-11 6-15,4-3 0 0,2 0 2 0,2-1 0 16,1 2-1-16,1-3 2 0,1 4-3 16,4 4 2-16,0 3-4 0,-1 7-1 15,-9 7 2-15,-3 7-3 0,-4 5 4 0,-4 3 2 16,1 0 0-16,0 0 1 0,-6 0 0 16,0 3 1-16,0 12-2 0,-3 5 3 0,-6 4-1 15,1 2-2-15,-3 1 0 0,2-2-1 16,0 2-1-16,3 0-1 0,3-1 2 15,3 1-3-15,0-2-2 0,0-2 3 16,6 1-1-16,3-4 0 0,6-1 2 0,7-1-8 31,4-5 1-31,9-1-1 0,1-2-4 16,1-1-7-16,1-3-5 0,1-3-4 16,-1-3-6-16,-2-1-7 0,0-8-17 0,-1-3-33 15,-3-4-47-15,-12 1-114 0,-13-7-21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10T02:52:54.6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4439 1084 392 0,'0'0'76'0,"0"0"-12"0,-48-79-11 0,28 62-15 0,-3 5-6 31,0 4-7-31,-3 3-7 0,-3 5-3 16,-3 4-2-16,-4 9-4 0,4 7-1 16,-4 6-3-16,4 7-1 0,-1 7 3 15,4 5-2-15,6 5-2 0,1 4-1 16,8-1-8-16,2-3 0 0,8-5-1 0,2-4 1 15,2-4 1-15,6-5 0 0,7-5 0 0,3-8 2 16,-4-7 0-16,2-7 3 0,2-5 1 16,3-12 2-16,5-8-2 0,-3-7 2 15,-1-5 2-15,-4-4 0 0,0-5 3 16,-5-3 0-16,-2-2 0 0,-5 2 2 16,-4 3-5-16,0 4 1 15,0 14 3-15,0 6-3 0,0 11 4 0,0 6-2 0,0-2-5 0,0 2 0 16,0 2-1-16,0 16 5 0,0 10 2 15,3 16-2-15,0 4-2 0,4 8-4 16,-1 6-3-16,1 6-1 0,-1 7 1 31,0 2-1-31,1 1 0 0,-1 1 12 16,4-3 0-16,-4 1-1 0,1-1 2 0,-4 0-14 16,4-2 3-16,-3-4-2 0,-2-5 1 0,-2-9 0 15,0-8 2-15,-9-11-1 0,-1-8 1 16,-3-6 0-16,-4-6 1 0,-3-5-1 15,-4-6 1-15,-5-4-1 0,-4-2 1 16,-7-15 2-16,-2-9-2 0,-2-11 1 16,-2-10-2-16,10-11 1 0,1-8-1 0,12-4 2 15,11-2-3-15,11 3 2 0,5 7-13 0,17 5 1 16,11 8-1-16,9 6-1 0,7 6 11 16,10 6-1-16,6 3-8 0,4 3-5 15,2 4-18-15,0-1-19 0,-1 5-34 16,-8 0-65-16,-2 2-127 0</inkml:trace>
  <inkml:trace contextRef="#ctx0" brushRef="#br0" timeOffset="1783.18">4559 1709 619 0,'0'0'54'0,"0"0"-15"0,0 0-11 16,0 0-11-16,0 0-9 0,0 0-3 16,0 0-2-16,0-96-1 0,13 75-1 15,3 1-1-15,4-1-1 0,2-2 1 16,0 2-1-16,-1-3-2 0,-2-2 2 16,1-1 1-16,-1-4 0 15,-4-2 1-15,-5 0 0 0,0 1 0 0,-7 2 1 0,-2 11 0 0,-1 1-1 16,-3 4 1-16,-3 5-1 0,-6 3 0 15,-6 6-1-15,-8 8-2 0,-3 10 1 16,-3 6-1-16,2 5 0 0,4 4 0 31,0 3-2-31,11 6 0 0,3 0 1 16,7 2 0-16,5 2-1 0,6-5 2 0,10-2 1 16,8-5 0-16,5-5 1 0,3-7-1 0,6-5 1 15,-1-8 0-15,1-6 1 0,5-3 0 16,-2-6 1-16,-2-11-1 0,-3-5 3 15,-4-8-1-15,-3-3 0 0,-3-4 2 16,-6-5-2-16,-2-3 1 0,-4-1 1 16,-1 1-1-16,0 2 2 0,-3 5-4 0,2 6 0 15,-2 13-2-15,-6 8 0 0,6 7 0 0,0 4 1 16,5 10 1-16,3 7-1 0,-3 8-1 16,-2 6 0-16,-3 2-2 0,-4 5 0 15,-2 2 0-15,-2-1 0 0,-2 2-1 16,0-3-1-16,-2-3 2 0,-2-6 1 15,1-11 1-15,0-5 1 16,3-9 2-16,0-4 1 0,-1 0 2 0,1 0-1 0,0-4-1 0,1-15-1 31,12-8 0-31,6-13 0 0,4-4 0 16,2-3 0-16,2-1-1 0,4 2 1 16,-1 7-3-16,2 7 1 0,-5 9 0 15,-1 11-2-15,-3 9 1 0,-4 3 1 16,0 10 0-16,-2 8 0 0,-1 6 1 0,0 3-3 15,-4 1 0-15,-2 4-1 0,1 0 1 0,-2 2 0 16,-3-1-2-16,1 0 1 0,-1-1 0 16,-2-4 1-16,2-4-1 0,-3-7 2 15,3-2 1-15,-2-7-2 0,3-3 1 16,2 2 1-16,4-6-1 0,9-1 2 16,1-6 0-16,7-9-1 15,3-8 1-15,-1-7 0 0,0-8-2 0,0-6 0 0,0-3 0 0,-2-2-2 16,-1 2 0-16,-5 0 2 0,-3 5 2 15,-7 4 0-15,-2 4 0 0,-5 13-12 16,-3 7 6-16,-2 10 0 0,-2 4 1 31,0-5 9-31,0 2-7 0,-9 2 2 16,-4 1 5-16,-1 4 1 0,-4 12-2 0,0 3-1 16,3 7-6-16,1 2-1 0,2 6 0 0,6-1 2 15,3 1-3-15,3 1 0 0,3-3 1 16,9 1 0-16,5-1 1 0,1-3 0 15,5-2 0-15,1-4-1 0,5-5 0 16,1-4 1-16,4-6-1 0,2-7 3 16,2-1 0-16,2-12 1 0,-1-8 0 0,-1-6 1 15,-1-6 1-15,-3-6-1 0,-4-4 1 0,-4-5-2 16,-6-5 1-16,-2-2 1 0,-6 1-7 16,-4 6 0-16,-5 13-1 0,-2 7 2 15,-1 13 7-15,0 8 1 0,0 0 0 16,0 6-2-16,0-2 1 0,0 2-1 15,0 0 2-15,0 0-1 16,0 0 0-16,0 0 1 0,2 9 2 0,9 1 0 0,5 0 7 0,10-4-10 31,4-1 7-31,5-2-1 0,7 3-8 16,1 2 8-16,1 2-9 0,-4 4 0 16,2 1-2-16,-6 3 0 0,-1 2 0 15,-6 3 0-15,-6-1-1 0,-7 4 0 16,-6 0 1-16,-4-2-1 0,-6 1 2 0,-3-4 0 15,-3-3 0-15,-1-6-1 0,0 0 2 0,1-5-2 16,3-5 1-16,3 3 0 0,0 0 0 16,3 2 0-16,14 2-1 0,5 2 1 15,7-5 0-15,7-3-1 0,6-3 1 16,0 0-2-16,4-4 0 0,2-6-3 16,0-2-3-16,-5-3 0 0,-2-5 0 15,-4-2 2-15,-5-4 3 0,-6-2 2 0,-6 1 1 0,-4 0 3 16,-7 9 1-16,-5 0 1 0,-2 6 2 15,-2 1 1-15,0-6-1 0,-8 2 0 16,-2-4-1-16,-3 4-14 0,3 5 12 31,-4 4-3-31,-2 6-1 0,-4 0 11 16,-8 9-13-16,5 7-1 0,0 6 1 0,1 6-2 16,3 3-1-16,6 2-2 0,3 3-4 0,4-1 0 15,2-1-6-15,4-2 1 0,3-5-3 16,4-2 3-16,8-6 4 0,-4-7 5 15,4-7 4-15,2-5 3 0,-1-5 2 16,10-10 1-16,-6-5 2 0,-2-2 0 16,-1-6 1-16,-1 0-2 0,-2-6 0 15,1 1 0-15,-2-1 0 0,-3 7-1 0,-4 7 1 0,-2 8-1 16,-2 8 0-16,-2 4-1 0,0-2 1 16,0 2 0-16,5 0 2 0,-1 6 0 15,2 8 0-15,2 6-1 0,-1 1-2 16,0 3 0-16,-3 2-1 0,2-2-1 15,0 0 1-15,0-2-2 0,2-2 0 16,1-2 1-16,0-3 0 0,2-1 1 0,4-6 1 0,2 0 0 31,2-6 2-31,7-2-2 0,3-8 2 16,1-6-1-16,2-5 1 0,3-7-1 16,-3-7 0-16,-2-8 1 0,-1-14 0 15,-3-9-12-15,-6-11 3 0,-5-8-1 16,-8-3 1-16,-1 1 10 0,-4 6-2 0,-2 11-2 15,-2 10 1-15,-4 12 3 0,-1 11-3 0,1 14 2 16,-2 5 0-16,3 6 0 0,2 6 0 16,0 1-2-16,-3 3-1 0,-4 0-1 15,-3 9-1-15,-3 7 1 0,3 9-1 16,3 7 0-16,7 6 0 0,2 7 0 16,1 8 0-16,3 8 0 0,5 9 1 15,7 4 1-15,1 4 4 0,4-3-1 0,3-5-1 0,4-9-2 16,7-10-4-16,5-8-1 0,6-9-3 15,7-7-5-15,4-9-9 0,0-7-12 16,-3-7-22-16,-4-4-30 0,-7-4-137 31,-6-10-85-31</inkml:trace>
  <inkml:trace contextRef="#ctx0" brushRef="#br0" timeOffset="2515.58">9622 695 673 0,'0'0'41'0,"0"0"-7"0,0 0-7 15,0 0-7-15,-48-85-13 0,19 76-5 16,-9 6-1-16,-8 3-2 0,-7 9-2 31,-7 9 1-31,-6 3-1 0,4 5 1 16,7 3 0-16,7 0-4 0,15 0 5 0,10 0-3 16,11-2 3-16,11 0 1 0,2-4 1 0,18 0 2 15,10-3 3-15,11-2-2 0,7-2 2 16,5-2 2-16,4-2-1 0,2 2 0 15,-3 2-2-15,1 3-1 0,-4 2-2 16,-7 3 2-16,-3 1 1 0,-9 0-2 16,-7 1 4-16,-7 2-1 0,-7-3-2 15,-8 3 1-15,-4-3-5 0,-11 1 4 0,-10-1-4 0,-9-3 1 16,-8-2-1-16,-5-4-3 0,2-2 2 16,-3-6 1-16,2-3-2 0,1-4 0 15,8-1-1-15,2 0-4 0,5-4-5 16,9-3-7-16,4-3-17 0,7 1-10 15,6-2-34-15,0 1-28 0,2 3-72 16,9 1-94-16</inkml:trace>
  <inkml:trace contextRef="#ctx0" brushRef="#br0" timeOffset="3515.28">10005 1052 644 0,'0'0'64'0,"0"0"-13"0,0 0-18 16,0 0-9-16,0 0-11 0,0 0-5 15,0 0-5-15,0 0-1 0,0 0-2 16,0 0 1-16,-58 35 6 0,41 7-3 16,5 7 0-16,-1 1-3 0,5 0-5 15,3-3 0-15,5-5 1 0,0-4 3 0,8-4-2 0,4-7 0 16,3-6 1-16,4-6-2 0,-6-5 3 15,4-9 0-15,3-1 3 0,-1-11 0 16,7-4-1-16,-3-6 1 0,-5-2-1 31,-1-6 3-31,-5-5-3 0,-4-8 3 16,-4-6-2-16,-4-8-11 0,0-7 4 0,-11 0-3 16,-5 2 0-16,-1 6 11 0,-5 10-7 0,-4 10 2 15,-3 12 0-15,-3 10-1 0,0 8 1 16,-1 5 1-16,3 2-2 0,4 6 1 15,7 2 1-15,6-1-2 0,3-1 3 16,10-1-1-16,0 5 1 0,16-1 2 16,10-2-3-16,7-8 2 0,11-1-1 15,6-7-1-15,8-6-1 0,1-3 0 0,5-4-3 0,-2-2-2 16,-3-4-3-16,-8-5-3 0,-2-4 3 16,-11 1 2-16,-6-4 0 0,-9 1 5 15,-6 1 3-15,-8 4 4 0,-5 3 1 16,-4 3 2-16,0 5 2 0,-3 7 2 15,-4 2-2-15,0 6 3 0,2 3-3 16,1 0-2-16,0 1-2 16,-1 2-4-16,-2 0-1 0,-4 2-1 15,5 10 0-15,0 8-1 0,3 6-1 16,3 6 1-16,0 7-3 0,0 8 1 16,3 9 1-16,3 13 0 0,0 8 2 15,-2 8 0-15,6 5 6 0,-1-6-4 0,4-6-1 16,4-11 0-16,6-14-8 15,3-9 3-15,2-12 0 0,2-8 2 0,1-9 0 16,-1-7 1-16,-1-8 1 0,0-2 0 16,1-13 1-16,-1-6 3 0,-2-8-1 15,1-7 0-15,-4-8 2 0,-1-5-11 0,-4-6 4 16,0-4 0-16,-4 1 0 0,0 4 8 16,-3 8-6-16,-2 13 0 0,-1 13 0 0,-6 9 0 15,0 8-1-15,-3 3 0 0,1 0 1 0,-1 14-2 16,3 7 1-16,1 10 4 0,-4 1-3 15,0 4 0-15,0 0 2 0,0 4-1 16,0-2 2-16,0-2 1 0,3-1-2 31,2-4-2-31,0-4-3 0,1-4 2 16,6-7-1-16,-1-4 0 0,1-4 2 0,1-5-1 16,10-3 1-16,0-7 1 0,7-12 1 0,-2-6 1 15,-1-7-2-15,1-8-9 0,-3-5 7 16,-1-2-2-16,1-2 1 0,-4 2 8 15,-2 4-4-15,-2 8 0 0,-3 7 1 16,-3 9 1-16,-7 11-1 0,-1 4-2 16,-3 4 1-16,2 0 2 0,1 9-1 0,-2 9 4 15,2 9-4-15,-3 1-3 0,0 6 3 0,0 2-2 16,0 1 5-16,0-3 0 0,3 1-3 16,1-3 0-16,3-3-6 0,1-1 1 15,-1-5-1-15,2-3 0 0,2-5-3 16,2-2-5-16,-4-6-10 0,8-7-15 15,2 0-44-15,-3-7-88 0,7-6-144 0</inkml:trace>
  <inkml:trace contextRef="#ctx0" brushRef="#br0" timeOffset="4015.21">11552 610 720 0,'0'0'55'0,"0"0"-9"0,0 0-11 15,102-59-15-15,-72 51-5 0,2 5-6 16,-2 3-4-16,-2 0-2 0,-4 11-2 16,-2 3-2-16,-3 2 0 0,-2 5-2 0,-4 5 1 15,0 1 0-15,-4 5-1 0,-2 0 0 0,-3 0-2 16,0 0-3-16,-4-5-1 0,0-4 0 15,0-6 4-15,-4-5 0 0,0-4 2 16,1-5 3-16,-4-3 1 0,2-3 1 31,-2-11 0-31,6-9 2 0,1-4-3 16,4-5 2-16,9 0-1 0,4-1-1 0,2 4 1 16,0 4 1-16,4 5-1 0,-10 9 0 0,4 6-1 15,-2 5-3-15,2 8 3 0,2 7-2 16,0 5 2-16,-3 2-1 0,1 4 0 15,0 3-2-15,1 1 2 0,2 0 0 16,1-1 0-16,2-4 1 0,4-5-1 16,2-10 0-16,1-5 1 0,4-5 0 0,-1-11 1 15,0-7 0-15,-2-6-2 0,-4-5 2 0,-4-1 0 16,0-2-1-16,-7 3 1 0,-2 3 0 16,-6 9 0-16,-4 7-2 0,-1 7-2 15,-3 3-2-15,0-2-2 0,0 2-3 16,0 0-7-16,-7 9-13 0,-9 8-20 15,-3 6-38-15,-3 4-65 0,-2 2-154 0</inkml:trace>
  <inkml:trace contextRef="#ctx0" brushRef="#br0" timeOffset="4181.92">12037 1189 795 0,'0'0'36'0,"0"0"-13"0,0 0-9 0,0 0-8 16,0 0-7-16,0 0-1 0,0 0-1 16,0 0-6-16,0 0-8 0,4-33-18 15,5 41-43-15,4 4-60 0,1 3-167 16</inkml:trace>
  <inkml:trace contextRef="#ctx0" brushRef="#br0" timeOffset="4331.89">12437 1140 742 0,'0'0'58'16,"0"0"-15"-16,0 0-16 0,0 0-15 31,0 0-3-31,0 0-5 0,0 0-4 16,0 0-2-16,0 0-2 0,0 0-9 0,-11-28-9 16,11 28-32-16,-6 0-58 0,-3 7-196 0,-8 8-17 15</inkml:trace>
  <inkml:trace contextRef="#ctx0" brushRef="#br0" timeOffset="4766.72">9480 1856 606 0,'0'0'65'16,"0"0"-14"-16,0 0-14 0,0 0-11 0,0 0-5 31,0 0-8-31,0 0-2 0,0 0-1 16,0 0-1-16,0 0 0 0,7-12-2 16,51 12-4-16,16 0-1 0,20-3 0 15,16-1-2-15,17-3 1 0,16 1 1 16,22-1-2-16,17-1 1 0,19 2 0 0,12-2-2 15,15 0 2-15,1-2-1 0,1 0 1 0,-12-2-1 16,-14 1-2-16,-22-1 3 0,-23 0 0 16,-30 0 2-16,-28-1 5 0,-30 3 3 15,-22 1 5-15,-21 3 3 0,-17 1-2 16,-6 3-4-16,-5-3-7 0,-2-3-1 16,-4-4-2-16,-1 0 0 0,-2 2 0 0,2 4-1 15,4 3-1-15,-1 0-2 16,4 3-1-16,0-1-2 15,0 1-10-15,-3 0-10 0,-3 6-33 0,-1 8-83 16,-3 7-191-16,7-5-21 16</inkml:trace>
  <inkml:trace contextRef="#ctx0" brushRef="#br0" timeOffset="4915.3">13246 1732 880 0,'0'0'-1'16,"0"0"0"-16,0 0-8 0,0 0-15 16,0 0-72-16,0 0-214 0,0 0-26 0</inkml:trace>
  <inkml:trace contextRef="#ctx0" brushRef="#br0" timeOffset="6001.74">15241 642 475 0,'0'0'86'0,"0"0"-11"15,0 0-18-15,0 0-9 0,0 0-12 16,0 0-5-16,0 0-10 0,-20-82-5 31,20 77-9-31,0 5-3 0,-1-2-1 16,1 6-2-16,0 17 0 0,4 13 2 0,7 14-2 16,1 7 0-16,4 7 1 0,1 5-2 0,5 4 1 15,1 1 0-15,6-3 3 0,3-4-1 16,5-10 0-16,8-10-1 0,7-14-4 15,6-14 2-15,10-16 1 0,3-8 1 16,3-19 1-16,-5-13-9 0,-2-10 4 16,-11-3 1-16,-4-4-1 0,-14-3 9 0,-8 0-6 15,-8-1 0-15,-9 7 1 0,-6 8-1 0,-4 16 1 16,-3 6 0-16,0 9-2 0,0 9-2 16,0 0 1-16,0 5-1 0,0 0-1 15,-9 1-1-15,-4 11-2 0,-4 8-4 16,-2 4-9-16,2 7-13 0,-3 2-27 15,-5 2-37-15,-1 1-137 0,-6 3-81 0</inkml:trace>
  <inkml:trace contextRef="#ctx0" brushRef="#br0" timeOffset="6283.13">15604 555 717 0,'0'0'55'15,"0"0"-11"-15,0 0-14 0,0 0-8 0,0 0-8 16,0 0-5-16,0 0-4 0,0 0-2 16,0 0 1-16,0 0-1 0,-4-24 0 15,18 51 0-15,-2 11-1 0,-2 12 0 16,-4 14-1-16,-5 12-1 0,-1 15 2 16,0 11 0-16,-1 7 1 0,-5 1-2 0,1-3-2 15,0-2-2-15,4-8-1 0,1-9 0 0,0-9 2 16,1-11 0-16,7-8 15 0,3-12-3 15,-1-7-2-15,3-6-6 0,-2-8-17 16,4-4-9-16,-4-3-17 0,-2-8-39 31,2-1-85-31,-3-6-151 0</inkml:trace>
  <inkml:trace contextRef="#ctx0" brushRef="#br0" timeOffset="6616.33">16466 784 716 0,'0'0'49'16,"0"0"-6"-16,0 0-12 0,17-77-8 16,-17 71-10-16,2 1-3 0,-2 5-3 15,0-1-5-15,0 1-1 0,-7 4-2 16,-11 16 1-16,-8 18 0 0,-4 21-1 15,-6 17 2-15,1 15 1 0,2 10 0 0,5 4-1 32,9 2-3-32,8-4-4 0,11-4 1 0,8-9 1 15,16-10 0-15,10-12 2 0,7-13-1 16,5-11 13-16,5-12-2 0,-1-10-1 16,0-8-4-16,-3-8-17 0,-5-6-6 15,-3-1-24-15,-1-11-9 0,-8-5-24 16,-4-3-30-16,-4-1-115 0,-6-5-67 0</inkml:trace>
  <inkml:trace contextRef="#ctx0" brushRef="#br0" timeOffset="7016.54">16699 1308 710 0,'0'0'58'0,"0"0"-10"15,35-89-17-15,-11 59-7 0,4 7-8 0,3 4-6 16,1 7 3-16,-1 6-8 0,-2 6-2 15,-5 2-2-15,-5 11-1 0,-3 7 1 16,-6 4 0-16,-4 8-2 0,-6 6 0 31,0 3-1-31,-9 5-1 0,-4-3-1 16,-3 2 0-16,0-3-1 0,-3-3 1 0,3-5 0 16,1-5 0-16,4-11 3 0,4-6 1 0,5-7 1 15,2-5 1-15,-2-3 0 0,2-15 0 16,4-10 1-16,6-11-1 0,8-4 1 15,5-3 0-15,3 3 0 0,0-3-1 16,0 1 1-16,-3 4 0 0,0 4-3 16,-4 7 0-16,-7 11-2 0,-5 7 1 0,-3 9 0 15,-4 3 1-15,1 0 0 0,4 7-1 0,-2 8 1 16,0 10 1-16,-3 7-2 0,0 6 0 16,-2 2 0-16,-2-1-2 0,-1 1 0 15,5-2 1-15,0-2-1 0,2 1 1 16,7-4 0-16,2-3-2 0,5-4-5 15,3-6-5-15,1-7-13 0,5-8-17 0,2-5-48 16,2 0-73 0,3-12-146-16</inkml:trace>
  <inkml:trace contextRef="#ctx0" brushRef="#br0" timeOffset="7316.58">17435 823 799 0,'0'0'42'0,"0"0"-13"16,0 0-8-16,0 0-7 0,0 0-3 16,0 0-2-16,79-40-1 0,-44 48-1 15,10 7-2-15,4 6-1 0,3 8 0 16,0 10 0-16,2 11-3 0,-5 11-1 16,-6 10-3-16,-5 7 3 0,-11 2-1 0,-9 5-2 15,-14 0-3 1,-7 2-7-16,-14-1-3 0,-11-4 1 0,-3-7 0 0,-3-10 14 0,0-10 0 15,0-10 4-15,4-8-1 0,4-10-8 16,4-4-1-16,8-9 2 0,6-7 3 31,5-4-1-31,3-3 2 0,-1 0-5 16,1 0-9-16,0 0-14 0,1 0-36 0,11 0-77 16,8 0-164-16,8-3 4 0</inkml:trace>
  <inkml:trace contextRef="#ctx0" brushRef="#br0" timeOffset="7548.69">18845 1502 848 0,'0'0'24'0,"0"0"2"0,0 0-3 15,104-36-6-15,-64 27-7 0,5 0-4 16,3 1-3-16,1 1-1 0,0 2-2 15,-4 2 0-15,-2 2-1 0,-6 1-5 0,-4-2-7 16,-6 2-10 0,-8 0-25-16,-6 0-41 0,-6 5-135 15,-7 2-112-15</inkml:trace>
  <inkml:trace contextRef="#ctx0" brushRef="#br0" timeOffset="7704.78">18951 1821 858 0,'0'0'37'0,"0"0"-7"0,0 0-8 16,0 0-10-16,0 0-4 0,80-7-4 15,-38 2-1-15,3 4-2 0,2 1-2 16,0 0-1-16,0 0-5 0,0 1-13 16,-2 0-21-16,0-1-96 0,-6 0-193 0,-1-1-22 15</inkml:trace>
  <inkml:trace contextRef="#ctx0" brushRef="#br0" timeOffset="8348.94">20657 1941 635 0,'0'0'30'0,"0"0"2"0,0 0-1 15,0 0-8-15,0 0-2 0,0 0-3 16,0 0-1-16,0 0 1 0,0 0-3 16,0 0-1-16,-15 15-2 0,15-13-2 15,0-1-1-15,0 1 1 0,0-2-1 16,0 0 0-16,3 0-2 0,3-15-15 0,1-11 0 15,3-14-1-15,3-8-1 0,-1-11 12 0,4-14 0 16,4-11 0-16,3-10 1 0,3-6 2 16,1-3-3-16,4 1-2 0,1 11-1 15,-3 14 0-15,-2 18-1 0,-1 17 2 16,-1 18-1-16,-4 13-1 0,1 11 4 16,0 11-1-16,0 17 1 0,-2 11 0 0,0 12 2 15,0 10 0 1,-2 7-1-16,1 4 0 0,-4 1-3 0,0 3-1 0,1 1 0 0,-3 0-1 15,0-2 2-15,0-7-1 0,-2-9 1 16,1-9 0-16,-3-9 12 0,-2-9 0 31,-1-11-1-31,-3-4 1 0,0-7-12 16,-1-6 0-16,0 0 0 0,-2-4 0 0,0 0 0 16,0 0-3-16,0 0-6 0,1 0-11 0,-1 0-31 15,-1-10-22-15,-11-8-105 0,-5-5-146 16</inkml:trace>
  <inkml:trace contextRef="#ctx0" brushRef="#br0" timeOffset="8516.53">20745 1666 636 0,'0'0'59'0,"0"0"2"16,0 0-10-16,0 0-15 0,84 43-12 15,-38-43-6-15,9-1-7 0,9-9-4 16,5-2-2-16,4-3-4 0,0 0-1 15,-2 0-3-15,-3-2-11 0,-6 2-19 0,-3 2-71 16,-5 1-213 0,-6 6-24-16</inkml:trace>
  <inkml:trace contextRef="#ctx0" brushRef="#br0" timeOffset="9148.85">22357 806 587 0,'0'0'55'16,"0"0"-6"-16,0 0-9 0,0 0-12 15,0 0-9-15,0 0-7 0,-47-79-5 16,31 79-4-16,-10 0-3 0,-2 7 0 16,-2 12-1-16,0 6 0 0,-2 7 0 0,1 6 0 15,4 2 1-15,5 2-1 0,3-1 2 0,6-2-1 16,5 0 0-16,6-4 2 0,2-2-4 16,8-3 5-16,7-3 4 0,7 0-1 15,5-3 4-15,7 2-6 0,6-1-1 16,4 4-1-16,3 1-2 0,1 4-1 15,-2-1 0-15,-5 4 0 0,-6 1-1 0,-8-1 1 16,-7 1-2 0,-8 2 2-16,-8-4 1 0,-4-1 1 15,-16-1 2-15,-11-5-2 0,-9-4 1 16,-10-3 0-16,-7-7-1 0,-2-5-1 16,-1-3 3-16,1-7-2 0,6 0 0 15,3-7 1-15,4-6-4 0,7-2 3 16,6-5-1-16,6-3-2 0,10 1-2 0,4-2-5 15,9 3-7-15,3 5-8 0,14 6-4 0,6 7-13 16,8 3-19-16,4 7-64 0,2 8-148 16</inkml:trace>
  <inkml:trace contextRef="#ctx0" brushRef="#br0" timeOffset="9448.87">22742 1492 780 0,'0'0'38'16,"0"0"-7"-16,0 0-10 0,0 0-8 0,0 0-4 16,0 0-6-16,0 0-1 0,0 0-2 0,0 0 1 15,0 0 0-15,45 32-1 0,-42 0 0 16,0 3-1-16,0 0 1 0,-2-1-1 15,1-5 2-15,-1-8-1 0,2-3-1 16,-2-5 0-16,-1-9 1 0,3 2 0 16,-3-2 1-16,1 0-3 0,1 0-1 0,-1 1-3 15,-1-5-10-15,0 0-18 16,0 0-32-16,0-12-101 0,0-9-150 0</inkml:trace>
  <inkml:trace contextRef="#ctx0" brushRef="#br0" timeOffset="9598.95">22697 930 653 0,'0'0'37'15,"0"0"-9"-15,0 0-10 0,0 0-8 16,0 0-8-16,0 0 0 0,0 0-4 16,0 0-3-16,0 0-10 0,6 82-20 15,-3-47-60-15,0 9-111 0,0 6-85 16</inkml:trace>
  <inkml:trace contextRef="#ctx0" brushRef="#br0" timeOffset="10032.33">22714 1591 794 0,'0'0'34'0,"0"0"-7"16,59-107-6-16,-29 74-4 0,6 2-4 0,1 7-5 0,3 5-2 15,-3 5-5-15,-1 9-1 0,-1 5-1 16,-3 9-2-16,-4 8 0 0,-3 7 0 31,0 8-1-31,-5 5 0 0,-4 7-1 16,-3 4-1-16,-7 4 0 0,-5-2-1 0,-1-3-3 16,-6-6 2-16,-5-6 1 0,-2-6 1 0,0-8 4 15,1-7 2-15,5-7 1 0,4-3 2 16,-1-4 1-16,-2-10 0 0,0-7-2 15,4-8 0-15,3-5 2 0,13-9-2 16,5-3 0-16,6-4 0 0,2 1 0 16,2 1-1-16,1 7 0 0,1 10-1 0,-4 10-1 15,1 7 2-15,-1 10-1 16,-1 1 0-16,-2 16 1 0,0 9-1 0,1 7 0 0,-2 4 1 16,-4 2-1-16,1 2 0 0,-4-2 0 15,-2-1-1-15,-4-4 2 0,0-2-1 16,-5-7 11-16,-3-7 1 0,1-1-3 15,-3-6 1-15,0-7-12 0,2 3-3 0,-2-7-9 16,3 3-13-16,4 0-31 16,3 1-86-16,3-4-170 15,2-6-17-15</inkml:trace>
  <inkml:trace contextRef="#ctx0" brushRef="#br0" timeOffset="10532.25">24122 1017 775 0,'0'0'46'0,"0"0"-11"0,0 0-11 15,27-77-5-15,-23 63-6 0,-1 4-4 16,-1 6-3-16,-1 1-2 0,-1 3-3 0,3 0-1 16,0 11 0-16,1 16-1 0,2 17 1 0,0 12 1 15,-3 13 2 1,0 3-1-16,-3 3-1 0,1-3-1 0,-1 1-4 0,0-3 2 15,2-3-2-15,0-8 1 0,0-7 3 16,2-11-3-16,2-11 2 0,-2-10 1 31,1-11-1-31,5-6 3 0,4-3 1 0,8-9-1 16,5-9 1-16,0-8-1 0,2-7-2 16,-4-7 2-16,1-2 1 0,-1-1-1 0,-2 4 0 15,-3 5-1-15,-1 5 0 0,-1 7 1 16,0 3 0-16,-1 2-1 0,-5 7 0 15,0 2-1-15,-4 4 1 0,-3 2-3 16,-1 1-3-16,-4 1 4 0,0 0-3 0,0 10 1 16,0 9 3-16,-6 8-3 0,-9 5 1 15,-6 3 1-15,-2 1-1 16,-1 2 0-16,-1 0 2 0,6-5-1 0,2-2-1 0,7-5 2 16,4-9-2-16,6-1 2 0,0 1 0 15,10-4 0-15,8 4 0 0,5-3 0 16,4-5-1-16,2-2 2 0,0-2-2 0,1-2-5 15,-2-3-4-15,-1 0-5 0,-4 0-13 16,-1-3-11-16,0-3-42 16,-5-4-67-16,-1-1-164 15</inkml:trace>
  <inkml:trace contextRef="#ctx0" brushRef="#br0" timeOffset="10848.93">25043 819 726 0,'0'0'48'0,"0"0"-10"0,0 0-9 16,0 0-15-16,0 0-4 0,0 0-6 15,0 0-2-15,0 0-2 16,0 0-1-16,-57-15 0 0,31 65 0 0,2 17 2 0,1 14 0 15,4 9 2-15,6 9-3 0,5 3-1 16,5 1-1-16,3-3-3 0,6-5 1 31,7-8-1-31,6-7 11 0,6-12-1 0,2-7-1 16,8-9-1-16,2-7-16 0,3-9 0 16,0-5-6-16,2-11-2 0,-1-6-7 0,-4-8-10 15,-2-6-27-15,-5-6-57 0,-7-9-164 16</inkml:trace>
  <inkml:trace contextRef="#ctx0" brushRef="#br0" timeOffset="11265.26">25254 1367 790 0,'0'0'39'15,"0"0"-6"-15,0 0-10 0,91-79-8 16,-61 69-7-16,-1 5-4 0,-3 5-3 0,-4 2-1 15,-3 11-1-15,-4 5-2 0,-4 7 0 16,-4 4 0-16,-5 7-1 16,-2 5 1-16,-5 3 0 15,-7 2-3-15,-2-2 0 0,1-2-2 16,-1-5 0-16,1-7 2 0,4-9 2 16,0-6 2-16,5-7 1 0,1-5 3 15,2 2 3-15,1-5-1 0,1-9 1 0,9-9-2 16,7-10 0-16,4-5 0 0,1-7 1 15,2-2 0-15,1-3 0 16,-1 2-1-16,-2 2 0 0,0 3 1 0,-2 6-1 0,-4 4-1 16,-5 10 0-16,-4 7-1 0,-4 8 0 15,-3 3-1-15,3 0-2 0,2 13 1 16,1 8-1-16,2 9 1 0,-7 7-1 0,1 1 1 16,-2 3 0-16,0 1 0 0,0 2-1 15,0-3 0-15,4-3 1 16,4-3 0-16,3-8-2 0,1-4-1 0,2-6-7 0,5-5-8 15,2-7-25-15,0-5-34 0,4-4-93 16,-2-11-145-16</inkml:trace>
  <inkml:trace contextRef="#ctx0" brushRef="#br0" timeOffset="11549.67">25961 792 776 0,'0'0'41'0,"0"0"-9"16,0 0-11-16,0 0-6 0,0 0-5 0,0 0 0 16,107-30 0-16,-61 40 0 0,5 10-3 15,3 9-2-15,3 10-1 0,3 11 0 16,0 11-2-16,-2 10 5 0,-5 8-3 0,-6 6-1 16,-9 2-2-16,-11 3-6 0,-11-1 0 15,-16 1-3-15,-5-4 0 0,-19-6-2 16,-9-5 8-16,-9-9 2 0,-2-9 1 0,-1-7 1 15,1-9-5-15,3-9-3 0,5-8 3 16,5-9-1-16,10-4-1 0,9-7-5 16,1-4-13-1,2-5-25-15,0-5-54 0,-2-7-201 16,8-1-25-16</inkml:trace>
  <inkml:trace contextRef="#ctx0" brushRef="#br0" timeOffset="12098.94">27482 1111 660 0,'0'0'50'0,"0"0"-5"0,0 0-8 0,0 0-8 16,0 0-9-16,0 0-6 0,0 0-7 15,0 0-2-15,0 0-4 0,0 0 2 16,42 10 4-16,-33 39 0 0,-2 6-1 0,2 4-3 15,-4 2-5-15,0-1 1 0,-1-1-1 16,2 1 1-16,0-3-1 0,2-5 0 16,1-7 0-1,0-5 1-15,-2-7 0 0,3-6 1 16,-3-5-1-16,-1-8 0 0,0-2-2 16,1-6-7-16,-4-3-8 0,4 3-10 15,-2-5-18-15,-1 1-23 0,0 1-74 0,-4-6-156 16</inkml:trace>
  <inkml:trace contextRef="#ctx0" brushRef="#br0" timeOffset="12282.16">27245 1586 627 0,'0'0'59'0,"0"0"-5"16,0 0-12-16,0 0-9 0,0 0-14 15,0 0-3-15,0 0-6 0,90-35-2 16,-32 23-3-16,9-2-2 0,7 3-2 0,3 4-1 15,1 2-5-15,1 4-11 0,0 1-32 16,-3 1-56-16,-3 9-206 0,-10-5-20 31</inkml:trace>
  <inkml:trace contextRef="#ctx0" brushRef="#br0" timeOffset="12582.19">28544 1151 786 0,'0'0'39'0,"0"0"-4"16,17-106-12-16,-10 73-6 0,0 3-5 15,-1 4 0-15,0 10-3 0,-3 4-4 16,-1 10-2-16,-2 2-3 0,0-2-1 0,1 6 0 16,3 20 1-16,0 15-1 0,2 20 8 15,0 10-5-15,0 3 2 0,2 4-2 16,0 0-7-16,0 0 2 0,1-3-2 0,3-5 1 15,-4-4 2-15,0-8 0 0,-1-9-1 16,0-11 3-16,-1-11-3 0,-2-7 1 16,-1-9-2-1,-1-4-1-15,1-1 0 0,-3-4 1 16,0 0-5-16,2 0-4 0,4-7-12 16,0-10-18-16,0-7-46 0,-6-8-87 15,0-4-142-15</inkml:trace>
  <inkml:trace contextRef="#ctx0" brushRef="#br0" timeOffset="13882.04">28312 1388 373 0,'0'0'52'16,"0"0"-5"-16,0 0-4 0,0 0-8 0,0 0-6 16,0 0-4-16,0 0-1 0,0 0-3 15,-76-43 1-15,73 41-4 0,-2-1-1 16,0 1 0-16,0-1-3 0,2 2-2 0,3 1 1 15,-1-1-3-15,1 1-1 0,0-8 2 16,0-6-6-16,9-6-1 0,12-7 1 16,11 0-2-1,11-1-6-15,8 3 5 0,8 3-2 16,5 7 0-16,0 5 8 0,-2 5-6 16,-6 5-1-16,-5 11 5 0,-9 10-2 15,-6 9 1-15,-9 7-1 0,-5 5-6 0,-9 2 0 16,-4 2-1-16,-9 1 1 0,0-2 3 15,-12 2-3-15,-5 0 1 0,-8-1 0 16,-2-2-3-16,-5-6 4 0,-1-5-1 0,-1-5 0 16,1-7 1-16,4-6 0 0,9-6 0 15,8-4 2-15,8-4 2 0,4-1 0 16,-3 0 0-16,3 0-1 0,0-11-1 0,9-2-1 16,5-4-2-16,10 5 1 0,4 4 1 15,4 7-2-15,3 1 2 0,1 6-1 0,6 11-2 16,-1 6 3-16,1 4 1 0,1 5 11 15,-6 3 0-15,-2 1-1 0,-7 2 0 16,-8 0-15-16,-11-1 3 0,-9 0 0 31,-3 0 1-31,-19 1-1 0,-8-2 2 0,-8-2-2 16,-7-5 0-16,-3-7 0 0,-2-8 1 16,-1-8-1-16,2-6 1 0,2-5-1 0,6-10-2 15,3-3 2-15,6-3-6 0,6-4-5 16,6 3-8-16,9 5-20 0,5 6-32 15,6 4-49-15,6 4-90 0,11 1-88 16</inkml:trace>
  <inkml:trace contextRef="#ctx0" brushRef="#br0" timeOffset="14732.93">29569 1211 742 0,'0'0'34'16,"0"0"-9"-16,0 0 3 0,0 0-14 16,-10-80-4-16,8 75-5 0,-8 5-3 15,-1 8 0-15,-9 14-1 0,-7 15 2 0,0 11-1 16,-2 7-1-16,0 9-1 0,3 3-3 15,6 2-1-15,5 3 0 0,5-2 1 0,9-3-2 16,2-9 1-16,14-3 11 0,8-9-2 16,6-8 0-16,5-9-2 0,5-8-10 15,5-9 0-15,1-9 2 0,-2-3 2 16,0-8 3-16,-2-9 1 0,-5-4-11 0,-1-6 0 16,-6-3 0-16,-3-5 0 0,-3 0 13 15,-4-1 0-15,-3 1 0 0,-3 6 1 0,-3 8-2 16,-6 8 0-16,-1 9-2 0,-3 4-2 15,0-2-1-15,0 4 1 0,-2 12 1 16,-6 8 0-16,-7 9 0 0,2 1 0 31,-1 0 1-31,2-2 0 0,2-2 12 0,3 0 0 16,3-9-1-16,1 0 1 0,3-7-12 16,0-3-2-16,0 1 2 0,6-5 0 0,2 1-1 15,4-6 2-15,4 0 1 0,0-2-2 16,2-10 1-16,-5-4-16 0,-4-4 2 15,-4-6 1-15,-5-2-2 0,0-7 15 16,-6-3-2-16,-6-5 1 0,-5 1 1 0,-1 2 1 16,-2 5-1-16,0 10 1 0,1 6-2 15,3 10 3-15,0 6 0 0,-1 3 0 0,7 2 2 16,-3 7-3-16,7-2 0 0,6 4 1 16,0 6 0-16,13-2-1 0,6 5 1 15,8-5-2-15,8-3 0 0,5-3-1 16,2-3 0-16,3-3 0 0,1-3 0 0,-3 0-1 15,-2-1 0-15,-5-7 2 0,-4-3 0 16,-4 1 0-16,-5-1 1 0,-10 2 0 0,0 3-1 31,-4 2 2-31,-7 2 0 0,3 1 1 16,-5 1-2-16,0 0 1 0,4 0-1 16,-1 0 1-16,5 5-2 0,1 9 0 15,-1 7-1-15,0 8 0 0,2 3 0 0,-1 3 0 16,0 3-1-16,1 0 14 0,-1 1-2 15,-5 2 0-15,-3 0 0 0,-1-1-14 0,-5-4 2 16,-10-1-2-16,-1-4 1 0,-5-6 0 16,-2-2 0-16,-5-5-1 0,-1-5 0 15,-1-8 0-15,-3-5 1 0,1-2-2 16,-2-12 1-16,4-3-1 0,0-2-4 0,4-1-3 16,4 1-5-16,8 7-7 0,5 3-12 15,6 6-20-15,3 3-33 0,0-3-68 0,7 2-134 16</inkml:trace>
  <inkml:trace contextRef="#ctx0" brushRef="#br0" timeOffset="15065.23">30977 826 680 0,'0'0'49'0,"0"0"-7"15,0 0-9-15,0 0-12 0,0 0-6 0,0 0-7 16,0 0-2-16,0 0 0 0,0 0-1 16,-94 0-1-16,58 45 1 0,-4 16-1 15,2 12-2-15,3 9 4 0,5 7-3 16,7 4-1-16,7 2-2 0,6 1-3 0,9-2 0 15,1-2-1-15,9-3 16 0,8-9-3 16,4-7-2-16,5-8-2 0,6-5-21 0,1-10-1 31,3-7-10-31,2-7-7 0,-2-11-15 16,2-8-16-16,-8-14-27 0,-1-3-55 16,-7-18-73-16</inkml:trace>
  <inkml:trace contextRef="#ctx0" brushRef="#br0" timeOffset="15519.36">31191 1399 627 0,'0'0'72'0,"0"0"-12"0,0 0-17 15,0 0-11-15,0 0-12 0,0 0-6 16,0 0-4-16,0 0-5 0,0 0-1 0,0 0 0 16,-14-15-3-16,10 44 0 0,4 9 0 15,0 7-1-15,1 7 0 0,5 3-1 0,2 0 1 16,0-4-2-16,-2-1 2 0,-1-6 0 15,2-5 16-15,-2-5 1 0,-1-5-1 16,-1-10 1-16,-1-8-19 0,0-4 2 31,1-3-1-31,5-3 2 0,3-1 2 0,1-6-2 16,3-11-19-16,2-5 2 0,0-6-3 16,-1-4 2-16,-2-4 19 0,-1-2-2 0,2-2 0 15,-4 3 1-15,1 0 0 0,-1 7 0 16,1 2 0-16,-5 12 0 0,-1 5 0 15,-3 8 0-15,-3 3-1 0,0-2-2 16,0 2 2-16,1 0-1 0,-1 0 0 0,0 2 2 16,0 12-2-16,-8 5 1 0,-4 10-2 15,-5 1 1-15,-1 1 1 0,1 1-2 0,3 0 2 16,1 2-1-16,7-4 0 0,4-2 17 16,2 0 1-16,6-2 1 0,10-5-1 15,3-4-18-15,3-2 0 0,5-5 0 16,0-2-1-16,2-4-2 0,0-2-3 0,-1 0-7 15,-4-2-11-15,-8 0-15 0,3-2-33 16,-7-1-85-16,-2 0-157 0,3 0 1 0</inkml:trace>
  <inkml:trace contextRef="#ctx0" brushRef="#br0" timeOffset="15998.59">31638 1630 676 0,'0'0'58'0,"0"0"-13"0,0 0-12 15,89-46-9-15,-58 43-9 0,4 3-4 16,2 0 1-16,-2 11-2 0,-5 6-2 0,-2 2-1 16,-8 6-7-16,-4 2-1 0,-6 2 0 15,-5 1 0-15,-5 2 0 0,0-1 0 0,-9-1 15 16,-5-2-5-1,-4 0-2-15,-2-5 0 0,1-3-14 0,0-7 2 0,8-4 3 16,1-4 1-16,0-4 0 0,1-1 1 31,-3 0 1-31,1-8 0 0,5-8 2 0,6-4-19 16,0-8-1-16,9-3 1 0,8-2-2 16,2-2 19-16,7-2 5 0,1 1 1 0,2 1 0 15,2 1-1-15,-3 7-5 0,0 3-1 16,-5 9 1-16,-5 4 0 0,-3 8 0 15,-3 3 0-15,-3 6-1 0,2 8 0 16,-4 4 1-16,-2 6-1 0,-2 4 1 0,-3 2-1 16,0 2 1-16,-2 0-1 0,-2 1-1 15,-2 1 1-15,2-1 15 0,-2-1 0 0,2-2-1 16,2-1-2-16,2-4-19 0,2-4-3 16,5-5-8-16,6-2-9 0,-4-5-9 15,6-4-15-15,4-5-17 0,1 0-23 16,8-10-43-16,-9-6-57 0,-3-5-70 0</inkml:trace>
  <inkml:trace contextRef="#ctx0" brushRef="#br0" timeOffset="16333.29">32246 724 648 0,'0'0'61'0,"0"0"-15"0,0 0-9 16,0 0-12-16,0 0-7 0,0 0-4 15,-2-82-4-15,17 79-3 0,9 1 1 0,2 4-3 16,6 14-1-16,4 9 0 0,10 8 0 16,5 11 2-16,6 11-1 0,-1 11 1 15,-4 15 0-15,-9 12 2 0,-6 8-1 16,-10 7-1-16,-8 4-3 0,-9 4-7 0,-9-2 1 16,-5-4 16-16,-20-2-3 0,-14-6 1 15,-13-6-7-15,-7-9-13 0,-7-6 2 0,0-11 2 16,3-14 5-1,8-13 2-15,7-13-2 0,11-10 2 0,11-10 0 0,12-5 1 16,5-5 0-16,5-2-1 0,0-8-1 31,1-5-1-31,2 1 0 0,3-2-2 0,7 6 1 16,-4 4-2-16,1 2-5 0,0-1-9 16,3 2-21-16,1-1-40 0,-7 3-135 0,2 0-125 15</inkml:trace>
  <inkml:trace contextRef="#ctx0" brushRef="#br0" timeOffset="43015.57">5158 3904 542 0,'0'0'39'0,"0"0"5"16,0 0-2-16,0 0-16 0,0 0-13 16,0 0-4-16,0 0 2 0,0 0 10 15,0 0-4-15,40 47 2 0,-19-5-7 0,3 10-6 16,2 4 1-16,3 3-3 0,3 2 0 0,1-5-2 15,2-6 1-15,8-7-3 0,1-10 4 16,3-10 0-16,4-11 2 0,1-12 2 16,0-4 1-16,-1-18-1 0,1-11-3 15,-2-10-1-15,-2-7-2 0,-3-4 2 16,-8-3-2-16,-6 3 1 0,-7 2-1 0,-6 7 0 16,-5 7-1-16,-6 11-7 0,-3 5 6 0,-1 10-7 15,-3 6 5 1,2 1-4-16,-2 5-3 0,0-1-1 0,0 1-13 0,-2 12-7 15,-2 6-28-15,-2 5-33 0,0 2-68 16,-1-3-122-16</inkml:trace>
  <inkml:trace contextRef="#ctx0" brushRef="#br0" timeOffset="43348.86">5573 3629 700 0,'0'0'44'0,"0"0"-1"0,0 0-4 0,0 0-13 15,0 0-9 1,0 0-9-16,0 0-2 0,0 0-1 0,0 0 0 0,0 0 0 16,-12-35 2-16,18 67-2 0,1 10 1 15,-1 7-1-15,0 6 0 0,2 3 3 0,-2 7-3 16,-3 4 0-16,3 9-3 0,-2 5-3 15,1 7 2-15,2-2 1 0,-3 0-1 0,5-6 2 16,-2-6-1 0,3-6-1-16,-3-5-1 15,2-6-2-15,-3-6 2 0,4-4-1 16,-3-6 1-16,-1-7-2 0,3-5 1 16,-1-9-1-16,-2-7-1 0,0-3-3 0,1-4-5 15,2-3-11-15,-2 1-20 0,-1-5-65 16,-2 2-203-16,-4-3-18 0</inkml:trace>
  <inkml:trace contextRef="#ctx0" brushRef="#br0" timeOffset="43948.64">6831 3846 501 0,'0'0'51'15,"0"0"-1"-15,0 0-1 0,0 0-7 16,0 0-9-16,0 0-8 16,0 0-5-1,0 0-4-15,0 0-4 0,0 0-3 16,-94-38-1-16,63 62-2 0,-3 10 1 16,-4 9 4-16,1 8-6 0,2 8 3 0,3 11-3 15,5 7-5-15,9 5 3 0,5 4-4 0,9-2 2 16,4 0 2-16,13-4-3 0,10-5 2 15,9-5-1-15,8-6-2 0,7-9 2 16,3-5-3-16,8-8 3 0,-1-10-2 16,-1-9 1-16,0-6 0 0,-5-6-3 15,-6-4-3-15,-6-5-7 0,-5-2-8 0,-7 0-18 16,-9-5-26-16,-9 3-63 0,-3-8-161 0,-6 4-1 16</inkml:trace>
  <inkml:trace contextRef="#ctx0" brushRef="#br0" timeOffset="44748.93">7281 4335 455 0,'0'0'57'15,"0"0"-4"-15,0 0-5 0,0 0-10 16,0 0-4-16,0 0-5 0,0 0-6 15,0 0-4-15,0 0-5 0,-32-76-2 16,17 81-2-16,-3 6 0 0,0 9-2 0,-2 8 0 31,4 4-1-31,-1 5-2 0,1 5-2 0,4 2 1 16,5 1 1-16,1 2-5 0,6-1 5 16,3-4-5-16,12-4-1 0,5-3 2 15,4-5-1-15,5-4 2 0,7-6-1 16,-1-8 2-16,6-6 0 0,-1-6 0 15,-1-4-1-15,-1-11 0 0,-5-7 0 0,-4-5 1 16,-3-3 0-16,-6-5 0 0,-10-3-1 0,-5-3-1 16,-5-5-4-16,-6-3 3 0,-11-3-4 15,-5-5 3-15,-6 0 3 0,-2 0-4 16,-2 7 2-16,-3 12-2 0,-2 14 1 16,1 15-1-16,-3 9 0 0,-2 11 0 15,4 13-2-15,2 9-1 0,5 7-5 0,4 5-10 16,8 4-22-16,11 3-28 0,5-1-82 0,2-1-140 15</inkml:trace>
  <inkml:trace contextRef="#ctx0" brushRef="#br0" timeOffset="45148.64">7480 3842 711 0,'0'0'42'15,"0"0"-2"-15,0 0-5 0,0 0-9 0,0 0-10 16,-3-78-5-16,19 66-1 0,7 6-1 0,9 6-1 16,7 2 0-16,7 11 0 0,8 10-4 15,0 9 3-15,2 6 1 0,-1 9-5 16,-3 11 3-16,-6 10-5 0,-5 14-3 15,-5 12 4-15,-13 10-4 0,-6 6 3 16,-12 4 1-16,-5 0-3 0,-12-2 2 0,-10-3 2 31,-5-9-5-31,-5-9 5 0,-1-12 2 0,-2-15-3 16,0-12 2-16,2-14-2 0,7-12 1 16,9-11 3-16,5-8 0 0,9-4 0 15,3-3-1-15,-1 0-3 0,1 0-1 16,0 0-2-16,-2 0-2 0,2 0-5 15,-1 0-8-15,1 0-9 0,0 0-19 0,0 0-31 16,0 0-112-16,4 8-133 0,2-1-1 0</inkml:trace>
  <inkml:trace contextRef="#ctx0" brushRef="#br0" timeOffset="53882.13">8955 4421 576 0,'0'0'52'16,"0"0"-3"-16,0 0-7 0,0 0-8 16,0 0-8-16,0 0-7 0,0 0-8 15,0 0-3-15,0 0-2 0,-76-29-1 0,76 29 2 16,0 0 1-16,15 2 2 0,11 3 0 0,15 1-1 15,9-3-1-15,7-2-1 0,5-1-3 16,6 0 0 0,0 0 1-16,-1-3-3 15,-4-1 1-15,-5 1-2 0,-6 0 1 16,-11-1-1-16,-14 3-1 0,-12-1 0 16,-7 2 0-16,-8 0 0 0,0 0 1 0,0 0 0 15,0 0-1-15,3 0-1 0,-2 0-2 0,-1 0-5 16,2 0-6-16,-2 0-13 0,-6 5-17 15,-5 3-33-15,-5 6-49 0,-6-1-106 16,-1 4-63-16</inkml:trace>
  <inkml:trace contextRef="#ctx0" brushRef="#br0" timeOffset="54183.19">8906 4743 655 0,'0'0'48'0,"0"0"0"16,0 0-4-16,0 0-11 0,0 0-10 0,0 0-4 31,0 0-6-31,0 0-1 0,0 0-2 0,0 0-2 16,75-27-1-16,-39 27-2 0,3 0 0 16,5 0-2-16,5 3 0 0,3-3-3 15,3 0 1-15,-3 0 0 0,0 0-2 16,0 0 2-16,-6 0-1 0,-5-2-2 15,-2 1 1-15,-16-1-1 0,-1 2 0 0,-8 0 0 16,-8 0-1-16,0 0-3 0,-6 0-3 0,0 0-7 16,0 0-8-16,4 0-11 0,1 0-29 15,-1 5-63-15,3 3-173 16,-4-4-8-16</inkml:trace>
  <inkml:trace contextRef="#ctx0" brushRef="#br0" timeOffset="54782.15">10536 4142 452 0,'0'0'77'0,"0"0"-14"0,0 0-11 16,0 0-11-16,0 0-6 0,0 0-6 15,0 0-4-15,-38-80 0 0,37 69-4 16,-4 2-3-16,4 5-2 0,-1-1-1 15,-2 0-2-15,3 2-3 0,-2 0-2 0,1 0-3 16,2 3-1 0,-7 0-1-16,-5 2 0 0,-8 8 0 15,-4 8-1-15,1 7 2 0,1 7-3 16,-1 7 1-16,3 5-1 0,-1 6 1 16,7 3-2-16,2 2 1 0,3-2-2 15,5 2 1-15,4-4 3 0,6-2-3 16,4-4 4-16,10-3-4 0,2-6-3 0,6-4 4 15,3-5-1-15,4-5 1 0,4-7 2 0,0-7-2 16,6-8 1-16,4 0 0 0,3-15 0 16,-3-6 0-16,0-8 2 0,-4-4-1 15,-3-6 1-15,-3-6 0 0,-8-6-6 16,-10-7 5-16,-9-7-5 0,-11-6 2 16,-4-4 2-16,-15 1-2 0,-8 7 1 0,-6 11-1 15,-3 12 0 1,-5 14 1-16,-8 13-1 0,-4 11 0 0,-6 6-1 0,0 12-2 0,2 14-1 15,1 7 0-15,7 13-11 0,2 10-15 16,8 8-53-16,5 7-184 0,3 2-66 31</inkml:trace>
  <inkml:trace contextRef="#ctx0" brushRef="#br0" timeOffset="55648.55">5301 6243 572 0,'0'0'48'16,"0"0"2"-16,0 0-1 0,0 0-7 0,-38-85-6 15,31 74-8-15,0 5-7 0,4 3-7 0,0 0-4 16,3 3-4-16,-1 0-1 0,-1 15 0 16,1 11 0-16,1 12 1 0,1 8-1 15,8 1-1-15,5 3 1 0,4-3-2 16,2-2 0-16,6-3 4 0,4-5-7 15,5-5 5-15,4-4-3 0,9-9 0 0,4-5 2 16,3-7-1 0,4-7-1-16,2-4-1 0,0-10 0 15,-5-7-3-15,0-5 3 0,-5-4-4 16,-9-4 5-16,-7-2-2 0,-8 1 0 16,-7-1 2-16,-7-1-2 0,-4 6 2 15,-6 6-2-15,1 11 1 0,-4 8-2 16,0 6 1-16,0-1-2 0,0 1-2 0,0-1-2 15,0 1-4-15,-4 0-4 0,-3 7-11 0,-5 8-10 16,-4 5-31-16,2 1-47 0,-2-1-159 16,1-2-39-16</inkml:trace>
  <inkml:trace contextRef="#ctx0" brushRef="#br0" timeOffset="55948.6">5644 5979 726 0,'0'0'54'0,"0"0"-11"0,0 0-4 31,0 0-10-31,0 0-10 0,0 0-5 16,0 0-9-16,0 0 1 0,0 0-1 0,-29-32 2 16,39 55-1-16,3 11 1 0,1 12-4 0,2 10 1 15,0 9-3-15,-4 10 2 0,-2 6-3 16,0 1 1-16,-3 1 2 0,-1-3-3 15,3-2 2-15,-2-3-2 0,0-3-1 16,0-7 1-16,1-7-2 0,0-8 2 16,-2-10-3-16,0-10 1 0,-2-10-1 0,-1-10-4 15,0-2-6-15,0-5-7 0,1 0-14 0,5-2-26 16,-2-1-97-16,8-8-162 0,-1-9-7 16</inkml:trace>
  <inkml:trace contextRef="#ctx0" brushRef="#br0" timeOffset="56432.35">7087 6023 641 0,'0'0'55'0,"0"0"-6"0,0 0-8 16,0 0-7-16,-16-85-7 0,12 76-12 16,2 4 1-16,1 1-6 0,-8 4-3 15,-3 6 2 1,-11 15-6-16,-10 14 0 0,-5 17 1 16,-2 13-2-16,4 14 1 0,1 6-4 0,5 6 4 15,5 1 1-15,8 1-2 0,5 0 2 16,8-3-3-16,4-1-4 0,17-11 4 15,9-6-3-15,10-15 3 0,11-10 0 16,8-12-1-16,5-8-1 0,4-9-3 16,1-8-9-16,-4-6-7 0,-5-4-20 0,-5 0-40 15,-8-13-94 1,-8-1-139-16</inkml:trace>
  <inkml:trace contextRef="#ctx0" brushRef="#br0" timeOffset="56766.65">7464 6360 756 0,'0'0'49'16,"0"0"-6"-16,0 0-8 0,0 0-9 16,0 0-10-16,0 0-9 0,0 0-4 15,0 0-1-15,0 0 0 0,-30 14 0 16,20 26-1-16,1 9 1 0,2 4 3 0,0 5-4 15,2-2 2-15,5-1-4 0,0-4-3 0,2-3 4 16,9-8-2-16,2-8 2 0,2-7 0 16,5-10 1-16,3-9-3 0,6-6 3 15,1-6 0-15,4-8 0 0,2-3 3 16,0-1-3-16,-1 3 0 0,-2 0-1 16,-4 1 0-16,-6 3 1 0,-4 5-1 0,-9 2 0 15,-6 2 0-15,-4 2 0 16,0-1-1-16,0 1 1 0,2 0-2 0,-1-2-4 0,1 2-10 15,-1 0-14-15,-1-1-33 0,0 1-62 16,0-5-183-16,-1 2-14 0</inkml:trace>
  <inkml:trace contextRef="#ctx0" brushRef="#br0" timeOffset="57132.1">7656 5974 753 0,'0'0'44'15,"0"0"-7"-15,0 0-6 16,0 0-5-16,0 0-10 0,0 0-6 0,0 0 2 0,60-79-5 16,-27 79 1-16,5 7 5 0,5 8-8 15,5 7 5-15,1 7-4 0,3 9-3 16,-3 8 0-16,-1 8-2 0,-2 11-1 15,-4 10-1-15,-10 6 2 0,-3 3 2 0,-12 6-1 16,-5 1-1-16,-9 2-2 16,-3-1-1-16,-15 1 2 15,-8-7-1-15,-3-5 2 0,-3-11 3 16,-3-10-3-16,-1-10 3 0,6-10-3 16,1-11-1-16,8-11 0 0,10-9 0 15,5-4-1-15,3-5-2 0,-2 0-1 16,2 0-6-16,0 0-5 0,0 0-11 0,0 0-17 15,0 0-38-15,13-3-86 0,3-8-148 0,7-3-1 16</inkml:trace>
  <inkml:trace contextRef="#ctx0" brushRef="#br0" timeOffset="57365.21">9166 6496 865 0,'0'0'23'16,"0"0"0"-16,0 0-4 0,0 0-6 31,0 0-5-31,83-80-2 0,-51 70-3 16,5 3 1-16,1 1-2 0,-1 5 0 0,1-1-1 16,-2 2-1-16,-4 0-2 0,-2 2-2 0,-8 1-7 15,-2 4-15-15,-5 5-24 0,-4-2-71 16,-4 5-195-16,-7 2-12 0</inkml:trace>
  <inkml:trace contextRef="#ctx0" brushRef="#br0" timeOffset="57516.68">9190 6786 858 0,'0'0'36'0,"0"0"-1"0,80-12-11 15,-42 8-9-15,4 1-6 0,0 1-4 16,1 2-3-16,2 0-1 0,0 0-3 15,1 3-1-15,1 0-8 0,0 2-16 0,4-1-35 16,1 0-116-16,1-2-148 16,1-2-12-16</inkml:trace>
  <inkml:trace contextRef="#ctx0" brushRef="#br0" timeOffset="57932.01">10876 6235 810 0,'0'0'41'15,"0"0"-3"-15,31-104-8 0,-25 82-10 16,0 9-5-16,-5 8-4 0,-1 5-3 16,0-6-1-16,0 2-2 0,-7-1-3 0,-9 5-1 15,-5 6-2-15,-8 14 0 16,-3 13-1-16,0 10 2 0,0 7-2 0,2 7 3 0,2 3-2 15,5 2 0-15,4-1 3 0,5-2-4 16,7-3 3-16,5-3-3 0,2-6-2 31,13-5 3-31,8-5-2 0,6-5 2 16,5-8 0-16,4-7-1 0,9-8 2 0,-2-6 0 16,5-3 1-16,-2-11-1 0,3-5 2 0,-2-10-2 15,-1-4 2-15,-6-5-1 0,-5-6 2 16,-6-5-1-16,-9-4-4 0,-8-6 5 15,-9-5-6-15,-5-4 5 0,-15-2-1 16,-11 3-3-16,-8 10 2 0,-10 11-3 16,-2 14 2-16,-5 17-2 0,-4 12-1 0,1 9-6 15,3 16-18-15,3 8-39 16,1 6-243-16,7 6-35 0</inkml:trace>
  <inkml:trace contextRef="#ctx0" brushRef="#br0" timeOffset="175333.2">11369 3330 301 0,'0'0'58'0,"0"0"-4"31,0 0-8-31,0 0-10 0,0 0-8 16,0 0-7-16,0 0-2 0,0 0 0 0,73-77-3 16,-29 72-3-16,11 3-5 0,5 1-3 15,4 1-2-15,3 0-2 0,-2 0 0 16,-3 0 1-16,0 1-2 0,-4-1 0 0,-5 0 0 15,-3 0-2-15,-9 0 2 0,-6-2 2 16,-12-1 0-16,-10 1 1 0,-7 2 5 16,-6 0 8-16,0-1 4 0,0 1 6 0,2 0-2 15,-1 0-5-15,1 0-5 0,-1 0-3 16,-1 0-4-16,0 0-2 0,0 0 1 0,0 0-4 16,0 4 1-16,0 10 0 0,3 8 1 15,2 7-1-15,1 5 2 0,0 5-1 16,0 10 1-16,3 10-1 15,-4 10 0-15,0 11-3 0,-4 8 3 0,-1 9 3 0,0 8-3 16,0 9 2-16,-1 7-1 0,-2 6 0 16,0 7-2-1,1 3 1-15,2 4 0 0,0 4-4 16,0 6 7-16,3 2-2 0,3 3-1 16,0 5-1-16,0 3 0 0,1 0 2 15,3 0-1-15,-3-2 0 0,1-1-1 16,0-4-1-16,-2-3-1 0,1-2 1 0,-1-3 0 15,-3-5 1-15,4-1-1 0,-1-5 0 16,-2-4-1-16,1-7-2 0,-4-10 1 16,6-9 4-16,-1-13-4 0,3-9 1 0,-1-12 0 15,3-12-1-15,0-10 1 0,-2-13-2 16,-3-13 1-16,-2-11-4 16,-4-9 4-16,0-6 1 0,0 0 1 0,0 0 2 0,0 2-2 15,3-2 0-15,-3 0-1 0,-4-2-1 16,-5-7-1-16,-7-4 2 0,0-1-2 0,-4 0 0 15,-2 0-2-15,-7 1-1 0,-3 4 1 16,-4 1-3-16,-4 2-3 0,-4 4-6 31,-8 2-7-31,-7 2-7 0,-8 7-12 16,-8 3-20-16,-3 7-32 0,-9 1-84 0,-1 2-110 16</inkml:trace>
  <inkml:trace contextRef="#ctx0" brushRef="#br0" timeOffset="180448.68">13956 4545 357 0,'0'0'57'0,"0"0"11"16,0 0-14-16,0 0-17 0,0 0-7 0,0 0-11 16,0 0 4-16,0 0-4 0,36-102-2 15,-16 53-2-15,3-9-6 0,6-7 0 16,-2-9-6-16,1-5 1 0,1-3-3 15,-3-5-4-15,0 1 2 0,-3-1-1 0,-4 9 1 16,-2 9 3-16,-5 14-1 0,-1 20 4 31,-6 17 0-31,-2 12 1 0,-3 6 2 0,3 0 3 16,1 5 5-16,9 13 4 0,1 10 1 16,2 11-4-16,0 6-3 0,3 8-4 15,0 4 0-15,1 5 0 0,3 1-4 0,-2 6 1 16,0 1-5-16,1 1-3 0,-5 0 2 15,-1-1-3-15,-1-6 3 0,-4-7-2 16,-1-8 2-16,-2-9-2 0,-3-8-1 0,1-11 4 16,-3-10-5-16,-2-5 5 0,-1-6-5 15,0 0-4-15,0 0-14 0,0 0-30 16,-4-3-47-16,-9-11-130 0,-6-9-85 16</inkml:trace>
  <inkml:trace contextRef="#ctx0" brushRef="#br0" timeOffset="180616.39">13879 4291 598 0,'0'0'48'16,"0"0"7"-16,0 0-4 0,0 0-10 16,0 0-9-16,0 0-10 0,94 9-8 15,-35-10-5-15,12-12-5 0,7 0-3 0,9-1-6 16,0 0-14-16,-2 2-42 0,-3 3-104 15,-9 0-150-15</inkml:trace>
  <inkml:trace contextRef="#ctx0" brushRef="#br0" timeOffset="181532.18">14770 3737 278 0,'0'0'85'0,"0"0"-9"0,0 0-13 15,0 0-9-15,0 0-4 0,0 0-5 0,-9-78-5 16,3 71-5-16,3 4-6 0,2 0-7 15,1 3-5-15,-3-2-5 0,3 2-7 16,0 0-2-16,-1 2 1 0,1 16 3 0,0 11 2 16,1 12 4-16,12 6 3 0,3 6-4 15,2 8-2-15,0 6-4 0,1 7-6 16,-2 5 1-16,-1 3-2 0,-1-2 2 16,0-5-2-16,0-9-1 0,-1-8 4 0,0-9-5 15,-3-10 6-15,2-7-3 0,-1-8-2 16,-2-10 1-16,-5-5-1 0,4-7-1 0,3-2-2 31,7-11-4-31,5-6-7 0,-5-8-10 0,-2-6-21 0,-2-2-22 0,-2-4-67 16,-4-1-152-1,-8-4 2-15</inkml:trace>
  <inkml:trace contextRef="#ctx0" brushRef="#br0" timeOffset="181732.05">14766 4046 557 0,'0'0'53'0,"0"0"8"0,0 0-4 0,0 0-13 15,0 0-8-15,0 0-8 0,0 0-8 16,91 20-6-16,-45-20-5 0,6 0-6 0,3 0-1 16,4 0-4-16,3 0-6 0,1 3-16 15,0 5-53-15,1 3-168 0,-5-3-82 16</inkml:trace>
  <inkml:trace contextRef="#ctx0" brushRef="#br0" timeOffset="182315.49">16300 4135 687 0,'0'0'50'0,"0"0"-8"0,0 0-10 16,0 0-9-16,0 0-6 0,0 0-3 0,102-57-3 31,-70 57-1-31,3 0-3 0,-2 10-1 0,-1 2-3 0,-2 6-2 0,-2 6-3 16,-8 5 2-1,-3 5-1-15,-8 2 2 0,-4 3-3 16,-5 2 2-16,-5-1-3 0,-5-4 2 16,-7-1 0-16,1-4 1 0,-4-4 3 15,2-4-4-15,2-5 4 0,3-6-4 0,9-6 4 16,0-3 0-16,2-3-3 0,1-14 5 15,1-7-7-15,4-11 4 0,10-6 0 16,8-3-2-16,3-6 1 0,5 0 0 0,1 0 2 16,-1 3-2-16,-1 5 2 0,-3 4-1 15,-5 8 1-15,-2 3 0 0,-6 11 0 16,-5 5 0-16,-7 6-2 0,-1 2 0 0,0-2-2 16,4 2 1-16,-1 9 0 0,4 9 0 15,-2 11 0-15,-2 4 0 0,-3 4-2 16,1 2 3-16,-1 2-2 0,3-3 2 15,1 0-2-15,4-5 2 0,2-3-3 0,1-3 2 16,5-6-2-16,2-1 1 0,3-6-2 31,5-4-4-31,3-4-8 0,1-4-10 0,7-2-18 16,2-3-33-16,3-8-82 0,4-5-156 16</inkml:trace>
  <inkml:trace contextRef="#ctx0" brushRef="#br0" timeOffset="182565.24">17723 4115 705 0,'0'0'47'0,"0"0"6"0,0 0-8 16,0 0-14-16,0 0-10 0,0 0-8 15,0 0-2-15,0 0-3 0,0 0-1 16,104-64-3-16,-67 55-2 0,4 0-1 0,4 3-1 31,-3 0-1-31,1 1 1 0,-5 3-2 0,-4 1-1 0,-3 1-4 0,-5 0-7 16,-10 3-8-1,-1 3-11-15,-6 0-15 16,-6-3-27-16,-1 9-45 0,-4 1-113 0,-10 5-64 16</inkml:trace>
  <inkml:trace contextRef="#ctx0" brushRef="#br0" timeOffset="182748.97">17818 4444 732 0,'0'0'63'0,"0"0"-7"15,0 0-19-15,0 0-13 0,0 0-8 16,0 0-6-16,101-26-3 0,-62 19-3 0,2-2-2 16,-2 3-2-16,-2 1 0 0,0 0-5 15,-1 4-8-15,-3-2-15 0,-2 3-33 16,0 0-78-16,-2-3-178 0,2 3-20 0</inkml:trace>
  <inkml:trace contextRef="#ctx0" brushRef="#br0" timeOffset="183181.94">19292 3937 715 0,'0'0'44'0,"0"0"-3"16,0 0 2-16,0 0-15 0,50-83-8 15,-47 79-3-15,-3 4-5 0,0-1-4 16,0 1-1-16,0-1-4 0,0 1-1 0,0 0-1 16,-14 4-2-16,-8 11 5 0,-8 11-5 15,1 5 4-15,0 7-4 0,0 6 0 16,4 3 1-16,5 6-2 0,1 1 2 0,9 3-3 15,4-3 2 1,6-4 0-16,2-3 0 0,11-7-1 0,8-5 2 0,5-10-3 16,6-5 1-16,6-8 2 0,4-7 1 15,5-5 2 1,3-9 0-16,-1-11 0 0,0-6-1 16,-4-10 0-16,-6-7 0 0,-4-8 2 15,-6-7-3-15,-8-4 2 0,-6-3-3 0,-10-4 1 16,-5 1 0-16,-5 2-2 0,-13 8 1 15,-3 6-3-15,-5 11 2 0,-5 12-2 16,-3 14 1-16,-4 13-1 0,-4 5 0 0,-4 19-2 16,-1 8-8-16,0 8-12 0,2 8-39 15,3 4-131-15,6 6-134 0</inkml:trace>
  <inkml:trace contextRef="#ctx0" brushRef="#br0" timeOffset="183848.54">21096 4352 628 0,'0'0'65'0,"0"0"-15"15,0 0-11-15,0 0-12 0,0 0-11 16,0 0-6-16,0 0-2 0,0 0 3 16,0 0 1-16,29 22 2 0,-9 9-3 0,4 3-6 15,3 6 2-15,2-1-6 0,4 1 1 16,2-2 0-16,4-4-1 0,3-6 0 0,7-6 1 16,2-9 0-1,5-7-1-15,5-6 0 0,1-6 0 0,0-10 0 0,-1-7 2 16,-5-4-3-16,-4-5-2 0,-10-5 4 0,-8-1-5 15,-8-1 5-15,-10 1 0 0,-3 3-2 16,-6 11 0-16,-4 2 0 0,0 10-1 31,-3 6 0-31,1 1 0 0,-1 5 0 0,0-1-2 16,0 1-3-16,0 0-5 0,0-2-3 16,-1 2-7-16,-7 3-6 0,1 8-14 15,-4 4-24-15,0 2-50 0,1 3-100 16,-3-5-74-16</inkml:trace>
  <inkml:trace contextRef="#ctx0" brushRef="#br0" timeOffset="184148.58">21523 4104 635 0,'0'0'58'0,"0"0"-6"0,0 0-11 15,0 0-6-15,0 0-8 0,-39-77-7 16,37 74-2-16,2 3-5 0,-2-2-4 0,2 2-4 15,0 0-2 1,-3 0-3-16,1 12 4 0,1 13 0 0,-1 12 2 0,2 14-1 16,0 8 0-1,0 10-3-15,0 9 1 0,-1 5 1 16,-2 9-4-16,2 2 4 0,1 3-5 16,0 0-1-16,0-6 2 0,0-6-4 15,4-9 4-15,2-9 2 0,1-10-4 0,-1-8 5 16,-1-8-5-16,1-7-2 0,-1-7-1 15,2-6-9-15,-3-6-9 0,2-3-12 16,0-4-22-16,-3-5-59 0,4 0-193 16,3-5-14-16</inkml:trace>
  <inkml:trace contextRef="#ctx0" brushRef="#br0" timeOffset="184481.88">22709 4318 673 0,'0'0'50'0,"0"0"-6"16,19-106-8-16,-18 83-8 0,0 9-7 15,-1 2-5-15,0 6-1 0,0 0-5 0,0 0-5 16,-2 6-1-16,-16 10-2 0,-5 13-1 15,-14 17 0-15,-1 12 3 0,0 10-5 16,-1 11 2-16,4 4 2 0,6 8-4 0,6 3 3 16,6 3-1-16,10 2-4 0,5-4 3 15,2-4-4-15,12-7 2 0,7-10 3 16,5-9-4-16,5-9 2 0,3-7-7 16,1-8-5-16,1-8-5 0,0-7-10 0,0-8-14 15,-3-7-30-15,0-5-47 0,-2-8-142 16,-2-9-32-16</inkml:trace>
  <inkml:trace contextRef="#ctx0" brushRef="#br0" timeOffset="184865.46">23046 4767 715 0,'0'0'52'0,"0"0"-6"16,0 0-10-16,0 0-11 0,-39-82-7 15,33 77-6-15,3 2-5 0,-8 3-2 16,0 0-3-16,-7 12-2 0,-3 10 0 0,2 12-2 16,2 7 3-16,3 7-2 0,3 7 1 15,3-1-2-15,2 0 2 0,5-3-3 16,1-4 3-16,3-3 2 0,8-6-4 0,4-6 5 16,5-5-5-1,3-7 1-15,2-8 1 0,4-4 0 0,1-8 1 0,3-2 1 16,1-11-1-16,0-7-4 0,-4-5 5 15,1-9-5-15,-5-4 5 0,-2-9 0 0,-2-5-2 16,-5-5 2-16,-5-6-3 0,-6 2 3 31,-5 6-2-31,-1 7 1 0,-7 12-1 0,-7 10 1 16,-7 9-2-16,-6 9 0 0,-8 8-1 16,-3 4 0-16,-5 13 0 0,0 5-2 15,-2 6-3-15,6 4-8 0,1 4-8 0,6 4-21 16,6 2-31-16,3 1-91 0,7-1-144 15</inkml:trace>
  <inkml:trace contextRef="#ctx0" brushRef="#br0" timeOffset="185282.3">23260 4142 753 0,'0'0'46'0,"0"0"-8"0,0 0-9 16,0 0-8-1,0 0-6-15,0 0-5 0,0 0-2 16,1-80-2-16,12 75-2 0,3 5 0 16,9 3-1-16,5 11 0 0,5 10-1 15,8 8 0-15,2 8-1 0,5 8 1 0,3 8-3 16,3 6 3-16,-1 7 1 0,0 7-3 15,-7 7 2-15,-7 8-3 0,-10 6-3 16,-11 5 4-16,-10 3-3 0,-10-4 2 0,-3-2 2 16,-14-8-1-16,-3-6 1 0,-4-7 1 15,-3-10-3-15,1-10 2 0,2-10-1 16,1-10 2-16,5-10-1 0,5-12 1 0,6-7 3 16,5-6 1-16,2-3 2 15,-1 0 0-15,1 0-3 0,0 0-2 0,0 0-1 16,0 0-2-16,0 0-2 0,0 0-2 15,0 0-6-15,0 0-6 0,0 0-14 0,1 0-24 16,1 0-89-16,4-1-183 0,-2-1-13 31</inkml:trace>
  <inkml:trace contextRef="#ctx0" brushRef="#br0" timeOffset="187982.11">25511 4561 565 0,'0'0'66'31,"0"0"-4"-31,0 0-18 0,0 0-7 16,0 0-8-16,0 0-9 0,0 0-2 16,0 0-3-16,-76-76-3 0,76 76-3 15,-2-1-5-15,2 1-1 0,-1 0-1 16,1 0 3-16,1 0-1 0,15 2 3 0,15 5-2 15,13-2-1-15,11-3-1 0,7 0-2 0,3-2 0 16,-1 0-1-16,-5 1 1 0,-8 1-2 16,-6-1 1-16,-11 3 2 15,-9-3-3-15,-7 2 0 0,-7-1-1 0,-7-1 0 16,1 0-1-16,-5-1-1 0,0 0 3 0,0 0-9 16,0 2 1-16,0 4-13 0,0 5-18 15,-6 5-28-15,-7 4-60 0,-2 2-163 0,-6-4-9 16</inkml:trace>
  <inkml:trace contextRef="#ctx0" brushRef="#br0" timeOffset="188215.62">25326 5025 690 0,'0'0'43'15,"0"0"-2"-15,0 0-6 0,0 0-11 0,0 0-8 16,116-52-3-16,-66 39-2 0,10-1-3 16,5 3-4-16,6 0-2 0,1 2-4 0,0 1-1 15,-5 4-3-15,-5-1-5 0,-4 3-8 0,-3 2-16 16,-7 0-19-16,-4 0-23 0,-6 0-23 16,-11 4-47-16,-2-1-91 15</inkml:trace>
  <inkml:trace contextRef="#ctx0" brushRef="#br0" timeOffset="188565.55">27213 4494 738 0,'0'0'48'0,"0"0"-5"0,0 0-8 0,13-92-11 16,-10 78-8-16,2 5-6 0,-1 0-3 16,3 1-3-16,-4 5-2 0,6 3 0 15,1 2-1-15,4 14 1 0,2 10-1 16,-3 7-1-16,-4 9-1 0,-2 5 5 0,-2 4-4 16,-3 4 3-16,-2 4-2 0,0 0-3 15,0 2 2-15,0-5-1 0,0-4 0 0,0-8 0 16,0-8 1-16,0-11-1 0,0-6 2 15,0-8-2-15,0-7 2 0,0 3-2 16,0-7 1-16,0 0 0 0,0 0-3 16,0 0-3-1,3 0-9-15,3-10-14 0,-2-6-24 16,1-10-49-16,-5-4-119 0,-3-10-95 16</inkml:trace>
  <inkml:trace contextRef="#ctx0" brushRef="#br0" timeOffset="189097.61">26860 4458 697 0,'0'0'58'15,"0"0"-12"-15,0 0-10 0,0 0-8 0,0 0-8 16,0 0-8-16,-66-79-5 0,70 65-2 16,12-5-2-16,6 2 0 0,10 0 1 15,8 0-2-15,8 4 2 0,8 1-3 16,6 2-1-16,5 7 1 0,0 3-2 0,0 2 0 15,-2 10 1-15,-1 6-1 0,-5 4 1 16,-8 2-2-16,-5 3-1 0,-10 3 1 0,-10 1 0 31,-9-1 0-31,-12 2 5 0,-5 1-5 16,-14-1 5-16,-8 0-4 0,-6-1 0 16,-3-2 1-16,-2-4-1 0,-1-2 1 15,4-3-1-15,4-3 2 0,6-7-2 0,9-4 1 16,6-3 0-16,5-3 0 0,-2 0 0 15,2 0-2-15,-1 2 1 0,1-2 0 0,0 1 0 16,8 2 0-16,10 2 1 0,6 1 1 16,4 2-1-16,1 1 2 0,4 3-2 15,0 3 2-15,3 5-1 0,2 4 0 16,1 5 0-16,0 2 2 0,-3 4-2 16,-4 1 0-16,-3 0 0 0,-6-2-2 0,-8-1 1 15,-8-1 1-15,-4-2 4 0,-3-1-4 0,-13-3 4 16,-3-2-7-16,-7-3 2 0,-3-2 2 15,-3-4-2-15,-5-5 4 0,-2-2-2 16,-1-5-1-16,-1-3 1 0,5 0-3 16,1 0 2-1,5-8 0-15,3-1-2 0,3-3-2 16,2 0-2-16,7 3-4 0,5 3-3 16,4 4-8-16,3 2-12 0,-1-1-17 0,1 1-19 15,0 0-30-15,0 0-99 0,0 10-91 16</inkml:trace>
  <inkml:trace contextRef="#ctx0" brushRef="#br0" timeOffset="207883.22">28703 4786 330 0,'0'0'76'0,"0"0"4"0,0 0-10 15,0 0-13-15,0 0-9 0,0 0-6 16,0 0-1-16,0 0-5 0,0 0-3 0,-11 5-6 15,32-5-6-15,14 0-6 0,14-2-4 0,9-1-3 32,8-1-1-32,7 2-2 0,4 0-1 15,3 1 0-15,-5 1-1 0,-5 0-2 16,-8 0 0-16,-12 0-2 0,-9 3 1 16,-15-1 0-16,-10-2 0 0,-9 2 0 15,-7-2-1-15,0 0 0 0,0 0 0 0,1 0-3 16,-1 2-4-16,0-2-9 0,-1 1-9 0,-16 5-19 15,-8 3-27-15,-8 3-64 0,-3 5-127 16,-6-3-37-16</inkml:trace>
  <inkml:trace contextRef="#ctx0" brushRef="#br0" timeOffset="208115.34">28681 5104 577 0,'0'0'62'0,"0"0"8"15,0 0-10-15,0 0-14 0,0 0-13 16,0 0-7-16,0 0-7 0,0 0-4 16,91 3-6-1,-42-6-2-15,10-1-4 0,8-1-2 16,8 1 0-16,8-1-1 0,0 4-1 0,-1-1 0 16,-3 2-2-16,-6 0-6 0,-10 0-8 15,-6 2-11-15,-10 1-12 0,-11 0-17 16,-11-2-18-16,-12 1-27 0,-2-2-44 15,-6 0-120-15</inkml:trace>
  <inkml:trace contextRef="#ctx0" brushRef="#br0" timeOffset="208533.19">30308 4514 668 0,'0'0'58'0,"0"0"-11"15,0 0-8-15,0 0-11 0,3-88-7 0,-9 73-5 32,2 7-5-32,-4 1-2 0,0-1-4 15,-1 6-2-15,-4 2-2 0,-3 2-1 16,-1 13 0-16,-2 10-1 0,0 8 3 16,2 8 2-16,-2 6-4 0,3 6 3 15,0 3-3-15,5 6-2 0,3 2 2 0,3 1-2 16,5-1 2-16,0-4-1 0,11-8 1 0,5-6 0 15,7-10 1-15,5-5-1 0,3-7-1 16,7-9 3-16,3-7-1 0,3-8 1 16,4-1 1-16,3-15-2 0,1-6 1 15,-1-9 2-15,-1-5-3 0,-5-10 3 16,-6-7-5-16,-9-8 3 0,-5-4-2 0,-11-5 1 16,-5 2-2-16,-7 1-1 0,-2 6 2 0,-12 10-4 31,-11 8 4-31,-9 12 0 0,-10 9-4 0,-10 10 1 0,-9 9 1 0,-4 3-1 15,-1 13 3-15,0 7-1 0,4 7-2 16,7 7-11-16,5 9-24 0,6 5-55 31,8 7-188-31,1-1-49 0</inkml:trace>
  <inkml:trace contextRef="#ctx0" brushRef="#br0" timeOffset="213665.31">13866 7782 420 0,'0'0'70'0,"0"0"-4"0,0 0-12 16,0 0-11-16,0 0-7 0,0 0-6 15,0 0-7-15,0 0 0 16,0 0-4-16,-13 14 0 0,13-14-3 16,-2 1 0-16,2-1-1 0,0 0-4 0,0 0-2 15,2-14-3-15,7-8-3 0,2-13-2 16,5-10 1-16,4-10-3 0,4-9 2 0,5-9-2 16,1-6-2-1,3-6 3-15,-1-4-4 0,0-1 3 0,-5 2 1 16,-2 9-2-16,-5 14 4 0,-5 15-2 15,-6 20 1-15,-4 14-2 0,-2 10-2 0,-2 6 2 16,2 12 1-16,3 14 2 16,0 13 1-16,4 8 1 0,-3 8-1 15,5 4 1-15,2 2 5 0,-1 3-3 0,4 1 4 16,1 2-6-16,2 0-3 0,-1 1 2 16,-2-1-5-16,-1-2 5 0,-3-6-3 15,-3-7 2-15,-1-8-1 16,-2-8 1-16,-4-13-2 0,1-3 1 0,-2-8 0 15,-1-7-1-15,1 1 1 0,-2-6-3 0,0 0-2 16,0 0-9-16,0 0-14 0,0 0-24 0,-10-13-45 16,-6-6-110-16,-5-10-102 0</inkml:trace>
  <inkml:trace contextRef="#ctx0" brushRef="#br0" timeOffset="213848.56">13842 7554 625 0,'0'0'50'0,"0"0"-6"16,0 0-7-16,0 0-3 0,0 0-8 31,0 0-3-31,0 0-4 0,0 0-8 16,103 13-4-16,-39-20-3 0,10-3-2 16,13-2-2-16,5 3-3 0,7 1-13 0,-4 2-25 15,-1 3-53-15,-6 0-205 0,-2 1-22 0</inkml:trace>
  <inkml:trace contextRef="#ctx0" brushRef="#br0" timeOffset="214381.9">15742 7422 681 0,'0'0'45'0,"0"0"-2"0,0 0-4 31,39-79-9-31,-19 61-8 0,4 1-5 0,4 1-3 16,4 3-2-16,1 5-3 0,2 5-3 16,-5 3-3-16,2 0 0 0,-6 10-3 15,-2 5 0-15,-6 7 0 0,-2 2 0 16,-6 6-3-16,-4 4 2 0,-5 2-1 15,-1 3 2-15,-6 1 0 0,-4-2 1 0,-3-2-2 16,-1-5 0-16,-2-4 1 0,1-6 0 0,5-7 1 16,2-6 0-16,5-4 1 0,3-4-1 15,0-1 1-15,1-14-2 0,12-12 1 16,5-10 0-16,6-8 1 0,6-3-2 16,2-1 2-16,0 1-2 0,0 6 2 15,-2 3-2-15,-2 8 2 0,-4 6-1 0,-8 9 2 16,-4 6-1-1,-8 7-1-15,-4 3 0 0,3 0 1 0,3 5-1 0,1 10 1 0,1 8 1 16,-6 6-1-16,-2 6 0 0,0 4-2 31,0 4 3-31,-3 2-5 0,3 2 4 16,0-3-4-16,1-1 2 0,8-7-2 16,3-4 2-16,7-5-1 0,2-5 0 0,3-7-1 15,2-6-1-15,1-3-5 0,2-6-4 0,0 0-10 16,-2-11-12-16,-2-4-21 0,-3-4-34 15,-5-7-95-15,-5-5-124 0</inkml:trace>
  <inkml:trace contextRef="#ctx0" brushRef="#br0" timeOffset="-214697.99">14443 7081 545 0,'0'0'67'15,"0"0"-6"-15,0 0-11 0,0 0-9 16,42-88-12-16,-34 74-7 0,-2 6-4 15,-3 4-4-15,2 1-2 0,-5 3-2 0,0-1-3 16,4 1-1-16,3 10 1 0,3 12 1 0,-4 11 0 16,0 8 1-16,-6 7-3 0,0 4-1 15,0 4 3-15,0 3-4 0,0 5 2 16,0 3-4-16,6 3-4 0,4-2 3 16,1-4-2-16,5-7 2 0,3-7-3 15,3-9 4-15,4-7-3 0,1-10 1 0,-1-6 0 16,5-7-1-1,-2-6-1-15,0-5 0 0,-2-4-4 0,-4-6-5 0,2-4-7 0,-8-2-9 16,-1-4-17-16,-7-3-26 0,-5-4-41 31,-4-2-102-31,0-6-77 0</inkml:trace>
  <inkml:trace contextRef="#ctx0" brushRef="#br0" timeOffset="-214548.02">14537 7369 632 0,'0'0'71'0,"0"0"-13"0,0 0-12 16,0 0-14-16,0 0-11 0,0 0-3 16,0 0-2-16,0 0-2 0,0 0-2 15,0 0-5-15,103-18-4 0,-44 12-3 0,10 3-2 16,1 0-9-16,4 3-25 0,5 0-66 0,-1-1-210 16,5 1-23-16</inkml:trace>
  <inkml:trace contextRef="#ctx0" brushRef="#br0" timeOffset="-213814.56">17360 7565 532 0,'0'0'60'0,"0"0"-4"0,0 0-7 31,0 0-9-31,0 0-14 0,0 0-9 16,0 0-3-16,0 0 1 0,0 0 3 0,-23-8 1 16,51 10 1-16,16 1-4 0,14-3-5 15,11 0-3-15,11 0-2 0,5-2-3 16,-4-1-1-16,-3 2 0 0,-10-1-3 15,-13 2-1-15,-13 0 2 0,-15 0-2 0,-11 0 0 16,-10 0 2-16,-6 0-3 0,0 0 0 0,0 5-5 16,-3 1-8-16,-11 3-14 0,-8 2-17 15,-11-2-36-15,-6 1-58 0,-6-2-154 16</inkml:trace>
  <inkml:trace contextRef="#ctx0" brushRef="#br0" timeOffset="-213614.7">17417 7897 652 0,'0'0'64'0,"0"0"6"0,0 0-12 16,0 0-26-16,89-12-6 0,-39 2-16 16,5 0-2-16,4 3-3 0,1-1-3 0,-2 4-2 15,-2 1 1-15,2 0-3 0,1 1-4 16,-1 2-12-16,0 0-17 0,-9 0-35 0,-4 0-67 15,-4-5-168-15,-1 0-12 0</inkml:trace>
  <inkml:trace contextRef="#ctx0" brushRef="#br0" timeOffset="-213230.11">18706 7303 784 0,'0'0'45'0,"0"0"-7"15,0-82-11-15,6 56-5 0,1 5-6 16,2 1-5-16,-2 6 1 0,3 3-3 0,-4 6-3 31,-3 1-2-31,5 4-2 0,2 7-1 16,2 12-1-16,1 13 0 0,-3 9 4 0,-6 11-2 16,-1 7 2-16,-3 9-3 0,0 8-2 15,0 4 1-15,-1 2-2 0,-1-3 4 16,2-6 1-16,0-8-3 0,8-10 0 15,4-8-2-15,6-9 0 0,4-7 2 0,5-10 1 16,6-5 0-16,7-6-1 0,7-7 2 16,7-3-2-16,5 0 0 0,3-8 0 0,-1-1 1 15,-5 1 0-15,-4-1 0 0,-10 0-1 16,-8 2-1-16,-11 0 2 0,-11 4 0 16,-7 3 0-16,-5 0 1 0,0-1 0 15,0 1-2-15,3 0 1 0,-2-2-1 0,1 2-2 16,-1 0 0-16,-1-1-7 0,0 1-6 0,0 0-13 15,0 0-22-15,-3 0-58 0,-6 3-208 16,-5 1-22-16</inkml:trace>
  <inkml:trace contextRef="#ctx0" brushRef="#br0" timeOffset="-209264.38">21507 7447 620 0,'0'0'64'16,"0"0"-11"0,0 0-12-16,0 0-14 0,0 0-13 15,0 0-7-15,0 0-1 0,0 0 0 16,0 0 2-16,0 0-1 0,72 39 0 0,-40-7-2 16,7 2-1-16,5-1-1 0,5-3 0 15,4-3-1-15,5-5 1 0,3-7-1 16,1-6-1-16,1-9 0 0,0 0 0 15,-3-10-1-15,-2-7 0 0,-5-5 1 0,-7-5 0 16,-9-2 0-16,-8-4 0 0,-7-2 1 16,-8 0-2-16,-5 2 1 0,-3 4-1 0,-5 9 0 15,-1 8 0-15,2 7-1 0,-2 5-1 16,0-1-2-16,0 1-3 0,0-2-5 16,0 2-4-16,0 0-8 0,-3 5-12 15,-6 5-23-15,0 7-33 0,-1-3-109 0,-3 1-92 16</inkml:trace>
  <inkml:trace contextRef="#ctx0" brushRef="#br0" timeOffset="-208992.98">22094 6993 712 0,'0'0'51'0,"0"0"-8"0,-16-82-8 16,13 70-6-16,3 7-8 0,0 5-7 0,-1-1-7 15,1 1-3-15,0 1-1 0,0 16 0 16,0 13 2-16,0 13 1 0,4 8-2 16,2 7 1-16,0 6 1 0,0 6-2 15,-2 7 1-15,-1 4-3 0,-3 5-4 0,1 0 4 16,-1-1-3-16,0-6 1 0,0-7 3 16,0-7-3-16,0-9 2 0,0-7-2 0,2-7-2 15,-1-5 0-15,2-8-4 0,-2-10-5 16,4-1-6-16,-2-5-11 0,3-6-19 15,1 3-40-15,-5-8-144 0,9 0-90 16</inkml:trace>
  <inkml:trace contextRef="#ctx0" brushRef="#br0" timeOffset="-208664.82">23010 7078 641 0,'0'0'50'0,"0"0"0"0,12-102-7 15,-7 79-7-15,-4 4-10 0,1 8-8 16,-2 5-3-16,1 2-5 0,-1 4-4 16,-13 4-3-16,-7 14-3 0,-8 12 0 15,-2 11 0 1,0 11 1-16,-1 9 2 0,4 7-1 0,2 8 0 0,6 4-2 0,5 7-1 0,5 3 1 15,6-3-1-15,3-3 1 0,8-7 1 16,9-8-2-16,6-11 3 0,9-10-4 31,5-9 1-31,4-10-1 0,1-6-1 16,1-9-2-16,-1-6-4 0,-4-6-3 16,-3-2-6-16,-6-1-14 0,-2-8-24 0,-2-2-35 15,-7-2-122-15,-3-3-87 0</inkml:trace>
  <inkml:trace contextRef="#ctx0" brushRef="#br0" timeOffset="-208289.38">23221 7271 734 0,'0'0'49'0,"0"0"-4"16,0 0-15-16,34-90-5 0,-29 81-10 15,-2 6-7-15,4 3-3 0,-3 3 0 16,2 14 3-16,-2 11-6 16,-1 12 4-16,-3 6-6 15,0 8-1-15,-7 5 2 0,0 7-2 0,-5 1 1 16,3-2-1-16,1-1 3 0,2-7-4 16,3-7 1-16,3-7 3 0,3-8-5 15,6-10 6-15,4-5-3 0,4-9 1 16,2-7-1-16,6-4 2 0,3 0-1 0,4-4 0 15,2-5 1-15,0-4-6 0,2 3 5 16,-3 0-5-16,-2-2 5 16,-4 5 0-16,-8 1 0 0,-2 3-1 0,-5 0-1 15,-7 2 0-15,0 1-1 0,-5 0-1 16,0-2-5-16,6 2-10 0,0 0-11 16,-2 0-13-16,2 0-25 0,-6 0-32 0,0 0-152 15,1 0-46-15</inkml:trace>
  <inkml:trace contextRef="#ctx0" brushRef="#br0" timeOffset="-207948.07">23497 6891 756 0,'0'0'49'0,"0"0"-12"0,0 0-8 0,0 0-8 16,0 0-7-16,0 0-4 15,0 0 0-15,0 0-1 0,0 0-3 0,94-59 3 16,-56 80-2-16,5 10-2 0,3 5 0 16,3 7-2-16,1 4-2 0,-1 4 3 0,-3 7-1 15,0 5-2-15,-7 9 2 16,-5 8-4-16,-10 8-1 0,-8 10 3 16,-10 2-3-16,-6 1 2 0,-6 1 1 15,-13-3-2-15,-5-5 1 0,-8-4 0 0,-4-7-3 16,-4-10 4-16,2-13-2 0,4-11 1 0,6-14 0 15,5-9-1 1,9-11-1-16,7-8 0 0,4-3-3 0,3-4-5 0,0 0-9 0,12-4-19 16,6-6-56-1,5-5-224-15,-4-5-21 16</inkml:trace>
  <inkml:trace contextRef="#ctx0" brushRef="#br0" timeOffset="-207448.13">24931 7720 613 0,'0'0'53'0,"0"0"-8"0,0 0-11 16,0 0-7-16,0 0-7 0,0 0-5 0,0 0 1 15,0 0-1-15,0 0-1 0,3-5-3 16,10 11 0-16,10 2-2 0,9-4 0 0,9-2-1 16,11-2-3-16,10 0-4 0,6-6 2 15,3-2-2-15,-1 2 0 0,-4 0 1 16,-12 2-2-16,-7 1-1 0,-11 0 0 15,-11 1-1-15,-12 1-2 0,-6 1-2 0,-7 0-7 16,0 0-10-16,0 0-18 0,-2 0-27 31,-12 0-42-31,-6 4-105 0,-11 1-79 16</inkml:trace>
  <inkml:trace contextRef="#ctx0" brushRef="#br0" timeOffset="-207247.75">25086 7974 622 0,'0'0'75'16,"0"0"-11"-16,0 0-13 0,0 0-11 0,0 0-8 15,0 0-6-15,0 0-7 0,0 0-3 16,98 4-6-16,-57-4-4 0,5-1-3 16,2-4-3-16,5 2 0 0,2 0 1 0,0 0-2 15,5 1-1-15,-2 2-5 0,-2 0-13 16,-3 0-14-16,-5 0-38 0,-5 0-124 0,-6 0-127 15</inkml:trace>
  <inkml:trace contextRef="#ctx0" brushRef="#br0" timeOffset="-206314.7">26509 8130 530 0,'0'0'66'0,"0"0"-1"0,0 0-9 15,0 0-18-15,0 0-10 0,0 0-4 16,0 0-5-16,0 0-3 0,0 0-3 16,0 0-1-16,3-62-2 0,7 33-2 0,6 0-2 15,3-3-2-15,4-4-1 0,6-9-2 16,1-3-4-16,3-10 3 0,1-5-1 16,-1-9 0-16,0-5 2 0,-2-4-1 0,-4-2 0 15,-2 2 0-15,-5 5-2 0,-6 10 1 16,-5 11-2-16,-2 20 2 0,-5 8 1 15,-1 13 3-15,-1 8-3 0,0 1 2 0,1 5-1 32,4 13 0-32,2 11-1 0,6 11 3 15,2 7 4-15,3 8-5 0,1 8 6 16,4 6-6-16,2 6-1 0,-2 6 2 0,-1 1-3 16,-1 2 4-16,0 0 1 0,-5-6-2 15,-1-5 2-15,-1-9-4 0,-4-7-2 16,-2-11 2-16,-2-8-1 0,-2-12 1 0,-2-9-1 15,-1-5 0-15,-1-7 1 0,0 0-1 0,0 0 0 16,0 0-1-16,0 0-5 16,0 0-10-16,-7-11-16 0,-9-5-27 0,-6-8-54 15,-2-1-141-15,-6-7-64 0</inkml:trace>
  <inkml:trace contextRef="#ctx0" brushRef="#br0" timeOffset="-206147.1">26541 7785 615 0,'0'0'62'16,"0"0"-5"-16,0 0-11 0,0 0-12 31,0 0-12-31,81-7-7 0,-29-1-6 16,9-1-2-16,5 1-3 0,6 1-2 0,2 2-2 16,3-1-4-16,2 4-12 0,2 2-25 0,-1-1-67 15,-1 1-198-15,-5-6-14 16</inkml:trace>
  <inkml:trace contextRef="#ctx0" brushRef="#br0" timeOffset="-205764.53">28095 7278 663 0,'0'0'61'0,"0"0"-17"15,0 0-4-15,-24-86-18 0,12 69-6 16,-2 5-7-16,-9 3-6 0,-6 6 1 15,-9 3-2-15,-7 8-1 0,-3 11 1 0,-1 7 2 32,4 4-5-32,7 7 5 0,7 2-5 0,11 1-1 15,8 0 2-15,12-2-1 0,3 1 1 16,16-6-1-16,10-1 2 0,6-4-3 16,8-2 3-16,3-3 1 0,6-3-1 15,1-2 0-15,0-1-1 0,-1 0-2 16,-6-1 3-16,-2 2 0 0,-8 0 1 0,-7 1 1 15,-5-1 1-15,-6 0 0 0,-7 2 2 0,-7 1 3 16,-4 0-5-16,-1 2 4 16,-13-1-6-16,-4-3-1 0,-6-2 1 0,-7-5-3 15,-3-1 2-15,-4-5-1 0,-1-5-1 16,0-1 2-16,1 0-3 0,3 0 1 16,5-6-1-16,4-3-2 0,5 0-5 0,7 0-9 15,9 4-12-15,1 2-22 0,4-2-34 0,1 0-67 16,12-1-144-16</inkml:trace>
  <inkml:trace contextRef="#ctx0" brushRef="#br0" timeOffset="-205464.5">28493 7691 749 0,'0'0'44'15,"0"0"-8"-15,0 0-7 0,0 0-8 16,0 0-7-16,0 0-4 0,0 0-2 16,0 0 0-16,0 0-1 0,0 0 2 0,43-17-1 15,-41 45-1-15,-2 3-2 0,0 1 0 0,0 2 2 16,0 0-4-16,0-2 1 16,0-1-3-16,0-4-2 0,1-4 1 0,2-8 0 15,-1-6 1-15,0-1 0 0,0-4-1 16,-1 0 0-16,2 0-1 0,-3-4-3 15,0 0-1-15,0 0-6 0,2 0-9 0,-2 0-15 32,0-4-29-32,0-10-74 0,0-9-172 0,-8-12-15 15</inkml:trace>
  <inkml:trace contextRef="#ctx0" brushRef="#br0" timeOffset="-205314.43">28421 7166 709 0,'0'0'38'0,"0"0"-9"0,0 0-10 16,0 0-11-16,0 0-6 16,0 0-2-16,0 0 3 0,0 0-7 0,0 0-2 15,0 0-28-15,-17 90-45 0,14-54-104 16,-2 2-120-16</inkml:trace>
  <inkml:trace contextRef="#ctx0" brushRef="#br0" timeOffset="-204846.84">28401 7826 774 0,'0'0'38'0,"0"0"-5"16,0 0-6-16,94-83-7 0,-63 68-6 0,4 2-3 15,2 6-4-15,1 5-2 0,-2 2-2 16,-1 8-2-16,-3 7-1 0,-3 6 0 15,-3 4 0-15,-3 3 2 0,-7 2-2 16,-3 4 2-16,-7 1-5 0,-6-2 0 16,0 1-2-16,-6-4-1 0,-9-3 0 0,1-1 0 15,-5-6 3-15,2-3 1 0,4-8 2 16,4-3 1 0,2-6 1-16,1 0 0 0,2-5 0 0,1-10 1 0,3-8-1 0,6-9 1 15,8-2-2-15,8-6 0 0,1-1-1 16,4-3-4-16,4 0 4 0,1 1-3 15,1 9 3-15,-1 6 3 0,1 9-1 0,-3 10 0 16,-1 9 2-16,-3 1-1 0,0 14 1 16,-3 7 0-1,2 3 0-15,-3 4-2 0,-1 1 1 16,-1 2 4-16,-2-1-3 0,-1-2 3 16,-2-4-5-16,-2 0 0 0,-3-5-2 15,-3-7-1-15,-1-1 0 0,-2-3-1 16,-2-4-2-16,2 4-7 0,-1-5-10 0,0 1-24 15,0 0-57-15,-3-5-212 0,0 0-21 16</inkml:trace>
  <inkml:trace contextRef="#ctx0" brushRef="#br0" timeOffset="-204046.78">29760 7117 691 0,'0'0'48'0,"0"0"-7"0,-2-112-2 0,2 80-6 15,5 5-6-15,-1 10-7 0,-3 6-7 16,1 7-3-16,-2 4-4 0,4 0-2 15,5 7 1-15,5 13-1 0,1 12 0 0,-3 9-1 16,-3 8 1-16,-1 7 2 0,-2 6-2 16,-1 5 1-1,2 4-4-15,-1 5-2 16,0 3 2-16,1 0-3 0,2-3 3 0,1-3-2 16,0-8 2-16,1-9 4 0,0-6-2 15,-1-10 1-15,-1-8-2 0,-1-13 0 16,-3-6-2-16,1-8 2 0,-2-3-1 0,3-2 0 15,5 0 2-15,-2-12-2 0,3-10 0 16,-3-3-5-16,0-7 2 0,-1-4-3 16,1-7 3-16,-1-4 3 0,-1-3-1 0,4-3 1 15,-1 3-2-15,2 1 2 0,2 6-3 16,-2 9 2-16,3 5 0 0,0 8 0 16,-5 7 0-16,1 3 0 0,-2 6-2 0,-6 3 2 15,1 0 0-15,-5 2 0 0,4 0 0 16,0 0 0-16,4 3-1 0,0 11 1 15,-8 4 0 1,0 11 0-16,-5 3 2 0,-10 6-3 0,-7 4 2 0,-5 4-1 0,-6-1 1 31,-4 1-1-31,-3-2 2 0,1-3 1 16,0-5-3-16,7-6 4 0,6-5-7 0,9-10 2 16,8-6 1-16,5-4-1 0,4-2 1 15,1 3 0-15,12 0-1 0,9 2 2 16,8-4 1-16,5-3-1 0,4 3 1 0,0-1 0 15,3 0-2-15,-3 0-2 0,-1 1 1 16,-4-1 1-16,-2-1 0 0,-4 1 0 16,-8-1 0-16,-9-2 0 0,-5 1-3 0,-6-1 1 15,0 0-2-15,0 0-5 0,2 0-8 16,-1 0-18-16,-1 0-26 0,0 0-92 16,0 0-164-16,-12 0-16 0</inkml:trace>
  <inkml:trace contextRef="#ctx0" brushRef="#br0" timeOffset="-203014.73">30646 7306 539 0,'0'0'80'16,"0"0"-14"-16,0 0-12 0,0 0-12 0,0 0-10 15,0 0-7 1,0 0-5-16,0 0-6 0,0 0-3 0,2-60-3 0,-2 60-3 31,0 2 3-31,1 14-1 0,5 12 1 16,1 11-2-16,-1 8-1 0,0 10-1 0,-3 3-1 16,0 7-2-16,-2 2 1 0,1-4-2 15,-1-3 3-15,0-6 2 0,5-6-4 16,-2-7 4-16,4-7-5 0,2-9 0 0,1-4 0 15,2-8 0-15,3-6 1 0,2-4 1 16,5-5-2-16,6 0 0 0,5-6 0 16,4-6 0-16,4-2 0 0,0 1 1 0,-2-1-2 15,-3 0 1-15,-4 4-3 0,-6 0 1 16,-8 4 0-16,-7 3 1 0,-7 2-2 16,-5 1-5-16,0-2-5 0,0 2-10 0,2 0-9 15,-2 0-26-15,0 0-56 0,-6 0-193 16,-3 3-11-16</inkml:trace>
  <inkml:trace contextRef="#ctx0" brushRef="#br0" timeOffset="-202098.16">31487 7439 447 0,'0'0'76'0,"0"0"-10"15,0 0-14-15,0 0-9 0,0 0-10 16,0 0-8-16,0 0-5 0,0 0-4 15,0 0 0-15,0 0 0 16,-56-18 2-16,56 18 1 0,12 0-1 0,10 0-3 0,8 3-2 31,8-2-3-31,2 1-2 0,3-1-1 16,-2 1-4-16,-3 0 0 0,-5-1-3 0,-6 1 0 16,-6-1 0-16,-11 1 0 0,-4-1 0 15,-6-1 0-15,0 0 1 0,0 0-1 0,1 0 1 16,1 1 0-16,-1-1-1 15,2 0 0-15,-2 0-2 0,0 0-4 0,1 0-10 16,-1 0-13-16,-1 2-25 0,0 1-38 16,-9 3-95-16,-5 2-125 0</inkml:trace>
  <inkml:trace contextRef="#ctx0" brushRef="#br0" timeOffset="-201780.1">31511 7708 603 0,'0'0'71'0,"0"0"-8"0,0 0-14 16,0 0-17-16,0 0-12 0,0 0-5 0,0 0-3 16,0 0-3-16,0 0-1 0,0 0-2 15,-7 7-2-15,7-7-2 0,0 2-1 16,0-2 1-16,1 0-1 0,14 1 0 0,9-1-1 15,11 0-1-15,7 0 1 0,3 0-2 16,5-3 1-16,2 1 0 0,-1 0-1 16,0 0 6-16,-8 2-1 0,-5 0 1 0,-12 0-1 15,-5 0-5-15,-10 0 0 0,-7 0-2 16,3 0 0-16,-7 0-3 0,0 0-3 16,0 0-8-16,0 0-12 0,0 2-22 0,0 1-43 15,-3 1-108-15,-7 2-99 0</inkml:trace>
  <inkml:trace contextRef="#ctx0" brushRef="#br0" timeOffset="-200930.36">32457 7393 470 0,'0'0'63'0,"0"0"-9"0,0 0-14 15,0 0-10-15,0 0-3 0,0 0-3 16,0 0-3-16,0 0-2 0,0 0-3 16,-26-36-1-16,26 36-1 15,-2-1-3-15,2 1-1 0,-1 0-3 0,-1-2-1 0,1 2 0 16,-1-1-1-16,1 1-1 0,-1-2-1 15,1 2 0-15,1-1 0 0,-1 1-1 0,1 0-2 16,-2 0 1-16,1 0 1 0,-2 0 0 16,2 0-2-1,-1-2 1-15,2 2 0 16,-1 0-1-16,1 0 2 0,-2 0-1 0,2 0 0 16,-1 0 0-16,1 0-1 0,-2 0 2 15,2 0 0-15,-1 0 0 0,1 0 1 16,-2 0-1-16,2 0-1 0,0 0 0 0,-1 0 0 15,1 0 0-15,0 0 1 0,0 0-1 16,-2 0 0-16,2 0 1 0,0-2-2 16,0 2 2-16,-1 0 1 0,1-1-3 0,0 1 1 15,-2 0-1-15,2-2 0 0,-1 1 1 16,1-1 0-16,-1 1 1 0,1 0 0 16,-2-1 1-16,2 0-2 0,-1 1 2 0,1-1 0 15,-2 1-1-15,1-1 1 0,1 1-2 16,-2-1 0-16,0 1 0 0,0-1-1 15,1 1 2-15,-1-1-1 16,1 2-1-16,-1-1 1 0,-3 1-2 0,-1 0 0 0,-3 0 2 31,-4 7-1-31,4 7 1 0,-2 3 1 16,4 2-2-16,-1 2 2 0,2 4-2 0,1 2 1 16,-1 3-1-16,2 4 2 0,4 1-2 15,0 1 0-15,0 1 0 0,4-1 0 16,6 1 0-16,2-4 0 0,0-1 0 0,5-3 0 15,1-2-2-15,1-1 3 0,3-3 3 16,1-2-3-16,1-3 4 0,1-5-6 16,4-1 0-16,2-7-1 0,0-2 8 0,4-3 0 15,1 0 0-15,0-6 1 0,-1-8-12 16,-2-2 4-16,-4-6-3 0,-4-5 5 16,-8-5 0-16,-3-4-1 15,-8-6 1-15,-4-7-2 0,-2-4 2 0,-9 0-2 0,-7 0 2 16,-7 3 0-16,-3 7 1 0,-7 7-1 15,-6 7 0-15,0 8-7 0,-5 7 0 0,-2 9 0 16,1 5-2-16,-2 6 4 0,2 12-10 16,0 10-16-1,3 7-47-15,4 4-175 16,-1 4-78-16</inkml:trace>
  <inkml:trace contextRef="#ctx0" brushRef="#br0" timeOffset="-189498.11">21753 9570 578 0,'0'0'65'0,"0"0"-6"0,0 0-7 0,0 0-12 16,-35-78-12-16,35 78-11 0,-1-2-6 15,1 2-3-15,0 3-1 0,0 18 0 16,6 12 3-16,6 14-3 0,2 8 2 16,0 6-3-16,-1 4 1 0,-3 5 1 0,-1 4-3 15,-3 6-1-15,-4 3-4 0,0 3 0 16,-2-1 1-16,0-4-2 0,0-8 3 0,-2-9 1 16,1-11-3-16,1-11 5 0,0-10-5 15,0-12 1-15,3-10 2 16,3-7 0-16,7-3 1 0,4-10 0 0,11-11-2 15,2-10-6-15,3-10 4 0,3-9-4 0,-1-8 3 16,2-7 3-16,-3-5-3 0,-2 0 3 31,-4 2-3-31,0 6 3 0,-5 7-3 0,0 8-4 16,-1 11 6-16,-6 8-6 0,-3 10 6 16,-6 9-1-16,-4 6-1 0,-3 3 6 15,0 0-5-15,0 12 7 0,0 8-6 16,-9 10-1-16,-6 4 2 0,-4 5-2 0,-4 5 0 15,-3 3 0-15,0 5 0 0,0 1-1 16,4 0 4-16,3-3-5 0,6-3 2 0,4-6-2 16,8-3 3-16,1-6-2 0,7-3 5 15,9-5 1-15,4-3-5 16,6-4 5-16,4-2-6 0,2-4 1 0,2-4 0 16,-3-1 0-16,-2-2-3 0,-8-1-1 0,-4-2-3 15,-5-1-8-15,-8 0-7 0,7 2-14 16,-3 2-23-16,-1 1-51 0,0 0-183 0,-3-3-25 15</inkml:trace>
  <inkml:trace contextRef="#ctx0" brushRef="#br0" timeOffset="-189147.79">23155 10262 640 0,'0'0'55'0,"0"0"-2"0,0 0-7 0,0 0-13 16,0 0-14-16,0 0-9 0,0 0-1 15,0 0 4-15,0 0 1 16,0 0 1-16,73-27-2 0,-27 27-3 0,8 0-1 15,7 2-3-15,-1 1-2 0,0 1-2 0,-9 1-2 16,-4-1-1-16,-13-1 0 0,-10 1 2 31,-11-4-1-31,-8 1-1 0,-5-1 0 0,0 0-3 16,0 0-3-16,0 0-3 0,-1 0-5 16,-12 0-9-16,-10-3-15 0,-8-2-37 0,1 5-61 15,-3-1-168-15,-1 1-4 16</inkml:trace>
  <inkml:trace contextRef="#ctx0" brushRef="#br0" timeOffset="-188880.02">23020 10508 641 0,'0'0'65'0,"0"0"-10"0,0 0-7 15,0 0-16-15,0 0-10 0,0 0 2 16,0 0-4-16,0 0-2 0,0 0-3 0,101 16-7 15,-52-16 1-15,6 0-3 0,6 0-1 16,-1 0-2-16,0 0-2 16,-2 0-1-16,-5 1-1 15,-5 3 1-15,-4 3-1 16,-6-3-1-16,-7 1 1 0,-12-2 3 0,-8-2-6 16,-5 1 4-16,-6-2-8 0,0 0-8 15,0 0-3-15,1 0-12 0,1 0-19 0,-2 0-50 16,0-2-136-16,-9-4-83 0</inkml:trace>
  <inkml:trace contextRef="#ctx0" brushRef="#br0" timeOffset="-188297.87">24806 9706 498 0,'0'0'69'15,"0"0"-9"-15,0 0-5 0,0 0-10 0,-12-80-9 0,12 73-5 0,0 0-8 16,0 7-4-16,0-1-6 0,0 1-1 31,0 0 0-31,0 0-1 0,0 3 2 16,-1 15-2-16,1 10 0 0,0 10-4 0,0 1 2 16,4 2-3-16,0 2 0 0,3 1 4 15,-1 0-7-15,1-2 3 0,1-1-5 0,-1-3 0 16,0-3-1-16,-1-3 0 0,0-6 0 15,-3-8 0-15,-2-8 0 0,1-3 1 16,-2-7-1-16,0 0 0 0,0 0 1 16,1 0-2-16,1 0 0 0,0 0-4 0,2-12-6 15,-1-8-6-15,-1-6-10 0,-2 2-13 16,0-1-18-16,-5 0-34 0,-1 2-50 0,-5 0-90 16,1 2-49-16</inkml:trace>
  <inkml:trace contextRef="#ctx0" brushRef="#br0" timeOffset="-188047.91">24466 9866 656 0,'0'0'61'0,"0"0"-9"16,0 0-8-16,0 0-16 0,0 0-7 16,0 0-6-16,0 0-1 0,0 0 2 15,0 0-1-15,0 0-4 0,61 24-2 16,1-28-9-16,13-5 4 0,10-2-7 0,6 1 4 15,2 2 0-15,-2 0-2 0,-10 4 0 16,-8 1 1-16,-12 1-3 0,-14 2 2 0,-17 0-3 16,-11 0-4-16,-12 0-4 0,-7 0-6 15,0 0-5-15,0 0-8 0,-4 6-14 16,-8 11-33-16,-7 4-53 0,-2 2-139 16,-2 0-19-16</inkml:trace>
  <inkml:trace contextRef="#ctx0" brushRef="#br0" timeOffset="-187796.89">24752 10392 792 0,'0'0'39'16,"0"0"-4"-16,0 0-10 0,0 0-12 15,0 0-4-15,0 0-2 0,0 0 0 16,0 0-1-16,0 0-2 0,80 22-1 16,-44-14-2-16,9-2 0 0,5 0-1 0,5-1 1 15,6-1-2-15,3-4-4 0,-1 0-12 16,3 0-19-16,-5 0-53 0,0 0-190 0,-9-7-50 16</inkml:trace>
  <inkml:trace contextRef="#ctx0" brushRef="#br0" timeOffset="-187214.64">26159 9806 623 0,'0'0'67'0,"0"0"-8"0,0 0-13 0,0 0-10 16,0 0-8-16,-20-84-7 0,21 69-3 16,4 0-3-16,3 4-2 0,7 5-3 0,2 5 0 15,11 1-3-15,1 0-2 0,2 13-1 16,3 7-1-16,-3 4-2 0,1 5 1 0,-4 4-2 15,-4 2 1-15,-4 2 3 0,-5-1-4 16,-6 2 3-16,-6 0-4 0,-3-1-1 16,-5-4 2-1,-5-3-2-15,-3-6 2 16,-3-4-1-16,4-6 1 0,-2-6 0 0,5-4 2 16,-1-4-1-16,-1 0 1 0,3-12-2 15,3-8 0-15,5-6 0 0,0-7 1 0,13-6 1 16,8-7-2-16,5-6-4 0,8-2 1 15,2-1-1-15,3 2 2 0,4 6 3 16,-2 9-1-16,-1 10 1 0,-1 12-2 16,-4 10 0-16,-2 6 1 0,-4 17-1 0,-1 8 3 15,-5 9-2-15,0 4 2 0,-4 4 0 16,-5 2 1-16,-1 0 5 0,-4-1-3 0,-3-2 2 16,0-4-5-16,-3-2-1 0,-1-4-1 15,2-10-1-15,-2-1 1 0,-2-6 0 16,0-8 0-16,1 6-1 0,1-7 0 15,-2-1-1-15,1 0-3 0,-1-4-6 0,0 0-13 16,2 0-27-16,2-7-57 0,1-8-211 31,3-6-19-31</inkml:trace>
  <inkml:trace contextRef="#ctx0" brushRef="#br0" timeOffset="-186914.75">27277 9654 723 0,'0'0'52'16,"0"0"-6"-16,0 0-7 0,0 0-12 16,0 0-9-16,0 0-7 0,0 0-1 0,0 0 0 15,0 0-3-15,11-47 1 0,23 41-1 16,10-1-1-16,12 3-1 0,11-1 1 0,4 1-2 31,5-2-1-31,0 0-2 0,-5-1-2 0,-6 2 2 0,-8-2-1 0,-11 3 1 31,-19 1-1-31,-5 0 0 0,-9 1-2 16,-9 1 0-16,1 1-5 0,-5-5-5 0,-5-2-7 16,-8-1-15-16,-7-1-18 0,-11 3-42 15,-3 4-79-15,-9-1-137 0</inkml:trace>
  <inkml:trace contextRef="#ctx0" brushRef="#br0" timeOffset="-186664.65">27400 9569 727 0,'0'0'49'0,"0"0"0"0,0 0-12 0,0 0-12 16,0 0-6-16,0 0-5 0,0 0-5 15,0 0 0-15,45 89-1 0,-39-58-2 16,0 2-1-16,-3 3-5 0,0 1 1 15,0-1 4-15,-1 4-4 0,-1-4 4 0,1 1-3 16,1-6-3-16,0-3-1 0,1-5 0 31,-1-7-2-31,2-2-1 0,0-6-6 0,-1-1-6 16,2-1-10-16,-3-2-19 0,10-4-44 16,-3-4-82-16,5-11-140 0</inkml:trace>
  <inkml:trace contextRef="#ctx0" brushRef="#br0" timeOffset="-186463.64">27750 9579 726 0,'0'0'58'0,"0"0"-11"15,0 0-14-15,0 0-8 0,0 0-5 16,0 0-3-16,0 0-2 0,0 0-1 16,66 93-5-16,-63-63-1 0,-1 4-1 0,-1-1-2 15,1 4-3-15,2-1 2 0,-1 0-2 16,1-1-1-16,2 0 2 0,0-4-5 0,0-3-4 31,0-3-3-31,0-3-8 0,-1-7-9 0,1 1-14 0,1-4-31 0,1-3-78 16,-2-1-164-1,-1-4-8-15</inkml:trace>
  <inkml:trace contextRef="#ctx0" brushRef="#br0" timeOffset="-186147">26495 10478 679 0,'0'0'54'0,"0"0"-7"0,0 0-10 0,0 0-15 16,0 0-8-16,0 0-2 0,0 0 1 15,0 0 2-15,0 0-3 0,85 24-2 16,-17-21-1-16,11-3-5 0,14 0 1 15,7 0-2-15,8-4-1 0,5-3 1 0,4 2-3 16,0-3 1-16,-4 1 0 0,-7 0-1 0,-12 1 1 31,-12 2-2-31,-16 1 2 0,-14 0-1 16,-18-1 0-16,-15 3 0 0,-11 1-1 16,-8 0 0-16,0-2-5 0,0 2-8 15,0 0-12-15,0 0-24 0,-11 0-51 16,-7 5-202-16,-8 4-25 0</inkml:trace>
  <inkml:trace contextRef="#ctx0" brushRef="#br0" timeOffset="-185796.89">26947 10794 828 0,'0'0'40'16,"0"0"-3"-16,0 0-8 0,0 0-11 15,0 0-7 1,0 0-5-16,85-69 2 0,-79 71-3 0,3 10 0 0,1 8-1 31,-4 6 0-31,-3 8-1 0,-3 8 1 16,0 5-3-16,0 3 1 0,0 1-2 0,0 2-1 16,1 0 4-16,2-3-3 0,3-1 3 0,5-3-2 15,1-5-2-15,3-2-1 0,3-6 1 16,4-2 1-16,4-7-1 0,4-6 3 15,3-4-3-15,5-8 1 0,4-6 0 16,4 0-1-16,2-4 0 0,0-5-1 16,-3-2 0-16,-2 2-1 0,-5-1-1 0,-5 5-4 15,-6 0-2-15,-9 2-5 0,-1 3-10 0,-2 0-18 16,-4 0-66-16,-1 0-207 0,-2 0-26 16</inkml:trace>
  <inkml:trace contextRef="#ctx0" brushRef="#br0" timeOffset="-181464.5">24285 12543 529 0,'0'0'61'0,"0"0"-2"0,19-96-5 0,-10 68-11 15,2 6-12-15,1 0-6 0,3 7-6 0,3 3-4 16,2 4-3-16,5 7-1 16,2 1-3-16,2 6-2 0,1 9-3 0,-2 5 0 15,2 6-2-15,-2 5 1 0,-4 6 2 16,-2 4-5-16,-6 5 4 0,-3 1-4 15,-6 0 0-15,-4 0 1 0,-3-3-1 0,0-2 1 16,-7-4-1-16,-2-5 2 0,-2-6-1 0,3-11 2 31,4-5 0-31,2-7 1 0,1-4 0 16,0-10 0-16,1-11-1 0,0-11-1 16,8-8 0-16,11-5-1 0,3-7 1 15,8-6-2-15,4-5-1 0,4-4 1 16,4-1-2-16,2 2 4 0,5 8 0 0,-3 13-1 15,1 11 0-15,-7 16 0 0,-1 14 0 0,-7 4 2 16,-3 17-1-16,-4 7 2 16,-4 7 0-16,-4 6 3 0,-2 1-2 0,-1 3 1 15,-2 1 2-15,-2 1-5 0,1-2 2 16,-2 2-4-16,0-3-1 0,-3-2 3 16,1-1-2-16,-4-5 0 0,0-5 1 0,0-7-1 15,-2-2-1-15,1-8 1 0,-2-5 0 0,1 1-1 16,-1-3-1-16,1 2 0 15,1 0-5-15,-1-1-8 0,2 0-12 0,0 3-22 16,4 1-47-16,3 3-99 0,4-8-121 16</inkml:trace>
  <inkml:trace contextRef="#ctx0" brushRef="#br0" timeOffset="-181131.21">26208 12485 591 0,'0'0'52'16,"0"0"5"-16,0 0-3 0,0 0-16 0,0 0-13 15,0 0-9-15,0 0 3 0,0 0 0 16,0 0 1-16,0 0-2 0,36-6-6 15,9 7-3-15,6-1-2 0,5 0-3 0,6 0 0 16,4-1-3-16,-1-4-1 0,-2 0 1 0,-2 1-2 31,-9 1 1-31,-7 0 1 0,-19 1-1 16,-9 1 0-16,-10 1 0 0,-7 0-1 16,0-2 1-16,0 2 0 0,2 0-1 15,-2-1-1-15,1-1-4 0,-1-2-4 16,-3-1-10-16,-7 0-12 0,-1 0-23 0,1 5-34 15,-8 0-77-15,2 0-144 0</inkml:trace>
  <inkml:trace contextRef="#ctx0" brushRef="#br0" timeOffset="-180798.02">26093 12741 719 0,'0'0'51'0,"0"0"2"0,0 0-14 16,0 0-14-16,0 0-9 0,0 0-3 16,111-12-1-1,-65 12-2-15,6 0 0 16,5 0-3-16,3 0-2 0,2 4-2 0,2 1-1 16,1 0 0-16,-3-1 0 0,-1 2-1 0,-3-1-1 15,-5-4 0-15,-2 1-2 16,-5-2 2-16,-7 0 0 0,-13 0 1 0,-11 0 1 15,-4-2-1-15,-6 0 1 0,-2-2-2 16,1 3 0-16,-4-5 1 0,0 1-1 16,0-4 1-16,-3 2-1 0,0 2 0 0,2 2-1 15,1 3-2-15,-2-2-3 0,2 2-9 0,-4-3-15 16,-6-1-30-16,3 1-58 16,-2-2-200-16,5 5-14 0</inkml:trace>
  <inkml:trace contextRef="#ctx0" brushRef="#br0" timeOffset="-178880.11">28214 12335 522 0,'0'0'57'16,"0"0"-3"-16,0 0-4 0,0 0-11 16,0 0-9-16,0-81-6 0,0 75-5 0,0 1-3 15,0-1-1-15,0 2-6 16,0 4-3-16,-6 0-2 0,-6 3-4 0,-9 12 5 15,-7 9 0-15,0 8 3 0,-1 8-1 0,1 2 1 16,4 5-5-16,3 0 1 0,5 2 4 16,5-1-6-16,5 0 5 0,4-1-4 15,2-4-2-15,6-2 1 0,9-1-2 16,5-5 2-16,3-3-1 0,6-7 2 16,4-5-1-16,5-6 2 0,3-8-2 0,3-6 2 15,1-3 0-15,3-11-1 0,-3-7 0 0,-1-5 0 16,-3-2-2-16,-5-4 0 0,-5-2 1 15,-6-4-2-15,-3-3 4 0,-7-5-3 16,-6-5-4-16,-4-5 4 0,-5-8-5 31,-8-3 3-31,-11-3 3 0,-9 1-3 16,-7 6 2-16,-9 12-2 0,-10 13-2 0,-2 17 3 16,-8 14 0-16,-2 10-1 0,2 17 2 0,3 12-2 15,8 8-3-15,5 7-1 0,10 5-12 16,8 3-11-16,6 2-30 0,9 2-53 15,5-1-196-15,7-3-16 0</inkml:trace>
  <inkml:trace contextRef="#ctx0" brushRef="#br0" timeOffset="-178448.13">28706 13025 729 0,'0'0'57'16,"0"0"-5"-16,0 0-16 0,0 0-11 16,0 0-9-16,0 0-5 0,0 0-1 0,0 0-2 15,92-32-2-15,-69 50-1 0,-4 7-2 0,-2 2-2 16,-1 3-2-16,-6 4 1 0,-4 2 4 15,-6 1-5 1,0 0 2-16,-9 0-10 0,-8-2-10 0,-2-3-9 0,-4-2-17 31,-1-3-24-31,1-4-49 0,7-6-132 16,0-9-60-16</inkml:trace>
  <inkml:trace contextRef="#ctx0" brushRef="#br0" timeOffset="-177914.48">29893 11996 685 0,'0'0'58'15,"0"0"-8"-15,0 0-12 0,0 0-11 16,0 0-12-16,0 0-9 0,0 0 1 16,0 0 1-16,0 0 2 0,0 0 1 0,3 59-2 15,-2-6-5-15,1 7 1 0,-1 2-3 0,0-2 1 16,2 1-3-16,2-2 1 0,-1-5 3 15,3-4-5 1,-1-6 4-16,0-6-2 0,-2-8-2 0,-1-9 2 0,-1-10-2 16,-1-5 1-1,-1-6 0-15,0 0-1 16,0 0-3-16,0 0-10 0,2 0-8 0,-2-3-19 16,-3-15-25-16,-5-5-47 0,-3-11-130 0,-1 2-66 15</inkml:trace>
  <inkml:trace contextRef="#ctx0" brushRef="#br0" timeOffset="-177697.09">29544 12286 644 0,'0'0'72'0,"0"0"-15"0,0 0-14 16,0 0-14-16,0 0-5 0,0 0-4 16,0 0 2-16,0 0-4 0,0 0-3 15,0 0-2-15,92 49-5 0,-33-44-2 16,4 2-4-16,3-4 0 0,0 0-1 15,-3-2-1-15,-2-1-2 0,-7 0-4 0,-4 0-5 16,-7-3-8-16,-6-3-8 0,-14 1-9 0,-4 1-14 31,-9 1-28-31,-5 2-71 0,0 1-151 16,-5 0 2-16</inkml:trace>
  <inkml:trace contextRef="#ctx0" brushRef="#br0" timeOffset="-177464.48">29667 12894 764 0,'0'0'53'0,"0"0"-12"0,0 0-14 16,0 0-8-16,0 0-2 0,0 0-2 0,0 0-2 15,0 0-4-15,101 19-3 0,-48-19-3 0,6 0-1 16,2 0-2-16,-2-2-2 0,0-1-6 15,-4-1-8 1,0-1-14-16,-6 0-19 0,-3 0-49 0,-4 0-124 0,-8-4-102 16</inkml:trace>
  <inkml:trace contextRef="#ctx0" brushRef="#br0" timeOffset="-177031.45">30691 12131 793 0,'0'0'44'0,"0"0"-5"0,0 0-9 16,0 0-12-16,0 0-8 0,0 0-6 16,0 0-2-16,0 0-1 0,80-35-1 15,-53 32-2-15,2 1-1 0,3 0-5 0,3-1-5 16,-1-2-8-16,-2-3-5 15,-1-1-2-15,-6-3 3 0,-4-1 8 0,-10 2 6 16,-2-1 10-16,-5 3 5 0,-2 4 6 0,-2-6 4 31,0 7 5-31,0-3 2 0,0-1 0 16,-3 3-1-16,-1 0-3 0,2 3-2 16,2 2-6-16,-1-2-1 0,-2 2-3 15,-5 7-1-15,1 10 1 0,-1 11 1 16,2 8-1-16,4 9 1 0,2 10-3 0,0 6 0 15,0 5-2-15,0 3-1 0,0-2 2 0,0 0-2 16,2-5 2-16,-1-6-2 0,2-4-1 16,1-7 0-16,-1-7 0 0,0-5 0 15,2-5-2-15,-3-10-1 0,3-3-6 16,-2-4-6-16,1-4-12 0,2 1-17 16,-3-5-41-16,-1 2-91 0,-2-5-143 0</inkml:trace>
  <inkml:trace contextRef="#ctx0" brushRef="#br0" timeOffset="-176831.3">30684 12979 752 0,'0'0'62'0,"0"0"-14"15,0 0-17-15,0 0-10 0,0 0-5 16,0 0-3-16,0 0-2 0,0 0-5 15,87 10-4-15,-38-10-2 0,7 0-3 0,1 0-5 16,5-5-12-16,4 2-20 16,-1-3-71-16,0 3-204 0,-4-6-24 0</inkml:trace>
  <inkml:trace contextRef="#ctx0" brushRef="#br0" timeOffset="-176531.27">31466 13121 768 0,'0'0'57'0,"0"0"-12"0,0 0-11 0,0 0-13 15,0 0-9-15,0 0-5 0,0 0-2 0,0 0-2 16,0 0 0-16,51-23-1 0,-27 44-1 16,-2 5-1-16,-4 6 4 0,-1 1-5 15,-7 4 3-15,-7 0-4 0,-3 0-6 16,-9-2-4-16,-7 0-11 0,-7-5-11 16,-1-1-16-16,-1-4-21 0,2-7-34 0,5-6-73 15,1-8-114-15</inkml:trace>
  <inkml:trace contextRef="#ctx0" brushRef="#br0" timeOffset="-176214.6">32115 12091 762 0,'0'0'51'0,"0"0"-12"16,0 0-9-16,0 0-13 0,0 0-8 15,0 0-5-15,0 0 0 0,0 0 2 0,0 0 2 16,0 0-1-16,29 61-1 0,-21-17-4 16,-4 3 0-16,-1 0-2 0,0 0 1 15,0-1-2-15,1-4 0 0,-1-1 3 16,1-6-5-16,0-4 4 0,1-10-3 0,-1-5-2 15,-1-5-5-15,-1-6-10 0,1 1-10 16,-3-6-20-16,0 0-42 0,4 0-135 0,-1 0-88 31</inkml:trace>
  <inkml:trace contextRef="#ctx0" brushRef="#br0" timeOffset="-176014.75">31909 12380 699 0,'0'0'70'0,"0"0"-10"0,0 0-18 16,0 0-13-16,0 0-9 0,0 0-2 15,0 0-4-15,100 3-6 0,-54-3-1 16,3-3-8-16,2 0-1 0,-1 0-2 0,-4 0-2 16,-2 1-6-16,-7 1-13 0,-2 1-18 15,-9 0-37-15,-4 0-73 0,-9 0-161 0,-7 0-4 16</inkml:trace>
  <inkml:trace contextRef="#ctx0" brushRef="#br0" timeOffset="-175797.76">32013 13075 838 0,'0'0'42'0,"0"0"-12"16,98-15-13-16,-59 8-9 0,3-1-5 0,3 4-2 16,0 2-1-16,-1 2-1 0,-1 0-2 15,-3 4-3-15,-3 4-6 0,-3-1-14 0,-4 4-22 16,-5-2-49-16,-5-1-132 0,-8-4-94 16</inkml:trace>
  <inkml:trace contextRef="#ctx0" brushRef="#br0" timeOffset="-175276.09">32675 12223 500 0,'0'0'67'0,"0"0"-12"0,0 0-6 16,0 0-8-16,0 0-4 0,0 0-3 15,0 0-3-15,0 0-6 0,0 0-4 0,-19-40-2 16,18 40-4-16,0-2-2 0,1 0-3 16,0-2-3-16,4-2-1 0,10 0 0 15,6 3-1-15,7 3 0 0,3 3-1 0,3 9 0 16,5 3-1-16,-2 5-3 0,-1 3 0 15,-4 1 0-15,-3 5 0 0,-5 1 0 16,-10 4 0-16,-6 1-2 0,-7 2 1 31,-1 5-1-31,-11-2 3 0,-8 4-2 0,-4 1 3 16,-4-3 1-16,-5 1-2 0,1-4 0 16,0-1 0-16,3-2 1 0,6-4-1 0,3-4 0 15,8-10-1-15,4-3 0 0,5-6 0 16,3 0 1-16,7 5 0 0,10-5 0 15,12 3 1-15,7-3-2 0,9-1 1 16,4-2-1-16,5-2 1 0,4-2 0 0,2 0-1 16,-1-2-1-16,1 0 0 0,-9 0-1 15,-7 0 5-15,-13 0 2 0,-15 1 0 0,-8-1 0 16,-8 0-5-16,0 0-4 0,0 0-4 16,0 0-5-16,2 0-12 0,-2 0-19 15,-2 0-56-15,-12 0-217 0,-2-9-21 16</inkml:trace>
  <inkml:trace contextRef="#ctx0" brushRef="#br0" timeOffset="-144763.68">3415 10374 561 0,'0'0'39'0,"-20"-96"7"15,17 55 1-15,-3 7-3 0,2 12-8 0,1 9-8 16,3 9-9-16,0 4-8 0,-3-2-5 31,3 2-2-31,0 0 0 0,3 12 1 16,9 13 1-16,5 9-3 0,-1 6-1 0,4 6-2 16,3-1 1-16,-1 1-3 0,7-1 2 15,6-1 5-15,2-4-4 0,8-7 6 16,4-7-5-16,2-9-1 0,7-11 2 0,1-6-1 15,3-17-3-15,3-11-3 0,2-11 3 16,2-6-5-16,2-8 6 0,-6-5 1 16,-10-3 0-16,-10 3 1 0,-9 7-2 0,-13 7 3 15,-7 10-3-15,-9 13 2 16,-4 10-2-16,-1 7 0 0,-2 4-2 0,0-1-1 16,0 1-2-16,0 0-3 0,-6 3-4 0,-6 10-14 15,-1 6-19-15,-3 0-35 0,-1 5-60 16,-3-2-148-16,1-1 19 0</inkml:trace>
  <inkml:trace contextRef="#ctx0" brushRef="#br0" timeOffset="-144448.02">3905 10021 760 0,'0'0'33'0,"0"0"-3"0,0 0-4 15,0 0-10-15,0 0-7 16,0 0-5-16,0 0-2 0,0 0-1 0,0 0 3 16,0 0 2-16,-1 5-2 0,1 20 3 0,0 15-3 15,0 7 0-15,3 9-2 0,1 8 1 16,1 7-3-16,-1 5 2 0,-1 3 5 16,4 1-6-16,-3 4 4 0,1 1-4 15,-2-1-3-15,-2-4 2 0,2-4 0 16,-3-8 0-16,0-9-1 0,0-10 2 0,0-8 3 15,0-14-2-15,0-5 3 0,0-9-5 0,0-7-3 16,0 0-3-16,0-6-9 0,0 0-9 31,0 0-23-31,0 0-59 0,0-2-193 16,3-14-23-16</inkml:trace>
  <inkml:trace contextRef="#ctx0" brushRef="#br0" timeOffset="-144113.33">4547 10228 628 0,'0'0'33'0,"0"0"3"16,0 0 4-16,0 0-4 0,21-78-9 0,-20 74-11 15,-1 4-4-15,0-2-2 0,0 2-3 16,0-1-1-16,0 1-2 0,-4 0-1 15,-6 7-1-15,-9 13-2 0,0 11 2 16,-1 12-1-16,1 9 2 0,3 9 0 16,-1 6 0-1,5 2 3-15,2 6-3 0,3 0 1 16,7 4-2-16,4 2-3 0,8-2 2 0,4-7-4 16,7-6 3-16,3-11-4 0,3-12 3 15,3-7-3-15,1-9-2 0,0-8 2 16,2-7-12-16,0-5-5 0,-1-7-22 15,-2 0-38-15,-4-11-67 0,-5-5-142 16</inkml:trace>
  <inkml:trace contextRef="#ctx0" brushRef="#br0" timeOffset="-143631.06">4633 10646 759 0,'0'0'39'0,"0"0"-10"0,34-77 0 16,-12 51-14-16,6 4-3 0,2 3-4 0,2 4-4 16,6 7-1-16,-5 5-2 0,4 3 1 15,-5 5-2 1,-2 10-1-16,-6 5 1 0,-7 6 4 16,-5 6-3-16,-5 5 4 0,-7 3-4 15,-3 2-3-15,-10 1 2 0,-5 1-3 16,-3 0 2-16,-2-3 1 0,-2-3 0 0,5-8 0 15,1-5 1-15,6-10-3 0,6-6 4 16,4-6 1-16,2-3-1 0,1-12 1 16,0-11-3-16,11-10 1 0,5-4-1 15,10-4 2-15,4 1-2 0,4 0 3 0,2 2-3 16,-1 3 1-16,-2 2-1 0,-1 1-6 16,-6 3 5-16,-3 3-4 0,-3 5 3 15,-8 5 3-15,-5 9-2 0,-4 4 0 0,-3 3 2 16,0-1-1-16,0 1 0 0,0 0 0 15,-3 6 0-15,-3 9 6 0,-6 9-4 0,-2 3 4 16,2 4-5-16,2 2 1 0,0 0-2 31,3 4-2-31,7 1 2 0,0 0-4 16,3 1 3-16,7 1 0 0,6-4 0 0,4-2-1 16,2-4 0-16,7-4-4 0,1-5-1 15,5-4-8-15,7-5-9 0,3-5-15 16,2-2-19-16,0-5-29 0,3-3-52 15,-3-11-138-15</inkml:trace>
  <inkml:trace contextRef="#ctx0" brushRef="#br0" timeOffset="-143296.86">5502 10307 703 0,'0'0'49'16,"0"0"-7"-16,6-87-7 0,5 60-6 15,8 2-10-15,7 6-4 0,4 2-2 16,8 3-1-16,4 7-1 0,4 5-3 0,1 2-1 16,0 15-2-1,-2 10-1-15,-2 11-3 16,-5 10 1-16,-2 8-3 0,-5 8 2 0,-7 7-1 16,-2 7 2-16,-8 4 1 0,-3 8-1 15,-6 6 0-15,-2 3-1 0,-3 1-4 16,-7-4 4-16,1-8 0 0,-4-8-1 15,0-10 4-15,-2-7-4 0,5-8-1 0,0-7 1 16,2-10-2-16,3-10 0 0,0-6-3 16,2-7-5-16,0-7-4 0,0 0-5 15,0-6-5-15,0 0-14 0,12-12-23 0,5-10-45 16,6-11-146-16,5-7-52 0</inkml:trace>
  <inkml:trace contextRef="#ctx0" brushRef="#br0" timeOffset="-143081.5">6782 10819 825 0,'0'0'48'0,"0"0"-10"0,0 0-14 16,0 0-10-16,0 0-6 0,0 0-2 15,0 0 1-15,0 0-2 0,108-16-2 16,-63 8-1-16,4 2 0 0,2 0-3 15,-2 2 1-15,-7-1-2 0,1 0-2 0,-8 3-4 16,-5-1-7-16,-8 1-9 0,-12 2-12 16,-4 0-19-16,-6 0-31 0,0 0-78 15,0 0-141-15</inkml:trace>
  <inkml:trace contextRef="#ctx0" brushRef="#br0" timeOffset="-142914.83">6773 11208 785 0,'0'0'62'16,"0"0"-13"-16,0 0-14 0,0 0-17 0,0 0-3 31,0 0-3-31,0 0-4 0,120-9-5 16,-65 3-2-16,0-2-4 0,4 1-3 16,2 1-10-16,4 1-16 0,-1-1-43 0,5 2-193 15,-1-4-67-15</inkml:trace>
  <inkml:trace contextRef="#ctx0" brushRef="#br0" timeOffset="-142247.83">8154 11302 768 0,'0'0'38'0,"0"0"-6"0,0 0-5 0,0 0-3 16,0 0-5-16,0 0-7 0,0 0-4 16,0 0-1-16,0 0 1 0,0 0-3 0,-17-21 1 15,17 19 0-15,-2 1-6 0,2-8 5 16,-1-6-6-16,1-10 2 0,0-10-2 15,3-5 1-15,8-11 0 0,4-9-1 16,5-13 2-16,3-11-2 16,5-8 2-16,1-10-3 15,-2-7-2-15,-1-10 3 0,-3-2-4 0,-5 3 4 16,-1 12-3-16,-4 20 2 16,-2 24-3-16,-3 23 2 0,-7 19 2 0,2 14 0 15,0 6 5-15,3 15-3 0,2 12 4 16,1 12-4-16,3 11-2 0,2 9 1 15,1 7-2-15,2 7 4 0,0 4-3 0,2 3 4 16,4 0 2-16,-4 2-3 0,4 1 3 16,0 2-4-16,-4 2-1 0,1-5 1 15,-4-5-3-15,-1-7 3 0,-5-12-3 0,0-12 3 16,-4-10 4-16,-5-14-4 0,2-8 4 16,0-8-4-16,-3-6-1 0,0 0 0 0,0 0-3 15,1 0-6-15,1 0-17 0,1-6-11 16,0-11-44-16,1-5-98 0,-4-7-135 15,0-2-8-15</inkml:trace>
  <inkml:trace contextRef="#ctx0" brushRef="#br0" timeOffset="-142081.49">8209 10817 752 0,'0'0'40'15,"0"0"1"-15,0 0-10 0,0 0-14 0,110-42-10 16,-54 32-6-16,2-1-3 0,7 4-10 16,0 2-19-16,0 3-58 0,-1 1-171 0,-2-3-60 15</inkml:trace>
  <inkml:trace contextRef="#ctx0" brushRef="#br0" timeOffset="-141647.77">9649 10206 700 0,'0'0'46'0,"-10"-78"-3"0,6 44-4 0,-2 7-9 16,-1 9-12-16,1 4-7 0,-6 6-4 15,-5 7-4-15,-6 1 0 0,-6 3-2 16,-7 12 0-16,1 6-2 0,-2 8 0 0,2 6-1 15,0 6 2-15,5 6-1 0,4 3 0 16,4-2-1-16,6 1 2 0,10-5-1 0,6-3 1 16,3-4-2-16,13-5 2 15,10-2 6-15,6-3-5 0,7-2 5 0,6-4-5 16,1-2-1-16,6-1 2 0,0 1-2 16,-2-1 0-16,-3 2-1 0,-5 0 1 0,-7 0-1 15,-5 4 2-15,-7 1-1 0,-7 3 0 16,-9-1 0-16,-7 3-1 0,-4 0 1 0,-13 0 2 15,-8-3-1-15,-5-2 2 16,-8-5-2-16,-2-1 0 0,-6-7-1 0,-1-4 1 31,5-4-1-31,2-4 2 0,2 0-2 0,8-4 0 16,2-6-2-16,7 0-3 0,5-4-8 16,4-3-9-16,5 5-16 0,4-3-19 15,3 3-22-15,3 4-22 0,13 0-33 0,3 8-54 16,4 0-53-16</inkml:trace>
  <inkml:trace contextRef="#ctx0" brushRef="#br0" timeOffset="-141313.49">10077 10774 795 0,'0'0'45'15,"0"0"-8"-15,0 0-9 0,0 0-8 16,0 0-5-16,0 0-4 0,0 0-4 16,0 0-2-1,0 0-3-15,0 0 1 0,-4-67 0 16,8 75-1-16,2 9 2 0,1 8-3 16,-1 9 0-16,0 2 0 0,-3 4-1 15,1 1 0-15,-1-2 3 0,0-1-4 0,1-5 1 16,-1-4 0-16,0-9-3 0,0-4 3 15,-2-5 1-15,-1-6-1 0,2-1 0 16,-2-4-1-16,0 0-2 16,0 0-4-16,0 0-7 0,0 0-13 0,0-9-20 15,-5-9-57-15,-6-12-204 0,-4-10-20 16</inkml:trace>
  <inkml:trace contextRef="#ctx0" brushRef="#br0" timeOffset="-141181.16">9953 10201 719 0,'0'0'35'16,"0"0"-2"-16,0 0-5 0,0 0-14 0,0 0-9 31,0 0-5-31,0 0-2 0,0 0-4 0,0 0-15 16,0 0-39-16,29 101-102 0,-26-69-139 16</inkml:trace>
  <inkml:trace contextRef="#ctx0" brushRef="#br0" timeOffset="-140563.37">10152 10993 850 0,'0'0'23'0,"0"0"0"0,0 0-2 15,34-94-7-15,-20 67-7 0,5 2-3 16,5 0 2-16,3 3-4 0,6-1 2 0,0 3-1 15,5 3-1-15,1 2 1 0,0 5-1 16,3 4 0-16,-3 6-1 0,0 0-1 31,0 4-2-31,-5 8 0 0,-2 3-1 0,-1 7 1 16,-8 3-1-16,-1 6 0 16,-5 2-2-16,-7 4-2 0,-7-1 3 0,-3 1 2 15,-6-2 1-15,-8-3 4 0,-2-5-3 0,-1-2 0 16,-1-5-1-16,-1-3 1 0,8-8 1 15,2-3 2-15,5-3 1 0,-2-3-2 16,0-5 0-16,0-10-1 0,2-6 0 16,4-9 0-16,4-6 1 0,11-9-2 0,4-2 1 15,4-1-1-15,3 2 1 0,0 5-1 16,4 8 3-16,1 9-3 0,-1 7 1 0,-1 8 2 16,1 6-1-16,-1 3 1 0,-1 7-1 15,-2 7 0-15,-2 7-1 0,-2 5 1 16,0 3-3-16,-2 6 2 0,-3 1-2 15,-1 4 1-15,-4-1-1 16,-1 0 1-16,-2 0-1 16,0-4-1-16,-2-2 1 0,6-3 0 15,-3-4-1-15,9-5 3 0,0-4-3 0,7-8 2 16,4-8-1-16,10-1 0 0,1-7 0 16,4-5 1-16,1-5 0 0,-4-1 0 15,3-2 0-15,-11 2 0 0,-5 1 1 16,-11 7 1-16,-4-1 2 0,-8 4 0 0,-2 4-1 15,-1-1 1-15,-3 4-2 16,0-1-1-16,0 1 0 0,2-2-3 0,-2 1 0 16,1 1-2-16,-1-2-7 0,2 2-10 15,-2-1-21-15,0 1-49 0,0-1-217 16,0-1-28-16</inkml:trace>
  <inkml:trace contextRef="#ctx0" brushRef="#br0" timeOffset="-138864.81">12278 9933 574 0,'0'0'72'0,"0"0"-16"16,0 0-4-16,10-88-8 0,-10 82-9 15,0 2-8-15,0 4-5 0,0-4-7 0,-3 3-4 16,-8 1-4-16,-8 6-2 0,-4 14 5 0,-4 11-5 31,-4 12 3-31,2 7-5 0,-1 11-3 0,1 7 2 0,6 11-4 0,1 8 3 31,6 7 2-31,8 3-2 0,5 1 1 16,3 1-2-16,11-2-2 0,11-4 2 0,8-8-3 16,8-12 4-16,8-12-2 0,9-15 1 15,4-9-2-15,2-10 1 0,0-7 3 0,-6-8-9 16,-3-4-6-16,-10-8-7 0,-3 0-17 15,-8-3-29-15,-6-8-86 0,-6-1-159 16,-7-6-4-16</inkml:trace>
  <inkml:trace contextRef="#ctx0" brushRef="#br0" timeOffset="-138381.03">12607 10210 810 0,'0'0'42'0,"0"0"-6"0,0 0-5 16,0 0-9-16,0 0-11 0,0 0-6 31,0 0-2-31,0 0-1 0,0 0 0 0,27-13 1 16,-17 53 0-16,-1 6-1 0,-2 9-2 16,2 4 0-16,1 2 3 0,-2 3-3 15,0 0 4-15,2 0-4 0,-3-4-3 16,0-3 3-16,1-7-4 0,-4-6 3 0,6-9-1 15,-6-13 2-15,-1-8-1 0,-1-8 1 16,-2-6 2-16,3 0 0 0,5-11 1 0,4-12-1 16,4-9 0-16,-2-7-1 0,2-3 1 15,1-4-3-15,1 2 2 0,2 1-2 16,3 6-3-16,0 2 4 0,-1 7-4 16,1 7 4-16,-10 8 0 0,-3 5 0 15,-7 5-1-15,-3 3 0 0,0 0 0 0,0 0 0 16,3 0 1-16,-2 12 0 0,-1 6 4 0,0 5-4 31,-8 3 4-31,-5 1-4 0,-2 2-1 0,-2 1 0 0,4 1 0 0,-1 0 1 31,6 3-1-31,4-1 2 0,2-1-2 16,2-3-1-16,8-3 1 0,3-3 0 16,7-5 1-16,3-4 2 0,4-5-3 0,1-6 0 15,2-3-2-15,0 0-6 0,0-7-9 0,-4-1-12 16,-4-6-28-16,-2-3-58 0,-4-4-190 15,-2-2-20-15</inkml:trace>
  <inkml:trace contextRef="#ctx0" brushRef="#br0" timeOffset="-138014.48">13360 10434 780 0,'0'0'54'0,"0"0"-7"0,0 0-9 15,14-82-15-15,-12 72-6 0,-2 3-4 16,1 2-3-16,-1 5-1 0,0-1-7 0,0 1-1 31,2 0-2-31,3 13-1 0,0 10 1 0,-1 12 4 16,3 8-4-16,-4 4 1 0,0 5 3 16,0 4-5-16,-1 0 4 0,2 3-5 15,-1-3-1-15,1-1 1 0,2-8-1 16,3-6 1-16,3-9 0 0,2-9 3 0,4-10 0 15,1-7 3-15,6-6-2 0,4-3 0 16,1-12 0-16,9-2-1 0,1-2 1 0,0 1 0 16,-1 1-1-16,-3 2 0 0,-6 4 0 15,-8 4-1-15,-5 0-1 0,-7 6 1 16,-5-1-3-16,1 2-3 0,-5 0-6 16,3 0-11-16,2 7-13 0,-2 0-18 0,-2-3-38 15,1 1-73-15,-3-5-140 0</inkml:trace>
  <inkml:trace contextRef="#ctx0" brushRef="#br0" timeOffset="-137636.58">13740 9810 760 0,'0'0'50'0,"0"0"-9"0,0 0-5 16,0 0-8-16,0 0-11 16,0 0-8-16,0 0-3 0,0 0 1 0,0 0-1 0,0 0 2 15,45-23 0-15,-13 34-3 0,5 9-1 16,5 7-2-16,6 8 1 0,-3 7 2 0,7 10-3 16,-2 13 3-16,-2 14-4 0,-2 14-2 15,-5 10 2-15,-6 11 0 0,-11 4-1 16,-12 5 0-16,-9 0-1 15,-6-1-2-15,-13-7 2 0,-10-9 3 0,-6-7-1 0,-1-10 2 16,-3-8-1-16,0-13-3 0,4-10 2 31,7-14-1-31,8-15 0 0,7-14 2 0,7-9-1 16,3-6 0-16,-2 0 0 0,2 0 0 16,0 2-1-16,0-2 0 0,0 0 0 15,0 1-4-15,0-1-4 0,0 0-9 16,0 0-14-16,0 0-29 0,0 0-82 15,2 0-179-15,1 0-23 0</inkml:trace>
  <inkml:trace contextRef="#ctx0" brushRef="#br0" timeOffset="-133664.49">6991 12884 533 0,'0'0'46'0,"0"0"-2"0,0 0 0 16,0 0-6-16,-30-99-4 0,27 78-9 0,-3 0 0 16,2 6 0-16,-2-2 0 0,2 6-1 15,1 2-2-15,-1 0-3 0,1 5-4 16,1 1-5-16,2 3-4 0,-1-2-2 16,-1 2 0-16,1 14 1 0,1 10 0 0,0 12 0 15,0 8-2-15,4 9 2 0,2 8-4 16,0 3 3-16,0 4-4 0,2 0 2 0,-2 4 2 15,3-1-2-15,-2 0 3 0,0-2-4 16,2-7-2-16,-2-7 1 0,-1-13-2 31,1-9 2-31,-3-11 0 0,-1-10 3 16,-1-7 0-16,-2-5 2 0,1 0-1 0,5-7-1 16,0-8-1-16,7-9-1 0,-3-5 1 15,2-4-2-15,2-2 1 0,6-1-1 0,1-3 0 16,5 2-1-16,1-3-4 0,5 0 5 15,0 3-5-15,-2 2 3 0,-1 5 3 16,-6 3-4-16,-7 11 4 0,-5 7-1 16,-6 6-1-16,-5 3 2 0,0 0-2 0,0 0 0 15,0 0 1-15,0 10 2 0,-5 8 0 16,-6 9 2-16,-1 3 1 0,-3 5-3 0,-3 1 2 16,1 4-4-16,2 1 0 0,1 0 0 15,4-2 0-15,2-1-1 0,4-2 0 16,4-2 0-16,0-4 1 0,12-3 0 15,1-4-1 1,10-5 2-16,0-4 0 0,6-6 0 0,-2-3-1 0,2-3 1 0,-1-2-2 31,-2 0 1-31,0 0-2 0,-3 0-2 0,-6 0-6 16,-1 0-5-16,0 0-8 0,-6 0-13 16,-1 0-26-16,-3 0-60 0,-6 0-188 15,0 0-19-15</inkml:trace>
  <inkml:trace contextRef="#ctx0" brushRef="#br0" timeOffset="-133314.61">8241 13182 679 0,'0'0'66'16,"0"0"-13"-16,0 0-14 0,0 0-14 31,0 0-3-31,0 0-4 0,0 0-1 16,0 0-3-16,0 0-4 0,0 0-2 0,-48 18 1 16,51-8 6-16,11 1-4 0,11 2 5 15,12-3-7-15,10-6-2 0,6-2-2 0,5-2-5 16,1 0 0-16,-5 0 0 0,-3-5 0 15,-11-1 0-15,-4 1 0 0,-14 1-4 16,-8 1 2-16,-5 0 2 0,-3 1 0 16,-2 1 0-16,1-1-2 0,-5 2-9 0,0-5-7 15,0 0-11-15,-8-3-17 0,-6-1-42 16,1 6-106-16,-6-2-127 0</inkml:trace>
  <inkml:trace contextRef="#ctx0" brushRef="#br0" timeOffset="-133098.11">8096 13496 873 0,'0'0'42'0,"0"0"-2"16,0 0-13-16,0 0-10 0,0 0-8 15,77-6-4-15,-31 4-1 0,2 2-1 16,5 0 0-16,5 0-3 0,0 2 0 0,0 2-3 15,-2 0-7-15,-5 0-12 0,-5-3-32 16,-7-1-109-16,-7-1-168 0,0-8-23 0</inkml:trace>
  <inkml:trace contextRef="#ctx0" brushRef="#br0" timeOffset="-132464.77">9905 12708 754 0,'0'0'51'0,"0"0"-7"16,62-78-5-16,-34 54-13 0,2-2-5 15,5 4-10-15,1 3 1 0,6 6-6 16,0 6 0-16,-2 7-3 0,-2 8-3 15,0 12 6-15,-8 9-7 16,-2 7 4-16,-8 7-3 0,-6 7-1 0,-4 6 1 0,-7 3-2 31,-3 3 1-31,0 2-1 0,-10-5 1 0,-3-3-2 16,1-9 3-16,-3-5-2 0,0-10 4 16,4-11 3-16,5-9-4 0,4-6 6 15,2-6-7-15,0-2-3 0,0-12 3 16,9-11-4-16,7-13 4 0,4-9 1 0,6-8-1 15,3-7 1-15,2-5-1 0,0-1 2 16,1 1-3-16,0 8 4 0,1 10-3 0,-1 10 0 16,-3 13 1-16,-3 11-2 0,0 12 1 15,-3 6 0-15,-4 15 1 0,1 11-1 16,-3 9 2-16,-3 7-2 0,-3 7 1 16,-2 4 0-16,-5 4 1 0,2-2-2 0,-3 1 2 15,-3-8-3-15,1-5 1 0,-1-9 0 16,0-11-1-16,2-5-2 0,-1-7 2 0,2-3-1 15,1-1-9-15,-2-5-11 0,6-4-40 16,4-2-96-16,5-14-167 0,4-10-14 31</inkml:trace>
  <inkml:trace contextRef="#ctx0" brushRef="#br0" timeOffset="-132197.96">11299 12583 792 0,'0'0'53'0,"0"0"-11"0,0 0-13 15,0 0-10-15,0 0-4 0,0 0-6 0,0 0-5 16,0 0 6-16,0 0 0 0,16-4 0 0,20 8 1 16,12-1-6-16,11 0-1 0,6-3-3 15,2 2 0-15,5-2-1 0,-2 0 0 16,-7 0 2-16,-5 0-3 0,-13 0 1 15,-16-2 0-15,-12 2-2 16,-10 0-1-16,-7 0-3 0,0 0-8 0,0-1-9 0,0 1-12 31,-4-2-18-31,-13-1-53 0,-8 0-104 0,-11-1-109 16</inkml:trace>
  <inkml:trace contextRef="#ctx0" brushRef="#br0" timeOffset="-131946.81">11402 12601 776 0,'0'0'65'0,"0"0"-15"0,0 0-14 16,0 0-12-16,0 0-10 0,0 0-3 15,0 0-3-15,0 0 0 0,0 0-3 16,0 0 1-16,35 40-3 0,-27-11 0 16,-5 7-1-16,0 5 0 15,-3 8-2-15,0 1 1 0,0 3-1 0,0-1 0 0,-3-4-2 16,2-6 2-16,1-6-1 0,0-6 1 0,0-10 0 15,0-10 0-15,0 0-2 0,1-6 0 16,-1-1-2-16,4 2-5 0,2-5-8 31,3 0-12-31,5-4-26 0,1-3-43 16,-2-8-103-16,-3-3-125 0</inkml:trace>
  <inkml:trace contextRef="#ctx0" brushRef="#br0" timeOffset="-131713.74">11729 12694 789 0,'0'0'66'0,"0"0"-18"0,0 0-14 16,0 0-12-16,0 0-6 0,0 0-5 0,0 0-3 15,0 0-2-15,0 0 0 0,0 0-1 16,37 34 1-16,-37-3 0 0,0 9-6 0,0 4 0 16,-1 6 0-16,-2 0 0 0,0 2 0 15,0-4 0-15,3-2 0 0,0-5 0 16,0-6 0-16,0-5 0 0,7-4 0 15,1-6 0-15,-2-7-11 16,3-2-8-16,-3-4-10 16,-1-3-20-16,5-4-53 0,0 0-216 15,3-8-17-15</inkml:trace>
  <inkml:trace contextRef="#ctx0" brushRef="#br0" timeOffset="-131314.78">10479 13585 635 0,'0'0'81'0,"0"0"-15"15,0 0-17-15,0 0-20 0,0 0-10 16,0 0-5-16,0 0 2 16,0 0 1-16,0 0-1 0,0 0-1 0,67-9-5 15,-12 9-1 1,10 1-1-16,14-1-2 0,11 0-1 16,13 0-2-16,11 0-2 0,12-1 0 15,5-2-1-15,5-2 0 0,-4 2 0 0,-8 2 1 16,-11-2-2-16,-18-1 1 0,-18-3-1 15,-16 1 1-15,-18 0 0 16,-15 1 2-16,-12 2-1 0,-12 3-2 0,-4 0-1 16,0-4-3-16,-3-2-2 0,-1-2-3 15,-12 2-6-15,-2 6-11 0,-2 2-23 0,-6 10-58 16,0 6-162-16,0-1-60 0</inkml:trace>
  <inkml:trace contextRef="#ctx0" brushRef="#br0" timeOffset="-130863.77">11234 13901 757 0,'0'0'51'0,"0"0"0"16,0 0-13-16,0 0-10 0,0 0-9 15,0 0-4-15,0 0-1 0,0 0-3 0,0 0-3 16,0 0 0-16,-10-17 4 0,4 28-4 0,-1 10-5 16,-3 8-3-16,-3 3 0 0,4 6 0 15,-1 4 0-15,-1 7 0 16,0 4 0-16,1 4 0 0,-1 4 0 0,-1-1 0 16,5-2 0-16,-2-1 0 0,2-5 0 15,4-7 0-15,2-5 0 0,1-9 0 0,1-6 0 16,8-7 0-16,7-6 0 0,7-6 0 0,7-6 0 15,9 0 0-15,9-8 0 0,7 1 0 16,6-2 0-16,1 0 0 16,3 1 0-1,-3 1 0-15,-1 0 0 0,-6 0 0 16,-8 1 0-16,-9 0 0 0,-11 1 0 0,-9 1 0 16,-7 0 0-16,-6 3 0 0,-1-1 0 15,-4 2 0-15,0-4 0 0,-4-4 0 0,-2 1 0 16,-5-4 0-16,3 7 0 0,1 1-20 15,-3-2-18-15,6 4-58 16,1-1-228-16,3 2-26 0</inkml:trace>
  <inkml:trace contextRef="#ctx0" brushRef="#br0" timeOffset="-119098.14">7288 16338 226 0,'0'0'54'0,"0"0"18"16,0 0 8-16,0 0-6 0,0 0-15 16,0 0-6-16,0 0-11 0,0 0-5 0,0 0-3 15,0 0-4-15,-68 52-4 0,68-52 0 16,0 0-4-16,-1 3-3 0,1-3 1 15,-2 0-3-15,2 0-5 0,0-4-2 16,0-13-5-16,0-10-2 0,3-11 0 0,8-6 0 16,4-8-1-16,5-5-1 0,9-7 1 0,1-6-2 15,4-5-4-15,2-5 4 0,2-4-3 16,0-2 3-16,0 1 3 0,-3 9-3 16,-3 11 3-16,-5 15-3 0,-4 15 2 15,-8 14 0-15,-8 9-1 0,3 8 1 16,-3 4 1-16,2 11 1 0,5 10 1 0,-2 10 0 15,-2 10-2-15,0 8 2 0,2 8-3 16,-2 5 1-16,1 5-2 0,1 1 0 0,1 5 3 16,0 1-2-1,2 2 1-15,-1 2-3 16,-1-1-2-16,-3-3 1 0,0-8-1 16,-4-7 3-16,0-9-2 0,-1-11 2 15,-2-14-2-15,-1-10 1 0,-1-9 0 0,-1-6 2 16,0 0 1-16,0 0 2 0,0 0-3 15,2 0-6-15,-2-14-5 0,0-8-7 0,0-8-15 16,-6-7-26-16,-7-3-50 0,-3-2-93 16,-6-3-124-16</inkml:trace>
  <inkml:trace contextRef="#ctx0" brushRef="#br0" timeOffset="-118930.4">7295 16070 693 0,'0'0'56'0,"0"0"-6"0,0 0-8 0,0 0-9 16,0 0-6-16,0 0-6 0,0 0-6 31,123-5-8-31,-65-1-4 0,7 1-2 0,0 0-2 16,3 3-3-16,-1 2-13 0,-4-3-41 16,-2 2-116-16,-5-5-156 0,-2-2-11 0</inkml:trace>
  <inkml:trace contextRef="#ctx0" brushRef="#br0" timeOffset="-118502.21">8644 15600 787 0,'0'0'51'0,"0"0"-12"15,0 0-8-15,0 0-12 0,0 0-10 16,9-84-5-16,-21 75-3 0,-8 9-2 0,-7 1 0 15,-14 16 1-15,-5 8-1 0,1 8-1 16,-4 4 1-16,1 6-4 0,9 3 5 0,6-4-1 31,7-1 2-31,14 0 5 0,8-9-8 16,4 0 6-16,13-4-5 0,13-6 1 16,6-2 1-16,8-2 1 0,4-4-1 15,5-1-1-15,0 1 1 0,0 0-2 0,-1 1 1 16,-5 2 0-16,-4 2 0 0,-7 1 0 15,-6 3 1-15,-7 1 0 0,-6 2 1 0,-7 1-2 16,-6 0 1-16,-3-1-2 0,-13 0 1 16,-6-1-2-16,-7-4 2 15,-7-3 0-15,-3-3 0 0,-3-4 2 0,-1-5-2 16,-5-6 0-16,6 0 0 0,3-3-2 0,3-7 1 16,6-1 0-16,4-5-2 15,7 1-4-15,3-6-6 16,7 4-9-16,6 2-9 0,3 1-17 0,5 5-24 15,6 2-44-15,11 5-90 0,1 2-88 0</inkml:trace>
  <inkml:trace contextRef="#ctx0" brushRef="#br0" timeOffset="-118196.93">8990 15997 819 0,'0'0'53'0,"0"0"-11"0,0 0-12 16,0 0-12-16,0 0-10 0,0 0-2 0,0 0-1 15,0 0-2-15,0 0 5 0,21-9-2 16,-15 41 0-16,-1 2-2 0,-4 6-2 16,2 4-2-16,-3 0 1 0,0-1-1 15,0-5 0-15,0-3 2 0,3-6-2 16,-3-10-1-16,3-7 2 0,-2-7-2 0,-1-5 2 31,0 0 2-31,0 0-3 0,2 2 1 0,-1-2-1 16,5 0-6-16,1-3-3 0,0-9-9 15,-1-7-17-15,-6-5-39 0,0-5-112 16,-10-9-146-16,-2-6-8 0</inkml:trace>
  <inkml:trace contextRef="#ctx0" brushRef="#br0" timeOffset="-118013.64">8925 15652 797 0,'0'0'49'0,"0"0"-14"0,0 0-10 15,0 0-13-15,0 0-6 0,0 0-6 16,0 0-2-16,0 0-1 0,0 0-2 0,0 0-6 16,-5 29-12-16,10-1-32 0,-1 0-55 0,3 1-180 15,-1 3-30 1</inkml:trace>
  <inkml:trace contextRef="#ctx0" brushRef="#br0" timeOffset="-117581.12">9055 16109 894 0,'0'0'35'0,"0"0"-7"0,82-54-9 15,-43 40-5-15,2 5-3 0,5 3-4 16,-2 3-6-16,-3 3 1 15,-6 2-2-15,1 7 2 0,-5 4 3 0,-5 4-6 16,-6 1 1-16,-3 5-2 0,-8 3-2 16,-2 1 2-16,-5 3-3 0,-2 2 3 0,-6-1-1 15,-3-2 1-15,-4-4 0 0,2-3 2 0,-1-6 0 16,8-7 0-16,2-3 2 16,2-6 0-16,0 0 0 0,0 0 1 15,0 0 0-15,3-12-2 0,12-7 1 16,3-10-1-16,3-3 1 0,5-6-1 0,0-3 1 15,3-2-2-15,1-1 3 16,3 5-3-16,-1 4 0 0,0 9 0 0,-3 11-2 16,-2 6 1-16,-2 9 0 15,-4 6 1-15,-3 12 0 0,-2 8 0 16,-5 6-1-16,0 4 2 0,-3 6-2 16,-2-2 2-16,0 2 1 0,-3-5-2 15,1-2 0-15,-1-2-1 0,0-8-1 0,2-3 3 16,1-2 0-16,3-6-2 0,7-3 1 15,1-6-1-15,9-3-2 16,6-2-1-16,4-2-6 0,2-6-6 0,7-3-12 16,-5 0-16-16,-5-1-44 0,0 0-135 0,-8-3-108 15</inkml:trace>
  <inkml:trace contextRef="#ctx0" brushRef="#br0" timeOffset="-117014.84">11321 15829 575 0,'0'0'63'0,"0"0"-4"0,0 0-2 16,1-84-9-16,-1 73-10 0,0 6-8 31,0-2-9-31,0-3-2 0,0 7-5 16,-8-2-5-16,-7 3 0 0,-5 2-2 16,-9 7-3-16,-3 10 3 0,-4 8-4 15,-2 8 0-15,-2 12 5 0,0 8-6 0,-1 10 3 16,9 12-2-16,5 7-4 0,8 7 3 15,12 6-4-15,7 0 4 0,20 3 3 0,13-1-5 16,12-2 2-16,13-4-2 0,10-8-2 16,10-8 3-16,7-13-1 0,5-11 2 15,1-12-2-15,-4-9-1 0,-5-10-1 16,-9-9-2-16,-13-8-3 0,-15-3 0 0,-9-3-4 16,-14-4-1-16,-9-1-13 0,-10-3-20 15,-3-5-50-15,-6-2-131 0,-13-4-103 0</inkml:trace>
  <inkml:trace contextRef="#ctx0" brushRef="#br0" timeOffset="-116280.09">12193 15801 668 0,'0'0'66'16,"0"0"-10"-16,0 0-11 0,0 0-13 15,39-77-10-15,-23 71-6 0,1 6-3 16,5 0-4-16,5 12 2 0,1 5-7 0,-4 7 0 16,0 3-3-16,-3 5 0 0,-2 1 5 0,-6 4-5 15,-1 0 4-15,-2-1-7 0,-6-1 1 16,-4-3-3-16,0-2 3 0,0-4 1 15,0-6 0-15,0-10 1 0,-1 1-1 16,-1-7 2 0,1 1 0-16,1 0 3 15,0-5-1-15,0-15 0 0,4-9-1 0,8-11-3 16,6-5 2-16,4-7-3 0,4-6-2 0,6-2 5 16,1 0-6-16,5 4 4 0,-5 8 1 15,0 12-2-15,-2 15 1 0,-5 11 1 16,-2 8-2-16,-2 17 1 0,1 10 1 15,-1 9 0-15,-2 4 7 0,0 3-5 16,-4 1 5-16,-1 2-2 0,-5-2-5 0,1-3 2 16,-3-3-2-16,-4-5-1 0,0-4 1 15,-1-11 0-15,-1-9 0 0,-1-5-1 0,-1-7-1 16,0 0-4-16,0 0 1 0,2 1-2 16,-2 1-10-16,2-2-17 0,0 0-43 15,2-11-127-15,-1-7-130 0</inkml:trace>
  <inkml:trace contextRef="#ctx0" brushRef="#br0" timeOffset="-115998.08">13367 15689 776 0,'0'0'55'0,"0"0"-13"0,0 0-11 15,0 0-9-15,0 0-11 0,0 0-4 0,0 0-1 16,0 0-4-16,0 0 3 0,55-20 1 16,1 19-2-16,12 1 0 0,8 0-1 15,6 0-2-15,-1 0 0 0,-4 0-1 16,-9 0 0-16,-12 0 0 0,-11 1-2 0,-19-1 2 16,-10 2-3-16,-10-2-1 0,-6 0-6 15,0 0-12-15,0 0-13 0,-2 0-18 0,-15-9-34 16,-12-2-74-16,-10-4-143 0,-3 3 9 15</inkml:trace>
  <inkml:trace contextRef="#ctx0" brushRef="#br0" timeOffset="-115764.56">13512 15620 736 0,'0'0'61'0,"0"0"-12"15,0 0-11-15,0 0-11 0,0 0-5 16,0 0-5-16,0 0-3 0,39 95-4 15,-25-63-1-15,-1 4-2 0,-3 2-3 16,0 3 3-16,-2 0-1 0,-4 0-1 0,0-3-4 16,-2 0-2-16,1-4-2 0,-2-4 1 15,-1-8 3-15,2-2-3 0,-2-8 1 0,0-6-2 16,0 2-2-16,1-4-5 0,1 1-5 16,-1 0-10-16,2 1-17 0,-3-6-40 15,0 0-81-15,0-3-157 0,0-12-4 16</inkml:trace>
  <inkml:trace contextRef="#ctx0" brushRef="#br0" timeOffset="-115548.06">13836 15756 794 0,'0'0'68'16,"0"0"-17"-16,0 0-17 0,0 0-11 15,0 0-7-15,0 0-2 0,0 0-6 0,0 0-4 16,0 0 0-16,26 1 0 0,-23 19-1 0,1 7-3 15,-4 5 0-15,0 3 0 0,0 2 0 16,0-1 0-16,0 0 0 0,-3 1 0 16,2-2 0-16,-1-5 0 0,1-3 0 15,1-7-7-15,0-3-11 0,0-7-10 16,4-3-17-16,2 2-35 0,5-9-137 0,7 0-114 16</inkml:trace>
  <inkml:trace contextRef="#ctx0" brushRef="#br0" timeOffset="-115064.79">14297 15733 860 0,'0'0'45'16,"0"0"-10"-16,0 0-10 0,0 0-11 0,91-71-2 15,-59 61-4-15,3 6 1 0,2 4-3 16,-2 6-2-16,-5 8-2 0,-4 7-3 15,-7 5 2-15,-5 4-3 0,-6 5 2 16,-8 4 5-16,0 1-9 0,-13 1 8 0,-3 0-9 16,-4-3 1-16,-1-2 2 0,0-4-1 15,2-7 4-15,6-9-2 0,4-7 2 0,5-4 0 16,4-5 0-16,0 0 2 0,0-11 0 16,8-8-1-16,7-9-2 0,11-5 3 15,6-3-7-15,4-4 2 0,7-2 3 16,1-1-5-16,-2 1 8 0,1 0-4 0,-5 5 0 15,-5 2-1-15,-6 7 1 0,-5 7 1 16,-9 9-1-16,-6 4 1 0,-4 7-2 0,-3 1 0 31,0 0 0-31,0 0 2 0,0 12 0 16,-1 9 4-16,-9 8-5 0,-4 4 0 16,-3 4 0-16,0 2 0 0,-2 4 0 15,2 1 0-15,2 1 0 0,5 3 0 0,5-1 0 16,5 0 0-16,1-4 0 0,19-1 0 0,6-6 0 15,9-7 0-15,7-7 0 0,7-8-9 16,4-6 1-16,2-8-4 0,-4 0-3 16,1-11-2-16,-8-4-6 0,-6-4-9 15,-6-3-23-15,-10-2-33 0,-5 3-64 16,-9-3-161-16,-7 8 14 0</inkml:trace>
  <inkml:trace contextRef="#ctx0" brushRef="#br0" timeOffset="-114731.48">13275 16594 565 0,'0'0'92'15,"0"0"-14"-15,-105 3-19 0,78-1-16 16,7-2-8-16,4 4-7 0,4-3-6 15,5 3-5-15,4-4-3 0,3 0-1 16,0 3 0-16,15 1 0 0,17 2-1 0,22-1-3 16,24-5-4-16,24 0 0 0,21-10-5 0,18-2 0 15,14-1 0-15,7-1 0 0,-3 3 0 16,-6 4 0-16,-15 1 0 0,-18 4 0 16,-21 0 0-16,-20 2 0 0,-20 0-6 15,-21 0-3 1,-18 0-2-16,-13 2-4 0,-8 1-3 0,-16 2-8 0,-9 2-13 0,-11 4-22 15,-5-4-61-15,-1 1-186 0,-6-3-21 16</inkml:trace>
  <inkml:trace contextRef="#ctx0" brushRef="#br0" timeOffset="-114398.2">13759 16908 870 0,'0'0'49'0,"0"0"-11"16,0 0-11-16,0 0-12 0,0 0-6 16,0 0-2-16,0 0-3 0,0 0 0 15,0 0-4-15,45 6 0 0,-38 34 0 16,-3-1 0-16,-4 6 0 0,0 3 0 0,-7 0 0 16,1 2 0-16,1-1 0 0,2-1 0 0,1-2 0 15,2-5 0-15,2-5 0 0,9-4 0 16,8-9 0-16,8-6 0 0,8-7 0 15,9-10 0-15,11-3 0 0,5-9 0 16,7-3 0-16,1 0 0 16,1-2 0-1,-7 2 0-15,-4 4 0 0,-10 2 0 0,-5 4 0 16,-8 5 0-16,-6 0 0 0,-4 0 0 16,-8 5-23-16,0 1-12 0,-1 2-29 0,-4-2-72 15,5-2-180-15,-4-4-26 0</inkml:trace>
  <inkml:trace contextRef="#ctx0" brushRef="#br0" timeOffset="-113997.96">15318 15473 694 0,'0'0'58'16,"0"0"-4"-16,8-80-11 0,-6 62-12 31,-1 7-8-31,-1 6-8 0,5-2-3 16,-1 4 0-16,6 3-3 0,12 0-1 16,5 8-1-16,14 13-1 0,5 8 0 15,9 10-1-15,6 10 0 0,5 8-3 0,5 11 0 16,5 7-3-16,0 9 3 0,-1 8 2 15,-1 12-4-15,-9 8 3 0,-9 7-3 0,-14 3 0 16,-16 1-1-16,-17 2 3 0,-13-4-3 16,-25-4-2-16,-13-8 5 0,-13-9-3 15,-9-10 6-15,-2-13 8 0,1-8-6 16,2-13-7-16,7-9 0 0,14-15 0 0,16-10 0 16,10-12 0-16,12-6 0 0,4-4 0 0,10-6 0 15,9-7 0-15,7-4-15 0,0 0-27 16,-3 2-58-16,-3-5-228 0,2-1-23 15</inkml:trace>
  <inkml:trace contextRef="#ctx0" brushRef="#br0" timeOffset="-106614.64">2916 15277 483 0,'0'0'69'0,"0"0"-5"16,0 0-7-16,0 0-13 0,0 0-10 16,0 0-7-16,0 0-2 0,0 0-3 0,0 0-4 15,0 0-2-15,73-39-1 0,-52 48-3 16,1 6-2-16,4 5-2 0,3 6 0 16,3 4-4-16,3 7 0 0,-1 4 0 15,-1 3-4-15,2 0-2 0,1-1 1 0,2-3-3 16,5-3 3-16,5-7 2 0,7-9 1 15,10-9 0-15,3-10 1 0,13-8-1 16,0-17 0-16,3-10 0 0,-2-11-1 0,-5-5 2 31,-6-4-3-31,-11-2 2 0,-7 1 0 16,-10 1-4-16,-10 1 4 0,-8 4-2 16,-8 5 0-16,-4 7 2 0,-6 11-2 0,-4 10 0 15,-1 10 0-15,-2 5-2 0,0-1-4 16,0 1-8-16,0 0-10 0,1 0-18 15,-1 0-21-15,0 1-47 0,2 13-122 0,-1 0-67 16</inkml:trace>
  <inkml:trace contextRef="#ctx0" brushRef="#br0" timeOffset="-106281.41">3794 15026 742 0,'0'0'43'0,"0"0"-1"0,0 0-7 0,0 0-11 0,0 0-7 31,0 0-4-31,0 0-3 0,0 0-3 16,0 0-2-16,0 0 0 0,-42-37-1 16,36 66 3-16,1 11-2 0,3 10 1 0,1 7 3 15,1 12-5-15,0 9 2 0,8 14-3 16,1 9-3-16,6 10 3 0,2 6 0 15,0 1-2-15,5 1 1 0,1-5-2 0,-1-7-2 16,-2-8 2-16,0-11 1 0,-5-11-2 16,2-13 4-16,-5-11-5 0,-1-12 2 15,-2-15 1-15,-2-7-2 0,-2-7-1 0,-3-9-3 16,1 1-5-16,-3-4-5 0,0 0-10 16,0 0-20-16,3 0-40 0,0-7-123 15,0-12-117-15</inkml:trace>
  <inkml:trace contextRef="#ctx0" brushRef="#br0" timeOffset="-105980.29">4678 15291 748 0,'0'0'46'0,"0"0"-15"15,0 0 5-15,0 0-14 0,0 0-6 0,0 0-5 16,0 0-4-16,0 0-2 0,0 0-1 16,-25-64 4-16,16 80-6 0,-8 13 7 15,-7 18-6-15,-1 17-1 0,-4 13 2 0,3 13-5 16,1 8 6-16,7 5-3 0,6 2-1 16,9-2 2-16,3 0-4 0,15-4-1 15,9-6 3-15,11-11-3 0,8-11 2 0,5-12 4 16,10-13-8-16,4-11 2 0,2-13-9 15,1-10-6 1,1-9-15-16,-8-3-32 0,-3-12-80 0,-6-12-175 0,-7-3-11 0</inkml:trace>
  <inkml:trace contextRef="#ctx0" brushRef="#br0" timeOffset="-105481.35">4855 15862 825 0,'0'0'36'16,"0"0"-8"-16,0 0-4 0,54-97-7 0,-22 69-5 15,10 4-4-15,4 5-1 0,5 4-2 16,-1 7-2-16,-3 6-4 0,-5 2 1 16,-2 15-1-16,-7 5 1 0,-7 7 0 15,-7 7-1-15,-9 4 5 0,-7 3-5 0,-3 1 5 16,-8 4-4-16,-10-2 0 0,-5 2 0 15,-3-4-2-15,0-2 2 0,1-4-3 16,1-4 4-16,2-8-1 0,9-7 0 0,3-8 0 31,7-5 0-31,3-4 2 0,0 0-1 16,14-13 0-16,11-10-1 0,8-9 1 16,6-3-1-16,2 0 2 0,-1-1-2 0,1 1 1 15,-8 3 0-15,-7 0-5 0,-3 4 4 16,-10 1-3-16,-7 11 4 0,0 5 1 15,-6 6 0-15,0 5-1 0,0-1 1 0,0 1-2 16,0 0 0-16,0 0-2 0,-9 3 2 16,-3 11 5-16,-2 7-3 0,1 6 5 15,3 5-7-15,3 3-1 0,1 2 0 0,6 2-1 16,0 0 1-16,9 1 0 0,5-2 0 16,5-3-3-16,7-4 2 0,4-4-4 0,4-5-1 15,2-4-10-15,3-5-8 0,-2-6-15 16,-2-5-20-16,-2-2-36 0,-2-12-66 15,-8-10-139 1</inkml:trace>
  <inkml:trace contextRef="#ctx0" brushRef="#br0" timeOffset="-105196.93">5541 15305 729 0,'0'0'60'16,"0"0"-16"-16,0 0-11 0,0 0-8 15,0 0-5-15,0 0-3 0,0 0-1 0,0 0-3 16,104 24-2-16,-64 1-1 0,4 7-1 16,2 7-5-16,-1 11 1 0,4 9-6 15,-4 9 3-15,-3 9-2 0,-3 6 1 0,-6 8 3 16,-7 3-3-16,-7 6 1 0,-6 4-2 16,-13-1-4-16,0 1 3 0,-16-7 0 15,-7-5 0-15,-7-8 4 0,-6-6-4 0,-2-11 1 16,2-11 0-16,1-14-3 0,6-11 3 15,9-13-1-15,8-9-1 0,1-9-1 0,5-3-9 16,3-6-2-16,-3-7-7 0,6-1-12 31,0 6-17-31,2 0-54 0,4 4-114 16,-2-2-110-16</inkml:trace>
  <inkml:trace contextRef="#ctx0" brushRef="#br0" timeOffset="-104281.48">6293 16073 476 0,'0'0'72'31,"0"0"-5"-31,0 0-11 0,0 0-13 0,0 0-9 16,0 0-6-16,0 0-3 16,0 0-7-16,0 0-2 0,-22-44-1 0,22 44-2 15,0-2 0-15,3 1-2 0,13 1 0 16,9-1-1-16,11-1-1 0,7 1-1 15,5-4-2-15,10 0-1 0,4-1-1 0,0 0 0 16,-1 1 0-16,-8 4-2 0,-11 0 0 0,-13 1-1 16,-13 0-1-16,-9 0-1 15,-7 0 0-15,0 0-1 0,0 0 0 0,0 0-3 16,-4 7-8-16,-9 1-8 0,3-1-20 16,-2 3-31-16,1-3-90 0,2 4-150 15,-7 1-5-15</inkml:trace>
  <inkml:trace contextRef="#ctx0" brushRef="#br0" timeOffset="-103998.05">6409 16483 733 0,'0'0'57'0,"0"0"-10"15,0 0-9-15,0 0-10 0,0 0-10 0,0 0-5 16,0 0-3-16,0 0-1 0,0 0-2 16,-28-21-2-16,28 21 2 0,0-3-4 15,10-1 2-15,9-2-1 0,10 1-2 0,9 0 0 16,6-1 0-16,6 0-1 0,3-1-1 0,5 2-1 16,0 2-5-16,-5 0-1 15,-2 3-7-15,-5 0-12 0,-8 0-26 0,-8 0-77 16,-8 0-193-16,-8 0-23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10T02:59:48.3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3537 1252 386 0,'0'0'65'0,"0"0"-5"0,-16-93-12 15,10 69-7-15,-3 3-4 0,2 6-6 16,-3 3-6-16,1-1-5 0,-4 4-3 0,2 0-5 15,-2 2-2-15,3 2-1 0,-2 3-3 0,-4 2-2 16,0 3-1-16,-4 13 0 0,1 8 0 16,5 10 3-16,-1 8 2 0,-2 10-1 15,7 10-1-15,-2 8-1 0,7 9-4 16,2 6 2-16,3 4-1 0,1 2 1 16,9 3 11-16,3 3-2 0,6 7 0 0,1 3-1 15,5 6-10-15,-1 0-3 0,1-2 10 16,-3-4 1-16,1-3-2 0,-3-4 3 0,-4-1-8 15,-3-3-4-15,-6-5 3 0,-5-6 3 16,-2-8-3-16,-6-7 4 0,-10-6-4 31,0-5-1-31,-4-7 1 0,-1-9 0 16,1-4 1-16,0-9 0 0,4-7 1 0,5-8-1 16,5-8 2-16,3-3-1 0,-6-4-1 15,-1-2-1-15,-3-8-1 0,-4-4 0 0,7 2-1 16,2-1-2-16,1 6-3 0,4 2-6 15,3 2-9-15,0 3-14 0,-4-1-14 16,4 1-27-16,0 0-37 0,-3 4-133 16,2 8-44-16</inkml:trace>
  <inkml:trace contextRef="#ctx0" brushRef="#br0" timeOffset="1000.89">3145 4170 677 0,'0'0'47'0,"0"0"-4"0,0 0-10 16,0 0-10-16,-87-34-9 0,67 34-4 15,-2 3-4-15,-5 11-1 0,2 6-3 16,3 9 0-16,1 5-1 16,2 7 0-16,6 5-2 0,3 2 2 0,4 1-3 0,6-1 2 15,0-2 4-15,10-4-5 0,3-3 4 0,10-7-3 16,6-7-1-16,6-5 2 0,4-8 1 15,7-6 1-15,2-6 0 0,1-5 0 16,-4-10-1-16,1-5 0 0,-8-3 3 31,-8-5 1-31,-4-3-1 0,-8-2 5 16,-10-3-5-16,-5-2 3 0,-3-3-2 0,-13-3-3 16,-7-2 3-16,-8 4-4 0,-5 2-1 15,-6 9 0-15,-1 7-4 0,-7 13 0 0,1 9-1 16,-2 4-2-16,2 16-6 0,7 6-10 15,7 9-24-15,9 5-42 0,10 2-121 16,6 2-110-16</inkml:trace>
  <inkml:trace contextRef="#ctx0" brushRef="#br0" timeOffset="1666.31">1914 428 682 0,'0'0'42'16,"0"0"1"-16,0 0-3 0,0 0-10 15,0 0-8-15,0 0-9 0,0 0-7 16,0 0-3-16,0 0-1 0,-33-44-3 16,33 45 1-16,0 15-2 0,6 11-1 0,0 11 0 15,2 6 0-15,-2 8 1 0,3 3 0 0,-2 6-1 16,0 6 1-16,3 1 0 0,-1 2 3 16,4-5-1-16,0-5 1 0,7-7 5 15,1-11-1-15,5-10 1 0,1-9-1 16,11-11-3-16,5-8 0 15,5-4-4-15,5-7-1 0,2-8-1 0,-3-8 0 0,-1-3 4 16,-5 0-2-16,-8 4 2 0,-5 5 0 16,-13 5-1-1,-1 4 1-15,-8 2-7 0,-6 3-12 16,1 2-19-16,-6 1-30 0,0-2-87 16,0 2-162-16</inkml:trace>
  <inkml:trace contextRef="#ctx0" brushRef="#br0" timeOffset="2300.03">4037 1759 669 0,'0'0'42'0,"0"0"-4"0,0 0-4 16,0 0-7-16,0 0-9 0,0 0-8 15,0 0-4-15,0 0-5 0,0 0 1 0,-16-6 0 16,25 24 0-16,4 11-1 0,7 4 10 16,6 4 1-1,3-1-1-15,1 0 0 0,5 0-12 16,3-6 2-16,2-6-2 0,5-4 2 16,3-6-1-16,-2-7 1 0,2-7 1 15,-2 0 1-15,-1-9 0 0,-5-6 0 16,-5-3 0-16,-2-5-1 0,-5-3 1 0,-8-1-10 15,-4-2 0-15,-4 3-1 0,-7 6-1 0,1 2 9 16,-3 8 0-16,-2 5 0 0,1 0 0 16,-2 5-3-16,0-1-3 0,0 1-7 15,1 0-8-15,-1 0-8 0,2 0-12 16,1 1-19-16,-3 12-28 0,0 6-71 16,0 1-125-16</inkml:trace>
  <inkml:trace contextRef="#ctx0" brushRef="#br0" timeOffset="2599.59">4312 1633 708 0,'0'0'39'15,"0"0"-3"-15,-9-92-5 0,9 70-8 0,0 4-2 16,0 9-9-16,0 4-3 0,3 1-4 15,0 4-4-15,4 1-1 0,2 16-1 16,7 10 2-16,-6 14-2 0,4 9 1 16,-2 9-1-16,-3 5 1 0,2 2 11 0,-2 3-1 15,0 3 0-15,-1 2 0 0,4 4-15 0,-2 1 4 16,4-4-2-16,-2-3 2 0,1-10 0 16,-3-10 0-16,5-8-2 0,-4-9 1 15,1-4 6-15,-2-5-9 0,4-3-3 16,-5-6-14-16,4-5-20 0,0-4-33 15,4-8-101-15,5 0-128 0</inkml:trace>
  <inkml:trace contextRef="#ctx0" brushRef="#br0" timeOffset="3133.27">5163 1352 792 0,'0'0'29'16,"0"0"-3"-16,0 0-4 0,0 0-11 0,0 0-6 16,0 0-4-16,0 0-2 0,0 0 0 15,0 0 0-15,0 0-2 0,12 102-1 16,-19-44 0-16,-6 2 1 0,4 1-1 16,-4-2 0-16,3-6 1 0,0-6-2 0,4-6 11 15,0-7 0-15,5-12-1 0,-1-8 2 0,2-8-9 16,0-6 2-16,0 0 2 0,0 0-8 15,8-7-1-15,3-10-1 0,5-6 0 16,0-2 8-16,0-2 1 0,-3 5 2 31,6 2 0-31,-5 5-3 0,-1 6 1 16,0 3-2-16,3 4 1 0,0 2 1 0,6 0-1 16,-5 0 0-16,-4 5 0 0,2-1-1 15,-1 2 0-15,-7-1 1 0,2-2 0 0,-6 0-3 16,-3-3 3-16,0 0 0 0,0 0-1 15,3 1 2-15,-3-1-2 0,0 0-1 16,-3 0-1-16,-12-1 1 0,-9-8-1 16,-11-8-2-16,-4-4 2 0,0-6-2 0,-1-5 3 15,-1-3 3-15,3-2 1 0,1 4 0 16,5 4 1-16,5 8 0 0,11 7 2 0,5 8 1 16,6 5 0-16,5 1-1 0,0-2-3 15,0 2 0-15,0 0 3 0,0-1 0 16,13-1 3-16,7 2-3 0,11 0-1 15,4 0-1-15,3 5-3 0,4 4-1 0,3 0-8 16,0 0-12-16,2 1-45 0,0 0-132 0,0 0-125 31</inkml:trace>
  <inkml:trace contextRef="#ctx0" brushRef="#br0" timeOffset="3584.28">5843 1865 609 0,'0'0'52'0,"0"0"-9"15,0 0-10-15,0 0-7 0,0 0-10 16,0 0 1-16,0 0-3 0,0 0-1 31,0 0-1-31,81-20-3 0,-58 39 6 0,0 5 0 16,-1 2-3-16,0 1-1 0,4 1-11 16,-3-1-2-16,4-3 1 0,1-1-1 0,-1-2 2 15,1-6-1-15,6-3 1 0,1-7 0 16,3-5 0-16,-2-1 1 0,2-13 0 15,-1-6 0-15,-5-4 1 0,-4-5 0 16,-4-6-9-16,-4-1-2 0,-5-4 2 16,-2 1 1-16,-6 4 7 0,-4 9 1 0,0 5 0 15,1 8-3-15,-4 8 0 0,2 0 0 16,-2 5-5-16,0-2-3 0,0 2-5 0,0 0-8 16,0 11-13-16,-9 5-14 0,2 11-35 15,-6 0-59-15,0 3-144 0</inkml:trace>
  <inkml:trace contextRef="#ctx0" brushRef="#br0" timeOffset="3816.41">6157 1549 803 0,'0'0'46'0,"0"0"-13"0,0 0-9 16,0 0-6-16,-3-77-7 0,3 77-4 0,0-2-2 15,0 2-4-15,0 2-1 0,6 16-1 0,4 16-1 16,4 16 1-16,0 12 0 0,1 7-1 16,0 2 12-16,2 3-1 0,1 2 0 15,0 1 0-15,1 5-11 0,0 0-3 16,3-3 1-16,-5-6-6 0,2-9-2 16,-2-9-9-16,-1-10-12 0,0-10-19 0,-3-8-84 15,-1-9-171-15,-1-5-19 0</inkml:trace>
  <inkml:trace contextRef="#ctx0" brushRef="#br0" timeOffset="4416.49">7480 2342 682 0,'0'0'44'16,"0"0"-8"-16,-23-112-1 0,17 77-7 15,-1 6-4-15,0 9-6 0,0 4-4 16,2 6-4-16,-1 3-2 0,-1 0-5 15,-1 7-1-15,-10 2-3 0,-2 18-1 0,-10 12 0 16,-4 9-1-16,1 7 1 0,-2 4-1 16,5-2 1-1,1-3-1-15,10-3 2 0,8-6-3 16,5-3 8-16,6-5 5 0,1-5-6 16,11-7 8-16,5-9-11 0,4-9-10 15,5-5 7-15,4-14-5 0,2-7 5 16,3-8 6-16,-1-6-2 0,-4-9 2 0,-2-9-3 15,-5-9 2-15,-4-5-1 0,-6-4 3 0,-3-5-13 16,-6-1 1-16,-4-1-2 0,0 1 1 16,-4 4 13-16,-6 7 1 0,4 10 1 15,-1 14 0-15,1 17-1 0,2 15 0 16,1 8-4-16,2 7-1 0,-5 11-2 16,-2 13-1-16,1 15 1 0,0 9-1 0,3 10 2 15,4 6 0-15,0 4 12 0,1 5 0 16,9 2-1-16,2 6-2 0,1 2-8 0,6 1-4 15,2-5 4-15,5-6-3 0,-1-9 3 16,7-8 7-16,1-11-8 0,0-6-1 31,2-8-13-31,-3-8-14 0,-2-8-11 16,-3-9-26-16,-2-4-38 0,-6-5-124 0,1-11-71 16</inkml:trace>
  <inkml:trace contextRef="#ctx0" brushRef="#br0" timeOffset="4866.6">7826 2216 730 0,'0'0'49'0,"0"0"-5"0,0 0-12 0,36-88-9 16,-10 71-5-16,4 4-5 0,2 2-3 16,-3 5-3-16,0 6-4 0,-2 0-2 15,-4 6-1-15,-5 8-1 0,-1 7-1 16,-5 8 1-16,-5 7-1 0,-3 7 2 15,-4 2-4-15,-2 2 3 0,-7-1-2 0,-1-4 1 16,-3-2-1-16,1-7 3 0,0-3-1 16,0-5 7-1,4-8 4-15,1-9-5 0,7-3 7 16,0-5-13-16,0 0-6 0,0-12 5 16,6-9-6-16,6-11 8 0,6-8 1 15,4-7-2-15,1-7 2 0,2-6 0 16,-1 0 2-16,-1 2-2 0,-4 5 1 0,0 7-2 15,0 12 1-15,-6 6 0 0,-3 11 1 16,-7 8-1-16,2 6-1 0,-5 3-1 0,2 0 0 16,1 9 2-16,0 12-2 0,1 11 2 15,-1 8-2-15,0 7 1 0,0 5-1 16,0 2 2-16,4 1-2 0,0-3 2 16,3-5-3-16,6-5 3 0,2-4-3 0,3-5 6 15,4-4 5-15,2-4-7 0,2-6 3 0,6-6-15 16,1-8-9-16,2-5-16 0,-2-2-29 15,-1-12-79-15,-3-9-173 0,-2-4-16 16</inkml:trace>
  <inkml:trace contextRef="#ctx0" brushRef="#br0" timeOffset="5299.99">9698 2130 602 0,'0'0'61'0,"0"0"-1"0,0 0-12 15,0 0-10-15,0 0-11 0,0 0-4 16,106-60-5-16,-66 51-3 0,7 0-3 0,8 0-5 15,1 0-2-15,5-1-3 0,-2 3-2 16,-5 1 0-16,-2 1-1 0,-5 2 0 0,-9 2-1 16,-12 1 0-16,-7 0-4 0,-5 0 0 15,-9 0-7-15,-1 0-4 0,-4 0-9 16,0 0-16-16,0 0-25 0,0 0-35 16,-16 0-99-16,-9 6-94 0</inkml:trace>
  <inkml:trace contextRef="#ctx0" brushRef="#br0" timeOffset="5499.87">9801 2398 756 0,'0'0'49'0,"0"0"-10"0,0 0-10 15,0 0-8-15,0 0-7 0,108-34-5 0,-64 27-2 16,2 1-5-16,-1 3-1 0,4 1 0 15,-2 2-3-15,3 0-4 0,2 0-9 16,-1 2-17-16,-1 1-39 0,2 2-117 16,-4-4-132-16</inkml:trace>
  <inkml:trace contextRef="#ctx0" brushRef="#br0" timeOffset="5934">11000 1686 735 0,'0'0'33'15,"0"0"-3"-15,0 0-9 0,0 0-2 16,0 0-6-16,0 0-4 0,82-82-2 16,-38 73-1-16,5 3-4 0,0 0 0 15,2 3-2-15,-2-1-1 0,-4-1 0 16,-1-2-3-16,-3-3-1 0,-5-2-1 0,-4-3-2 15,-9-5 2-15,0-1 1 0,-8-5 2 16,-5-4 3-16,-2-5 1 0,-5-7 3 0,-1 0 0 16,-2-3 1-16,0 4-5 0,-2 3 6 15,-2 6 3-15,-2 11 0 0,2 1 8 16,3 9-7-16,-1 5-2 0,2 1-3 16,0 5-2-16,0 4-3 0,0 17 2 0,2 14 2 15,7 15 1-15,3 8-1 0,1 7-2 0,3 6-3 16,-1 8 1-16,-1 2-1 0,-1 2 0 15,-2-1 0-15,-2-3 13 0,-3-3 1 16,0-5-3-16,-2-4 2 0,0-5-15 31,1-4 0-31,-2-7 0 0,0-6-1 16,1-11-1-16,-1-11-1 0,1-5-4 0,-1-7-5 16,-1-6-8-16,0 1-10 0,-2-6-24 15,0 0-45-15,0 0-143 0,0 1-81 0</inkml:trace>
  <inkml:trace contextRef="#ctx0" brushRef="#br0" timeOffset="6216.24">11293 2528 769 0,'0'0'50'15,"0"0"-4"-15,0 0-13 0,0 0-10 16,0 0-6-16,0 0-5 0,0 0-5 15,0 0-1-15,0 0-2 0,-62-2 0 0,62 2 1 16,16 0 0-16,15 0-1 0,15 1 1 0,13-1-5 31,10 0 1-31,10 0 0 0,6 0-2 16,2 0 0-16,1-1-1 0,-3-1-3 16,-5-1-1-16,-7 0-4 0,-9 0-4 15,-12-2-3-15,-9 1-6 0,-14 1-3 16,-8-2-11-16,-8 2-29 0,-9 2-95 0,2-1-161 15</inkml:trace>
  <inkml:trace contextRef="#ctx0" brushRef="#br0" timeOffset="15083.28">16933 456 500 0,'0'0'55'0,"0"0"-13"0,0 0-4 15,0 0-9-15,0 0-5 0,0 0-7 16,0 0-3-16,0 0-4 15,0 0 0-15,-22-18 0 0,20 26 0 0,-1 7-2 0,1 11-4 16,2 4-1-16,2 8 2 0,5 8-1 16,2 10 2-16,1 13 0 0,0 15-1 0,-1 16 0 31,0 17-1-31,-3 14 2 0,0 10-2 16,0 9-3-16,-3 5 13 0,0 3-1 0,1 4 0 15,-3 5 6-15,4 4-9 0,1-2 1 16,2 3 0-16,4-5-2 0,1-3-3 15,1-6-1-15,2-6 1 0,3-8-2 16,0-6-4-16,4-9 1 0,3-8 1 0,0-8-1 16,0-9 1-16,0-6-1 0,-1-11-3 15,-2-5 2-15,-3-8-4 0,-4-11 4 16,-3-10 0-16,-6-7-5 16,-2-7-3-16,-5-8-16 0,0-12-15 0,0-2-27 0,0-6-65 15,0-7-180-15,0-4-11 0</inkml:trace>
  <inkml:trace contextRef="#ctx0" brushRef="#br0" timeOffset="15767.3">19007 1280 590 0,'0'0'54'0,"0"0"-8"0,0 0-10 15,0 0-8-15,0 0-9 0,0 0-5 0,0 0-2 16,0 0-6 0,0 0 0-16,24 1 0 0,4 28-4 0,1 12 2 0,1 7-5 15,0 8-1-15,1 5 0 0,-1 3 0 16,0 0 1-16,2-5 0 0,2-6 1 0,0-9-1 15,6-9 15-15,3-10-11 0,5-11 3 16,8-12 2-16,8-8-13 0,5-17 12 16,6-14-1-1,0-10 0-15,-1-7 1 0,-8-9-1 16,-8 0 0-16,-10 1 2 0,-10 3-2 16,-9 7 0-16,-6 6 0 0,-7 7-2 15,-5 7-1-15,-5 10 0 0,-3 9-2 0,-1 8 0 16,-2 5-1-16,0-1-3 0,0 1-3 15,0 0-2-15,0 0-8 0,-3 6-4 16,-8 7-15-16,-3 7-19 16,2 6-39-16,-4 0-78 0,-2 4-135 0</inkml:trace>
  <inkml:trace contextRef="#ctx0" brushRef="#br0" timeOffset="16067.34">19624 1137 739 0,'0'0'38'0,"0"0"-1"31,-26-78-12-31,22 61-6 0,1 9-4 0,2 3-4 16,-1 0-4-16,2 5-4 0,-1-1-3 16,1 5 1-16,0 21-1 0,0 13 1 15,1 19 2-15,6 7-3 0,3 8-1 0,-2 2-1 16,0 4-1-16,0 4-1 0,-1 0 1 15,-2-4 0-15,3-7 1 0,-4-9 14 16,2-7-1-16,1-9 2 0,-3-6-1 0,2-9-13 16,-3-10 1-16,2-4-2 0,-2-6 0 15,-1-2-1-15,3 0-6 0,0-3-6 0,1 2-10 16,-3-5-22 0,6-2-45-16,1-1-144 0,6-7-87 0</inkml:trace>
  <inkml:trace contextRef="#ctx0" brushRef="#br0" timeOffset="16366.37">20736 938 712 0,'0'0'40'0,"0"0"-5"15,-7-93-4-15,3 67-8 0,-1 8-5 16,-1 3-7-16,1 7-2 0,-4 4-5 16,-5 4-3-16,-5 12 0 0,-10 18-3 0,-1 20 2 15,-4 20 0-15,0 14 1 0,3 10 0 16,4 6-2-16,8 2-1 0,7-4-2 0,8 0-1 16,4-7 1-16,9-9 0 0,11-9 13 15,6-11 0-15,6-12 0 0,5-11-3 0,4-10-15 16,5-8-8-16,-1-7-9 15,3-8-22-15,0-6-39 0,-2 0-96 0,-3-12-127 16</inkml:trace>
  <inkml:trace contextRef="#ctx0" brushRef="#br0" timeOffset="16800.78">20793 1331 770 0,'0'0'42'16,"0"0"-10"-16,0 0-6 0,78-79-9 0,-44 70-3 16,4 7-7-16,0 2-2 0,-3 11-2 15,-4 8-4-15,-5 6 1 0,-4 7-2 16,-7 4-1-16,-6 7 0 0,-6 2 0 16,-3 4 0-16,-6 2 2 0,-6 0-1 0,-4-6 0 15,-2-4 1-15,1-7-3 0,0-7 4 16,5-10-2-16,5-8 2 0,4-5 2 0,3-4-1 15,0 0 0-15,0-13 1 0,4-10-2 16,11-12 1-16,6-9 1 0,3-6 0 0,3-5 0 31,1 1 1-31,-2 2-1 0,-3 6 2 16,-6 7 0-16,0 5-2 0,-5 9 0 16,-4 6-1-16,-3 9-2 0,-2 7 1 15,-3 3-1-15,0 0 0 0,0 3-1 0,1 15-1 16,-1 11 0-16,0 9 1 0,0 3 0 15,0 1-1-15,-3 4 1 0,3 1 0 0,0 2-1 16,0-4 1-16,8-4 0 16,2-6-3-16,4-5-1 0,1-7-8 0,2-6-7 15,2-8-7-15,1-6-23 0,2-3-20 16,2-6-52-16,-3-11-90 0,0-4-74 0</inkml:trace>
  <inkml:trace contextRef="#ctx0" brushRef="#br0" timeOffset="17083.18">21498 876 718 0,'0'0'59'0,"0"0"-14"0,0 0-15 0,0 0-8 16,0 0-7-16,0 0-2 0,0 0-1 16,100-70-2-16,-60 83-3 0,5 9-1 0,4 8-3 15,1 12 0-15,0 10-1 16,1 12 0-16,-3 9 2 0,-6 7-2 0,-3 5-2 15,-9 5-1-15,-8-1-5 0,-8 4 1 16,-11-5 2-16,-3-5-3 0,-12-5 11 0,-8-10-2 16,-6-9-1-16,-1-7 2 0,-3-11-9 15,-1-9 2-15,2-9 3 0,6-8 0 16,4-6 1-16,10-5 0 0,-2-4-1 16,7 0-4-16,-4-4-5 0,1-2-8 0,4 1-11 15,3-4-14-15,0 3-27 0,6-3-45 16,10-3-132-16,3 3-61 0</inkml:trace>
  <inkml:trace contextRef="#ctx0" brushRef="#br0" timeOffset="17383.22">22787 1375 817 0,'0'0'36'0,"0"0"-7"16,0 0-6-16,0 0-8 0,0 0-4 0,65-85-3 15,-41 75-1-15,4 0-2 0,7 4-1 16,2 0-1-16,5 1-1 0,6 4-2 0,-2 0 1 16,0-1-1-16,-1 1 1 0,-4 1 0 15,-7-2-2-15,-9 0 0 0,-6 1 0 16,-6-1-1-16,-7 1 1 0,-1 1-3 15,-5 0-2-15,0-2-4 0,0 2-6 0,2 0-11 16,-2 0-16-16,0 0-51 0,-7 0-96 31,-9 10-135-31</inkml:trace>
  <inkml:trace contextRef="#ctx0" brushRef="#br0" timeOffset="17633.99">22751 1738 828 0,'0'0'39'0,"0"0"-8"15,0 0-10-15,0 0-10 0,105-5-3 0,-59 4-1 16,4-1-2-16,5 2-2 16,1 0-1-16,-1 0-2 0,-1 3 0 0,-5 2 0 15,-6-1-1-15,-6 1-1 0,-8-1 0 16,-10 0-3-16,-7-1-2 0,-6-2-2 0,-6-1-2 15,0 0 0-15,0 0-1 0,1 0-11 16,-1 0-10-16,0 0-37 0,0-1-80 16,-4-9-164-1</inkml:trace>
  <inkml:trace contextRef="#ctx0" brushRef="#br0" timeOffset="18432.98">24811 900 761 0,'0'0'39'0,"0"0"-4"0,0 0-9 15,-14-77-6-15,14 72-9 0,0 5-5 16,-2-2-3-16,0 2-1 0,-6 7-2 0,-3 14 0 15,-5 18 1-15,-1 19 1 0,-2 13 6 16,-3 13-5-16,0 5 0 0,0 2-2 16,-1 0-5-1,0-4 1-15,2-4-1 0,3-7 1 16,1-9 1-16,2-11 1 0,4-9 0 16,4-10 0-16,1-13 2 0,3-12-1 15,3-6 1-15,0-6 1 0,0 0 1 0,0 0 0 16,0-9 1-16,6-11-2 0,3-15 0 15,0-12 0-15,0-10 0 0,0-13 0 16,1-9 1-16,-3-7 0 0,2-12-4 16,1-5 0-16,2-3-3 0,-1 1 0 0,4 13 4 15,-2 14 2-15,2 22-2 0,2 21-2 16,3 18 1-16,0 17-2 0,6 12 1 0,2 25 0 16,3 19 1-16,1 20 1 0,-1 15 5 15,-1 8-3-15,-1 1 0 0,-5 0-2 16,-2-5-5-16,-4-5 2 0,-4-6 1 0,-4-10 1 15,-4-9 0-15,-3-11 12 0,-3-11-1 16,0-9 1-16,0-11 0 0,0-11-11 31,0-6 0-31,0-6 0 0,0 0 0 0,0 0 0 16,0 0-3-16,-3 0-18 0,-4-15-20 16,-5-10-24-16,-5-11-80 0,-5-5-174 15,-1-6-6-15</inkml:trace>
  <inkml:trace contextRef="#ctx0" brushRef="#br0" timeOffset="18599.7">24516 1467 716 0,'0'0'57'0,"0"0"-12"16,0 0-14-16,0 0-13 0,0 0-5 16,0 0-6-16,0 0 0 0,90-15-4 15,-41 11-1-15,0 1-5 0,5 3-2 0,-1-2-18 16,-2 2-23-16,2 0-73 0,-2 0-196 15,0 0-17-15</inkml:trace>
  <inkml:trace contextRef="#ctx0" brushRef="#br0" timeOffset="18983.12">25942 842 802 0,'0'0'32'0,"0"0"-7"0,0 0-6 0,-10-88-6 16,4 76-6-16,-5 4-4 0,-5 1-2 16,-9 6-1-16,-8 1-2 0,-9 15 0 15,-7 7 0-15,-5 10 0 0,2 8-1 0,3 6 3 16,7 5-4-16,10 0 2 0,11 1 0 16,9-5 2-16,8-6 0 0,4-6 0 15,16-5-1-15,8-5-2 16,8-4 1-16,6-3 1 0,4-3 1 0,4 1 1 0,0-3-2 15,2 1 1-15,-2-1-1 0,0 2 0 16,-4 2 3-16,-1 1-2 0,-8 2 0 0,-4 1 0 31,-9 2-1-31,-2 0 1 0,-10 0 0 16,-3 0 1-16,-5 1 0 0,-5-3 1 16,-8 0 0-16,-8-2 1 0,-7-6-1 0,-5-4-1 15,-3-3 0-15,-5-6-1 0,-1 0 1 16,3-3-1-16,3-4-1 0,3-3-8 15,4 2-5-15,3-3-22 0,0 0-29 0,10 4-83 16,-1-3-168-16</inkml:trace>
  <inkml:trace contextRef="#ctx0" brushRef="#br0" timeOffset="19266.66">26334 1275 841 0,'0'0'37'0,"0"0"-10"16,0 0-8 0,0 0-8-16,0 0-5 0,0 0-4 15,0 0 0-15,0 0-4 0,0 0 2 16,27 31 1-16,-25 8-2 0,-1 3 0 16,-1 4 2-16,0-1-3 0,0 2 0 0,0-3 1 15,0-3-4-15,0-6 4 0,0-6 0 16,0-11-1-16,0-5 2 0,2-9-1 15,-2-4-2-15,0 0 2 0,0 0-5 16,1 0-6-16,1 1-3 0,1-2-23 0,-2-13-31 16,1-7-120-16,-2-14-137 0</inkml:trace>
  <inkml:trace contextRef="#ctx0" brushRef="#br0" timeOffset="19416.74">26276 620 812 0,'0'0'24'0,"0"0"-12"16,0 0-2-16,0 0-10 0,0 0 0 0,0 0 0 31,0 0-6-31,0 0-4 0,0 0-11 16,0 0-32-16,10 110-43 0,-8-63-213 16,-2 4-19-16</inkml:trace>
  <inkml:trace contextRef="#ctx0" brushRef="#br0" timeOffset="19867.57">26217 1367 849 0,'0'0'30'0,"0"0"-4"16,0 0-9-16,75-84-4 0,-45 65-4 15,4 4 0-15,2 3-4 0,0 6-2 0,0 6-2 16,-1 2-4-16,-1 13 2 0,-3 4-2 15,-3 7-2-15,-4 1 2 0,-4 5-2 16,-5 1-2-16,-4 2 1 0,-5 4-1 16,-4 0-2-1,-2-1 4-15,-2-2-1 0,-7-4 1 16,-2-5 2-16,1-7 1 0,1-8 2 16,2-4 1-16,4-5 2 0,-1-3-1 0,-2-6 0 15,0-9 2-15,3-8 0 0,3-6 1 16,13-6 0-16,6-4 1 0,3-4-3 15,5-2 2-15,5-6-2 0,4-2 1 16,2 1 1-16,-1 4-13 0,-1 9 5 0,-4 14-1 16,-1 13-3-16,-5 11 15 0,-3 4-2 15,-4 15 0-15,-1 9-1 0,0 11-4 0,-5 5-1 16,-3 3-2-16,0 1 3 0,-3 0-4 16,-1-4 0-16,0 0 2 0,-2-4-1 15,0-5 1-15,-1-5 2 0,0-10-2 16,-3-7 0-16,2-5 1 0,-2-7-2 0,0 0-2 15,0 0-7-15,0 1-10 0,3-1-32 16,2-3-66-16,6-10-203 0,-2-12-21 0</inkml:trace>
  <inkml:trace contextRef="#ctx0" brushRef="#br0" timeOffset="20416.37">28142 363 696 0,'0'0'52'0,"0"0"-6"16,4-79-9-16,2 54-8 0,-2 8-7 15,2 2-4-15,-2 5-4 0,-3 5-3 16,1 1-4-16,-2 4-4 0,0-2-1 0,-2 2-3 16,-12 6 0-16,-12 12 0 0,-10 13 0 15,-7 10-1-15,-8 10 0 0,-1 13 0 0,1 10-1 16,2 18-1-16,6 17 1 0,4 18 2 16,10 17 7-16,9 10-3 0,9 0 0 15,11-5-2-15,9-10-6 0,17-12 13 0,10-13 0 16,9-12-1-16,9-10 4 0,3-10-15 31,3-7 3-31,-1-12-2 0,-3-13 2 0,-6-12-2 0,-6-10 1 0,-6-13-3 0,-6-9 0 31,-5-6-2-31,-4 0-6 0,-2-10-12 16,-7 0-19-16,-4-4-53 0,-2-4-146 16,-7-7-82-16</inkml:trace>
  <inkml:trace contextRef="#ctx0" brushRef="#br0" timeOffset="20883">28367 672 729 0,'0'0'50'0,"0"0"-10"0,0 0-14 16,54-79-6-16,-44 71-9 0,6 4-2 15,0 4-2-15,2 0-4 0,7 9-2 16,-5 8 0-16,0 7-2 0,-1 7-1 0,-4 6 0 31,-3 8 1-31,-4 3-1 0,-5 6 1 16,-3 3 0-16,-2 0 0 0,-7-3 0 16,-2-7 1-16,0-8 6 0,-2-10-1 0,4-11 0 15,3-9 2-15,0-9-5 0,1-4-9 16,0-14 5-16,2-13-2 0,3-7-1 15,8-10 9-15,9-7-4 0,7-4 1 16,5-3 0-16,6-1 1 0,1 4 1 0,4 7-1 16,-4 10 1-16,0 12 0 0,-5 12-2 15,-3 10 0-15,-5 8-1 0,-1 6-1 0,-1 14 0 16,-2 10 1-16,-1 7 0 0,-2 7-1 16,-2 6 2-16,-2 2-1 0,-2 2 1 15,-5 0 2-15,-2 0-2 0,-1-4 1 0,-2-6-2 16,0-6 2-16,0-14 3 0,0-9 0 15,0-4 0 1,-2-7-8-16,1 1-9 0,-1 0-8 0,2-5-18 0,-1 0-24 0,1 0-144 31,-2-2-131-31</inkml:trace>
  <inkml:trace contextRef="#ctx0" brushRef="#br0" timeOffset="21116.5">29251 613 723 0,'0'0'56'16,"0"0"-9"-16,0 0-13 0,0 0-11 15,0 0-7-15,0 0-5 0,0 0-3 0,86-36-1 16,-33 25-3-16,7 0 0 16,6 1-2-16,0 0-1 0,-4 3-1 0,-4 1-1 15,-4 1 0-15,-7 3-4 0,-8-2-2 0,-11 1-7 16,-12 2-9-16,-8 1-12 0,-5 0-11 15,1 0-32-15,-1 0-49 0,-3 0-175 16</inkml:trace>
  <inkml:trace contextRef="#ctx0" brushRef="#br0" timeOffset="21337.65">29487 546 681 0,'0'0'64'16,"0"0"-17"-16,0 0-14 0,0 0-10 15,0 0-4-15,0 0-3 0,0 0-2 0,0 0-4 16,0 0-4-16,-6 84-2 0,7-48 0 16,4 2-3-16,-1 3 1 0,-1 5-2 15,0 1 0-15,-3 0 0 0,0-2 0 0,0-2 0 16,0-6 0-16,0-2-3 0,0-11-1 16,0-3-2-16,1-9-3 0,-1-6-4 15,1 0-6-15,-1-6-10 0,5-2-16 0,7-11-38 16,2-10-61-16,3-11-174 0</inkml:trace>
  <inkml:trace contextRef="#ctx0" brushRef="#br0" timeOffset="21533.02">29669 581 699 0,'0'0'66'0,"0"0"-14"0,0 0-21 15,0 0-9-15,0 0-10 0,0 0-3 16,0 0-2-16,0 0-1 0,0 0-2 15,0 0 1-15,61 41-3 0,-52-14-2 0,-1 5 0 16,-2 3-1-16,1 3-1 0,1 4 1 16,-2 1-2-16,0-4-4 0,0-1-8 15,0-6-11-15,1-10-23 0,-3-5-33 16,0-7-108-16,-2-7-138 0</inkml:trace>
  <inkml:trace contextRef="#ctx0" brushRef="#br0" timeOffset="22016.29">30001 563 772 0,'0'0'50'0,"0"0"-16"0,0 0-7 16,0 0-10-16,110-78-2 0,-74 69-4 16,2 3-1-16,1 3-4 0,1 3-2 0,-3 4-2 15,-6 10-3-15,-3 3 0 0,-8 6-1 16,-2 3-1-16,-10 3 1 0,-5 3 0 15,-3 2-1-15,-3 3 1 0,-8 1-1 0,-5 0 1 16,-2-3 0-16,0-2-1 0,-1-4 3 16,0-7-1-16,2-3 0 0,5-8 2 15,5-6 0-15,-1-5 1 0,4 0-1 0,0-7 1 16,1-11-1-16,3-8-1 0,11-9 1 16,6-4-2-16,7-3 2 0,5 2 1 15,3-1 0-15,3 0 0 0,-1 2 0 16,1 3-1-16,-3 4 1 0,-5 6-1 0,-8 8-1 15,-4 8 1 1,-6 3-1-16,-6 4 1 0,2 2-1 0,-5 1-1 0,0 1-1 0,-3 16 1 31,-7 9 0-31,-5 11 0 0,-2 3-1 16,0 4 0-16,-4 1 1 0,2 3-2 16,2 2 2-16,4 2 0 0,3-1 0 0,4 1 0 15,6-5 1-15,2-4-1 0,14-8 1 16,4-10 0-16,9-6-2 0,6-12-2 15,8-7-1-15,3-1-4 0,5-15-2 0,-1-5-3 16,-2-3-4-16,-6-5-4 0,-2 0-5 16,-9 0-10-16,-7 2-11 0,-5 1-29 15,-7 10-44-15,-6 5-177 0</inkml:trace>
  <inkml:trace contextRef="#ctx0" brushRef="#br0" timeOffset="22332.95">28852 1492 805 0,'0'0'38'15,"0"0"-10"-15,0 0-11 0,0 0-5 16,0 0-5-16,0 0 1 0,0 0-3 15,131-11-1-15,-50 7-3 0,15-1 0 0,11-1 1 16,11 0-1-16,10-2 1 0,0 1-1 16,4 1-2-16,-9 0 2 0,-13 0-2 15,-13 1 0-15,-16-1 0 0,-18 2 0 0,-15-1-1 16,-18 2 0-16,-14 1-2 0,-8 2-3 16,-8 0-6-16,0-1-8 0,-3 1-14 15,-16 0-20-15,-13 4-60 0,-14 5-187 16,-2 7-19-16</inkml:trace>
  <inkml:trace contextRef="#ctx0" brushRef="#br0" timeOffset="22666.64">29570 1745 809 0,'0'0'41'0,"0"0"-12"0,0 0-9 16,0 0-11-16,0 0-4 0,0 0-3 15,0 0-3-15,0 0 2 0,0 0 0 0,-31 70 10 16,20-33 1-16,3 2 0 0,-4 2-3 16,2 1-10-16,1 0-1 0,1-2-1 15,2 0 1-15,3-4 0 0,3-5-1 0,3-4 1 16,9-5 0-16,9-7 1 0,8-8 2 16,9-4 0-1,8-3-1-15,9-7 0 0,7-7 0 0,5 0 1 0,1 0 0 0,0 1 0 16,-3 2 0-16,-7 2-1 0,-7 2-1 15,-10 2 2-15,-13 4-3 0,-13-1-1 16,-3 2-3-16,-6 0-4 0,-2 0-6 16,3 0-3-1,-7 0-8-15,0 0-15 0,-2 0-31 16,-10 2-67-16,-7-2-169 0</inkml:trace>
  <inkml:trace contextRef="#ctx0" brushRef="#br0" timeOffset="23066.36">30724 367 774 0,'0'0'44'0,"0"0"-10"0,57-79-7 0,-31 53-9 16,4 4-4-16,4 4-4 0,3 2-1 15,2 5-2 1,3 6-1-16,1 3 0 0,1 2-2 0,2 3 0 0,-1 12-4 0,0 8-2 31,1 7 1-31,-1 10-2 0,2 10-3 16,-1 14 0-16,1 14 1 0,2 20-1 16,-4 22 4-16,-1 21 4 0,-7 18-1 15,-10 13-3-15,-12 4 0 0,-12-6-6 0,-9-9 15 16,-23-11 4-16,-14-12-1 0,-15-11 5 15,-11-13-16-15,-7-14 2 0,1-18-4 0,0-15 8 16,5-17 5-16,10-15-5 0,9-10 9 16,18-10-11-16,8-9 2 0,12-3-1 15,7-3 0-15,2 0-3 0,4 0-11 0,-1 0 5 16,1 0-12-16,0-6 0 0,5-1 3 16,1 0-27-1,-1 4-21-15,-1 2-94 0,-4 1-174 0,0-2-1 0</inkml:trace>
  <inkml:trace contextRef="#ctx0" brushRef="#br0" timeOffset="25283.02">19108 3429 491 0,'0'0'96'15,"0"0"-17"-15,0 0-16 0,0 0-17 16,23-78-12-16,-23 62-10 0,-6 1-9 0,-4-4-3 16,-3 4-6-16,-3 4-2 15,-5 4-1-15,-7 5-2 0,-5 2-1 0,-8 12-2 0,-5 10 1 16,-2 6-1-16,1 9 1 0,3 4-2 15,5 5 1-15,8 2-3 0,10 1 1 16,5-5 0-16,12-5 0 0,4-7 0 16,4-8 3-1,14-9-2-15,5-8 2 0,3-7 0 16,4-7 1-16,5-9 1 0,-4-5-1 16,1-7 2-16,-1-4-1 0,-6-3 2 0,-1-4-1 15,-5-4 2-15,-6 1 0 0,-7 0 3 16,-2 2-2-16,-4 5 2 0,0 5 0 15,-3 10 2-15,0 8-1 0,3 7-1 16,0 5-3-16,-1-1-3 0,-2 1-1 0,0 15-1 16,-1 11 2-16,1 16-2 0,3 11 3 15,3 9-3-15,7 10 2 0,4 4-2 0,2 4 2 16,4 2 3-16,0 2-3 0,-1 1 3 16,0 1-4-16,-3 2-2 0,0-1 3 15,-4-3-3-15,-3-9 2 0,-3-10 2 16,-3-8-4-16,-3-13 5 0,0-9-5 0,-6-10 3 15,0-10 0-15,-5-5 0 16,-6-9 1-16,-8-1-2 0,-10-11 1 0,-5-7-3 0,-3-8 2 31,-8-4-2-31,-1-5 3 0,-2 0 0 16,0-1 0-16,-1 1 0 0,4 2-1 16,3 4 2-16,9 3-2 0,10 4 0 15,11 6 1-15,12-2-2 0,7-2 1 0,22-4-2 16,15-8 1-16,17-2 2 0,14-1-1 15,18-2 0-15,11-6-1 0,9-1-5 0,3-1 2 16,0-5-6-16,-6 0 1 0,-10-2 0 16,-10 0-1-16,-16 0 5 0,-13 2 2 15,-16 5 3-15,-16 6 1 0,-11 4 2 16,-9 7 0-16,-3 9 1 0,-9 2-1 0,-4 8 0 16,-7 3 0-16,-3 6-1 15,-3 0 0-15,-5 12 0 0,0 6-2 0,-4 8 0 0,-1 7 1 16,-2 5-2-16,3 6 1 0,5 5 0 15,5-1 0-15,10-1-3 0,7-1 4 16,8-3 2-16,6-6-4 0,13-3 5 0,7-7-5 31,4-6 1-31,5-8 0 0,4-8-1 16,4-5 1-16,1-1 1 0,-1-13 0 16,2-5 0-16,-3-2 0 0,-2-6-5 0,-5 0 5 15,-3-3-4-15,-5-3 3 0,-2-6 2 16,1 0-2-16,-1 0 1 0,-1-1 0 15,2 4 0-15,0 7-1 0,-1 8 1 16,-1 10-2-16,1 11 0 0,-1 3 1 0,-2 15-2 16,-1 7 3-16,-1 3-2 15,-4 8 1-15,-4-2-1 0,-1 4 2 0,-7 0-3 0,-2-1 4 16,-2-4 2-16,0-1-5 0,-8-5 6 16,1-5-6-16,0-7 1 0,1-8 1 15,5-2 1-15,1-5 1 0,-2 0 1 16,2 0 1-16,-1 0 0 0,-1-14-1 0,2-6-7 15,3-8 6-15,11-6-7 16,4-1 4-16,5-2 2 0,5 0-2 0,2 4 0 0,0 3-1 31,1 8 1-31,-2 8-1 0,-4 8 1 16,-1 6-1-16,-2 6 0 0,-1 12 1 16,-3 5-1-16,-1 4 2 0,-4 4-1 0,-2 2 0 15,-2 1 0-15,-2-2-1 0,-1 1 3 16,-2-3-2-16,1-1 3 0,-2-3-3 15,-2-8-1-15,2-1 2 0,0-7-2 0,1-2 1 16,1 1 0-16,3-5-1 0,7 0 3 16,5-4-2-16,6-6 2 0,3-10-2 15,-1-5 0-15,2-6 0 0,-1-7-3 16,1-3 1-16,-2-6-2 0,-2-4 3 0,-2-5-1 16,-2 1 1-16,-6 2 1 15,-2 3-1-15,-4 12 2 0,-4 9 0 0,-3 12-1 0,-1 8 1 16,-2 5-1-16,0-1-1 0,0 1 2 15,-11 4-2-15,-4 11 0 0,-6 10 1 16,0 7-2-16,0 4 2 0,2 4-1 16,4-1 1-1,1 0-1-15,6 0 1 0,4-5-1 16,4 0 1-16,0-5 4 0,12-2-6 16,3-6 6-16,7-3-4 0,2-4-1 0,8-5 2 15,3-6-1-15,7-3 0 0,4-3 1 16,2-7-1-16,2-7 0 0,2-3 2 15,-2-3-6-15,-4-4 5 0,-6-5-4 0,-5-2 3 16,-4-3 1-16,-7-4-1 0,-2 0-1 16,-6 1 2-16,-1 4 1 15,-4 7 0-15,-5 9 2 0,-2 10-2 0,-3 5-2 0,-1 5 0 16,0-2-1-16,3 2 1 0,0 8 0 16,3 6 0-16,0 4 0 0,1 3 1 15,3-1 0-15,0 0 0 0,3-2 1 16,1 0-2-16,1-1 0 0,2-2 1 0,-1 0 0 15,6-3-1-15,1 0 0 16,4-1 1-16,4-2-2 0,4 1 2 0,2-3-3 0,5-1 2 31,7 1-1-31,3 0 1 0,6 0 0 16,6 1 0-16,2 0-2 0,4-3 2 16,1 2-1-16,-1-1 1 0,-6-2 5 15,-8 1-4-15,-9-2-1 0,-10 0 1 0,-12-2-5 16,-5-1 5-16,-8 0 1 0,-8 0 1 15,2 0 2-15,-1 0-2 0,0 0 0 0,-1 0-2 16,1 0 0-16,-5 0-1 0,0-1 0 16,0 1 0-16,1 0-1 0,1-1 0 15,-1 1-2-15,1-2 2 0,-1 2 5 0,1 0-5 16,-2 0 0-16,1 0 1 0,-1 0-6 16,0 0 6-16,1 0 1 15,-1 0-1-15,0 0 0 0,0 0 1 0,2 0-1 0,-2 0 2 16,0-2-1-16,0 2-1 0,0 0 2 15,0-1-2-15,0 1 0 0,0 0 1 16,0-2-2-16,0 2 1 0,0-1 0 16,0 1 0-1,0-2 0-15,0 2 1 0,0-2-1 16,0 1 0-16,0 0 0 0,0-1 0 16,0 1 1-16,0-1-1 0,0 1 2 0,0-1-2 15,0 1-1-15,0-1 1 0,0 2-2 16,0-2 2-16,0 2 0 0,0-1-1 15,0 1 1-15,0-2-1 0,0 2 0 0,0-1 0 16,-2 1-1-16,2-1 0 0,0 1-3 16,0-2-5-16,0 2-10 15,0 0-8-15,-1 0-12 0,1 0-18 0,0 0-54 0,-3 0-190 16,2 4-1-16</inkml:trace>
  <inkml:trace contextRef="#ctx0" brushRef="#br0" timeOffset="26049.59">22794 3666 536 0,'0'0'72'0,"0"0"-2"0,0 0-6 16,0 0-16-16,0 0-13 0,14-85-10 15,-14 66-5-15,0 9-3 0,-7-1-4 0,-1-3-3 16,0 7-3-16,-7-1-3 0,-3 8-1 16,-6 2-3-16,-7 13 0 0,-1 8 1 15,0 6-1-15,1 4 0 0,3 3-1 0,4 2 1 16,5 0-2-16,3-1 2 0,9-2-1 16,4-3 0-16,3-4 5 0,3-4-8 15,7-1 8-15,4-6-7 0,1-3 3 0,5-5-1 16,0-5 0-16,3-4 1 0,2 0-2 15,-1-6 3-15,1-6 0 0,-5-5-1 16,1-1-2-16,-4-4 3 0,0-4-5 16,-2-2 6-1,-2 0-1-15,-1-4-1 0,-1 0 2 16,-2 2-2-16,-2 2 2 0,-1 10-1 16,-3 7 1-16,-1 7-2 0,-2 4 0 0,0-2 0 15,0 2-2-15,2 0 1 0,2 9 0 16,0 8 1-16,1 7 0 0,1 2 0 15,0 0 0-15,1 0 0 0,0-2 0 16,0-1 0-16,1-3 0 0,1-4 0 0,2-2 6 16,-4-4-7-16,7-3 5 0,2-6-3 15,4-1-7-15,8 0 7 0,-1-11-4 0,2-4 5 16,-2-5-1-16,-1-4-1 0,-2-6 0 16,-2-5 0-16,-5-6 1 0,-1-8-1 15,-4-7 2-15,-3-4-2 0,-3-3 1 0,-4-1 0 16,-2 4 1-16,0 4-2 0,-2 4-2 15,-6 8 3-15,-1 5-3 0,0 5 6 16,1 8 3 0,1 8 1-16,-1 3 1 0,5 7-5 15,0 4 0-15,2 0-2 0,1 4-3 16,-2-1 1-16,1 1-1 0,-3 13 2 0,-1 7-1 16,1 12 1-16,4 6 5 0,0 6-6 15,2 5 4-15,5 6-3 0,1 2-2 16,1 6 1-16,3 4-1 0,-1-2 0 15,1 0-1-15,4-6 2 0,1-5-2 0,6-9 1 16,3-7 2-16,3-8-5 0,2-7 1 16,2-8-6-16,3-7-4 0,-1-8-3 0,1 0-9 15,-2-12-2-15,-2-5-22 16,-1-6-32-16,-4-2-120 0,-5-3-115 0</inkml:trace>
  <inkml:trace contextRef="#ctx0" brushRef="#br0" timeOffset="26682.93">24873 3291 686 0,'0'0'54'0,"0"0"-10"31,0 0-14-31,0 0-6 0,0 0-13 16,0 0 0-16,0 0-4 0,0 0-2 0,0 0-4 16,0 0-1-16,-60-69 4 15,21 86-6-15,-5 9 6 0,-1 1-4 0,1 4-1 16,6-3 1-16,6-2-2 0,9-3 1 15,10-8-1-15,5-6 1 0,8 0 1 0,5-1 1 16,11 1 0-16,10 1 2 0,9 0 1 16,6-3-1-16,6 4-1 0,2 3 1 0,0 4-1 15,0 4-1-15,-2 4-1 0,-4 3 1 16,-5 0 0-16,-5 1 1 0,-7-1-1 16,-8-3 0-16,-7 0-1 0,-10-3 1 15,-1-2 1-15,-15-2 1 0,-10-2 0 0,-5-2 1 16,-8-2-2-16,-4-6-1 0,-4-2 0 15,-1-5-1 1,1 0 0-16,4-2 1 0,3-5-1 0,3-2-1 0,7 0-1 16,3-1-3-1,10 3-5-15,6 2-8 0,7 4-15 16,3 1-18-16,0-2-17 0,0 2-16 16,15 0-27-16,8 7-54 0,7 3-89 0</inkml:trace>
  <inkml:trace contextRef="#ctx0" brushRef="#br0" timeOffset="27700.84">25309 3539 737 0,'0'0'52'0,"0"0"-14"0,0 0-9 0,26-82-10 15,-25 78-9-15,1 1-4 16,-2 3-5-16,0 0-1 0,0 7 1 0,-6 11-1 15,-4 12 1-15,-2 3-1 0,1 6 1 16,-1 1-2-16,3-1 1 0,2-2-1 0,3-2 2 31,4-6-2-31,0-4 1 0,11-5 0 16,3-5 1-16,4-5-1 0,1-6 2 0,6-4-2 16,1-4 0-16,0-9 1 15,0-5-1-15,-2-3 1 0,-3-5-1 0,-4-5 1 16,-4-3-1-16,-6-6 1 0,-3-4-2 15,-4-4 2-15,-1-2-3 0,-13 0 3 0,-5 0-1 16,-3 3 0-16,-4 4-1 0,-1 8-5 16,-2 7 6-16,0 9-6 0,0 7 6 0,1 7 0 15,1 5 0-15,5 0 5 16,6 5-5-16,5 4 5 0,3-3-5 0,7 3 0 16,1 6 0-16,9-3 0 0,12 5 0 15,11-7 0-15,9-2 0 0,7-6 0 0,6-2-1 16,6 0 0-16,0-10-4 0,1-3 0 15,-3-4-3 1,-3-3-5-16,-9-4 6 0,-4-4-4 0,-9-6 6 0,-7-4 4 16,-7-6-1-1,-5-4 3-15,-6-4 0 0,-2 2 3 16,-5 4 0-16,-1 10 4 0,0 10 1 16,-3 6 1-16,0 9-1 0,-3 4-1 0,1 1-4 15,-4 4-1-15,-3 2-1 0,0 11-1 16,-3 12 0-16,3 9-2 0,2 10 1 0,5 8-1 15,3 8 2-15,2 4-2 16,0 3 2-16,6 1 4 0,4 2-5 0,0 1 4 16,2 0-3-16,1-1-3 0,0-4 2 15,2-6-2-15,5-11 2 0,1-7-1 0,2-12 2 16,1-6-2-16,0-10 0 0,1-6 0 16,-1-6 2-16,1-4 0 0,-2-12 2 0,0-5-2 15,2-6 0-15,-4-7 0 0,0-4-2 16,-1-3 3-16,-2-3-1 0,0 3 0 15,1 5 1-15,-5 6 0 0,-2 10-2 16,-4 6 1-16,-2 6-1 0,-3 5-1 0,0 1 0 31,-1 2 0-31,2 10 1 0,1 8-1 16,0 9 1-16,-4 4-1 0,-1 1 1 16,0 1-1-16,0 2 1 0,0-3-1 0,2-2 0 15,-1-2 1-15,4-6 0 0,-2-5 0 16,2-5 1-16,4-3-1 0,-3-2 0 15,7-3 0-15,5-4 0 0,5 0 1 0,5-9-2 16,1-5 2-16,-1-4-1 0,-1-5 1 16,-1-4-1-16,0-3 1 0,0-5 1 15,-3 0-1-15,2-1-1 0,-2 3 1 0,-1 4-1 16,-5 5 1-16,-4 9 0 0,-1 1 1 16,-6 9-2-16,-4 1 0 0,4 1 0 15,-3 3 0-15,3 3 0 0,1 11 0 0,0 4 1 16,2 5-2-16,-5 3 3 0,0 4-3 15,1 3 1-15,1 1 0 0,1-1-1 16,1-2 1-16,3-4 0 0,-1-3-3 16,4-5 4-1,2-4-1-15,4-6-1 0,3-5 0 16,3-4-3-16,5 0-2 0,1-9-4 16,-1-5-9-16,0-2-12 0,-8-4-22 0,-1-3-55 15,-8-1-190-15,-1-2-14 0</inkml:trace>
  <inkml:trace contextRef="#ctx0" brushRef="#br0" timeOffset="28366.33">26980 3207 641 0,'0'0'70'0,"0"0"-20"16,0 0-4-16,74-93-11 0,-48 78-11 15,2 5-6-15,1 3-5 0,0 6-7 16,1 1 0-16,0 8-4 0,-2 5 0 0,-2 9-1 16,-6 2-1-16,-3 3 5 0,-5 4-5 15,-5 1 5-15,-4-1-5 0,-3 0-4 0,0-3 3 16,-8-3-2-16,0-3 2 0,1-8-1 15,3-5 1-15,2-4 1 0,2-5-1 16,-1 0 3-16,-1 0-1 0,-1-1 1 0,3-12-1 31,0-6 0-31,9-6-1 0,11-7 1 16,4 2-1-16,4-2-4 0,6 0 5 16,0 2-5-16,2 1 3 0,-1 5 0 0,-5 5 0 15,-1 9 1-15,-5 8 0 0,-1 2 0 16,-3 9 0-16,-4 8 0 0,0 3 0 15,-3 3 5-15,0 2-5 0,-3 0 2 16,-1 0-2-16,2-1 0 0,-2-3-1 0,0-5 2 16,2-2-1-16,-2-7 1 0,4 0 1 15,6-7-1-15,2 0-1 0,8-3 2 0,-3-8-2 16,0-3 2-16,-1-2-2 0,-4-4 2 16,-3-1-2-16,-1-2-4 0,-5 2 3 15,-4 6-5-15,-3 5 5 0,-2 6-2 16,-3 4-5-16,0-2-9 0,0 2-10 0,-13 0-15 15,-6 9-41-15,-9 7-171 0,-1 6-61 16</inkml:trace>
  <inkml:trace contextRef="#ctx0" brushRef="#br0" timeOffset="28549.9">27465 3796 892 0,'0'0'27'0,"0"0"-11"16,0 0-6-16,0 0-7 0,0 0-5 15,0 0-3-15,0 0-4 0,0 0-13 16,0 0-28-16,0 0-107 0,13 7-168 16,-6 3-11-16</inkml:trace>
  <inkml:trace contextRef="#ctx0" brushRef="#br0" timeOffset="28732.36">28053 3760 960 0,'0'0'16'0,"0"0"-5"0,0 0-5 0,0 0-6 15,0 0 0-15,0 0-2 0,0 0-2 16,0 0-3-16,0 0-10 0,48-46-10 15,-48 46-21-15,0 0-50 0,-7 0-214 0,-9 4-29 16</inkml:trace>
  <inkml:trace contextRef="#ctx0" brushRef="#br0" timeOffset="29066.67">25763 4230 798 0,'0'0'27'0,"0"0"0"0,0 0-4 31,84-5-7-31,-16 5-6 0,22 8-2 16,19-2 0-16,19 0-3 0,17-1 1 16,15-3-2-16,13-2-1 0,7 0 1 0,3-4-3 15,2-3 1-15,-7-2 1 16,-7 0 1-16,-17-2 4 0,-18-1 4 0,-19 0 0 15,-25-1 1-15,-26 1 1 0,-20 2 1 0,-21 4-15 16,-12 1 0-16,-9 4 0 0,-4-5 0 16,0-5 0-16,-1 0 0 0,-5-2 0 15,0 4 0-15,2 4 0 0,1 2 0 16,-1-2 0-16,1 2 0 0,0 1 0 16,0-2 0-16,-6 4-39 0,-6 0-35 0,-10 9-158 15,-7-1-115-15</inkml:trace>
  <inkml:trace contextRef="#ctx0" brushRef="#br0" timeOffset="60334.3">2293 5584 651 0,'0'0'53'0,"0"0"-2"16,0 0-12-16,0 0-12 0,0 0-10 0,0 0-6 15,0 0-4-15,0 0-4 0,0 0 0 16,-52 12-2-16,39 23 1 0,-3 11-2 16,0 8 1-16,-3 7 3 0,-2 4-3 0,-1 5 2 15,2 2-3-15,-2 0-2 0,5 1 2 0,1-3-2 16,-1-6 2 0,2-10-1-16,6-8 3 0,1-15-1 0,5-15 2 0,0-8 0 15,3-8 2-15,0 0 3 0,0 0 0 16,0 0 0-16,9-17-3 0,5-13-1 15,5-17-4-15,0-10 3 0,-1-8-3 0,0-6 2 16,-4-7-2-16,2-5-3 0,-3-7 2 16,0-2-1-1,-4-4 1-15,7 10 3 0,-6 11-2 16,6 19 0-16,-2 18-1 0,-5 18-1 16,8 13 1-16,-2 7-1 0,8 15 2 15,3 14 0-15,4 12 1 0,-1 9-2 16,0 9 4-16,-3 6-3 0,0 2 3 0,-4 3 3 15,-2 0-4-15,0 1 3 0,-5 1-3 16,-1 0-2-16,-4 0 1 16,-2-5-2-16,-4-5 1 0,2-10-2 0,-1-9 3 0,-3-9 0 15,1-13-1-15,-3-9 0 0,1-6 1 16,-1-6 0-16,0 0 1 0,0 0 0 16,0 0-2-16,2 0-5 0,-2 0-10 0,0-12-19 15,-5-5-44-15,-3-5-128 0,2-1-122 16</inkml:trace>
  <inkml:trace contextRef="#ctx0" brushRef="#br0" timeOffset="60549.78">1658 6117 759 0,'0'0'31'15,"0"0"1"-15,0 0-6 0,0 0-4 16,90-17-8-16,-31 11-6 0,12-2-4 16,10 1-3-16,6 1-2 0,8-3 1 0,5 3-3 15,1-2-10-15,-2 1-27 0,-5-1-58 16,-9-1-210-16,-4 0-21 16</inkml:trace>
  <inkml:trace contextRef="#ctx0" brushRef="#br0" timeOffset="60866.45">3635 5803 735 0,'0'0'47'15,"0"0"-6"-15,0 0-14 0,0 0-9 16,0 0-7-16,0 0-5 16,0 0 0-16,0 0 3 0,0 0 0 0,0 0 0 0,68 1 0 15,-10-1-4-15,7 0-3 0,7 0-1 16,-1-1-1-16,-3-2 0 0,-7 0 0 16,-8-1 0-16,-9 3 0 0,-14 1-2 0,-11 0-2 15,-12 0-1-15,-7 0-5 0,0 0-4 16,0 0-11-16,0 0-18 15,0 0-26-15,-13 0-36 0,-9 1-107 0,-8 7-91 0</inkml:trace>
  <inkml:trace contextRef="#ctx0" brushRef="#br0" timeOffset="61082.94">3470 6243 754 0,'0'0'55'0,"0"0"-8"0,0 0-12 16,0 0-12-16,0 0-3 0,0 0-4 16,0 0-3-16,97-17-3 0,-35 8-4 0,9-1-3 15,4 0-2-15,5 3 1 0,-2-1-2 16,-4 4 1-16,-8 1-2 0,-8 3-4 16,-9-2-5-16,-8 2-10 0,-14 0-12 0,-11 0-31 15,-3 5-58-15,-10-4-196 0,3 1-16 16</inkml:trace>
  <inkml:trace contextRef="#ctx0" brushRef="#br0" timeOffset="61916.61">5391 6386 673 0,'0'0'38'0,"0"0"2"0,0 0-4 15,21-91-6-15,-18 81-12 0,0 7-7 16,3 3-3-16,7 0-1 0,6 14 1 16,7 9 2-16,1 10-2 0,2 10 0 0,1 7-3 15,2 4-1-15,-3 4 2 0,3 1-4 16,-5 2 1-16,1-3-2 0,-2-2-2 16,-1-6 2-16,-2-7 0 0,-2-7 1 0,-5-7 1 15,-4-11 2-15,-5-9 1 0,-4-4 1 16,0-5 3-16,4-3 0 0,3-14-1 15,2-9-3-15,-2-12-3 0,0-9-2 0,-4-9 0 16,-2-9-2-16,-4-11-1 0,0-12 1 16,0-16-3-1,-7-12 0-15,-6-13 3 0,1-11-5 16,-6-7-2-16,-3-7-1 0,-5 0 0 16,-6-1 0-16,-5 3 2 0,-8 6 1 15,0 11 1-15,-1 15 3 0,1 20 3 16,10 24 0-16,5 21 0 0,7 21-1 0,7 16-2 15,9 8 0-15,4 7 0 0,3 3 1 16,0 0 0-16,6 10 1 0,14 6 0 16,13 4 0-16,14-2 0 0,16-1 2 0,17-4 0 15,14-2 0-15,12-5 0 0,15-4-1 16,10-2-1-16,11-5 1 0,11-6 1 16,5-2 1-16,4-4-2 0,-3 0 0 0,-9-2 0 15,-11 1 0-15,-16 1 3 0,-19 2-3 16,-21 1 0-16,-20 5 1 0,-15 0-5 15,-21 4 5-15,-12 2-5 0,-9 3 5 0,-6 0-2 16,0-2 0-16,0 2 5 0,0 0-7 31,-6 7 4-31,-6 6-8 0,-5 6-8 16,1 2-14-16,-1 1-30 0,-1 7-45 0,-2 0-131 16,0 5-79-16</inkml:trace>
  <inkml:trace contextRef="#ctx0" brushRef="#br0" timeOffset="62549.85">6663 5293 667 0,'0'0'48'0,"0"0"-2"15,0 0-7-15,0 0-10 0,0 0-11 16,0 0-3-16,0 0-2 0,0 0-7 15,0 0 2-15,42-55-3 0,-30 53-4 0,-5 2 4 16,3 0-4-16,-7 0-2 0,0 8 1 16,-3 1-1-1,-8 5 1-15,-7 3-1 0,-7-2-1 16,-4-3 2-16,-7-3-2 0,-2-1 1 16,-3-5 1-16,4-2 0 0,0-1 1 15,7-4 0-15,5-8-1 0,8-6 1 16,8-6 0-16,6-3-6 0,3 0 5 0,13-2-5 15,10 3 4-15,6 5 2 0,5 4-1 16,5 7 1-16,3 5 0 0,1 5-1 16,2 5 2-16,-2 8-2 0,-1 6 2 0,-3 3 4 15,-9 6-5-15,-4 4 4 0,-7 1-6 16,-5 3 1-16,-11 5 1 0,-6 3-2 16,-3 6 3-16,-20 7-4 0,-4 2 2 0,-11 0-2 15,-4 0 2-15,-4-5-1 0,-2-7 1 16,-1-10-1-16,2-8 1 0,1-9 0 15,7-8 1-15,6-9 0 0,5-3 1 0,7-6 1 16,6-9-3-16,5-8 1 0,6-6-2 31,4-3 1-31,4 1-2 0,9 3 2 16,8 7-3-16,3 9 2 0,5 10 1 0,3 2-1 16,3 14 3-16,3 6-3 0,0 4 1 15,1 3 0-15,0 1 1 0,-1-3-1 16,-2 1 2-16,0-3 3 0,-1-2-5 0,0-4 4 15,-1-5-5-15,0-6 2 0,-1-6-2 16,3 0 2-16,-3-12-1 0,-1-6-4 16,-2-4 5-16,-2-3-7 0,-5-1-1 0,-1 0-8 15,-4 2-8-15,-9 5-8 0,0 9-10 16,-6 5-20-16,-3 5-51 0,0-1-80 16,0 1-97-16</inkml:trace>
  <inkml:trace contextRef="#ctx0" brushRef="#br0" timeOffset="62916.62">6430 6269 738 0,'0'0'51'0,"0"0"-13"16,0 0-10-16,0 0-8 0,0 0-6 16,0 0-3-16,0 0-2 0,0 0-2 0,0 0 1 15,0 0-1-15,3-9 1 0,23 9 3 16,13 3-3-16,15 1-2 0,11-1-2 16,10-1-4-16,12-1 2 0,5-1-1 0,4 0 0 15,-1 0 0-15,-5 2-1 0,-5 0-2 16,-11-2 3-16,-10 0-2 0,-12 0 0 15,-19 0 4-15,-13 0-4 0,-14 0 1 0,-6 0 0 16,0 0-3-16,0 0-1 0,0 0-1 31,0 0-5-31,0 0-7 0,-13 1-13 0,-6 6-25 16,-5 5-55-16,2 4-147 0,-4-1-63 16</inkml:trace>
  <inkml:trace contextRef="#ctx0" brushRef="#br0" timeOffset="63316.43">6767 6551 806 0,'0'0'45'16,"0"0"-7"-16,0 0-8 0,0 0-11 0,0 0-8 15,0 0-5-15,0 0-1 0,0 0-1 16,0 0 2-16,0 0-1 0,9 14 3 0,-15 27-6 15,-3 3 4-15,-5 4-5 0,5 6-2 16,-5-2 4-16,2 5-5 0,-1-1 2 16,2-3-1-1,-1-5 1-15,6-3-1 0,-1-9 3 16,4-10-3-16,3-6 2 0,0-8-2 16,2-3 0-16,9 2 2 0,7-6-1 15,9 2 1-15,5-7 0 0,11 0 0 0,2-5-2 16,10-2 2-16,1-3-1 0,2 2 1 15,0 0 0-15,-1 2 0 0,-4 0-3 16,-4 1 3-16,-10 2-1 0,-11 1 0 16,-14 1 5-16,-6 1-5 0,-8 0 0 0,0 0 0 15,0 0-2-15,2 0 2 0,-2 0 0 16,3 0-2-16,-3 0-3 0,0 0-6 0,0 0-11 16,0 0-16-16,0 0-39 0,0-3-180 15,-3 0-81-15</inkml:trace>
  <inkml:trace contextRef="#ctx0" brushRef="#br0" timeOffset="127266.63">18112 5730 562 0,'0'0'60'16,"0"0"-8"-16,0 0-7 0,0 0-9 16,0 0-6-16,0 0-5 0,20-77-6 0,-20 77-7 15,0-2-3-15,3 2-4 0,3 5 0 16,4 11-2-16,6 10 0 15,0 9 0-15,2 6-3 0,2 6 3 0,5 3 3 0,4 1-5 16,7 1 5-16,5-2-6 0,5-4-2 16,6-8 3-1,3-8-1-15,1-12 2 16,2-10-1-16,-1-8 1 0,1-14 0 0,-2-11-1 16,-1-11 1-16,-3-3-4 0,-7-7 5 15,-9-1-3-15,-7-1-4 0,-9-1 4 0,-8 7-6 16,-5 4 5-16,-3 11 1 0,-4 5-1 15,0 10-1-15,0 6 0 0,0 0-6 16,0 6-8-16,0-1-12 0,-5 1-17 0,-6 4-26 16,-2 10-39-16,-7 4-103 0,3 5-80 15</inkml:trace>
  <inkml:trace contextRef="#ctx0" brushRef="#br0" timeOffset="127551.05">18498 5637 742 0,'0'0'36'0,"0"0"-7"0,0 0-4 16,-29-80-5-16,26 71-5 0,1 4-4 16,0 2-5-16,2 3-3 0,-2 2-2 15,2 16 2-15,0 14-2 0,0 13 3 16,7 10-1-16,1 6 3 0,-1 8 2 0,2 8-3 15,-1 8 1-15,-1 5-5 0,-1 7-2 16,0 1 1-16,-1-6 0 16,0-5 0-16,-1-8 3 0,1-11-1 0,-1-9 1 0,1-9-3 15,0-9-2-15,2-7-2 0,1-7-7 16,-2-9-6-16,2-4-13 0,4-3-21 16,-4-6-45-16,7 0-123 0,4-6-95 0</inkml:trace>
  <inkml:trace contextRef="#ctx0" brushRef="#br0" timeOffset="127832.95">19383 5735 736 0,'0'0'47'0,"0"0"-8"16,0 0-8-16,-3-79-9 0,3 72-6 15,0 1-8-15,0 6-5 0,-4 0-1 16,-7 13-1-16,-4 14-1 0,-7 13 3 0,-4 12 3 16,0 11-3-16,3 6 2 0,1 12-3 15,9 5-4-15,4 6 4 0,6-1-4 16,3-2 4-16,10-6 0 0,9-6-3 16,6-11 3-16,7-8-5 0,5-9-8 0,5-10-7 15,6-5-15-15,3-9-22 0,3-5-59 16,3-8-127-16,-4-9-74 0</inkml:trace>
  <inkml:trace contextRef="#ctx0" brushRef="#br0" timeOffset="128283.96">19805 6164 818 0,'0'0'35'0,"0"0"-5"0,0 0-6 15,0 0-7-15,76-90-5 0,-48 80-4 16,3 2-2-16,-2 6-3 0,-2 2-2 16,-3 8-1-16,-3 9 0 0,-7 9-2 0,-2 5 2 15,-8 9-2-15,-4 6 0 0,0 1-1 16,-8 3 3-16,-4-3-3 0,-3-3 2 0,1-5-1 16,-1-4 1-16,1-6 4 0,5-11-4 15,3-6 5-15,5-7-4 0,1-5 1 16,0 0 0-16,0-15-5 0,6-9 3 15,7-14-4-15,4-8 5 0,2-5 1 0,3-1-1 16,-1-1 1-16,-2 4-2 0,-1 7 3 16,-5 5-1-1,-3 13 0-15,-5 6 0 16,0 7 0-16,-4 7-2 0,1-1 0 0,-2 5-1 16,0 14 1-16,0 11 2 0,0 10-2 15,0 8 2-15,-6 3-3 0,2 2 3 0,-1 2-3 16,2-1 4-16,3-4-3 0,0-2 1 15,5-5 3-15,6-5-8 0,5-6 3 16,3-5-11-16,7-9-7 0,3-5-7 16,3-8-13-16,1 0-18 0,0-15-32 0,1-5-58 15,-5-9-89-15,-2-6-49 0</inkml:trace>
  <inkml:trace contextRef="#ctx0" brushRef="#br0" timeOffset="128549.83">20447 5788 668 0,'0'0'67'0,"0"0"-15"16,0 0-9-16,0 0-11 0,0 0-11 31,0 0-5-31,0 0-4 0,0 0-1 0,0 0-1 16,97-23-1-16,-59 38-1 0,3 8-2 16,4 6 3-16,4 7-5 0,2 8 2 15,3 9-4-15,0 11-2 0,-4 7 1 16,-6 10-3-16,-9 5 3 0,-10 1-4 0,-16 0 3 15,-9-3 0-15,-9-5-3 0,-16-3 0 16,-5-7-4-16,-8-9-1 0,-1-8 2 16,-1-10 1-16,5-10 2 0,5-11 1 0,8-7 0 15,10-8-3-15,2-6-4 0,6 0-9 16,-3-8-11-16,2-10-24 0,5-3-47 16,6-9-140-16,13 1-80 0</inkml:trace>
  <inkml:trace contextRef="#ctx0" brushRef="#br0" timeOffset="128816.61">21618 6345 875 0,'0'0'32'16,"0"0"-6"-16,0 0-4 0,0 0-8 15,113-75-7-15,-65 62-2 0,7 2-1 16,4 0-1-16,0 4 0 0,-1 1-2 16,-4 1 0-16,-5 2-2 0,-7 0 1 0,-5 3-1 15,-13 0 0-15,-9 0-2 0,-4 0-6 16,-7 0-6-16,2 0-13 0,-2 0-12 16,-4 5-44-16,-11 5-105 0,-8 2-135 0</inkml:trace>
  <inkml:trace contextRef="#ctx0" brushRef="#br0" timeOffset="128984.22">21741 6601 819 0,'0'0'62'0,"0"0"-9"0,0 0-17 16,0 0-15-16,0 0-11 0,0 0-3 15,93-6-3-15,-51 1-2 0,0 3-3 16,-2 0-3-16,-1 1-8 0,2 1-18 0,1-2-37 15,-3 0-189-15,2 1-91 0</inkml:trace>
  <inkml:trace contextRef="#ctx0" brushRef="#br0" timeOffset="129817.42">23287 6759 669 0,'0'0'63'16,"0"0"-11"-16,0 0-11 0,0 0-8 31,0 0-8-31,0 0-7 0,0 0-4 0,0 0-5 16,0 0-5-16,0 0-2 0,-10-35 1 16,14 45-1-16,11 8 4 0,8 10-2 15,4 7-1-15,4 6 2 0,1 3-3 0,1 2-2 16,0-4 3-16,1-1-4 0,-1-5 1 15,-3-2 0-15,-1-5 1 0,-4-5-2 0,-2-4 2 16,-10-8 1-16,-3-4-1 16,-6-4 6-16,-4-4 0 0,0 0-3 0,4 0 4 15,2-7-7-15,2-10 1 0,1-13 0 16,-4-12-2-16,-4-12 3 0,-1-14-4 16,-1-11 2-16,-6-8-2 0,-6-7-3 0,-2-11 0 15,-5-9 0-15,-2-13 0 0,-2-10 3 0,-4-7-3 16,1-3-4-16,-1 1 2 15,4 7 1-15,1 14 2 0,5 20 5 0,4 25-2 16,4 22-3-16,4 23 2 0,3 15-5 16,3 15 5-1,0 3 0-15,7 0-2 16,11 2 7-16,8 0-5 0,6 9 5 0,9 2-4 16,9 0 0-16,15-2 1 0,13-5 0 0,16-2 0 15,13-2-1-15,16-7 1 16,11-7 0-16,9-6 0 0,8-1-5 0,1-2 4 15,-6-1-4-15,-10 4 4 0,-18 2 1 16,-18 4-1-16,-25 5 1 0,-20 3-1 0,-22 1 0 16,-17 4-1-16,-7 1 2 0,-9 0 0 15,0-2-2-15,0 2 2 0,0 0-3 0,-9 0 0 16,-2 5-2-16,-8 3-4 16,4 2-11-16,-2 1-12 0,-1 2-32 0,0 5-71 15,-5-1-171-15,-1 4-13 0</inkml:trace>
  <inkml:trace contextRef="#ctx0" brushRef="#br0" timeOffset="130583.11">24227 5698 231 0,'0'0'62'0,"0"0"0"0,0 0 0 16,0 0-6-16,0 0-6 0,0 0-10 16,0 0-4-1,0 0-6-15,0 0-2 0,0 0-2 16,19-9-4-16,-19 9-3 0,0 0-3 16,-1 0-5-16,-4 0-1 0,2 0-3 0,-3 6-1 15,2 0-2-15,0 2-1 0,-3 4-2 16,2-3 1-16,-1 3-1 0,-2 0 1 15,-4 0 0-15,-4 2-1 0,-2-3 1 16,-5-4-2-16,-1-4 0 0,-3-1 1 16,-2-2 0-16,1-8-2 0,2-7 4 0,3-6-2 15,4-7 3-15,5-5-2 0,7-8 2 0,7-3-2 16,1-3 2-16,13 3 0 0,7 6 1 16,8 6 1-16,6 9-1 0,5 7 1 15,3 8 0-15,5 8-2 0,0 0 1 16,4 15-1-16,-3 8-2 0,-1 6 1 0,-6 6-2 15,-5 6-1-15,-9 4 1 0,-8 4 0 16,-11 2 0-16,-8 4 2 0,-5 3 2 0,-15 3-4 31,-13 4 4-31,-10 2-5 0,-6 0-2 16,-7-4 1-16,1-7-1 0,2-7 2 16,4-14 0-16,7-11 0 0,4-12 1 15,8-10 1-15,8-7-2 0,7-16 1 16,7-8-1-16,7-9-1 0,4-1 2 0,12-2-1 15,6 6 0-15,4 6-1 0,4 9 2 16,4 8-1-16,3 8 0 0,-1 4 0 0,5 5 0 16,-1 8-1-1,3 3 1-15,0 4 0 0,0 1 0 0,-3-1 0 16,1 1-1-16,1-3-1 0,0 1-2 16,-2-6-3-16,-1-2-11 0,-1-5-10 0,-5-3-18 15,-4-3-18-15,-6-7-26 0,-1-9-51 0,-6-8-105 0</inkml:trace>
  <inkml:trace contextRef="#ctx0" brushRef="#br0" timeOffset="130782.97">24716 5723 638 0,'0'0'58'0,"0"0"-10"0,0 0-11 15,0 0-8-15,0 0-3 0,0 0-2 16,0 0-1-16,0 0-5 0,0 0-3 15,62-16-7-15,-23 10-3 0,2 0-3 16,-2 2-2-16,1 1-1 0,-5 1-1 16,-5 0-5-16,-8 2-4 0,-9 0-8 15,-7 0-11-15,-6 0-8 0,0 0-22 0,0 0-43 0,0 0-82 16,-5 0-110-16</inkml:trace>
  <inkml:trace contextRef="#ctx0" brushRef="#br0" timeOffset="131017.6">24774 5730 644 0,'0'0'66'0,"0"0"-11"0,0 0-11 31,0 0-17-31,0 0-7 0,0 0-5 16,0 0-4-16,0 0-2 0,0 0-2 16,1 92-2-16,6-64 0 0,-1 2 2 15,0 0-6-15,0 2 4 0,0-2-5 16,1 1-1-16,0-3 1 0,0-3 0 0,1-3-1 15,-1-9 0-15,-5-4-1 0,3-1-3 0,-2-3-5 16,0-1-9-16,0 0-9 0,-3-4-15 16,4 0-26-16,2-4-38 0,5-8-53 15,-1-8-88-15</inkml:trace>
  <inkml:trace contextRef="#ctx0" brushRef="#br0" timeOffset="131217.46">25009 5781 536 0,'0'0'81'0,"0"0"-13"16,0 0-14-16,0 0-14 0,0 0-10 15,0 0-11-15,0 0-3 0,0 0-2 16,0 0-2-16,0 0 2 0,18-6-3 16,-17 22-3-16,-1 5 1 0,0 2-2 15,0 9 2 1,0-4-4-16,0 3 0 0,0-4-5 16,0-1 0-16,3-2 0 0,1-1-1 0,2-2 0 15,2-2-3-15,-3-6-7 0,4 2-12 16,-2 0-19-16,-2-6-36 0,2 8-72 15,-3-6-159-15,-3 1-4 0</inkml:trace>
  <inkml:trace contextRef="#ctx0" brushRef="#br0" timeOffset="133317.65">24735 5827 427 0,'0'0'79'0,"0"0"-14"0,0 0-19 0,0 0-12 15,0 0-12-15,0 0-2 0,0 0-3 0,0 0 0 16,0 0 0-16,-90 52-9 0,75-25 1 16,3 2-6-16,3-2-2 0,3-1 0 15,6-2 1-15,0-1-2 0,6-4 1 16,6-3 1-16,6-4-1 0,4-5 0 0,5-3 1 15,4-4-2-15,2-4 2 0,2-7-1 16,-1-6 1-16,0-3-1 0,-5-3 1 0,-3-3 0 31,-7-1 2-31,-7-2-1 0,-4 0-6 16,-8 2 6-16,0 4-8 0,-5 8 7 16,-5 5 1-16,-6 5-3 0,0 5 2 15,-8 1 0-15,-2 12 4 0,-3 8-5 16,-1 3 5-16,-1 7-7 0,-1 1 0 0,1 1 1 15,3 1-5-15,4-1 5 0,5-3 0 0,4-1-1 16,8-3 1-16,7-5 0 0,0-5-2 16,6-5 4-16,8-6-1 0,7-5 1 15,5-3 0-15,10-11-1 0,2-4 0 16,0-3 0-16,0-5 1 0,-2-1-2 16,-3-2 3-16,-4 0-3 0,-4-3 3 0,-5 1-2 15,-5 1-6-15,-3 3 6 0,-4 7-5 0,-5 7 5 16,0 8 1-16,-3 5-2 0,0-2-1 15,0 2 0-15,-2 0-1 0,-14 7 2 16,-6 9 3-16,-8 8-4 0,1 4 5 16,0 2-4-16,2-1 0 0,2 1-1 15,2-2 0 1,4-2 1-16,4-4-2 0,6-5 1 16,4-6-2-16,5-4 2 0,0-2 1 0,3-1 0 15,9 1 0-15,7-5 0 0,4-3 0 16,0-9 0-16,3-5 1 0,0-6 0 15,-1-3 2-15,-2-3-2 0,-4-2 0 16,-4-5 0-16,-4 0-6 0,-6-3 6 16,-5-1-6-16,0 0 4 0,-2 3 2 0,-7 7-1 15,3 10 1-15,-7 8-2 0,-2 10-1 0,-3 4 1 16,-8 15-1-16,-1 7 1 0,1 9-5 16,0 10-26-16,2 4-85 0,2 6-178 15,2 1-18-15</inkml:trace>
  <inkml:trace contextRef="#ctx0" brushRef="#br0" timeOffset="133783.28">23851 6620 516 0,'0'0'78'0,"0"0"-15"0,0 0-11 0,0 0-14 16,0 0-10-16,0 0-4 0,0 0-4 15,0 0-5-15,0 0-3 0,0 0-3 16,-7-10-4-16,7 9 2 0,-1 1-2 16,1 0 1-1,0 0 2-15,2 0 0 0,20 0-1 16,16 0 0-16,20 0-4 0,14 0 0 16,16 0 0-16,17-2-2 0,10-5 0 0,6-1-1 15,4-3-1-15,-5 0 3 0,-9 0-4 16,-16-2 4-16,-14 1-5 0,-19 2 3 15,-17 1 0-15,-16 1 2 0,-11 5 1 16,-13 2-1-16,-5 1 0 0,0-2-2 16,0-3-1-16,-4 0 0 0,-4-3-3 0,-8 2-4 15,-3 4-13-15,3 2-33 0,-7 6-81 0,1 8-184 16,0-2-4-16</inkml:trace>
  <inkml:trace contextRef="#ctx0" brushRef="#br0" timeOffset="134182.99">24269 6749 794 0,'0'0'40'15,"0"0"-8"-15,0 0-4 0,0 0-9 0,0 0-8 16,17-82-3-16,-8 80-2 0,6 2-1 15,0 9-1-15,2 11-2 0,-2 7 0 0,-6 8-1 16,-2 9 0-16,-3 6 1 0,-2 6-2 16,-2 2 2-16,0 0-2 0,-2-3 0 15,-3-4 4-15,0-5-4 0,3-7 2 16,0-12-2-16,2-6-2 0,0-8 3 16,0-9-2-16,0 4 3 0,10-8 2 0,12 0 0 15,8 0 2-15,9-9-3 0,7-2-1 0,4 1-1 16,3-3-1-16,1 1 0 0,-2 2-5 15,-4 0 5-15,-4 1-5 0,-6 0 5 16,-8 3 1-16,-8 3-1 0,-12 0 0 16,-4 3 0-1,-6 0 1-15,0 0-1 16,0 0 5-16,1-2-7 0,1 2-3 0,-1 0-5 16,1 0-17-16,-2 0-15 0,0 0-56 0,1 0-179 15,-1 0-58-15</inkml:trace>
  <inkml:trace contextRef="#ctx0" brushRef="#br0" timeOffset="135382.92">26366 5748 658 0,'0'0'52'0,"0"0"-9"0,27-99-3 15,-22 86-10-15,-4 8-10 0,-1 5-11 16,0-2-6-16,0 2 0 0,-3 0-3 16,-17 10 1-1,-10 10-1-15,-14 10 1 16,-5 6-2-16,-3 5 2 0,-3 3 3 0,2 0-4 16,3-1 3-16,9-4-4 0,7-5-2 0,14-7 0 15,7-7 1-15,10-5 2 0,3-3-2 16,13-4 4-16,13-2-2 0,8-6 1 15,6 0 1-15,5 0-2 0,4-2 2 16,0 2-1-16,5 0 2 0,-3 8 0 16,0 4 0-16,-3 5 0 0,-6 3-1 0,-9 2 2 15,-5 4-2-15,-7 1 1 0,-8 3-1 0,-7 1 1 16,-6-1-2-16,-10 1 2 0,-11-4-1 16,-10-1 0-16,-10-3-1 0,-4-3-1 15,-5-7 1-15,1-4-1 0,1-3 1 16,7-4-1-16,5-2-1 0,6 0 0 15,8 0-2-15,5-5-6 0,8 1-12 0,5 1-22 16,0 1-48-16,4-1-68 0,2-3-147 0</inkml:trace>
  <inkml:trace contextRef="#ctx0" brushRef="#br0" timeOffset="135666.56">26759 6143 809 0,'0'0'41'0,"0"0"-10"0,0 0-5 15,0 0-8-15,0 0-6 0,0 0-5 16,0 0-5-16,0 0-1 0,0 0-2 16,0 0 1-16,-13-23 2 0,12 53-2 0,1 7 2 15,0 1-2-15,0 1 1 0,0-3-2 0,1-1-1 16,3-6 2-16,-2-9 0 0,1-3 0 15,-2-7 1-15,-1-5-1 0,2 0 2 16,-2-5-1-16,0 0 1 0,0 0-2 16,1 0-4-1,1 0-7-15,-1-14-13 0,-1-9-23 16,0-7-52-16,-3-8-212 0,-4-5-29 16</inkml:trace>
  <inkml:trace contextRef="#ctx0" brushRef="#br0" timeOffset="135817.74">26606 5725 609 0,'0'0'25'15,"0"0"-5"-15,0 0-5 0,0 0-10 0,0 0-5 16,0 0-2-16,0 0-4 0,24 87-29 16,-19-54-103-16,-1 2-136 0</inkml:trace>
  <inkml:trace contextRef="#ctx0" brushRef="#br0" timeOffset="136250.06">26774 6197 846 0,'0'0'25'16,"0"0"-5"-16,92-92-4 0,-54 75-5 0,-1 7-4 15,1 6-4-15,0 4-2 0,-2 10-1 0,-2 8-1 16,-2 8-1-16,-6 4 2 0,-1 5-2 16,-5 4 0-16,-5 1-1 0,-5 1 3 15,-6-3-3-15,-4-2 1 0,0-6-1 16,-4-2-1-16,-6-7 1 0,2-7 0 16,0-3 2-16,3-6 1 0,2-2 2 0,-1 1-2 15,1-4 2-15,2-10-2 0,1-8 0 0,0-9 0 16,10-7 1-16,6-5-2 0,5-5 1 15,5-3-2-15,3 1 2 0,2 5-1 16,0 11 1-16,1 9 0 0,-1 10-1 16,-2 10 0-1,-3 2 0-15,0 14 2 16,-2 8 0-16,-1 4 2 0,-2 5-1 0,-5 2 0 16,-3-1 0-16,-2-1 0 0,-2-3-2 0,-3-3 2 15,-3-8-1-15,-2-1 0 0,-1-5-1 16,0-2 0-16,0 1-2 0,0-6 1 15,0 0-12-15,0-5-16 0,0 0-32 16,0 0-75-16,0 0-174 0,0 0-16 16</inkml:trace>
  <inkml:trace contextRef="#ctx0" brushRef="#br0" timeOffset="136599.88">28307 5071 710 0,'0'0'49'0,"0"0"-13"0,4-93-5 16,-4 65-9-16,0 2-7 0,0 8-6 16,-2 3-2-16,-2 5-4 0,-5 7 0 15,-6 3-2-15,-6 8-1 0,-8 16 0 0,-4 16-1 16,0 13 2-16,-3 11 4 0,2 11-5 15,4 12 3-15,4 10-1 0,7 11-1 0,6 9 5 16,7 6 0-16,6 4-2 0,0 1 0 16,13-1-2-16,6-1-4 0,9-4 2 15,6-9 2-15,11-6-1 0,6-9 1 16,8-8 0-16,3-11-2 0,4-9 0 16,-2-11 0-16,-6-14 1 0,-3-13-2 0,-7-11 1 15,-9-10-6-15,-7-9-6 0,-5-2-13 0,-4-8-26 16,-5-10-83-16,-7-3-183 0,-8-13-13 15</inkml:trace>
  <inkml:trace contextRef="#ctx0" brushRef="#br0" timeOffset="137033.35">28574 5323 783 0,'0'0'42'16,"0"0"-9"-16,106-76-9 0,-62 63-5 0,1 6-7 16,0 7-5-16,-3 0-3 0,-4 12-3 15,-4 7-1-15,-5 4 0 0,-4 4 0 0,-5 6 0 16,-8 4-1-16,-5 3 1 0,-7 5-3 16,0 1 3-16,-9-1-2 0,-4-4 1 15,-4-3-1-15,-2-10 0 0,2-3 1 16,1-12 0-16,7-3 1 0,2-10 1 15,-1-3 0-15,-1-14 0 0,1-12 0 0,8-9-1 32,0-7 1-32,12-8-2 0,10-1 4 0,4 1-3 15,5 6 1-15,4 8-2 0,3 7 0 16,1 11 1-16,0 9 0 0,-3 9 1 16,-1 3 0-16,-1 11 1 0,-3 11-2 15,-2 7 3-15,-3 4-2 0,-3 5 1 16,-6 3 0-16,-1 4 0 0,-3 1-1 0,-2 0 0 15,-3-6-1-15,-4-3 1 0,-1-11 1 0,-3-5-1 16,0-8-1-16,0-6 0 0,0-1-3 16,0-6 2-16,0 0-3 0,0 0-2 15,0 1-15-15,0 1-19 0,0-1-61 16,0-1-189-16,0-1-41 0</inkml:trace>
  <inkml:trace contextRef="#ctx0" brushRef="#br0" timeOffset="137267.38">29805 5234 761 0,'0'0'61'0,"0"0"-13"0,0 0-13 0,0 0-13 16,0 0-14-16,86-30 4 0,-47 20-8 0,8 0 4 15,8-3-2-15,4 3-4 0,2 1-1 16,-1-1 0-16,-2 3-2 0,-3 1 0 15,-7 3-1-15,-6 1-2 0,-8 2-5 16,-12 0-6-16,-9 0-10 0,-7 0-7 16,-6 0-16-16,0 0-32 0,0 2-75 0,-10 6-156 15</inkml:trace>
  <inkml:trace contextRef="#ctx0" brushRef="#br0" timeOffset="137500.01">30061 5156 714 0,'0'0'56'0,"0"0"-10"0,0 0-16 16,0 0-11 0,0 0-4-16,0 0-1 0,0 0-2 15,0 0 3-15,0 0-7 0,-8 97 0 16,11-65-3-16,-1 3-5 0,1 3 2 16,-2 2-2-16,-1 0 0 0,2 3-1 15,-2 0 0-15,0-4 0 0,0-3 0 16,0-6 0-16,1-8 0 0,0-5-5 0,1-7-4 15,-2-5-9-15,1 0-10 0,-1-5-14 0,6 0-28 16,-2 1-71-16,5-1-166 0,1-9 3 16</inkml:trace>
  <inkml:trace contextRef="#ctx0" brushRef="#br0" timeOffset="137699.88">30238 5234 724 0,'0'0'62'16,"0"0"-17"-16,0 0-8 0,0 0-14 15,0 0-9-15,0 0-8 0,0 0-1 16,0 0 3-16,0 0-5 0,0 0 3 16,64 37-4-1,-55-9-1-15,-3 2 0 16,1 4-1-16,-3 2 0 0,0 2-1 0,1 2 0 16,-1-1-1-16,2 0-2 0,-1-2-11 0,1-5-13 15,-3-10-29-15,3-4-49 0,-3-7-148 16,6-3-72-16</inkml:trace>
  <inkml:trace contextRef="#ctx0" brushRef="#br0" timeOffset="138167.53">30648 5227 814 0,'0'0'48'15,"0"0"-17"-15,0 0-6 0,0 0-8 16,92-35-8-16,-66 35-1 0,2 0-3 0,-1 8 0 15,-2 4-4-15,-3 3 3 0,-4 4-5 16,-2 2 3 0,-3 3-2-16,-4 2-1 0,-5 3 1 15,-4 1-1-15,0-1-1 0,-1 0 0 16,-6-2 1-16,-1-1 0 0,2-9 0 16,1-2 0-16,1-6 1 0,2-5 0 15,1 1 2-15,1-5 0 0,0 0-1 16,1-10 1-16,10-8-3 0,4-7 2 0,5-4-1 15,2-3 1-15,4-3-1 0,0-1 1 0,1 1-1 16,-2 0-3-16,-5 3 2 0,1 6-2 16,-10 8 4-16,-2 8 0 0,-5 5 2 15,-4 5-4-15,0-2 0 0,0 2-1 16,0 2-2-16,0 11 6 0,0 12-3 16,-6 7 4-16,-2 3-2 0,-1 4-3 0,0 2 2 15,3 3-1 1,1 2 1-16,3 1-2 0,2-3 3 0,2-2-2 0,8-5-1 0,4-5 1 15,5-8 1-15,7-5-2 0,4-7 3 16,7-7-6-16,3-5-2 0,5-3-4 16,-3-9-7-1,-1-5-3-15,-4-2-5 0,-5-1-13 16,-7-1-17-16,-8-2-25 0,-7 8-65 16,-9-2-145-16</inkml:trace>
  <inkml:trace contextRef="#ctx0" brushRef="#br0" timeOffset="138499.82">29251 6264 715 0,'0'0'46'0,"0"0"-1"16,0 0-9-16,0 0-12 0,0 0-9 0,0 0-7 15,0 0 3-15,0 0 0 0,0 0 3 16,0 0-2 0,34 18-4-16,24-13-3 0,16-3-3 15,14-2-1-15,15-4-1 0,14-4 1 16,10-3 2-16,9-5-3 0,3 1 0 16,3-2 0-16,-8 1 0 0,-6 1 1 15,-16-1 0-15,-16 5 1 0,-20 0-4 0,-18 2 1 16,-20 3-2-16,-19 1 0 0,-9 4-3 15,-10 1-4-15,0 0-8 0,-13 0-13 0,-13 8-18 16,-13 6-47-16,-13 6-129 0,-10-2-93 16</inkml:trace>
  <inkml:trace contextRef="#ctx0" brushRef="#br0" timeOffset="138833.14">29803 6550 884 0,'0'0'40'0,"0"0"-16"0,0 0-6 16,0 0-11-16,0 0-4 0,0 0 4 16,0 0-6-1,0 0-1-15,0 0 1 0,-6 106-2 16,2-64 3-16,-2 5-3 0,-1 4 2 16,0 0-2-16,1-1 2 0,2-1-3 0,4-7 3 15,4-4-2-15,8-7 1 0,6-7 0 16,9-6 1-16,10-9 0 0,9-4 0 15,11-5 0-15,6-2-1 0,10-7 0 16,6-3-1-16,3 1-1 0,0 1 1 16,-3-1-2-16,-5 3 5 0,-10 4-1 0,-8 0 1 15,-12 0-1-15,-13 1-1 0,-9 2-1 0,-9 1-1 16,-8 0 0-16,1 0-3 0,-6 0-4 16,0 0-5-16,0 0-9 0,2 0-13 15,-1-2-41-15,-1 2-120 0,0-7-129 16</inkml:trace>
  <inkml:trace contextRef="#ctx0" brushRef="#br0" timeOffset="139283.15">31139 4625 640 0,'0'0'59'0,"0"0"-9"0,0 0-7 16,0 0-9-16,0 0-15 0,0 0-1 16,0 0-5-16,0 0-1 0,0 0 7 0,86-50-5 15,-47 62-2 1,5 8-2-16,7 5-5 0,4 9-2 0,6 10-2 0,4 10 0 0,3 12-2 15,3 11 1-15,-2 9-2 0,-2 13 4 16,-4 12 3-16,-5 12-2 0,-9 12-1 16,-8 13-1-1,-12 3-1-15,-12 6 0 16,-8-3 1-16,-9-5 1 0,-15-10 0 0,-9-14 1 16,-11-12-4-16,-6-16-3 0,-5-11 0 0,0-12 1 15,-2-10 5-15,6-11 3 0,5-10 0 16,6-11 1-16,11-13-1 0,6-5-2 15,5-8-1-15,6-3-1 0,0 1 1 16,3-4-2-16,0 0 0 0,0 0-3 0,0 1-2 16,3 2-3-16,6 5-9 0,-2-1-9 15,-4-3-23-15,0 6-62 0,-3-6-208 0,0 1-29 16</inkml:trace>
  <inkml:trace contextRef="#ctx0" brushRef="#br0" timeOffset="-206897.13">1209 8057 379 0,'0'0'0'0,"0"0"0"15,0 0 0-15,0 0 2 0,0 0 8 0,95-5 12 16,-76 10 10-16,4 4 3 0,10 1 2 16,11 1-7-16,9 0-7 0,14-1-5 0,12 0-6 15,15-2 2-15,12 0-6 0,17 0-1 16,15-2 0-16,14 0-4 0,13-3-1 15,17-2-1-15,11-1 0 0,13 0-5 16,14-4 2-16,16-8-1 0,14-4 0 0,12-2 1 31,20-3 4-31,13-2-2 0,13-1 1 16,10-2 0-16,15-2 1 0,2-1 2 0,11-1-3 16,1-1 4-16,3 0-4 0,1 3 2 15,3 2 0-15,2 0-1 0,6 4 0 16,-1-1 0-16,8 1 0 0,-5 3-2 15,-2-1 0-15,-5-3 0 0,-8-1 1 0,-7-4-1 16,-6-2 2-16,-7-2-4 0,-7-1 2 16,-6-1-1-16,-11 2 1 0,-10 1 1 0,-13 4 1 15,-11 0-1-15,-15 5 0 0,-16 2 0 16,-16 3-1-16,-13 6 0 0,-12 0 1 16,-15 3-2-16,-12 3 1 0,-13 4 0 15,-17-1-1-15,-9 2-1 0,-14 0 0 0,-14 3-2 16,-12 4-4-16,-14 0-6 0,-15 1-48 15,-8 1-124-15,-21-3-84 0</inkml:trace>
  <inkml:trace contextRef="#ctx0" brushRef="#br0" timeOffset="-206030.29">2834 9003 452 0,'0'0'60'0,"0"0"-8"0,0 0-5 16,0 0-15-16,0 0-10 0,0 0-10 15,0 0-1-15,0 0 2 0,0 0 3 0,-42 44-2 16,35 2-2-16,1 8 1 0,3 6-5 31,-1 4 3-31,1 4-3 0,1 4-4 16,1 1 3-16,1 0-6 0,0-4 3 0,4-3-2 16,4-7 2-16,-1-7 5 0,3-8-4 15,-3-9 6-15,5-8-3 0,-4-9-3 16,-5-9 2-16,0-5-1 0,-3-4 0 0,0 0 2 15,3 0-5-15,0-8 1 0,0-12-4 16,-2-10-7-16,-1-9 5 0,-7-9-8 16,-3-11 3-16,-9-8 1 0,-4-9-2 15,-4-7 4-15,-7-6 1 0,-3-1 0 0,-1-2 2 16,3 4 0-16,5 11-2 0,4 13 4 16,7 17-1-16,6 17 0 0,9 15-3 0,2 10 1 15,2 5 0-15,9 9 0 0,7 7 4 16,13 4-2-16,10 3 1 0,4-3-1 15,6 0 2-15,5-5 2 0,14-3 2 16,7-3 1-16,9-4-1 0,4-4 1 0,-1-1-3 31,-6 0-1-31,-7-5 0 0,-15 0-2 16,-11 0 0-16,-18 2 1 0,-14 0-3 0,-9 3 0 16,-7 0 0-16,0 0-3 0,0 0 0 15,0 0-4-15,0 0-11 0,-4 1-21 16,-12 6-25-16,-4 1-56 0,-2 3-99 15,-7-3-60-15</inkml:trace>
  <inkml:trace contextRef="#ctx0" brushRef="#br0" timeOffset="-205813.79">2720 9376 614 0,'0'0'55'0,"0"0"-1"15,82 2-9-15,-44-2-9 0,8 0-10 0,6 0-8 16,6 0-5-16,6 0-5 0,-5 0-3 31,-4 0-2-31,-8 0-4 0,-6 0-3 16,-9 0-2-16,-11 3-8 0,-12-2-8 16,0 5-16-16,-5-1-21 0,-4 5-42 0,-4 8-79 15,-17 2-101-15</inkml:trace>
  <inkml:trace contextRef="#ctx0" brushRef="#br0" timeOffset="-205629.99">2647 9954 557 0,'0'0'74'0,"0"0"-7"16,0 0-5-16,0 0-13 0,0 0-14 16,0 0-8-16,110 26-7 0,-59-26-9 0,8 0-2 15,8-3-3-15,5-3-4 0,3 2-1 16,2-3-3-16,-5 3-3 0,-4 1-8 15,-4 0-15-15,-8 1-24 0,-4 1-50 16,-7-1-144-16,-2 1-61 0</inkml:trace>
  <inkml:trace contextRef="#ctx0" brushRef="#br0" timeOffset="-205347.06">4445 9328 734 0,'0'0'46'16,"0"0"-9"-16,0 0-11 0,0 0-11 16,0 0-5-16,0 0 0 0,0 0 1 15,0 0-2-15,0 0 0 0,56-8-3 0,-21 8-1 16,8 0-4-16,2 0 0 0,3 0 0 15,-3-5-1-15,1 1 1 0,-7 1-4 0,-3-1-4 16,-11 3-8-16,-5 1-13 0,-7 0-16 31,-7 0-32-31,0 0-71 0,-6 3-154 16,-9 3 4-16</inkml:trace>
  <inkml:trace contextRef="#ctx0" brushRef="#br0" timeOffset="-205146.57">4423 9642 724 0,'0'0'51'0,"0"0"-3"0,0 0-6 15,0 0-11-15,0 0-9 0,0 0-3 16,0 0-7-16,107 18-3 0,-56-18-5 16,1 0-1-16,7-3 1 0,-1-2-5 0,4-1-2 15,-1 2-5-15,0-1-11 0,-8 0-14 16,-6 4-38-16,-7-1-128 0,-13-2-126 15</inkml:trace>
  <inkml:trace contextRef="#ctx0" brushRef="#br0" timeOffset="-198596.78">4526 9075 226 0,'0'0'34'16,"0"0"4"-16,-100-8 0 0,64 6 4 15,0 2 0-15,1 0-4 0,2 0-1 16,4 0-8-16,6 6-8 0,8-3-5 16,2 3-2-16,6 0-1 0,1 0 1 0,-1 2 0 15,1-1 1-15,3 1-1 0,2-4 2 16,1 4 1-16,0 0 0 0,10-1 1 0,10 1 1 16,16-5-2-16,11-3 0 0,15 0-4 15,19-6-5-15,11-3-1 0,14-2-5 16,11 1 1-16,6-1-4 0,3 0 3 15,-5 4-3-15,-11 1 0 0,-16 2-1 16,-20 3-4 0,-15 1-5-16,-18 0-13 0,-15 3-19 15,-12 0-37-15,-11 6-116 0,-6-1-86 0</inkml:trace>
  <inkml:trace contextRef="#ctx0" brushRef="#br0" timeOffset="-197929.1">8475 8781 518 0,'0'0'74'16,"0"0"-6"0,0 0-13-16,0 0-11 0,0 0-10 0,0 0-6 0,0 0-6 0,0 0-7 0,0 0-3 31,0 0-6-31,-16-21-2 0,16 22 2 16,0 16-1-16,0 10 1 0,9 16 0 15,1 7-3-15,4 5 1 0,1 4-3 16,4 1 1-16,-3 3 3 0,2 1-4 0,-3-1 2 15,1 3-1-15,-3-1-5 0,-2-1 2 16,-2-4-1-16,-2-3 3 0,-1-7-3 0,-2-8 3 16,-1-9-3-16,0-11 2 0,-3-12 0 15,3-4-2-15,-3-6 0 0,0 0-2 16,0 0-4-16,4 0-6 0,7-9-11 16,1-9-20-16,3-14-45 0,1-6-95 15,-3-10-119-15</inkml:trace>
  <inkml:trace contextRef="#ctx0" brushRef="#br0" timeOffset="-197696.99">8915 8797 721 0,'0'0'41'16,"0"0"1"-16,0 0-5 0,0 0-13 0,0 0-10 15,0 0-5-15,0 0-1 0,0 0-2 0,0 0 4 16,0 0-3-16,8 87-2 0,-2-46 0 15,3 3-3-15,2 0-2 0,-2 0 1 16,6-1-2-16,0-3 3 0,0 0 2 16,-1-3-4-16,1-5 3 0,-1-5-5 0,-1-4-3 15,0-7 1-15,-1-2-4 0,-3-5-8 16,2-1-10-16,1-3-24 0,-5 2-51 0,9-6-188 16,-9-1-31-16</inkml:trace>
  <inkml:trace contextRef="#ctx0" brushRef="#br0" timeOffset="-197147">8627 8861 532 0,'0'0'80'0,"0"0"-13"16,0 0-10-16,0 0-12 0,0 0-12 0,0 0-8 15,-18-80-6-15,3 75-8 0,-7 4-3 16,-3 1-3-16,-8 17-1 0,-3 8-3 0,-6 10 1 15,-3 9-2-15,-1 6 2 0,0 5-4 16,5 1 4-16,5-1 0 0,10-2-2 31,13-3 3-31,10-6-4 0,4-3-1 16,18-5 1-16,13-2 0 0,11-5 1 16,10-5 0-16,3-3 0 0,9-2 0 0,0-3 0 15,0-1 2-15,0 1-2 0,-3 0 1 0,-4 1 1 16,-7 1-1-16,-8 0 0 0,-4 2 1 15,-8 0 0-15,-8 0 1 0,-10-1 1 16,-7 2-1-16,-6 2 1 0,-9 0-1 16,-13 1 0-16,-8-1-1 0,-5 0-1 15,-7-3-1-15,-4-2 0 0,-3-3 0 0,-2-3 0 16,2-4-1-16,6-4-1 0,2-2-2 0,9-2-3 16,6-6-4-16,6-6-8 0,8 1-10 15,8-7-15-15,4-3-19 0,7-1-25 16,8-4-51-1,8 5-71-15,3 5-54 0</inkml:trace>
  <inkml:trace contextRef="#ctx0" brushRef="#br0" timeOffset="-196462.4">9010 9045 710 0,'0'0'51'16,"0"0"-13"-16,-48-91-8 0,38 75-4 0,-1 2-5 16,5 8-9-16,3 2-5 0,-6 4-5 15,-1 7-1-15,-4 12-1 0,-5 13 1 16,6 6-1-16,-1 6 2 0,3 5-3 16,3 2 2-16,2 4 3 0,0 1-4 0,5-1 4 15,1-4-5-15,5-1-1 0,7-4 1 16,7-6-1-16,1-7 1 0,6-6 0 0,3-9 2 15,6-7-1-15,1-8 2 0,1-3-1 16,-2-14 0-16,-2-6 1 0,-4-5 0 31,-5-4 0-31,-4-3-1 0,-6-3 1 16,-5-1-1-16,-6-4 0 0,-3-4-1 16,-3-3-4-16,-11-4 2 0,-7-3-3 0,-2-1 2 15,-6 1 3-15,-3 7-2 0,-1 9 2 0,-2 11-2 16,-1 12 2-16,0 10 0 0,0 5-1 15,4 14 2-15,3 6-2 0,7 3 1 16,5 1-1-16,7-1 2 0,8-1-2 16,4-2 2-16,14-2-1 0,11-3 1 0,11-3 0 15,11-4 0-15,9-3-1 0,7-4 0 16,6-1-1-16,4-6-2 0,-4-6-2 0,-3-5-4 16,-6-2-1-16,-7-7-1 0,-6-5 1 15,-8-5 0-15,-11-8 4 0,-10-7 0 16,-4-3 5-16,-8-1 0 0,-7 2 4 15,2 6-1-15,-3 8 6 0,0 11 3 16,0 7 1-16,0 9 8 16,0 6-7-16,0 2 2 15,0 4-3-15,0-2-7 0,0 2 3 0,0 0-4 16,0 2 4-16,0 14-4 0,0 10 0 16,0 12-2-16,0 7-1 0,11 9 2 15,-2 6-2-15,3 9 2 0,-1 2-3 16,4 5 2-16,-1 0 2 0,-2 1-2 15,-2-4 2-15,3-3-3 0,-6-5-3 0,6-4 2 16,-6-6-3-16,2-7 1 0,-2-7-1 0,2-6-2 16,-2-6-3-16,-1-11-5 0,0-4-7 15,-2-5-11-15,-1-4-18 0,1-1-39 16,-1-4-145-16,6-4-85 0</inkml:trace>
  <inkml:trace contextRef="#ctx0" brushRef="#br0" timeOffset="-196113.59">9943 9183 766 0,'0'0'55'0,"0"0"-12"0,0 0-10 16,0 0-10-16,0 0-9 0,0 0-7 16,0 0-3-16,0 0-2 0,0 0 0 0,21-61-1 15,-9 77 0-15,4 10 1 0,0 7 2 0,-3 5-2 16,4 4 2-16,-2 2-4 0,2 0-2 15,0 1 1-15,2-5-2 0,3-3 1 16,-1-5 0-16,1-8 0 0,0-7 0 16,1-10 2-16,-4-7 1 0,4-7 0 0,3-13 3 15,-3-7-2-15,3-8-1 0,-4-6 0 16,4-6 1-16,-3-4-1 0,0-3-5 0,-2-1 3 16,-4-1-2-16,-4 6 3 0,-2 8 1 15,-3 13-1-15,-7 14 0 0,2 8-3 16,-3 7-1-16,0-1 0 0,0 2-5 15,0 16-5-15,0 9-8 0,0 9-9 0,-4 1-20 16,2 2-42 0,-1 0-125-16,3-2-93 15</inkml:trace>
  <inkml:trace contextRef="#ctx0" brushRef="#br0" timeOffset="-195713.38">10789 9413 800 0,'0'0'30'0,"0"0"-1"0,0 0-3 16,0 0-12-16,0 0-7 0,0 0-4 15,0 0-1-15,0 0-1 0,0 0 2 16,39-8-2-16,-22 5 0 0,5-2-1 16,5-2 0-16,2-4 0 0,0-3 0 0,0-1 1 15,-1-6-2 1,-1-4 2-16,-4-5-2 0,-3-3-5 0,-8-2 4 0,1 0-3 0,-7 2 4 15,-3 8 2-15,-3 4-1 0,0 9 2 16,-2 3-1-16,-11-2 0 0,-3 9 2 31,-8 2-1-31,-7 5 2 0,-2 12-1 16,-3 4 1-16,1 8-3 0,3 3 0 0,5 6 6 16,2 4-4-16,7 4 3 0,6 2-3 15,6 1-3-15,6 1 1 0,2-1 0 0,12-2 2 16,8-3-3-16,8-5 2 0,9-7-2 15,9-4 1-15,5-9 0 0,4-8 2 16,9-7-3-16,-1-4 0 0,0-6-3 16,-2-7-3-16,-3-4-7 0,-5-1-10 15,-5-4-19-15,-6 1-43 0,-8-1-131 0,-5 0-106 16</inkml:trace>
  <inkml:trace contextRef="#ctx0" brushRef="#br0" timeOffset="-195146.44">13315 8611 671 0,'0'0'55'0,"0"0"-14"0,0 0-7 15,0 0-13-15,0 0 0 0,0 0-4 0,0 0-2 16,0 0 5-16,0 0-8 0,0 0-2 15,52 61-1-15,-49-11-3 0,1 7 2 16,-1 7-5-16,-1 6 1 0,2 2-3 16,-1-1 3-16,0-3 1 0,0-1-2 15,1-4 1-15,2-3-4 0,0-6-2 0,1-7 1 16,-3-4 0-16,5-8 0 0,-2-6 0 0,-1-11 0 16,2-3-4-16,-3-6-3 0,-2-6-2 15,0 2-4-15,-3-5-11 0,4 0-17 16,7-7-50-16,3-8-110 0,0-10-115 15</inkml:trace>
  <inkml:trace contextRef="#ctx0" brushRef="#br0" timeOffset="-194896.79">13844 8775 774 0,'0'0'44'16,"0"0"-4"-16,0 0-11 0,0 0-7 0,0 0-9 15,0 0-5-15,0 0-2 0,0 0 0 16,0 0 0-16,25 21 1 0,-21 20-2 0,-1 6 0 16,-3 7-3-16,0 1 0 0,0 3-1 15,0-2 0-15,0 1 3 0,1-4-2 16,7-5 2-16,-1-1-5 0,2-6-2 16,2-3 0-16,1-6-2 0,-2-3 0 15,1-3-4-15,-2-8-6 0,-1-1-9 16,-4-7-12-16,0-5-19 0,2 4-27 0,-2-6-63 0,1 0-155 15,-5-3 6-15</inkml:trace>
  <inkml:trace contextRef="#ctx0" brushRef="#br0" timeOffset="-194712.58">13085 9199 696 0,'0'0'38'0,"0"0"-2"16,0 0-12-16,0 0 0 0,0 0-3 15,0 0-2-15,0 0-5 0,0 0-2 16,116-35-5-16,-56 21-4 0,4 0-3 0,1-1-1 16,0 3-8-16,-1-4-10 0,-3 1-29 15,-4 0-64-15,-6-6-189 16,-5 0-21-16</inkml:trace>
  <inkml:trace contextRef="#ctx0" brushRef="#br0" timeOffset="-194497.09">13674 8133 753 0,'0'0'45'0,"0"0"-11"0,0 0-8 16,-52-77-4-16,44 69-4 0,4 5-8 16,-2 3-6-16,-8 0-2 0,-1 11-3 15,-8 14 0-15,-4 12 0 0,-4 10-5 16,0 8 4-16,-3 3-4 0,-2 3 1 0,4 1-5 15,-1-2-8-15,4-3-8 0,6-7-22 16,10-7-29-16,6-8-57 0,4-14-135 0,6-9-13 16</inkml:trace>
  <inkml:trace contextRef="#ctx0" brushRef="#br0" timeOffset="-194329">13481 8074 647 0,'0'0'62'0,"0"0"-15"0,0 0-9 0,0 0-10 0,0 0-8 15,0 0-3-15,0 0-2 0,103-42-3 16,-67 59-2-16,2 6-4 0,4 4-2 31,1 7-4-31,3 2 0 0,1 5-5 16,-1 2-4-16,0-2-17 0,0 0-30 16,-2-4-113-16,-1-5-145 0,-2-7-2 0</inkml:trace>
  <inkml:trace contextRef="#ctx0" brushRef="#br0" timeOffset="-193547.12">14534 8790 581 0,'0'0'63'16,"0"0"-9"-16,0 0-7 0,0 0-10 16,0 0-11-16,0 0-11 0,0 0-7 15,0 0-2-15,0 0 3 0,-10-32-1 16,24 53 4-16,8 11-4 0,1 5-1 0,3 2-2 0,3 2-2 16,2 0-1-16,3-2 0 0,5-4-2 15,3-4 2-15,7-5-2 0,2-8 1 16,7-6-1-16,3-9 0 0,1-3 0 15,3-11 0-15,0-8 1 0,-3-9-1 16,-4-5 1-16,-9-6-1 0,-7-3 1 16,-10-1 0-1,-10 0 0-15,-9 4-1 0,-5 2 1 0,-5 13-2 16,-3 3 0-16,0 9-1 0,0 5-2 16,-4 0-6-16,-2 4-8 0,-4 3-7 15,-5 0-16-15,1 10-22 0,-5 10-47 16,3 1-121-16,0 2-60 0</inkml:trace>
  <inkml:trace contextRef="#ctx0" brushRef="#br0" timeOffset="-193229.05">14787 8335 793 0,'0'0'32'0,"0"0"-6"15,0 0-3-15,0 0-6 0,0 0-10 16,0 0-2-16,0 0-1 0,0 0 1 31,0 0 1-31,0 0 1 0,39 118 1 16,-19-53-4-16,-1 12 1 0,-3 9-4 0,-2 9-1 16,-3 8 2-16,-5 6-3 0,-5 0 2 15,2 0 2-15,0-3-4 0,1-1 1 0,0-5-1 16,4-9-2-16,0-9 2 0,5-14-3 15,0-11-2-15,6-12 0 0,0-12-11 16,6-9-3-16,-1-9-19 0,5-12-34 16,1-3-92-16,1-16-144 0,2-8 6 15</inkml:trace>
  <inkml:trace contextRef="#ctx0" brushRef="#br0" timeOffset="-193013.57">16080 8988 751 0,'0'0'31'0,"0"0"10"0,0 0-3 0,0 0-8 16,0 0-11-16,100 0-7 0,-51-5-4 16,9-2-3-16,4 2-2 0,3-1-2 15,0 1-2-15,-4 3-1 0,-5 1-3 16,-9 1-10-16,-9 0-15 0,-13 0-28 0,-9 0-55 15,-7 4-107-15,-6 0-93 16</inkml:trace>
  <inkml:trace contextRef="#ctx0" brushRef="#br0" timeOffset="-192845.86">16028 9353 732 0,'0'0'40'0,"0"0"3"0,0 0-3 0,0 0-13 0,0 0-8 15,128 0-10-15,-61-4-4 0,5-1-3 16,1 0-3-16,2 1-6 0,-4 1-10 31,-2-3-33-31,0-2-96 0,-5-4-171 16,-2-3-13-16</inkml:trace>
  <inkml:trace contextRef="#ctx0" brushRef="#br0" timeOffset="-192380.24">17429 8719 829 0,'0'0'30'0,"0"0"-3"15,0 0-4-15,0 0-7 0,0 0-7 16,0 0-5-16,0 0 0 0,0 0-1 0,0 0 2 16,59 88-3-16,-56-37 3 0,-3 7-4 15,2 2 1-15,-2 2-3 0,0-2 1 16,1-2 3-16,-1-3-2 0,0-5 3 15,0-7-5-15,2-4-1 0,-1-14 1 16,1-3-1-16,-1-10 2 0,-1-8 0 0,2 3 2 31,-2-7 0-31,1 0 0 0,2-11-1 0,2-10-1 16,-2-13-1-16,-3-7-3 0,0-9-5 16,-10-11 2-16,-4-7-6 0,-8-11 3 15,-7-8 2-15,-1-3-1 0,-5 0 6 16,3 4 0-16,2 6 0 0,4 15 2 15,8 14-1-15,6 17 3 0,7 11 1 0,5 10-1 16,12 5-1-16,8 1 0 0,13 7 0 0,11 0 1 16,6 3 1-16,8 4-1 0,7 0 1 15,7-3 0-15,4-1 1 0,3-2-1 16,1-1 3-16,-4 0-1 0,-5 0-1 16,-10-4-1-16,-12 0-1 0,-17 0-1 15,-15 3 0-15,-9 1-1 0,-8 0-1 0,0-2-1 16,0 2-3-16,-10 3-6 0,-11 8-11 0,-12 4-17 15,-9 2-35-15,-4 2-68 0,-8 1-160 16,-1 2-3-16</inkml:trace>
  <inkml:trace contextRef="#ctx0" brushRef="#br0" timeOffset="-192162.75">17347 9067 773 0,'0'0'42'0,"92"-16"-5"16,-37 7-10-16,4-2-9 0,5 1-9 0,-2 1-3 15,0 1-2-15,-4 2-3 0,-6 0 0 16,-8 3-2-16,-14 0-2 0,-5 2-2 0,-11 1-6 16,-4 0-11-16,-1 1-12 0,-8 8-27 15,-1 6-32-15,-1 3-72 0,-15 7-137 16</inkml:trace>
  <inkml:trace contextRef="#ctx0" brushRef="#br0" timeOffset="-191980.03">17420 9492 800 0,'0'0'43'15,"0"0"-4"-15,106-16-10 0,-57 7-12 16,3-1-6-16,5 0-5 0,0 1-3 15,0 2-1-15,-2 1-2 0,-4-1-1 0,-4 2-1 16,-2 0-4-16,-2-1-8 0,-2 0-15 0,2 1-26 16,1-3-70-16,-2 0-186 0,-5-6-17 15</inkml:trace>
  <inkml:trace contextRef="#ctx0" brushRef="#br0" timeOffset="-191613.58">18589 8647 779 0,'0'0'37'0,"0"0"-4"0,0 0-5 16,0 0-7-16,20-84-12 0,-14 77-4 16,5 7-1-16,4 2 0 0,7 11 2 0,4 12-4 15,-2 5 0-15,0 5-1 0,0 6-1 0,-1 3 1 16,-1 2-2-16,0 1 1 0,-1-2-1 15,1-4 0-15,0-3-1 0,2-8 1 16,4-7 0-16,2-8 2 0,6-10-1 16,4-5 1-16,4-11-1 0,2-11 0 15,1-9 1-15,0-7 0 0,-5-6 1 0,-1-4-2 16,-6-2 2-16,-4 0-1 0,-3 1 2 0,-4 3-3 16,-5 9-1-16,-7 5 0 0,-4 12-1 15,-2 9 4-15,-5 7-2 0,-1 4-1 16,0 0-4-16,0 0-5 0,0 0 2 15,-9 6-12-15,-5 9-7 0,-7 3-21 0,-4 3-42 16,2 2-95-16,-8-4-125 0</inkml:trace>
  <inkml:trace contextRef="#ctx0" brushRef="#br0" timeOffset="-191362.33">19057 8290 795 0,'0'0'49'0,"0"0"-12"0,0 0-10 0,0 0-9 16,0 0-8-16,0 0-5 0,0 0 0 15,0 0 1-15,0 0 1 0,26 52 1 16,-17-5-2-16,-3 8 0 0,0 5 1 16,-2 9-5-16,2 4 1 0,-5 4-2 15,-1 7-2-15,0 1 2 0,0-2-1 0,-4-4 2 16,-2-6 1-16,3-6-3 0,2-8 1 0,-1-8-5 15,2-6-2-15,0-8-2 0,3-6-6 16,2-10-8-16,3-2-16 0,1-6-32 31,-3-4-138-31,1-1-119 0</inkml:trace>
  <inkml:trace contextRef="#ctx0" brushRef="#br0" timeOffset="-188896.91">5298 11984 186 0,'0'0'68'0,"0"0"6"31,0 0 1-31,-84 27-8 0,61-19-2 0,1-1-13 16,2-1-6-16,4-1-5 0,5-1-5 16,2-1-5-16,3-1-8 0,5-1-7 15,1-1-2-15,0 4-1 0,13 0 2 16,16 2 1-16,18 0-1 0,20-2-3 0,18-4-1 15,16 0-3-15,15-4-1 0,11 1-1 0,5 0 0 16,3 0 0-16,0 2 0 0,-6-1-2 16,-6 2-3-16,-15 0 1 0,-15 0 0 15,-21 0-2-15,-17 3 0 0,-19-1-2 16,-17-2 1-16,-10 1 1 0,-9-1 1 16,0 0 1-16,0 0-4 0,0 0 0 0,0 1-4 15,-2-1-7-15,-12 0-12 0,-2-2-20 0,-10-4-54 16,7-2-144-16,0-6-73 0</inkml:trace>
  <inkml:trace contextRef="#ctx0" brushRef="#br0" timeOffset="-188446.81">7062 11165 761 0,'0'0'47'0,"0"0"-4"15,10-112-10-15,-5 74-11 0,-1 3-9 16,2 6-4-16,-2 10-4 0,-1 6 0 16,0 9-3-16,4 4-2 0,3 9 0 0,5 14 1 15,2 13 0-15,-4 11-1 0,-1 10 3 0,-8 3 0 16,-1 7-3-16,-3 3 3 0,0 1-3 16,-3 4-2-16,-1-1 4 0,-2-1-5 15,-1-6 2-15,1-7-2 0,2-8 1 16,-1-11 2-16,2-13-1 0,2-13 1 15,1-8 0-15,0-7 1 0,0 0 1 0,0 0-1 16,9-9-1-16,8-9 1 0,5-13 0 0,2-7 0 31,-1-4 0-31,2-5 0 0,-5 0-1 16,2 3 1-16,-2 8-1 0,-1 6 0 16,-3 14-1-16,0 7 1 0,-2 9-1 15,2 6 0-15,4 12 1 0,-5 10-1 16,2 7 2-16,-4 2-2 0,0 4 1 0,-3 2-1 15,0-2 2-15,-4-5-2 0,1-1 2 0,-2-5 2 16,-2-2-4-16,0-10 5 0,-2-7-5 16,1-5 1-16,-2-6 2 0,0 0-4 15,0 0-3-15,1 1-4 0,-1 1-10 16,0-2-18-16,0 0-33 0,0 0-71 16,-4-14-171-16,-8-7-3 0</inkml:trace>
  <inkml:trace contextRef="#ctx0" brushRef="#br0" timeOffset="-188230.32">6721 11439 677 0,'0'0'56'15,"0"0"-3"-15,0 0-6 0,0 0-14 16,0 0-12-16,82 0-7 0,-28 0-5 15,1-3-2-15,13-2-4 0,-2 2-2 16,2-2-1-16,-4 3-4 0,1 2-7 16,-9-3-12-16,-5 0-30 0,-6-5-54 0,-6-4-197 15,-2-3-16-15</inkml:trace>
  <inkml:trace contextRef="#ctx0" brushRef="#br0" timeOffset="-187830.1">7648 10690 750 0,'0'0'54'0,"0"0"-12"16,0 0-16-16,29-83-2 0,-9 68-14 16,6 1 1-16,6 4-1 0,1 5-3 15,8 5 0-15,0 0-2 0,0 12 4 16,-2 6-7-16,-4 7 0 0,-5 5-2 0,-5 8-2 15,-11 8 2-15,-5 7 0 0,-9 6-3 0,-3 3-2 16,-16 3 3-16,-4-1-4 0,-4-3 4 16,-5-5 0-16,4-8-1 0,-1-4 4 15,5-9-2-15,4-4 0 0,8-12 1 16,6-4 1-16,6-2-2 0,7-4 4 16,11 0-2-16,14-6 1 0,8-3 0 0,5 0-1 15,10-5 0-15,4-4 0 0,0 0-1 0,2-2 0 31,0 1 1-31,-6 1-1 0,-7 0 0 0,-8 1 1 0,-5 4-3 0,-15-1 2 16,-9 4-1-16,-5 1-3 0,-6 0-7 31,0 0-10-31,0 0-13 0,-4 6-23 16,-9 7-33-16,-6 7-95 0,-7 3-119 0</inkml:trace>
  <inkml:trace contextRef="#ctx0" brushRef="#br0" timeOffset="-187546.69">7145 12152 742 0,'0'0'51'0,"0"0"-8"0,0 0-16 16,0 0-12-16,0 0-5 0,0 0-1 15,0 0 1-15,0 0 1 0,0 0 2 0,0 0-3 16,30 37-2-16,9-27-2 0,12-2-3 0,9-4 0 31,8-2-1-31,10-2-1 0,5 0-2 16,8-6 1-16,2-2-2 0,-1 0-2 16,-4 3-5-16,-4 0-11 0,-10-1-13 15,-9 2-31-15,-10-1-73 0,-9-3-175 16,-11 2-13-16</inkml:trace>
  <inkml:trace contextRef="#ctx0" brushRef="#br0" timeOffset="-186880.22">7045 12804 634 0,'0'0'50'0,"0"0"3"0,0 0-12 15,0 0-7-15,0 0-9 0,0 0-9 0,0 0-2 16,0 0-2-16,-64-79-3 0,64 60-1 16,3 1-2-16,10-5-3 0,6 2 1 15,4 1-2-15,3 4 1 0,5 2 1 16,2 0-5-16,4 5 6 0,2 4-5 15,2 5 3-15,4 2 4 0,-3 12-5 0,-3 7 3 16,-2 4-5-16,-9 5-2 0,1 6 1 0,-9 5 0 31,-4 6 3-31,-12 3-5 0,-4 5 4 16,-10 1-3-16,-15 4 1 0,-15 2 0 16,-9 0 2-16,-15 0 3 0,-11 2-4 15,-6-5 4-15,-6-3-6 0,2-6 0 16,4-10 3-16,13-10-2 0,15-13 7 0,9-11-5 15,17-6 0-15,9-15 1 0,13-10-4 0,5-10 3 16,15-5-2-16,11-6 2 0,9-1-2 16,10 4-4-16,4 5 3 0,3 6-3 15,2 10 4-15,-2 8 2 0,-2 8 0 16,-2 6-1-16,1 2 0 0,-4 11 1 16,1 7 1-16,-2 2 4 0,-1 6-3 0,-5-1 3 15,-2 2-6-15,-4-2-1 0,-5 1-1 0,2-3-2 31,-2 0-1-31,1-4-15 0,-2-3-15 0,0-4-44 0,2-5-105 0,-4-9-135 16</inkml:trace>
  <inkml:trace contextRef="#ctx0" brushRef="#br0" timeOffset="-186262.51">7671 13026 803 0,'0'0'45'0,"0"0"-9"0,0 0-8 16,0 0-8-16,61-86-7 0,-32 74-3 0,1 6-2 15,5 3-2-15,-2 3-3 0,-1 4-1 0,-3 9-1 32,-2 3 0-32,-4 5-1 0,-4 2 0 0,-3 4-2 0,-4 4 2 0,-4 2-2 15,-6 3 1-15,-2 4 5 0,-6-2-5 16,-7 0 2-16,-4-1-3 0,-4-4-1 15,-2-3 1-15,0-4 0 0,1-5 0 0,1-4 1 16,5-8 0-16,9-3 0 0,4-3 1 0,1-3 0 31,1-13-2-31,1-10 3 0,3-11-1 16,10-3-3-16,7-6 3 0,6-3-4 16,6 4 3-16,0 2 3 0,1 7-3 15,0 7 1-15,-1 8 1 0,1 7-2 16,-2 9 2-16,-1 2 0 0,-4 5-1 0,0 10 0 15,-3 4 2-15,-4 2-4 0,0 2 4 0,-9 3-2 16,-4 2 0-16,-6 1 4 0,0 0-3 16,-12 0 4-16,0-2-3 0,-5-2-2 15,1-3 0-15,-1-4 0 0,4-7 0 16,4-3 0-16,6-5 1 0,-1-3-1 16,1-8 0-16,0-9 1 0,3-10 0 0,3-6-5 15,14-7 3-15,5-5-6 0,7-2 5 0,3 1 3 16,8 4-2-1,-1 6 3-15,2 7-2 0,-3 11 0 0,-3 6 2 0,-1 10-1 16,-4 2 2-16,-5 9 2 0,1 7-2 31,-3 6-1-31,0 2 1 0,-7 2-2 16,0 3 1-16,-6-1-1 0,-1 1 2 0,-1 0 2 16,-3 0-3-16,-4-3 3 0,-1-2-6 0,0-6 0 15,0-1 2-15,-1-6-2 0,-1-7-2 16,1 2-3-16,1-6-4 0,-2 0-8 15,2 0-14-15,0 0-35 0,-1 0-94 16,1-3-162-16,0-9-9 0</inkml:trace>
  <inkml:trace contextRef="#ctx0" brushRef="#br0" timeOffset="-185630.18">9350 11055 610 0,'0'0'59'0,"0"0"-10"31,0 0-8-31,1-88-7 0,8 67-7 16,6 4-8-16,6 5-4 0,10 4-2 0,8 8-1 16,13 0-3-16,7 15-1 0,6 11-1 0,6 7-4 15,-3 10 2-15,-8 7-5 0,-9 4 2 16,-8 5 2-16,-12 3-3 0,-12 0 2 15,-13 1-3-15,-6 0-3 0,-18-1 2 16,-11-1-2-16,-13-5 1 0,-10-5-1 16,-7-6 3-16,-3-9-2 0,-2-10 3 0,6-8-1 15,6-11 1-15,10-7-1 0,9-7 0 0,14-14 1 16,9-9-1 0,10-7 0-16,12-7-1 0,15-1 3 0,11-1-4 0,8 7 3 15,10 4-1-15,1 9-1 0,-1 6 0 16,-1 6-3-16,-3 7-5 0,-5 2-5 15,-6 5-9-15,-3 0-17 0,-6 3-25 0,-5 2-42 16,-1 1-74-16,-10-2-109 0</inkml:trace>
  <inkml:trace contextRef="#ctx0" brushRef="#br0" timeOffset="-185247.1">10235 10668 660 0,'0'0'54'0,"0"0"-9"16,79-81-10-16,-44 63-4 0,6 6-13 15,3 6 1-15,3 4-6 0,2 2-1 16,-6 11 0-16,-1 5-9 0,-10 9 4 16,-9 4-5-16,-7 7-3 0,-9 3 3 0,-7 7-4 15,-7 4 1-15,-10 3 0 0,-5 2 0 0,-7 1-1 16,-3-1 3-1,0-2-4-15,2-6 3 0,3-5 2 0,2-4-3 0,8-4 4 16,7-11-3-16,7-4 0 0,3-2 0 31,10-2 0-31,16 2 0 0,6-5 1 16,11-5 1-16,5-2 0 0,4-5 0 0,4 0-1 16,0 0 0-16,1-7 1 0,-3-2-2 0,-4-1 0 15,-5 1 1-15,-7 2 0 0,-12 1-2 16,-6 1 1-16,-10 3-4 0,-7 1-5 15,5 1-12-15,-8 0-16 0,0 1-30 16,-8 13-51-16,-8 6-120 0,-9 5-65 16</inkml:trace>
  <inkml:trace contextRef="#ctx0" brushRef="#br0" timeOffset="-184930.44">9346 12278 711 0,'0'0'53'0,"0"0"-3"16,0 0-17-16,0 0-16 0,0 0-7 16,0 0-1-16,0 0 0 0,0 0 2 15,0 0-1-15,0 0-2 0,102 0-1 16,-29 3-2-16,16 1-1 0,13-4 1 0,15 0-2 15,10 0-1-15,13-7 0 0,6-2-1 0,-1 0 0 16,-4 2-2-16,-7-3 0 0,-13 4-1 16,-10 2-1-16,-17 1-2 0,-17 1-3 15,-18 0-3-15,-22 2-5 0,-16 0-2 16,-15 0-5-16,-6 0-11 0,-10 5-25 16,-13 6-27-16,-12 2-62 0,-7 3-144 0</inkml:trace>
  <inkml:trace contextRef="#ctx0" brushRef="#br0" timeOffset="-184546.85">9528 12670 785 0,'0'0'36'0,"0"0"-5"15,0 0-2-15,108-52-9 0,-56 50-7 16,5 2-3-16,5 8 0 0,-1 9-4 16,-2 4 0-16,-1 8-3 0,-6 6-2 0,-6 8 0 15,-6 5 0-15,-8 8-2 0,-10 2 2 0,-9 4-3 16,-9-1 3 0,-4 0 3-16,-11-1-4 0,-12-1 6 0,-8-2-8 0,-5-4-2 15,-6-6 0-15,0-8-1 0,0-7 4 16,2-11 0-16,7-10 3 0,4-9-1 15,8-4-1-15,6-13-1 0,9-9 1 0,6-7 1 16,3-4-1-16,14-3 3 0,8 1-4 0,9 0-4 31,7 4 4-31,2 5-4 0,5 6 4 16,-2 5 0-16,2 5-2 0,-2 6-6 16,-4 1-8-16,0 5-13 0,-3 0-26 15,-3 3-67-15,-1 5-187 0,-13-1-8 16</inkml:trace>
  <inkml:trace contextRef="#ctx0" brushRef="#br0" timeOffset="-184080.22">10651 12972 864 0,'0'0'36'0,"0"0"-7"0,84-86-9 16,-46 62-9-1,1 6-4-15,2 6-2 0,-3 5-2 0,-3 4 0 0,-2 3-3 16,-7 4 0-16,-7 11-1 0,-4 6 2 31,-11 7-2-31,-4 5 1 0,-9 5 0 16,-11 4-1-16,-6-2-1 0,-6 3 1 0,-4-2-2 16,3-3 3-16,-2 0 3 0,0-7-4 0,3-1 4 15,5-7-5-15,7-7 0 0,10-8 2 16,5-4 0-16,5-4 0 0,0 0 1 15,3-12-1-15,10-7-5 0,10-8 4 16,8-3-3-16,2-3 3 0,6 1 2 16,0-2 0-16,0 1 0 0,-4 1 0 0,-5 2 2 15,-2 2 0-15,-6 4 0 0,-4 4 1 0,-6 7 1 16,-5 6-3-16,-4 5 3 16,-3 2 0-16,0 0-2 0,0 13 1 0,-7 8-2 15,-2 11 0-15,-1 2-2 0,-3 2 1 16,3 2-1-16,0 2 1 0,2-1 3 15,1-1-3-15,6-3 3 0,1-3-4 0,1-3-2 16,9-5-1-16,3-6-4 0,3-4-2 0,5-7-5 31,2-5-9-31,3-2-10 0,1-6-21 16,-1-10-46-16,4-3-80 0,-6-7-138 16</inkml:trace>
  <inkml:trace contextRef="#ctx0" brushRef="#br0" timeOffset="-183780.19">11328 12750 703 0,'0'0'65'0,"0"0"-12"15,0 0-11-15,0 0-14 0,0 0-7 16,0 0-3-16,103-38-3 0,-76 38-3 16,2 0-3-16,0 3-2 0,0 5-4 0,-2 2 0 15,-2 3-2-15,-6 3-2 0,-3 2 2 0,-9 4-3 16,-3 2 1-16,-4 4-1 15,-13 2 0-15,-5 0 0 0,-7 0 1 0,1-1-1 16,-1-4 1-16,-1-2-1 0,4-7 1 31,6-3 0-31,6-6 3 0,7-4-2 16,3-3 1-16,0 0-1 0,0 1-1 0,17 1 2 16,9 1 1-16,11-1-2 0,5-2 0 0,5 0-2 15,4-7-6-15,5 0-3 0,1-2-12 16,2-3-29-16,0-2-73 0,-2-6-191 15,-2-1-22-15</inkml:trace>
  <inkml:trace contextRef="#ctx0" brushRef="#br0" timeOffset="-183129.23">13176 10845 586 0,'0'0'65'16,"0"0"-11"-16,0 0-6 0,0 0-11 0,-4-91-9 15,1 72-8-15,-3 2-4 0,-1-3-4 16,-3 4-4-16,-6 3-4 0,-4 4-2 16,-9 2-2-16,-10 0-2 0,-12 6 1 0,-8 1 0 15,-9 0 0-15,-12 0 0 0,-3 0 0 0,-6 5 0 16,-2 0 0-16,3 2 1 15,4-3-1-15,13 2 2 0,15-1 0 0,18-2-1 16,12 0 0-16,13-1 0 0,9-2 0 31,-2 1 4-31,9 0 1 0,16 4 5 16,8 1-2-16,14 1 0 0,-1 3 2 0,3 0-3 16,-3 2 1-16,-6 4-1 0,-2 3-2 0,-4 9-1 15,-5 7 2-15,-4 7-2 0,-2 13 1 16,-7 9 0-16,-4 8 1 0,-1 14 1 15,-5 11-3-15,0 15 1 0,-1 15-2 16,-6 13-1-16,4 10 1 0,0 8-1 16,2 3 1-16,1 3 1 0,4-3-3 0,7-5 1 15,1-4 0-15,5-9-6 0,-1-10 6 0,3-11 1 16,5-13-1-16,0-10 1 16,2-14-1-16,4-11-3 0,4-12 1 0,3-12-1 15,5-13 0-15,9-13 1 0,7-10-1 16,7-9-1-16,8-5-2 0,7-10-5 15,7-7-5-15,4-4-7 0,3-5-10 0,-3-2-22 16,-1-4-65-16,-7-3-197 0,-1 0-22 0</inkml:trace>
  <inkml:trace contextRef="#ctx0" brushRef="#br0" timeOffset="-181313.29">13422 12133 530 0,'-4'-25'61'0,"1"1"0"15,-1 7-4-15,1 1-9 0,0 5-11 0,1 5-10 16,2 1-7-16,0 5-5 0,-1-1-3 16,1 1-3-16,1 0 1 0,14 6 0 15,5 11 1-15,9 11-3 0,4 7 0 16,3 8-4-16,0 5 1 0,-1 5-3 15,1 2 0-15,-1 0 0 0,0-5-1 0,-5-3 2 16,-1-5-3-16,-4-5 4 0,-4-7-5 0,-3-6 4 31,-7-8-2-31,-2-9 2 0,-6-2 1 16,-3-5 0-16,4 0 2 0,2-11-1 16,5-8-2-16,1-15-4 0,-6-9 1 15,-3-10-4-15,-3-10 4 0,-2-10 1 16,-8-11-3-16,-3-8 3 0,-7-10-4 0,-2-7-2 15,-5-9 0-15,-2-10-1 0,-4-4 1 0,-4-3 0 16,4-1 2-16,3 9-1 0,5 12 2 16,11 21 3-16,6 24-1 0,8 24 0 15,5 22 0-15,11 16-1 0,11 8 0 16,8 17 1-16,8 9 0 0,8 6-1 16,7 2 2-16,7 1-2 0,7-3 1 0,5-3 0 15,8-4 0-15,8-7 0 0,2-8 0 0,6-3 0 16,-4-7 0-16,-3 0 1 0,-4-8-3 15,-9-4 2-15,-12 1 0 0,-9 0 1 16,-14 4 1-16,-16 1-1 0,-14 3-1 31,-10 1 0-31,-6 2-1 0,0 0 0 16,0 0-1-16,0 0-7 0,-6 8-6 0,-9 4-13 16,-6 3-18-16,-5-1-34 0,-3 0-60 0,3-2-159 15,0 0-4-15</inkml:trace>
  <inkml:trace contextRef="#ctx0" brushRef="#br0" timeOffset="-180863.74">14176 11322 705 0,'0'0'54'0,"0"0"-8"16,0 0-13-16,76-93-7 0,-38 76-13 15,7 5 2-15,5 6-4 0,4 6-2 0,-4 0-4 16,-1 8-1-16,-4 7 3 0,-4 5-6 0,-7 4 4 31,-3 4-6-31,-8 0 0 0,-7 6 0 16,-9 1-1-16,-7 4 2 0,-4 4-2 16,-15 2 3-16,-10 2-4 0,-9 0 0 15,-8 0-1-15,-9-1 0 0,-5-3 0 16,-3-7 2-16,1-4 0 0,4-7 1 0,12-6 6 15,8-6-5-15,15-5 6 0,10-4-5 0,9-2-5 16,4-2 4-16,8 0-4 0,14-4 4 16,12-1 2-16,12 2-1 0,7 1 0 15,2 2 0-15,3 0 0 0,-1 3 1 16,-3 2 5-16,-3-2-7 0,-5 1 7 16,-5-2-5-16,-5 1-1 0,-6-1 0 0,-11-2-1 15,-6 0 0-15,-7 1 0 0,-2-1 0 0,1 0-5 16,-1 0 5-16,2 0-2 0,-6 0 0 15,0 0-9-15,0 0-17 0,0 0-28 16,1 0-37-16,-1 2-80 0,0 3-130 31</inkml:trace>
  <inkml:trace contextRef="#ctx0" brushRef="#br0" timeOffset="-180613.36">14162 12243 769 0,'0'0'44'15,"0"0"-9"-15,0 0-8 0,0 0-8 0,0 0-3 16,0 0 0-16,0 0-4 0,105 22-5 16,-45-18-1-16,8-2-3 0,7 0 0 15,-1 0-1-15,1 1-2 0,-4-1-1 16,-3 1 0-16,-4-1-2 0,-6-1 0 15,-3-1-3-15,-9 0-5 0,-4 0-7 0,-9 0-7 16,-8 0-18-16,-12 0-32 0,-6 0-75 0,-7 0-156 31,0 0-1-31</inkml:trace>
  <inkml:trace contextRef="#ctx0" brushRef="#br0" timeOffset="-180230.28">14643 12541 830 0,'0'0'49'0,"0"0"-12"15,0 0-10-15,0 0-10 0,0 0-7 16,0 0-3-16,0 0-3 0,0 0-1 16,0 0 1-16,-28 13 2 0,18 18-5 0,1 4 4 15,-4 4-6-15,0 7 1 0,-1 6 0 0,-2 2-1 16,0 7 2-16,-3 1-3 0,2-1 2 15,2-3-2-15,2-8 2 0,3-10-2 16,7-8 1-16,2-12 5 0,2-8-4 31,14-7 4-31,5-5-3 0,12-2-5 16,8-8 5-16,4-4-5 0,6 2 4 0,1 0 0 16,7 3-1-16,0 1 2 0,1 5-1 0,0 3-1 15,-3 0 1-15,-6 1 1 0,-4 6-1 16,-10 0 0-16,-7-1 0 0,-10 0 0 15,-9-3 0-15,-6-1-1 0,-4-2 1 16,0 0-2-16,0 0 1 0,0 1-6 16,0 1-5-16,0-1-10 0,0-1-17 0,0 0-46 15,-3 0-162-15,-7 0-83 0</inkml:trace>
  <inkml:trace contextRef="#ctx0" brushRef="#br0" timeOffset="-179296.01">16496 11389 705 0,'0'0'50'0,"0"0"-9"16,0 0-11-16,0 0-10 0,0 0-8 16,0 0-6-16,-85-38-2 0,46 56-1 15,-4 6-4-15,-4 8 3 0,-2 8-2 16,3 2 0-16,0 6 1 0,5 1-1 0,5 0-2 15,5-5 2-15,8-3-2 0,8-6 2 0,7-5-1 16,8-4 0-16,2-3 6 0,12-2-5 16,7-3 5-16,6 1-5 0,8-1 0 15,5 0 1-15,5 1-1 0,3 1 2 16,0 3 0-16,2 3 3 0,-2 0-1 16,-3 3-2-16,-5-1 0 0,-7 1 0 0,-7 1-1 15,-8-2 1-15,-8 1 0 0,-9-4 1 0,-2 0 0 16,-18-1 1-16,-10-1-3 0,-11-2 1 15,-8-4-2 1,-10-5-1-16,-3-5 2 0,-1-4-2 0,1-3 1 0,4 0 0 31,6-5-2-31,6-5 1 0,9-2-1 16,7 0-1-16,10 1-3 0,9-1-7 0,3 3-8 16,7 0-13-16,11-1-18 0,12 8-24 0,9 1-59 15,3 1-155-15,4 7 11 0</inkml:trace>
  <inkml:trace contextRef="#ctx0" brushRef="#br0" timeOffset="-179013.79">16810 12012 823 0,'0'0'41'0,"0"0"-6"0,0 0-9 16,0 0-12-16,0 0-7 0,0 0-4 15,0 0 0 1,0 0 3-16,0 0 0 0,0 0 0 0,67 59 0 0,-67-17-4 0,1 5 0 0,-1 0-2 31,0 0 1-31,0-1 0 0,2-7 0 16,1-3-2-16,-2-7 1 0,3-9-1 16,-2-9-1-16,-1-5 2 0,-1-6 0 15,0 0 1-15,0 0 1 0,0 0-2 0,0 0-2 16,0 0-7-16,0-4-7 0,3-9-14 15,-2-7-24-15,-1-7-58 0,0-3-200 0,-11-10-21 16</inkml:trace>
  <inkml:trace contextRef="#ctx0" brushRef="#br0" timeOffset="-178862.32">16777 11554 672 0,'0'0'39'15,"0"0"-2"-15,0 0-6 0,0 0-10 0,0 0-14 16,0 0-3-16,0 0-4 0,0 0-1 15,78 58-3 1,-71-31-10-16,-3 5-32 0,-1 4-57 0,-1 3-188 0,-1 1-12 31</inkml:trace>
  <inkml:trace contextRef="#ctx0" brushRef="#br0" timeOffset="-178430.44">16810 12134 841 0,'0'0'43'16,"0"0"-10"-16,71-90-10 0,-33 66-10 0,2 6-3 15,2 6-4-15,-1 7-1 0,-1 5-3 0,-5 6-3 16,-2 10 1-16,-1 5 0 0,-5 6-1 16,-1 4 0-16,-5 2 0 0,-4 5-2 15,-4 0 1-15,-5 1-1 0,-3-1 2 16,-5-2 0-16,0-2-2 0,-5-5-1 15,-3-5 0-15,2-7-1 0,2-8 3 0,2-5 3 16,2-4-1-16,-1 0 0 0,1 0 1 0,0-3-3 31,0-15 1-31,3-11 2 0,7-10-2 16,6-4 2-16,1-5 0 0,3-2 0 16,3-2 0-16,-2 0 1 0,6 5-3 15,-1 7 4-15,2 6-3 0,-1 11 1 16,1 11 0-16,-2 12-1 0,-3 3 1 0,2 17 2 15,-1 7 1-15,-2 11-2 0,-5 5 2 0,0 5-4 16,-5 4 2-16,-1 0-1 0,-3-1 0 16,-4-4-2-16,-1-4 2 0,-3-4-4 15,0-5 2-15,0-12-1 0,0-8-2 16,0-3-3-16,0-5-14 0,0 0-16 0,0 0-67 16,0-11-209-16,5-13-29 0</inkml:trace>
  <inkml:trace contextRef="#ctx0" brushRef="#br0" timeOffset="-178130.41">18253 10853 767 0,'0'0'49'15,"0"0"-7"-15,0 0-11 0,0 0-7 16,0-78-9-16,0 74-7 0,0 0-4 15,-4 4-2-15,-7 12 0 0,-6 16 1 16,-7 16-3-16,-4 16 3 0,0 11-4 16,-4 12 2-16,-3 13 2 0,0 14-1 0,0 12 2 15,0 13-2-15,3 11 0 0,5 5 0 0,7 0-4 16,12-1 4-16,8-5-1 0,11-7-2 16,18-9 5-1,12-11-5-15,12-10-2 0,11-11 5 0,10-12-4 0,7-12 2 16,1-11 0-16,-1-13-2 0,-4-13-1 15,-11-12-9-15,-8-11-6 0,-16-13-16 0,-9-6-41 16,-11-14-110-16,-12-14-142 0</inkml:trace>
  <inkml:trace contextRef="#ctx0" brushRef="#br0" timeOffset="-177663.74">18282 11349 813 0,'0'0'38'15,"0"0"-7"-15,0 0-6 0,96-80-8 16,-65 71-4-16,4 6-5 0,0 3-3 0,1 7-1 16,-3 11-3-16,-2 7 1 0,-2 4-4 15,-6 7 4-15,-5 5-5 0,-6 4 3 0,-5 4-2 16,-4-1 1-16,-3 1-2 0,-1-3 0 15,-9-5-2 1,-3-6 1-16,0-8-1 0,-1-4 1 0,3-10 1 0,4-5 3 31,0-5 0-31,-1-3 0 0,0-12 1 0,2-9-2 16,6-11 3-16,3-7-2 0,13-10 2 16,3-6-1-16,8-1 1 0,3 0-2 0,5 4 1 15,5 10 0-15,1 9 2 0,0 8 1 16,0 13-2-16,-3 10 2 0,0 5-2 15,-4 16 1-15,0 9 0 0,-7 9 2 16,-2 7-2-16,-7 3 0 0,-4 5-1 0,-7-2-1 16,-3-2-1-16,-4-2 1 0,0-5-2 0,0-6 2 15,-4-8-3-15,-1-7 1 0,3-10-2 16,2-5-2-16,0-5-5 0,-2 0-4 16,2 0-14-16,0 0-37 15,0-8-113-15,9-10-150 0,1-14-3 0</inkml:trace>
  <inkml:trace contextRef="#ctx0" brushRef="#br0" timeOffset="-177463.38">19277 11260 768 0,'0'0'54'15,"0"0"-3"-15,0 0-15 0,0 0-12 0,82-14-8 16,-39 11-4-16,7 0-3 0,5 0-5 15,5 2 1-15,0-1-2 0,0 0-2 0,-7 2 3 16,-7 0-5-16,-5 0-2 0,-14 0 0 16,-12 0-6-16,-3-1-4 0,-7 1-7 15,-1-2-15-15,2 2-30 0,-6 0-47 16,-3-1-131-16,-13-1-73 0</inkml:trace>
  <inkml:trace contextRef="#ctx0" brushRef="#br0" timeOffset="-177230.42">19488 11252 780 0,'0'0'62'0,"0"0"-16"0,0 0-16 0,0 0-14 16,0 0-6-16,0 0-1 0,0 0-1 16,0 0 3-16,0 0-3 0,5 92-4 0,0-49-1 15,-2 5-2-15,0 3-1 0,-3 3 2 16,0 1-2-16,0-2 0 0,0-3-3 15,0-4 1-15,0-5-1 0,0-5 0 16,0-5 1-16,0-10-8 0,0-4-2 0,0-5-14 16,0-7-18-16,2 0-47 0,3-5-224 15,6-7-17-15</inkml:trace>
  <inkml:trace contextRef="#ctx0" brushRef="#br0" timeOffset="-176995.9">19773 11380 847 0,'0'0'48'0,"0"0"-12"0,0 0-13 0,0 0-10 31,0 0-5-31,0 0-3 0,0 0 0 16,0 0 0-16,0 0-2 0,0 0-1 16,65 115 1-16,-62-71-3 0,-3 4 1 15,2 0-2-15,-2-3 1 0,0-1-2 0,0-4 0 16,3-6-2-16,1-2-4 0,-1-4 1 0,1-8-10 15,2-4-6-15,1 0-21 0,-2-4-46 16,6-2-183-16,-1-7-62 0</inkml:trace>
  <inkml:trace contextRef="#ctx0" brushRef="#br0" timeOffset="-176546.78">20104 11354 840 0,'0'0'43'16,"0"0"-9"-16,80-21-9 0,-48 19-10 0,2 2-4 31,2 5-5-31,1 7 0 0,-1 4-3 0,-3 4 0 16,-2 6-2-16,-6 3 0 0,-3 3-1 0,-7 2 0 16,-6 5-1-16,-4 0-2 0,-5 0 1 15,-5 0 0-15,-9-4-1 0,-4-4 1 16,0-5-4-16,-2-5 3 0,5-7-1 15,6-6 2-15,4-6 2 0,2-2 1 16,0 0 0-16,2-12 0 0,1-10 1 0,9-9-2 16,9-10 1-16,8-6 0 0,3-1 2 15,3-4-2-15,1 2 2 0,2 3 1 0,0 4-1 16,-3 6 1-16,-4 5 1 0,-2 7-3 16,-9 8 2-16,-6 9 1 15,-7 4-2-15,-4 4-2 0,0-1 0 0,0 1 0 16,0 3 0-16,0 14 0 0,0 11-1 0,-7 12 1 15,-4 6-2-15,-1 4 2 0,-2 4-2 16,2 2 0-16,3 2 0 0,2-3 0 0,3-2 0 31,4-6 1-31,4-3 2 0,10-6-3 16,11-6 3-16,10-6-4 0,10-8-3 16,8-7-2-16,11-7-7 0,5-4-6 15,8-6-6-15,0-9-11 0,0-5-21 0,-1-2-44 16,-6-5-112-16,-6-1-107 0</inkml:trace>
  <inkml:trace contextRef="#ctx0" brushRef="#br0" timeOffset="-176063.53">19293 12451 719 0,'0'0'49'0,"0"0"0"16,0 0-12-16,0 0-10 0,0 0-9 0,0 0-7 15,0 0 0-15,0 0 2 0,0 0-2 16,-16-3 1-16,72 9-3 0,21-3-5 16,17-3 1-16,19 0-1 15,11-6-1-15,12-3 0 0,7-1 2 0,5-1-4 16,-2 2 0-16,-12 0 0 0,-12 1-1 0,-21 2 1 15,-17 0-2-15,-22 0 1 0,-23 3 0 16,-19 0 0-16,-11 3 0 0,-9 0-1 0,-3-3-1 16,-15 0-6-16,-14 1-5 0,-15 1-10 31,-5 1-16-31,-2 7-29 0,-2 6-85 16,0 5-169-16,-2 0-4 0</inkml:trace>
  <inkml:trace contextRef="#ctx0" brushRef="#br0" timeOffset="-175746.87">19905 12725 847 0,'0'0'47'16,"0"0"-10"-16,0 0-13 0,0 0-12 0,0 0-3 16,0 0-5-16,0 0 0 0,0 0-1 0,0 0 0 15,27 84-3-15,-24-42 2 0,-3 3-2 16,0 5 1-16,-3 2-2 0,-3-2 0 15,-1 0 1-15,1-5 0 16,2-2 4-16,3-5-3 0,1-6 3 0,7-8-4 31,7-7 0-31,9-7 0 0,8-5 0 0,9-3 2 16,11-2-2-16,7-5 0 0,8-3-1 16,5-1 1-16,4-3 0 0,1 0 0 0,-2 0-5 15,-5-2 4-15,-9 1-4 0,-9 0 1 16,-9 2 0-16,-15 6-1 0,-9-1-3 15,-8 2-3-15,-4 3-10 0,-2-1-12 16,-4-2-31-16,-11-2-73 0,-7-3-178 0,-5-4-20 16</inkml:trace>
  <inkml:trace contextRef="#ctx0" brushRef="#br0" timeOffset="-175213.73">21271 10759 632 0,'0'0'67'16,"0"0"-15"-16,0 0-8 0,0 0-10 15,0 0-8-15,0 0-7 0,0 0-5 0,0 0-4 16,0 0-1-16,0 0-2 0,10-5 1 15,22 20-2-15,16 13 0 16,7 10-1-16,11 12-2 0,7 12-2 0,5 12 1 31,3 13 3-31,0 13-2 0,-6 13 2 0,-7 14-1 16,-9 11-2-16,-13 9 0 0,-14 7-3 0,-16 0 1 16,-14 0-4-16,-8-7 4 0,-20-7 0 15,-13-11-2-15,-15-11 3 0,-8-10-1 16,-9-16-1-16,-1-14 4 0,-2-17-2 15,9-17 1-15,12-14-1 0,14-12 0 16,13-9 1-16,14-6-1 0,8-1-1 0,4-4-3 16,4-11-1-16,9-7-7 0,10-3-13 15,5 3-19-15,2 1-57 0,5 0-168 0,-3-5-67 16</inkml:trace>
  <inkml:trace contextRef="#ctx0" brushRef="#br0" timeOffset="-174680.17">21958 10531 652 0,'0'0'30'16,"0"0"-3"-16,0 0-7 0,0 0-4 15,15-87-2-15,14 74-8 0,12 2-1 0,12 3-2 16,14 4-1-16,10 0 0 0,10 2-1 16,4 2-2-16,0 0 1 15,-6 0-1-15,-8 0 0 0,-9-2 1 0,-11-1-2 16,-10-2 3-16,-11-2 1 0,-13 1 2 0,-7 1 8 16,-7-2 3-16,-5 4 5 0,1 0 2 15,-5 3-3-15,0-1-4 0,0 1-4 0,0 0-4 16,-2 0-1-16,-6 2-1 0,-1 12 0 15,2 9-1-15,4 10 2 16,3 7 3-16,0 10-5 0,9 11 4 0,2 11-5 31,5 17-1-31,1 14 2 0,1 14-1 0,0 13 1 16,1 10-1-16,-1 10-1 0,-1 6 4 16,0 8-4-16,-1 3 0 0,-1 2 0 0,-2-4-5 15,-2-1 3-15,-2-6 0 0,-2-5 1 16,-5-7-4-16,-2-8 4 0,-3-10 1 15,-12-11-2-15,-6-12 3 0,-10-14-3 16,-6-13-1-16,-7-14 1 0,-2-15 0 0,-4-14 0 16,2-16 0-16,0-11-1 0,2-8 0 15,-1-8-2-15,4-13-1 0,1-4-5 0,3-7-5 16,4-2-9-16,5-1-12 0,7 5-25 16,5 4-54-16,7 8-196 15,4-2-18-15</inkml:trace>
  <inkml:trace contextRef="#ctx0" brushRef="#br0" timeOffset="-174145.94">23800 11644 686 0,'0'0'45'0,"0"0"-7"0,0 0-6 15,0 0-8-15,0 0-7 0,0 0-5 16,0 0-1-16,0 0 1 15,0 0 2-15,-11 7-1 0,40-2 1 0,17 1-3 16,13-4-3-16,14-2-1 0,11 0-2 0,8-3-2 16,2-2 0-16,-3 0-1 0,-7 2-2 15,-12 2 0-15,-14-1 0 0,-14 2 0 0,-18 0 0 16,-11 0 0-16,-9 0 0 0,-6 0 0 16,0 0 0-16,0 0 0 15,0 0-2-15,0 2-1 0,-11 4-5 0,-7 3-11 16,-6 0-17-16,-2 2-35 0,-4-4-102 0,-4 2-150 15,-3-3 2-15</inkml:trace>
  <inkml:trace contextRef="#ctx0" brushRef="#br0" timeOffset="-173930.46">23757 12044 748 0,'0'0'50'15,"0"0"0"-15,0 0-6 0,0 0-10 0,0 0-11 16,0 0-5-16,83 17-4 0,-34-12-5 16,3-4-2-16,7 3-3 15,5-3-4-15,1 0 0 0,3 1 0 0,-2-2-1 16,-1 1-1-16,-3 1-5 0,-4-1-7 0,-4 2-14 16,-9-3-19-16,-3-1-48 0,-5-8-199 15,-5-2-44-15</inkml:trace>
  <inkml:trace contextRef="#ctx0" brushRef="#br0" timeOffset="-173263.48">26168 11364 596 0,'0'0'69'0,"0"0"-3"16,0 0-11-16,0 0-14 0,0 0-16 0,0 0-7 15,0 0-3-15,0 0 1 0,0 0-2 16,0 0-1-16,31 98-4 0,-31-48-2 0,-3 5-3 31,-3 5 2-31,-2 1-3 0,2 1-2 16,2-1 3-16,0-1-2 0,1 1 2 16,1-2-3-16,0-3-2 0,2-4 1 15,0-3-1-15,0-10 2 0,0-5-3 0,0-13 2 16,0-9 0-16,2-6 0 0,-2-6 4 15,0 0-2-15,2 0 0 0,1-17-1 0,-2-10-1 16,1-14-2-16,-2-8 2 0,0-5-3 16,-8-7 1-16,-3-4-2 15,-2-6-3-15,-3-8 1 0,-3-5-2 0,-3-2 3 16,-1 0 5-16,2 6-2 0,2 12 4 0,0 12-3 16,6 14 3-16,4 17-1 0,4 10 0 15,3 10-1-15,2 2-1 0,5-1 1 0,13 1 0 16,10 1 1-16,11 2-1 0,11 5 0 15,11 2 0-15,11-1 0 16,9-1 1-16,9-3 0 0,4-2 1 0,0 0 1 31,-4 0-2-31,-11 0 0 0,-12 0 0 0,-14 0-2 16,-18 0 1-16,-10-1 0 0,-11 1 1 16,-10 0 0-16,2 0-1 0,-6 0 0 0,0-1-1 15,-1-1-2-15,-17 1 1 0,-5-1-4 16,-9 1-9-16,-1 1-12 15,0 0-25-15,1 4-42 0,-3 4-108 0,2 2-111 16</inkml:trace>
  <inkml:trace contextRef="#ctx0" brushRef="#br0" timeOffset="-173013.68">26062 11798 764 0,'0'0'45'0,"0"0"-2"0,0 0-10 0,0 0-10 31,119-7-7-31,-70 4-3 0,9 0-3 16,4 0-4-16,0 0-2 0,0 2-4 16,-7 1 0-16,-4 0 0 0,-9 0 2 15,-8 0-4-15,-12 0-2 0,-9 0-4 0,-7 0-7 16,-6 0-9-16,0 0-10 0,0 0-23 15,0 2-40-15,-17 6-101 0,-7 1-119 0</inkml:trace>
  <inkml:trace contextRef="#ctx0" brushRef="#br0" timeOffset="-172713.65">26079 12266 753 0,'0'0'46'15,"0"0"2"-15,0 0-10 0,0 0-14 16,0 0-6-16,0 0-4 0,0 0 2 31,0 0-6-31,96 26-1 0,-69-23-2 0,5-1-2 16,7-2-2-16,9 0 0 0,4 0-2 16,6-2 0-16,3-3-1 0,2-2 0 0,3-1-1 15,-3 1 0-15,-2-1 1 0,-5 1-1 16,-4-1 1-16,-7 0-1 0,-5-1 1 15,-9 2 0-15,-12 2 0 0,-6 2 1 16,-9 1-1-16,-4 2 0 0,0-1-1 0,0 1-3 16,0 0 0-16,-2 0-4 0,-10 0-8 15,-3 0-9-15,-2 5-19 0,5 1-45 0,5-4-159 16,4 1-85-16</inkml:trace>
  <inkml:trace contextRef="#ctx0" brushRef="#br0" timeOffset="-171445.92">27774 11228 384 0,'0'0'81'0,"0"0"-7"0,0 0-15 15,0 0-9-15,0 0-14 0,0 0-12 16,0 0-6-16,0 0-2 0,0 0 5 0,0 0-3 15,-23 1 2-15,20 27-9 0,3 1-4 16,0 1 2-16,6 0-4 0,7 0 1 0,3-1-2 31,9-3 2-31,6-3-1 0,7-4 1 16,10-3-2-16,5-7 0 0,8-7-2 16,4-2 0-16,0-5 0 0,0-9-3 15,-3-2 1-15,-5-4 0 0,-8-4 0 0,-7-1 1 16,-11-2 1-16,-8 1-2 0,-8 2 2 15,-6 7-2-15,-6-1 1 0,-2 7 0 0,-1-1-1 16,0 2 0-16,-5 2-2 0,-1 1-1 16,1 3 1-16,-5 3-3 0,0 1-1 15,-3 5-7-15,-4 3-11 0,2 6-23 16,1 0-41-16,1 3-97 0,-4-4-118 0</inkml:trace>
  <inkml:trace contextRef="#ctx0" brushRef="#br0" timeOffset="-171030.2">27988 11154 282 0,'0'0'68'15,"0"0"-5"-15,0 0-6 0,0 0 4 0,0 0 0 16,0 0-2-16,0 0-7 0,0 0-7 16,0 0-10-16,0 0-6 0,-15 0-7 15,13 0-4-15,1 0-3 0,1 0-5 16,-2 0-2-16,2 0-2 0,0 6 1 0,0 7 1 15,2 11 4-15,6 8-3 0,5 8 2 16,3 2-4-16,3 8-1 0,0 4 0 0,-2 6-5 31,0 4 1-31,-3 3-4 0,-2 1 3 16,-3 1 2-16,-4-1-2 0,-4-4 1 16,-1-2-3-16,-4-5-2 0,-7 0-1 15,-1-6-2-15,1-2-4 0,0-2-9 0,5-6-12 16,2-8-40-16,4-4-107 0,0-11-144 15</inkml:trace>
  <inkml:trace contextRef="#ctx0" brushRef="#br0" timeOffset="-168380.43">8433 15133 547 0,'0'0'32'0,"0"0"10"0,0 0 3 16,0 0-5-16,0 0-7 0,0 0-12 16,0 0-10-16,0 0-5 0,0 0-1 15,0 0 3-15,-26-15 2 0,26 15 3 0,9 0 2 16,11 7 1-16,13-2-4 0,11 0-1 0,12-2-1 15,15-3-2-15,7 2-1 0,13-2-2 16,6 0-2-16,7 0-1 0,-1 0 0 16,-5 0 1-16,-7 0 0 0,-10 0-1 15,-13 0 1-15,-13 0-1 0,-20 0 0 16,-16 0 1-16,-9 0 3 0,-10 0 1 0,0 0 0 16,0 0-3-16,1 0-1 0,-1 0-4 0,0 0-1 15,-11-2-2-15,-1-1-4 0,-8 3-8 16,4 0-14-16,-3 5-23 0,-3 3-40 15,1 5-78-15,-2-1-135 0</inkml:trace>
  <inkml:trace contextRef="#ctx0" brushRef="#br0" timeOffset="-167963.59">8527 15542 673 0,'0'0'44'16,"0"0"2"-16,0 0-3 0,0 0-9 0,0 0-9 15,0 0-7-15,0 0-6 0,0 0-2 16,0 0-2-16,0 0 1 0,-38-17-1 16,38 15-1-16,-1 2 0 0,1-1-2 15,-2 1 0-15,2 0 1 0,0-2 1 16,0 1 0-16,15 0-1 0,11-2-1 0,16-2-2 31,9 2 0-31,9 0-2 0,13 0 0 0,9 2 0 0,11 1 0 0,5-2 0 0,5 0 1 31,4 1-2-31,-2-2 0 0,-1 1 1 16,-5-1-1-16,-10-1 1 0,-12-1 0 16,-15 0 0-16,-14 1 0 0,-18 1 2 15,-15 0 2-15,-8 3 1 0,-7 0 0 0,0-2-6 16,0 2 0-16,-3 0 0 0,-11 0 0 0,-9 0 0 15,-3 4 0-15,8 0 0 0,-1 0 0 16,6 4-3-16,3-3-9 0,-1 2-10 16,5 0-11-16,3-5-22 0,1 3-40 15,2-5-114-15,-1 0-121 0</inkml:trace>
  <inkml:trace contextRef="#ctx0" brushRef="#br0" timeOffset="-128063.66">11921 15035 269 0,'0'0'73'0,"0"0"-7"0,0-87 2 0,-1 58-5 15,-4 10-8-15,2-1-2 0,0 6-11 0,2 7-3 16,-1 0-6-1,1 2-5-15,1 0-5 0,0-1-8 0,0 2-6 0,0 4-3 16,0 0 2-16,0 13 0 0,3 11 4 31,6 13-2-31,-2 8 1 0,9 7-5 16,-3 6 0-16,1 2 0 0,1 4-2 0,-5 3 2 16,4 3-5-16,-3 2-2 0,-4 0 1 0,1-2-3 15,-3-6 3-15,-1-12-2 0,-4-7 3 16,3-18 0-16,-3-12 0 0,1-7-1 15,-1-8 3-15,0 0 1 0,0 0 2 16,2 0 0-16,1-5-3 0,3-10-1 16,2-12-3-16,7-10 0 0,-1-4 0 0,2-3 2 15,4-1 0-15,2 2 4 0,0 7-6 0,2 4 2 16,-1 11-3 0,2 6 0-16,-5 10 1 0,2 5 1 0,-1 5 0 0,-3 11-1 15,4 5 1-15,-4 4-2 0,0 5 2 16,-1 0-1-16,-2 4 2 0,-3-2-1 15,-1-1 1-15,-4-2-3 0,-1-8 3 0,-2-4-2 16,0-5 2-16,-1-2-1 0,0-2 0 0,-1-1-1 31,-1-4-1-31,-1-3-2 0,0 0-4 16,0 0-7-16,0 1-13 0,3-1-21 16,-3 2-47-16,0-2-134 0,1 0-87 15</inkml:trace>
  <inkml:trace contextRef="#ctx0" brushRef="#br0" timeOffset="-127095.98">11707 15144 333 0,'0'0'59'16,"0"0"-1"-16,0 0-8 0,0 0-10 0,0 0-5 15,0 0-3-15,-78-3 0 0,65 3 0 16,-3 3-5-16,6 0-2 0,6-2-7 15,-1 1-5-15,5-2-1 0,-1 0 0 16,1 3 2-16,10 2 3 0,19 1 1 16,14 0-1-16,16-4-2 0,11-2-2 0,12 0-3 15,5-2 1-15,7-1-2 0,6-2-2 0,-3 1 1 16,-5-1-4-16,-5 2 1 16,-15 0-2-16,-11 1 0 0,-16 2-1 0,-16 0-1 15,-12 0-1-15,-11 0 1 0,-6 0 1 16,0 0 0-16,0 0 1 0,0 0-3 15,0 0 0-15,0 0-1 0,0 0-3 0,-3 0-8 16,0 0-11-16,-10 3-26 0,3 1-53 0,-2-4-199 31,1 0-26-31</inkml:trace>
  <inkml:trace contextRef="#ctx0" brushRef="#br0" timeOffset="-126696.8">13013 14695 709 0,'0'0'51'16,"0"0"-8"-16,0 0-8 0,45-94-15 16,-18 72-3-16,9 4-10 0,5 3 4 0,6 3 0 15,4 3 1-15,0 6-2 0,-1 3-4 0,-5 1-3 16,-5 10-3-16,-6 4 6 15,-7 6-6-15,-9 3 5 0,-7 7-4 0,-11 4-1 16,0 5 1-16,-13 3-3 0,-7 6 2 31,-6 1-2-31,-5 0 2 0,-2 0-2 16,0-3 3-16,3-6-3 0,5-5 1 0,5-5 1 16,8-10 0-16,7-1 0 0,5-5 0 0,11-3 6 15,11 2-5-15,4-6 0 0,13-4 0 16,3-4-6-16,8 0 6 0,3 0 0 15,3-1-2-15,0-2 2 0,1-2-1 16,-8 2-1-16,0 0 3 0,-8 2-3 16,-4 1 0-16,-15 0-1 0,-2 0 0 0,-8 0-4 15,-4 0-5-15,-1 2-4 0,-7 9-18 0,0 6-15 16,-5 4-33-16,-14 8-64 16,-7 1-149-16,-10 1-1 0</inkml:trace>
  <inkml:trace contextRef="#ctx0" brushRef="#br0" timeOffset="-126312.74">11748 16351 547 0,'0'0'62'0,"-86"-8"-1"0,51 7-8 16,9-1-10-16,12 2-11 16,8 0-9-16,6 0-6 0,0-2 0 0,6 1-1 15,20 0 4-15,23-2-1 0,25-2-4 16,14 0-4-16,18 0-4 0,14-3 0 16,14 2-2-16,14-2-1 0,9-2-2 0,4-1-1 15,2-1-1-15,-1-2 0 0,-7 1 1 16,-9-1-1-16,-19 1 1 0,-17 2 0 15,-22 0-2-15,-21 2 1 0,-21 3 0 0,-18 1 0 16,-14 2 2-16,-8 3-1 0,-6 0-1 31,0-1-2-31,0 1-1 0,-13 0-2 16,-6 0-3-16,-7 3-9 0,-1 4-13 0,-7 2-31 16,-2 3-63-16,-7 2-190 0,-4 3-16 15</inkml:trace>
  <inkml:trace contextRef="#ctx0" brushRef="#br0" timeOffset="-125912.56">12199 16955 768 0,'0'0'40'0,"0"0"0"15,0 0-9-15,53-99-9 0,-20 77-5 0,8 3-3 16,8 6 0-16,6 1-3 0,-1 4-2 0,-1 3-3 31,-5 5-3-31,-8 2-2 0,-8 7-2 16,-7 5 1-16,-11 6-1 0,-4 7 1 16,-10 8 1-16,-4 3-3 0,-15 7 2 15,-8 1-2-15,-11 4 3 0,-7 0 0 16,-4 0 8-16,-6 2 8 0,3-2-8 0,4-2 6 15,5-5-15-15,10-4-4 0,8-7 4 0,12-8-1 16,9-4 2-16,4-5 0 16,13-1-1-16,13 1 3 0,10-4-3 0,13-10 0 15,7-1 0-15,4 0 0 0,0-1 0 16,-3-4 0-16,-5-1 0 0,-3 2-11 16,-8-1-4-16,-8 2-8 0,-9 1-10 0,-2 2-20 15,-9 0-21-15,-7 0-44 0,5-3-67 0,-6-6-115 16</inkml:trace>
  <inkml:trace contextRef="#ctx0" brushRef="#br0" timeOffset="-125263.64">12955 17130 779 0,'0'0'56'16,"0"0"-15"-16,0 0-11 0,0 0-12 0,49-82-3 15,-26 72-5-15,3 5 0 0,0 0-2 16,-2 3-4-16,-1 2-1 0,-2 0-1 16,-1 10-1-16,-2 0 0 0,-1 4-1 0,-4 4 1 15,0-3 0-15,-3 5-1 0,-1 1 2 0,-3 2-2 16,-6 3 1-16,0-1 11 16,0 4-7-16,-6-4 7 0,-3 0-6 0,-1 0-7 15,0-10 2-15,1-1-2 0,5-6 0 16,1-3 2-16,0 0 1 0,3-5-2 15,0 0 0-15,0 0 1 0,0-3 2 0,5-12-3 16,9-10 0-16,9-10-12 0,3-2 3 0,3 0-3 31,3 5 5-31,0 3 6 0,0 8 1 0,-2 9 1 0,-1 4-2 16,-3 8 1 0,-3 0 2-16,0 8-1 0,-1 4-1 15,-6 0 1-15,1 3-2 0,-4 3 2 16,-3 2 3-16,-4 2 9 0,-3 0-4 0,0 1 2 15,-3-1-11-15,0 0 0 0,-3-1 0 16,0-4 0-16,2-2 0 0,-2-6 0 16,1-4 0-16,2 1 0 0,0-6 0 0,0 2 0 15,6-1 0-15,12-1 0 0,6-6 0 16,5-11 0-16,1-10 0 0,4-8 0 16,-1 0 0-16,3-3-15 0,0 3 8 0,3 6 8 15,-4 7-2-15,-2 5 1 0,-4 8-1 16,-1 4 1-16,-5 5 4 0,-3 3-1 15,-1 7 1-15,-1 3 0 0,-3 2-1 0,2 4-1 16,-4-1 1-16,-2 4-3 0,-3 1 0 31,1 1 0-31,-3 4 0 0,0-4 0 16,-5 2 0-16,6-5 0 0,-4 2 0 0,1-2 0 16,1-1 0-16,1-2 0 0,-2-4 0 0,4-2 0 15,-3-5 0-15,2-2 0 0,2 1 0 16,2-4 0-16,-1 1 0 0,1-3-36 15,3-8-54-15,-5-9-196 0,1-4-63 16</inkml:trace>
  <inkml:trace contextRef="#ctx0" brushRef="#br0" timeOffset="-118956.08">15502 14728 220 0,'0'0'59'16,"0"0"-2"-16,0 0-3 0,0 0-8 0,0 0-7 16,0 0-4-16,5-77-4 0,-5 71 0 0,0 1 0 15,0 5-6-15,0-1-4 0,0 1-5 16,0-2-2-16,0 2 1 0,-4 0 3 16,-8 2 0-16,-2 8-3 0,-5 4-1 15,0 3-3-15,3 3 1 0,-2-1 0 16,2 2-2-16,0 2-1 0,1 3 1 0,-2 3-3 15,4 4 4 1,-3 10-1-16,1 5 1 0,-2 10-1 0,3 7 0 0,-1 10 2 0,2 10-4 31,3 13 2-31,3 12-4 0,4 9-5 16,3 10 4-16,6 2-2 0,13 2-2 16,8 1 0-16,6-5-1 0,9-4 2 15,6-7-3-15,3-8 4 0,5-8-3 0,3-6-1 16,1-11 3-16,-3-9-4 0,-3-12 3 0,-8-11-2 15,-5-12 2-15,-11-6 0 0,-5-12 3 16,-7-4-5-16,-6-6 1 0,-3-6 0 16,-8-5-2-16,-1-2 3 0,0 0-1 15,0 0-2-15,0 6-4 0,0-2-2 16,0 8-33-16,-1 4-60 0,-5-6-200 0,-6-4-44 16</inkml:trace>
  <inkml:trace contextRef="#ctx0" brushRef="#br0" timeOffset="-118213.52">16170 15209 578 0,'0'0'54'0,"0"0"-4"16,0 0-9-16,0 0-8 0,-6-94-8 15,15 72-5-15,3 2-2 0,0 5-2 0,8 2-1 16,-2 6-1-16,5 5-4 0,1 2-1 0,2 9-3 15,1 8 0-15,-1 4-4 0,1 7 2 16,-3 2 2-16,-2 5-4 0,-1 1 5 16,-6 4-6-16,-2 2-2 0,-5 1 1 15,-3 1-1-15,-5 3 2 0,0 0-2 16,-10-2 1-16,-1 1-1 0,-4-7 1 0,2-5 0 16,3-11 1-1,4-11 1-15,4-6 3 0,2-6 0 0,-2 0 1 0,2-5 1 0,7-18-3 16,8-11-1-16,8-15-2 0,4-4 3 15,5-5-4-15,4-2 3 0,2-1-1 16,1 1-8-16,0 5 6 0,-3 6-2 31,-3 11 1-31,-4 12 1 0,-3 12 0 0,-5 13-2 16,0 2 3-16,-2 16 1 0,0 9 2 0,1 8 4 16,-1 5-4-16,-2 4 4 0,0 0-5 15,-2 4-2-15,1 0 1 0,-4 2-2 16,-2-2 1-16,0-1-1 0,-3-5 2 15,-3-5-2-15,-1-12 1 0,-1-4-2 16,-1-8 1-16,-1-7-1 0,2 1 0 0,-2-6 1 16,0 0-2-16,0 0-6 0,3 0-9 0,2-6-12 15,-2-3-26-15,3-9-55 0,0-6-202 16,-2-7-18-16</inkml:trace>
  <inkml:trace contextRef="#ctx0" brushRef="#br0" timeOffset="-117954.27">17365 15208 772 0,'0'0'57'0,"0"0"-25"0,0 0-2 16,0 0-10-16,0 0-4 0,0 0-2 15,129-40-2-15,-64 34-2 0,13 0-3 0,6-2-1 16,6 3-3-16,1-1 0 0,-3-1-3 0,-5 2 1 15,-12-2-2-15,-12 2 2 0,-13 1-3 16,-16 3 1-16,-14-1-2 0,-8 2-3 16,-8 0-4-16,0 0-5 0,-15 0-4 15,-10 0-6-15,-9 2-9 0,-5 1-22 16,-3 4-34-16,0-2-59 0,1 2-116 0,0 0-19 16</inkml:trace>
  <inkml:trace contextRef="#ctx0" brushRef="#br0" timeOffset="-117713.65">17711 15155 683 0,'0'0'71'0,"0"0"-17"31,0 0-15-31,0 0-13 0,0 0-8 0,0 0-3 16,0 0 1-16,0 0-1 0,0 0-2 0,0 0 2 16,0 71-7-16,7-39 2 0,2 0-7 15,-2 3-3-15,-2-1 0 0,0 3-3 16,-2-2 3-16,0 0-1 0,0-1 2 15,0-4-2-15,-2-3 1 0,1-9 0 16,-1 0-2-16,1-7-2 0,-2-6-6 0,1 5-9 16,3-5-8-16,-2-1-13 15,4 5-23-15,-3-6-70 0,3-3-175 0,3-4-9 0</inkml:trace>
  <inkml:trace contextRef="#ctx0" brushRef="#br0" timeOffset="-117512.3">17989 15197 737 0,'0'0'61'16,"0"0"-11"-16,0 0-16 0,0 0-12 0,0 0-7 0,0 0-3 31,0 0 0-31,0 0 0 0,0 0 1 16,46 41-3-16,-42-15 0 0,-1 6-6 16,0 3-2-16,0 3-1 0,3 3-1 15,0 1 0-15,1 2-2 0,0 0 1 0,0-1 0 16,2-6-3-16,-1-3-5 0,0-4-6 0,-1-4-10 15,-1-7-9-15,-3-7-27 0,-3-2-48 16,0-2-188-16,-10 4-34 0</inkml:trace>
  <inkml:trace contextRef="#ctx0" brushRef="#br0" timeOffset="-117213.79">16632 16104 742 0,'0'0'57'0,"0"0"-11"31,0 0-10-31,0 0-14 0,-77-4-8 0,82 3-2 16,21 1-1-16,19-2 2 0,23 2-2 0,14 0-4 16,14 0-1-16,9 0-4 0,11 0 0 15,8 0-1-15,1 0-1 0,-4 0-1 16,-2 0-1-16,-10 0 1 0,-10 0-1 15,-12 0-1-15,-16-1-1 0,-15-2-4 16,-21 0 1-16,-15 1-1 0,-11 2-3 0,-9 0-4 16,0-1-11-16,-12 1-15 15,-8 0-19-15,-14 1-36 0,-7 8-76 0,-9 3-134 0</inkml:trace>
  <inkml:trace contextRef="#ctx0" brushRef="#br0" timeOffset="-116880.02">17196 16506 812 0,'0'0'49'15,"0"0"-9"-15,0 0-11 0,0 0-14 16,0 0-5-16,0 0-3 0,0 0-2 16,0 0 1-16,0 0-4 0,0 0 8 15,58 33-7-15,-55 9 3 0,-3 6-4 0,0 4-2 16,-7 7 1-16,1 3-2 0,2 1 2 0,1 1-4 15,3-5 3-15,0-4 0 0,11-14 1 16,8-7-2-16,6-10 3 0,11-9-3 16,6-7 1-16,10-8 0 0,6 0 0 15,2-10 1-15,4-2 0 0,-3-1 0 16,-8 1-2-16,-4 1 0 0,-9 2 0 0,-14 1 3 16,-11 5-1-16,-9 2-1 15,-6 1 0-15,0-2-2 0,0 2 0 0,2 0 0 0,-1 0-9 16,1 0-12-16,3 0-21 0,1 0-70 15,0 0-215-15,1 0-19 0</inkml:trace>
  <inkml:trace contextRef="#ctx0" brushRef="#br0" timeOffset="-114179.4">18456 14692 484 0,'0'0'61'0,"0"0"-7"0,0 0-5 16,0 0-7-16,0 0-8 0,0 0-8 0,0 0-6 16,0 0-4-16,0 0-3 0,-38-38 0 15,37 38 1-15,1 0-1 0,0 0 4 0,0 0-4 16,10 0-1-16,10 9-1 0,8 4-1 15,2 6-2-15,8 6 2 0,4 9-4 16,5 10 0-16,7 10-2 0,3 13 0 31,4 11-1-31,0 11 1 0,1 15 1 0,-1 10-2 16,-4 13 0-16,-7 8-3 0,-6 8 1 0,-9 1-2 16,-8 0 2-16,-9 0-1 15,-7-4 1-15,-10-6-2 0,-1-8 1 0,-13-8-1 16,-7-7 0-16,-5-9 1 0,-7-13 1 15,-2-10 3-15,-3-14-5 0,1-15 10 16,3-8 6-16,4-12-8 0,5-8 6 0,9-6-10 16,5-12-3-16,7-1-2 0,3-3 4 15,-1 0-6-15,1 0-6 0,3-10-15 0,8-5-25 16,5-5-23-16,1 1-75 0,5 0-170 16,-6-5-9-16</inkml:trace>
  <inkml:trace contextRef="#ctx0" brushRef="#br0" timeOffset="-113462.52">19406 14537 431 0,'0'0'61'0,"0"0"-6"0,0 0-10 16,0 0-5-16,0 0-3 0,-10-80-3 31,8 67-3-31,1-1-4 0,1 1-3 0,0-5-4 16,0 1-4-16,7-4-3 0,2 3-3 0,5 2 1 16,2 6 0-16,6 2-2 0,2 5-2 15,4 3 0-15,2 5-4 0,2 9 1 16,3 4-1-16,1 6 0 0,-1 4-1 15,-1 4 0-15,-3 5 4 0,-4 1-6 16,-5 3 4-16,-9 3-4 0,-6 0-2 0,-7 3 3 16,-3 0-2-16,-13 2 1 0,-8 1-2 15,-10 0 2-15,-3-2-1 0,-8-1 2 16,2-5-2-16,1-9 2 0,4-9-2 0,5-7 2 16,11-9 0-16,5-7 0 0,3-2 1 15,3-16-1-15,4-9 0 0,5-8-1 16,2-5 0-16,12-2 0 0,7 3 2 0,1 5-3 15,5 8 2-15,4 9-2 0,0 10 1 16,3 6 1-16,1 7 0 0,2 12 3 0,2 5-3 31,-2 3 1-31,1 2-4 0,-3 0 3 16,0-2 0-16,-1-3-1 0,2-2 1 16,-1-5-1-16,2-5-1 0,2-5 1 15,-1-7 0-15,0-1 0 0,-1-15 1 0,-2-3-1 16,-2-7 1-16,-5-5-1 0,-3-2 0 15,-6-1-1-15,-1 4 0 0,-6 3-2 0,-2 7 0 16,-3 8 0-16,-4 8-5 0,-1 4-4 16,0-2-9-16,0 2-13 0,0 0-39 15,2 11-85-15,-1 7-154 0</inkml:trace>
  <inkml:trace contextRef="#ctx0" brushRef="#br0" timeOffset="-46529.33">21705 15651 25 0,'0'0'36'15,"0"0"6"-15,0 0 6 0,0 0-5 0,0 0 3 16,0 0 2-16,0 0 2 0,0 0 2 16,0 0-2-16,-40-39-2 0,34 39-5 15,0 0-4-15,0 0-1 0,2 0-3 0,4 0-5 16,-2-2-6-16,2 2-2 0,0 0 1 16,9 0 2-16,17 5 3 0,16-1-5 15,19-3-4-15,18-1-6 0,18 0-4 0,16-4-2 16,13 0-3-16,7-3 0 0,5 3-1 15,-1 0-1-15,-7 0-1 0,-9 3 0 16,-12-1-2 0,-17 2 1-16,-18 0 0 0,-16 0-1 15,-18 2 2-15,-14-1 0 0,-14-1-1 16,-5 2 3-16,-7-2-1 0,0 0 0 16,0 0 1-16,0 0-3 0,-13 0 0 0,0 0-3 15,-6 0-4-15,2 0-7 0,-2 0-16 16,-7 6-29-16,2 5-47 0,-7-1-99 15,0 5-101-15</inkml:trace>
  <inkml:trace contextRef="#ctx0" brushRef="#br0" timeOffset="-46180.42">21906 15961 634 0,'0'0'57'15,"0"0"-8"-15,0 0-12 0,0 0-7 16,0 0-3-16,0 0-6 0,0 0-5 0,0 0-4 31,0 0-6-31,-65-43 2 0,65 43 3 16,14 0 0-16,14 0 0 0,15-1-1 16,15 1-5-16,13-4 2 0,16 2-2 0,13-1-1 15,11-4 1-15,7 3-3 0,4-2-2 16,-1 1 1-16,-8 1-1 0,-9 2-1 15,-15 2 4-15,-14 0-4 0,-20 0 1 0,-21 0 0 16,-15 0-1-16,-10 0 0 0,-9 0 1 16,0 0-1-16,0 0 1 0,0 0-1 15,0 0 0-15,0 0 0 0,-11 0-3 0,-1 2-4 16,-5 1-8-16,2 3-11 0,-2 0-15 16,-4 3-23-16,1 2-40 0,-4-1-108 15,-1 3-94-15</inkml:trace>
  <inkml:trace contextRef="#ctx0" brushRef="#br0" timeOffset="-45829.11">21980 16318 552 0,'0'0'83'0,"0"0"-12"16,0 0-14-16,0 0-13 0,0 0-13 15,0 0-8-15,0 0-3 0,0 0-6 0,0 0-2 16,0 0-2-16,-48-3-1 0,50 3-1 16,18 0 2-16,12 0-1 0,18 0-1 15,14-2 1-15,14-1-3 0,15-3-1 0,13 0-2 16,9-2-2-16,5 1-1 0,0-1 2 16,-6 2-1-16,-10-2-1 0,-10 2 2 15,-11 2-4-15,-17-1 2 0,-15 2 2 0,-20 1-2 16,-14 2 0-16,-9 0 1 0,-8 0-1 15,0 0 1-15,0 0 0 0,1-1 0 16,-1 1 1-16,0-2-2 0,0 1-1 0,0 0-2 31,0-1 1-31,0 2-7 0,0 0-9 16,0 0-15-16,0 0-29 0,0 0-112 16,-1 0-155-16,-7 4-14 0</inkml:trace>
  <inkml:trace contextRef="#ctx0" brushRef="#br0" timeOffset="-44180.49">24123 15082 701 0,'0'0'60'0,"0"0"-15"0,0 0-13 16,0 0-10-16,0 0-9 0,0 0-6 15,0 0 0-15,0 0 0 0,0 0 2 16,-7 33-1-16,7 5-1 0,4 8 4 15,2 5-5-15,-1 8 3 0,1 7-5 16,0 4-4-16,0 3 2 0,0 1-3 0,1-1 3 16,-1-4 2-16,0-5-5 0,1-7 5 0,-1-9-5 15,1-6 1-15,-1-5 1 0,-4-14-1 16,1-3 0-16,0-10-1 0,-3-5 2 16,2-1-1-16,-2-4 2 0,0 0 0 15,0 0 1-15,3-1-2 0,1-16-1 16,2-12 0-16,-4-10-2 0,-2-14-4 0,0-9 1 15,-5-10-8-15,-5-13 2 0,-2-8 0 0,-4-2-2 16,2-4 1-16,-3 2 5 0,2 6 0 31,-1 6 4-31,3 10 3 0,0 13 0 16,3 15 1-16,4 18 1 0,3 14-1 16,2 11-2-16,1 4 2 0,0 0 0 15,11 0 0-15,12 1 3 0,12 5-2 0,6 0 2 16,9 0-1-16,8-1 1 0,7-2 1 0,6-2 1 15,7 1-1-15,3-2 1 0,5 0 0 16,-1 0-3-16,-3 0-1 0,-8 0-2 16,-10 0 0-16,-12 0-1 0,-19 0 1 15,-16 0 0-15,-8 0-2 0,-9 0 1 16,0 0-3-16,-2 0-4 0,-15 2-5 0,-12-1-10 16,-8 4-23-16,-7 1-44 0,-1 0-135 0,0 6-96 15</inkml:trace>
  <inkml:trace contextRef="#ctx0" brushRef="#br0" timeOffset="-43929.35">24025 15569 785 0,'0'0'56'16,"0"0"-15"-16,0 0-13 0,0 0-9 15,83-53-5-15,-26 42-3 0,11 1-2 0,7 3-2 16,5 3-2-16,-4 4-3 0,-4 0-1 16,-5 2-1-16,-8 4 0 0,-4 2-2 0,-10 0 0 15,-4 2-2-15,-11 0-3 0,-5 0-5 16,-10-1-6-16,-6 1-10 0,-3-2-14 16,-6 2-31-16,-10 5-66 0,-13-1-171 15,-8 6-8-15</inkml:trace>
  <inkml:trace contextRef="#ctx0" brushRef="#br0" timeOffset="-43662.58">24129 16249 712 0,'0'0'71'15,"0"0"-8"-15,0 0-18 0,0 0-18 0,0 0-7 16,0 0-6-16,91-4-2 0,-42 0-5 0,6 1-1 15,3 2-1-15,5 0-1 0,5-1 0 16,5 2-3-16,3 0 0 0,3-3-2 16,0 3 1-16,-2 0 0 0,-4 0 0 15,-5 0-1-15,-8 0 1 0,-8 0-2 16,-13-2 0-16,-13 1 1 0,-12 1 0 0,-8 0 1 16,-6 0-2-16,0 0-1 0,0 0-7 0,0-2-7 15,0 2-13-15,0 0-28 0,-7 0-97 16,-6 8-172-16,-6-6-16 0</inkml:trace>
  <inkml:trace contextRef="#ctx0" brushRef="#br0" timeOffset="-42862.6">26687 15547 305 0,'0'0'71'0,"0"0"-5"16,0 0-10-16,0 0-10 0,0 0-3 15,0 0-5-15,0 0 2 0,0 0-4 16,0 0-2-16,0 0-3 0,-60-13-2 15,54 13-5-15,1 0-3 0,5 0-1 16,-1 0-4-16,1 0 0 0,6 0 1 0,18-1-5 16,21-7 0-16,18-1-3 0,14-3-3 0,10 0-1 15,5 1-1-15,-1 3-3 0,-8 3 0 16,-14 2 0-16,-17 1-1 0,-19 2 2 16,-15 0-3-16,-11 0 0 0,-7 0 1 15,0 0-1-15,0 0 1 0,0 0-1 16,0 0 1-16,-10 6-1 0,-9 1 1 0,-5 3-6 15,-2-3-2-15,3 1-8 0,0-2-10 0,3 3-16 16,2 0-22-16,-4 2-44 0,5 4-84 31,-6-1-111-31</inkml:trace>
  <inkml:trace contextRef="#ctx0" brushRef="#br0" timeOffset="-42530.32">26782 15880 696 0,'0'0'60'0,"0"0"-11"15,0 0-12-15,0 0-12 0,0 0-9 16,0 0-5-16,0 0-3 0,0 0 0 0,0 0-3 16,0 0 2-16,3 0-3 0,19 0 0 0,8 0 1 15,8 2-2-15,5 1 2 0,9-2-3 16,6-1 0-1,7 0 0-15,3-1-7 0,2-7 8 0,-5 1-6 0,-6-2 3 16,-8-1 2-16,-12 3 0 0,-13 1 2 16,-12 3 1-1,-7 3 0-15,-7 0-1 0,0-2-2 16,0 2 0-16,2 0-1 0,-1 0-1 0,1 0-1 16,-1-3-1-16,-1 3-4 0,2-1-4 15,-2 1-11-15,0 0-18 0,1 0-44 16,-1 0-132-16,0 0-112 0</inkml:trace>
  <inkml:trace contextRef="#ctx0" brushRef="#br0" timeOffset="-39130.45">28671 14455 607 0,'0'0'61'0,"0"0"-10"16,0 0-9-16,0 0-10 0,-7-78-7 0,5 68-5 15,1 4-3-15,1 2-3 0,0 4-4 16,-2-2-5-16,2 2-2 0,0 2-1 16,0 16 2-16,0 10-1 0,0 15 2 15,0 5 2-15,0 6-4 0,2 5 2 16,-2 3-3-16,0 5-3 0,0-1 2 0,0 1-1 15,0-4 0-15,0-7 0 0,0-8 1 0,3-8-2 16,-2-14 2-16,2-7-2 0,0-7 2 31,-2-7 1-31,1 0 1 0,2-5-1 16,9-6 0-16,3-10 1 0,9-7-3 16,1-7 1-16,1-6-1 0,0-7-1 15,0-2 2-15,0-2 0 0,1 1 0 0,-2 8-2 16,1 8 1-16,-2 9-1 0,-1 11 0 0,-3 10 1 15,0 2-1-15,-1 16 0 0,-1 7 2 16,1 7-1-16,-1 3 3 0,0 3-2 16,-2 2 2-16,-4 1-1 0,-1-3 0 15,-2-1-1-15,-4-5 1 0,-2-4-2 16,-2-6 1-16,-2-4 3 0,0-6-4 0,0-6 6 16,0 0-6-16,0-6 2 0,0 0-2 0,0 0 0 15,0 1-4-15,0-1-6 0,0 0-2 16,0 0-20-16,-5-8-19 0,-2-8-70 15,1-3-194-15,-5-12-12 0</inkml:trace>
  <inkml:trace contextRef="#ctx0" brushRef="#br0" timeOffset="-38713.68">29116 14059 598 0,'0'0'54'15,"0"0"-6"-15,0 0-4 0,21-87-9 16,-4 72-9-16,5 0-6 0,7 3-3 16,5 1-1-16,8 4-1 0,2 3-2 15,0 4-4-15,-3 4-4 0,-6 7-3 16,-7 8-1-16,-7 5-2 0,-10 7 2 0,-5 6-2 15,-6 11 2-15,-6 4-3 0,-10 7 2 0,-10 3-2 16,-4 0 3-16,-3-2-2 0,-6-2 2 31,3-6 2-31,2-7-4 0,5-4 3 16,10-9-2-16,10-4-1 0,9-7 2 16,5-6-1-16,20-4 2 0,10-5-1 15,12-3 0-15,9-3 0 0,10 0-1 0,5-2 0 16,4-2 0-16,1 1 0 0,-2-1-1 0,-3 3 2 15,-9 1-1-15,-7 0 1 0,-12 0 0 16,-14 0-3-16,-12 0 0 0,-5 1-2 16,-7 1-5-16,-1 0-9 0,-1 5-10 15,-3 2-23-15,-1 7-32 0,-10 2-89 16,-3 3-129-16</inkml:trace>
  <inkml:trace contextRef="#ctx0" brushRef="#br0" timeOffset="-38296.99">28568 15709 597 0,'0'0'64'0,"0"0"-13"16,0 0-12-16,0 0-9 0,-91-5-3 0,80 5-4 16,5 0-4-16,1 2-3 0,5-2-5 0,-1 0-2 15,1 0 0-15,0 3-1 0,1 0 5 16,21 3 0-16,16 2-1 0,19-3-2 16,22-3-3-16,18-2-5 0,20 0 0 15,17-6 0-15,15-3-1 0,14-3 1 16,4 1-2-16,-1-1 1 0,-10 1-1 0,-14 2 0 15,-19 1 0-15,-25 1 0 0,-21 1-1 0,-24 1 1 16,-22 1 1-16,-15 3 0 0,-10 1 0 31,-6 0 0-31,0-2 0 0,0 2-1 16,0 0 0-16,1-2-1 0,-1 2 0 16,0-1 0-16,0 1-2 0,0-2-3 15,0 2-10-15,0-1-17 0,2 1-24 0,1 0-79 16,-3 4-186-16,0 2-12 0</inkml:trace>
  <inkml:trace contextRef="#ctx0" brushRef="#br0" timeOffset="-33480.41">28358 16236 417 0,'0'0'86'0,"0"0"-18"0,0 0-17 16,0 0-7-16,0 0-8 0,0 0-5 15,0 0-5-15,0 0-9 0,0 0-1 16,9-52-6-16,-7 50-1 0,-2 2 0 16,0 0-1-1,0 0 1-15,0 14 0 0,0 8-3 16,-11 8 0-16,-6 3-3 0,-7 4-1 0,-7 3-2 16,-3 3 0-16,-3 1 5 0,1 1-5 15,1-2 7-15,4-4-9 0,5-8 0 16,7-8 1-16,7-6-4 0,5-12 4 15,6 0 1-15,1-5 0 0,0 0 3 16,11 0-2-16,9-2 0 0,9-4 1 0,2-3-1 16,3 0 1-16,1 3 2 0,1 1-2 0,1 4 0 15,-1-1 0-15,-2 2-3 0,-2 0 2 16,-11 0-1-16,-1 0 1 0,-7 2-1 16,-6-2 1-16,-1 1 0 0,-6-1 0 15,0 0 2-15,0 0-2 0,4 0 1 16,0 0-1-16,1-5-2 0,-2-9 0 0,-3-3 1 15,0-7 0-15,-3-2-5 0,-6-3 5 0,0 0-5 16,-2-3 4-16,-1 2 1 0,2-2 0 31,0 0 3-31,1 4-3 0,2 0 1 16,0 8-1-16,1 2-2 0,3 7 3 16,0 1 0-16,0-1 0 0,2 7 3 15,1-1-4-15,0 5-2 0,-2-2 4 0,2 2-2 16,0-1 1-16,-1-1 2 0,1 2-3 0,0-2 1 15,-2 0-1-15,2 1 1 0,0-1 0 16,0 1 0-16,0 1 2 0,-1-2-1 16,1 2 1-16,0-2 0 0,0 2 0 15,0-1 0-15,0 1-1 0,-1 0 0 16,1 0-1-16,0 0-1 0,-2 0 3 0,1 0-1 16,-2 0 1-16,-3 1 2 0,2 9-1 0,-1-3-2 15,3 4 1-15,-1 1-2 0,1 0 2 16,1 8 0-16,1 0 0 0,0 4-1 15,0 0 0-15,1 0-2 0,4 4 2 16,0 4 0-16,1 5 2 0,1 5 4 16,0 6-6-1,-2 2 3-15,-1 5-5 0,-1 1-1 16,-1 5 3-16,-2-4-1 0,0 3-1 0,0-4-2 16,-3-5 3-16,1-6-3 0,2-8 2 15,0-5 1-15,0-7 0 0,3-7-2 16,2-4 2-16,-2-6-3 0,-2-3 2 15,3 0 0-15,-4-5-1 0,0 0 1 0,0 0-5 16,1 1-4-16,-1-1-11 0,2 0-14 0,-2 2-22 16,0-2-63-16,1 0-200 0,-1-5-16 15</inkml:trace>
  <inkml:trace contextRef="#ctx0" brushRef="#br0" timeOffset="-32895.67">28774 16782 620 0,'0'0'70'31,"0"0"-10"-31,0 0-16 0,0 0-13 0,0 0-10 16,0 0-4-16,0 0-3 0,0 0-3 16,0 0-3-16,0 0-3 0,-15-49-1 15,18 48 2-15,7 1-3 0,6 0-1 16,-3 3 1-16,0 5-4 0,-4 1 1 15,-5-2-1-15,3 7 1 0,-4-5-1 0,-3 3 0 16,0 2 0-16,-3-5 1 0,-5 3-1 0,0-6 3 16,-4-4-2-16,-5-2-1 0,2-7 1 15,-4-6-1-15,3-5 2 0,4-2 0 16,5 4-1-16,0 0-1 0,6 5 0 16,-1 7-3-16,2-8 3 0,0 7-2 15,0 1-5-15,6 2-5 0,4 4-15 0,0 8-18 16,4 5-38-16,-2 4-73 0,-5-6-155 0</inkml:trace>
  <inkml:trace contextRef="#ctx0" brushRef="#br0" timeOffset="-32463.69">29278 16463 676 0,'0'0'53'0,"0"0"-5"16,0 0-12-16,0 0-12 0,22-77-7 0,-9 61-2 16,0 4-1-16,6 0 1 0,2 2-2 15,3 1-2-15,2 5-1 0,1 1-3 16,2 3-3-16,-2 3-1 0,-2 7-2 15,-5 3 0-15,-1 4-2 0,-7 6 1 16,-4 3-1-16,-6 2 0 0,-2 6 6 0,-10-1-7 31,-6 2 6-31,-7 0-5 0,-5-1-2 0,-1-2 2 16,0-4-2-16,1 1 3 0,3-5-1 16,2-3 1-16,7-5 0 0,7-9 0 15,6-2-1-15,3-5 1 0,0 4 0 16,6 7-1-16,11 3 3 0,8 2-1 15,7-2 0-15,5-3 1 0,2-4-3 0,3 1 1 16,0-2 1-16,-1-5-2 0,-4 3 0 0,-3-3-2 16,-2 1-7-16,-9-1-6 0,-2-1-15 15,-8 1-21-15,-7-1-58 0,3 0-136 16,-9 0-86-16</inkml:trace>
  <inkml:trace contextRef="#ctx0" brushRef="#br0" timeOffset="-31795.68">29884 16636 713 0,'0'0'61'0,"0"0"-12"0,0 0-13 0,0 0-11 15,0 0-7-15,0 0-5 0,0 0 0 0,0 0-2 16,0 0-4-16,64-56-1 0,-45 56-3 15,-2 6-1-15,-4 5-2 0,-1 3 2 16,-2 2-3-16,-3 2 0 0,-3 3 1 16,-1 4 0-16,-1-3-2 0,-2 1 2 15,0 0-1-15,-6 0 0 0,-2-2-1 0,0-1 3 16,1-5-1-16,2-4 0 0,4-6 1 0,1-5 0 16,0 0 0-16,0 0 1 0,-3 0 0 15,1-11-1-15,0-8 0 0,2-3-1 16,0-8 1-16,7-1-2 0,6-1 3 15,1 0-3-15,3 3 2 0,3 2-1 16,1 5 1-16,1 4-1 0,-6 9 1 0,2 5-3 31,0 4 1-31,1 6 1 0,2 8-1 0,-3 2 1 16,-4 4-2-16,-4 3 1 0,-4 1 0 16,-1 2 1-16,-4-3 0 0,-1 0 0 15,0-7 0-15,0 1-2 0,-1-6 1 16,-2 1 1-16,0 0 0 0,1-8 0 15,2 3 0-15,0-7 0 0,0 0 1 0,0 0 2 16,0 0-1-16,0 0 0 0,3-16-1 0,10-7 0 16,5-7-1-16,3-3-1 0,5-4 2 15,4 2-1-15,2 2 1 0,2 2 0 16,-3 10 0-16,-2 6-3 0,-1 8 2 16,-5 7-1-16,-1 0 2 0,-1 10 1 15,-2 4 0-15,0 5 1 0,-3 5 0 0,-3 3 1 16,-4 1-1-16,0 2 0 0,-4 1-1 0,-1-2-1 31,1 1-1-31,-4 1 2 0,2-1-5 0,-3-9 6 0,2-1-3 0,-2-8 0 31,0-5 0-31,0 0-2 0,0-7 2 16,0 0 2-16,0 0 0 0,0 0-3 16,1 0-5-16,-1 0-9 0,2 0-5 0,-2-11-10 15,1-5-18-15,-1-1-45 0,0-1-130 0,0 3-109 16</inkml:trace>
  <inkml:trace contextRef="#ctx0" brushRef="#br0" timeOffset="-30329.03">30714 14728 344 0,'0'0'88'0,"0"0"-6"0,0 0-11 0,0 0-13 16,0 0-11-16,0 0-7 0,-6-79-7 15,6 63-4-15,5 5-7 0,3-3-2 16,2 7-5-16,4 2-2 0,4 3-2 15,2 2-2-15,2 13 0 0,1 5-5 16,-1 8-1-16,-1 6 0 0,-4 7-3 0,-4 4 2 31,-3 5-2-31,-6 4 0 0,-4 1 0 0,0-2 0 16,-6-4-2-16,-4-2 3 0,0-8 2 16,1-6-3-16,1-10 5 0,4-10-5 15,2-5 2-15,2-6 1 0,-1 0-5 16,1-3 5-16,0-14-4 0,11-13 1 15,4-12 1-15,8-9-1 0,3-8 3 0,5-5-3 16,4-4 2-16,3 0-1 0,1 3 1 0,1 6-5 16,-4 12-2-16,-2 12 4 0,-11 16-5 15,-3 11 10-15,0 8 4 0,-2 14-3 16,4 12 4-16,-5 7-7 0,-5 8-1 16,-4 5 0-16,-1 5 1 0,-1 3 0 15,-3 0-3-15,-2-1 3 0,-1-1-2 0,0-5 2 16,0-5-2-16,0-5 1 0,-1-7 4 0,-2-10-5 15,2-8 5-15,-1-1-5 0,2-5 0 16,0 0 0-16,0 0-2 0,0-6-3 31,0 0-12-31,0 0-13 0,-3 0-32 16,-2-8-64-16,-3-10-186 0,0-6-13 16</inkml:trace>
  <inkml:trace contextRef="#ctx0" brushRef="#br0" timeOffset="-29896.73">31663 14044 591 0,'0'0'69'0,"0"0"-14"0,0 0-14 16,0 0-11-16,0 0-7 0,0 0-5 15,0 0-1-15,91-72-3 0,-62 72-1 16,0 6-3 0,-2 5-4-16,1 4-2 0,-8 5-4 15,-1 6 0-15,-6 6 0 0,-5 7-2 0,-5 8 2 16,-3 6-1-16,-14 5 1 0,-7 1-1 16,-6-2 2-16,-5-2 4 0,-1-4-4 15,3-6 3-15,4-5-3 0,4-7-2 16,7-6 2-16,6-7-2 0,7-5 1 15,4-3 0-15,13-4 0 0,13 1 0 0,9-3 1 16,10-3-2-16,9-3 5 0,6 0 1 0,5 0-2 16,2 0 1-16,-1 0-5 0,-1 0-1 15,-7 0 1-15,-6-1 1 0,-11-2-1 16,-14 1 1-16,-12 1 0 0,-9 1 0 16,-8 0 0-16,0-2 0 0,0 2-2 15,1 0-1-15,-1 0-3 0,0 3-11 0,0 11-15 16,-7 4-42-16,-7 9-74 0,-5-1-160 0,-10 1-4 15</inkml:trace>
  <inkml:trace contextRef="#ctx0" brushRef="#br0" timeOffset="-29529.29">31173 15660 572 0,'0'0'65'0,"0"0"-7"0,0 0-11 0,-80-18-12 16,66 16-9-16,0 2-4 0,9 0-6 0,-7 0-2 16,8 0-2-16,0 0-1 0,-1 8-2 15,5-1 2-15,16 4-2 0,13 3 0 16,19-3-1-16,18-4 2 0,18-4-2 15,19-2-2-15,14-1-3 0,15-1-4 16,9-6 5 0,3 0-1-16,-4 0-2 0,-15 1 1 15,-17 1-5-15,-20-1 0 0,-22 2 1 0,-17-3 1 16,-20 5 1-16,-14-1 0 0,-7 3 0 16,-8 0 0-16,0 0-1 0,0 0-3 15,0 0-6-15,-8 4-9 0,-4 7-18 16,-6 6-37-16,-4-1-112 0,-6 7-140 15</inkml:trace>
  <inkml:trace contextRef="#ctx0" brushRef="#br0" timeOffset="-29163.75">31684 16410 770 0,'0'0'51'15,"0"0"-8"-15,0 0-16 0,0 0-13 16,0 0-7-16,0 0-4 0,0 0 2 31,0 0 1-31,0 0 1 0,0 0 0 16,5 26-1-16,-1 9 2 0,1 6-4 16,-1 4 2-16,-1 6-5 0,1-1-2 0,-3 4 1 15,1 6-1-15,-1 0 1 0,1 1-2 0,-1-3 2 16,2-7-1-16,3-7 1 0,3-9-2 15,4-8 2-15,4-7-1 0,8-5 1 16,5-4 1-16,9-5 4 0,10-3-1 16,6-3-1-16,3 0 0 0,3 2-7 15,-2-2 4-15,-4 3-1 0,-3-1 0 0,-6 3 0 16,-8-2-3-16,-5 0 1 0,-11 0-1 0,-5 0-2 16,-4-3-7-16,-9 0-9 0,8 2-16 15,2-1-22-15,0 1-68 0,-1 1-145 16,-12-3-53-16</inkml:trace>
  <inkml:trace contextRef="#ctx0" brushRef="#br0" timeOffset="-28729.39">32452 16313 754 0,'0'0'50'0,"0"0"-9"0,0 0-12 16,0 0-9-16,51-79-5 0,-25 70 3 15,3 3 0-15,1 5-2 0,2 1-3 16,-3 0-9-16,0 5-3 0,-3 6-1 16,-3 3-1-16,-5 1-1 0,-3 3 2 15,-6 3-1-15,-4 2 1 0,-5 4-1 0,-5 2 1 16,-8 2 4-16,-6 2-5 0,-2-1 6 0,0-2-5 15,-3-4-1-15,1-3 3 0,1-7-2 16,7-4-5-16,5-5 6 0,6-4-8 31,4-3 2-31,-1 0 4 0,1 0 1 16,0 3 6-16,10-1 0 0,10 3 0 16,13 0-7-16,9-3-1 0,3-1 2 0,7 0-2 15,1-1 1-15,1 2 0 0,0-2-2 0,-7 0 2 16,-8 0 1-16,-13-2-1 0,-11 1 0 15,-2 0 1-15,-7 1-2 0,-2-2-3 16,2 2-4-16,-6 0-15 0,0 0-24 16,0-1-60-16,0 1-220 0,1 0-14 15</inkml:trace>
  <inkml:trace contextRef="#ctx0" brushRef="#br0" timeOffset="-26495.88">799 14015 541 0,'0'0'68'0,"0"0"-14"31,0 0-8-31,0 0-9 0,0 0-9 0,0 0-10 0,0 0-7 0,0 0-3 31,0 0 0-31,-13-13 1 0,13 35 2 16,-4 8-3-16,4 8-1 0,4 9-2 16,-1 9 3-16,3 8-3 0,-2 7 1 0,-1 6 2 15,0 1-6-15,-3 3 2 0,0-2-2 0,0-4-3 16,0-3 2-16,0-7-1 0,0-9 4 15,0-8-2-15,0-14 3 0,0-9 0 16,0-13 0-16,2-6 1 0,-2-6 1 16,0 0 1-16,0 0 1 0,1 0-1 15,2 0-2-15,0-6-3 0,-3-13-3 0,0-10 1 16,-3-5-2-16,-7-9 1 0,-5-5-3 0,-2-6 1 31,-6-4-1-31,0-6-3 0,-2-5 3 0,2-5-3 0,1-7 2 0,6-2 2 16,2 1-2-16,4 4 3 0,5 13-1 15,4 14 2-15,1 11-2 0,10 13 2 16,7 9-3-16,4 7 3 0,5 5 1 0,7 3 1 31,3 3 0-31,6 0-1 0,0 0 1 0,0 0-1 16,3 0 2-16,-3 0 1 0,1 0-2 16,-4 0 1-16,-1-1-2 0,-14-1-2 15,-2 2-3-15,-12-2 5 0,-4 2 0 16,8-1 0-16,-11 1 0 0,3-2-2 15,0 2 0-15,-6 0-2 0,4 0-7 0,6 0-18 16,-1 0-24-16,1 8-47 0,-10 4-66 0,-1 2-132 16,-11 4 11-16</inkml:trace>
  <inkml:trace contextRef="#ctx0" brushRef="#br0" timeOffset="-26247.14">711 14578 753 0,'0'0'45'0,"0"0"-10"0,0 0-3 16,0 0-16-16,0 0-1 0,100-58-4 16,-63 49 0-16,4 2-1 0,1-1-3 0,4 3 0 15,-1 4-4-15,-3 0-3 0,-3 1 0 0,-3 0-8 16,-4 1-2-16,-12 2-8 0,-4 3-11 15,-6 4-16-15,-7 4-28 0,-3 7-57 16,-7 1-158-16,-15 1 0 0</inkml:trace>
  <inkml:trace contextRef="#ctx0" brushRef="#br0" timeOffset="-26063.4">708 15197 717 0,'0'0'63'15,"0"0"-7"-15,0 0-19 0,0 0-15 16,97-44-7-16,-65 35-5 0,-2 2-3 0,1-1-1 31,-4 4-5-31,2-1-1 0,-3 3 0 0,0 2-3 16,-4 0-6-16,-2 0-15 0,-4 5-26 16,-6 1-45-16,5 2-99 0,3-1-111 15</inkml:trace>
  <inkml:trace contextRef="#ctx0" brushRef="#br0" timeOffset="-25813.65">1558 14755 768 0,'0'0'54'0,"0"0"-8"16,0 0-12-16,0 0-14 0,0 0-7 0,0 0-6 15,0 0 2 1,0 0-2-16,106-62 0 0,-73 58-3 0,-1 2-2 0,-3 2-2 31,-7 0-1-31,-3 0-1 0,-5 0-4 16,-2 0-10-16,-1 3-17 0,-4 0-31 16,-1 0-64-16,-6 1-180 0,0 0-11 0</inkml:trace>
  <inkml:trace contextRef="#ctx0" brushRef="#br0" timeOffset="-25630.43">1557 15082 740 0,'0'0'65'16,"0"0"-2"-16,0 0-14 0,0 0-18 0,0 0-14 16,84-20-4-1,-39 13-4-15,0 0-4 0,1 2-1 0,-3 0-3 0,-2 2-6 16,2 0-1-16,-2 3-11 0,-2 0-18 15,-5 4-45-15,-2 4-182 0,-7-4-73 16</inkml:trace>
  <inkml:trace contextRef="#ctx0" brushRef="#br0" timeOffset="-24903.04">3061 14454 700 0,'0'0'56'16,"0"0"-9"-16,0 0-10 0,0 0-9 16,0 0-7-16,-9-82-4 0,9 72-3 15,8-4-3-15,-3 9-4 0,5 2-2 0,2 3-3 16,5 0 0-16,-2 13-1 0,2 7 0 0,-5 7-1 16,-1 7 1-1,-5 2 4-15,1 5-5 0,-2 5 4 0,-2-1-4 0,-2 2-1 16,2 0 1-16,-3-1-1 0,0-5 1 15,0-5-3-15,0-7 3 0,0-8 0 16,0-10 1-16,0-5 1 0,0-6 0 0,0 0 1 31,0 0 0-31,0-3 0 0,0-12-1 0,7-8 0 16,-1-10-1-16,0-5 0 0,1-2-1 16,0-5 1-16,5-1 0 0,-2-3-2 15,4 1 1-15,-1 4-3 0,3 6 2 16,2 9-1-16,-6 9 0 0,3 12 0 15,2 8 1-15,1 4 1 0,6 12 0 0,-1 9-2 16,-5 7 2-16,2 4 5 0,-1 3-4 0,-6 3 3 16,-3-2-3-1,0 0-2-15,-1-2 2 0,-3-2-1 0,-5-4 0 0,2-7 1 16,-3-5 0-16,0-7-1 0,0-7 1 16,0 2-2-16,0-8 0 0,0 0 2 15,0 0-2-15,0 1-3 0,0 1-7 0,0-2-15 16,0 0-25-16,0-3-94 0,0-14-175 0,-3-12-16 15</inkml:trace>
  <inkml:trace contextRef="#ctx0" brushRef="#br0" timeOffset="-24530">3551 14005 734 0,'0'0'45'0,"0"0"-8"16,0 0-7-16,0 0-9 0,49-86-15 15,-23 77 3-15,5 3-7 0,-1 3 5 0,6 3 2 16,-4 6-5-16,-3 6 3 0,-3 5-7 0,-7 2-1 16,-2 4 1-1,-4 6-1-15,-8 3 1 0,-5 6-2 0,-5 3 2 0,-8 3-2 16,-7 2 1-16,-2-3-1 0,-1-1 1 15,0-5-1-15,3-3 2 0,2-5-2 16,4-10 2-16,10-8-1 0,1-5 0 0,3-1 1 31,1 2 1-31,12 2-1 0,6 0 3 0,7-4-2 16,7-5 0-16,2 0-1 0,0 0 0 16,2-2 0-16,-4-1-1 0,-1 1 0 15,-3-1-2-15,-4 1-6 0,-5 2-10 16,2-2-24-16,-5 2-40 0,-4 0-88 15,6 0-139-15</inkml:trace>
  <inkml:trace contextRef="#ctx0" brushRef="#br0" timeOffset="-24030.1">4480 14171 766 0,'0'0'59'16,"0"0"-13"-16,0 0-12 0,0 0-11 0,29-77-6 0,-28 72-5 31,3 2-4-31,-4 3-3 0,0-2-5 16,3 2 0-16,3 10 1 0,1 8-1 16,2 12 1-16,-6 7-1 0,2 7-1 0,-5 3 1 15,0 4 1-15,0 4-3 0,0-1 5 0,0 0 0 16,0-2-3-16,0-4 4 0,0-2-5 15,0-7 0-15,0-6 1 0,0-10-1 16,0-9 0-16,2-8 2 0,-2-6-1 16,0 0 1-16,0 0 1 0,1 2-1 15,4-2 1-15,2-4 0 0,6-9-2 0,0-7 1 16,6-6-1-16,-3-3 1 0,1-3-1 0,-4-1-2 16,4 0 2-16,-2 1-4 15,-2 6 3-15,-3 8 0 0,-1 6 1 0,-3 5-1 16,-5 4 0-16,9 3-1 0,2 2 0 15,2 10 1-15,2 6 2 0,1 3 4 16,-5 3-4-16,-2-2 4 0,-3 3-5 0,-1-3 0 31,0-1 0-31,-3-4 0 0,-2-2 1 0,1-3-1 16,-2-6 0-16,0 5 0 0,0-5-2 16,0-1 1-16,0 1-4 0,0-6-7 15,0 0-9-15,0 0-15 0,1 1-42 16,-1-1-128-16,2 0-116 0</inkml:trace>
  <inkml:trace contextRef="#ctx0" brushRef="#br0" timeOffset="-23595.72">4855 13783 713 0,'0'0'51'0,"0"0"-7"0,0 0-14 15,0 0-10-15,0 0-8 16,34-89-1-16,-21 79 0 0,0 2-3 0,1 4-3 31,2 4-2-31,3 0-1 0,4 1-1 16,-1 8-1-16,-5 6 0 0,-4 7 0 16,-1 2 1-16,-5 5-2 0,-7 1 1 0,0 5 3 15,0 0-5-15,-9 1 5 0,-4-1-4 0,2-3-1 16,-4-3 1-16,2-4 0 15,3-9 1-15,4-2-1 0,2-5 2 0,2-6-2 16,0 2 1-16,2-5 1 0,0 1-1 16,10 4 2-16,7-1 1 0,9 2-1 15,6-3 1-15,4 0-1 0,3-3-2 0,5 0 2 16,0 0 1-16,1 0 1 0,3 0 5 0,-5 0-5 16,-2 0-1-16,-5 0 0 15,-10 0-2-15,-12 0 1 0,-6 0 0 0,-8 0 0 16,0 0-1-16,0 0 0 0,1 0 0 15,1 0 0-15,-1 0 0 0,-1 0-1 16,0 0 0-16,0 3-2 0,-3 7-6 0,-4 3-13 31,-2 7-24-31,4 0-79 0,0 1-193 0,-1-2-20 16</inkml:trace>
  <inkml:trace contextRef="#ctx0" brushRef="#br0" timeOffset="-22745.66">3054 15458 306 0,'0'0'75'15,"0"0"-5"-15,0 0-6 0,0 0-11 0,-93-27-9 16,77 22-5-16,3 2-1 0,-3-1-6 0,5 3-2 16,5-1-6-16,3 0-3 15,3 2-5-15,-1-1-6 0,1 1-3 0,-2 0 0 16,2 0 1-16,3 0 1 0,22 0 4 16,14 0-3-16,23 0-1 0,17-2-1 15,17 2-5-15,14-1 0 0,18-2 0 0,13 1-2 16,12-2-1-16,12-1 1 0,7 0-3 0,4 1 3 15,-2-2-1-15,1 0 0 16,-10-3 1-16,-5 0 1 0,-15-2 0 0,-15 2 1 31,-17 0 2-31,-16 1 4 0,-18 2 3 16,-18 0 1-16,-19 2 0 0,-13 1-2 16,-15 1-1-16,-8 2-1 0,-6 0-1 0,0-2-3 15,0 2-3-15,0 0 0 0,3-1-6 0,-3 1 4 16,0 0-2-16,0-2-5 15,0-1-7-15,0 0-18 0,-9 3-25 0,-11 0-58 16,0 6-199-16,-13 4-25 0</inkml:trace>
  <inkml:trace contextRef="#ctx0" brushRef="#br0" timeOffset="-22080.37">3298 15938 689 0,'0'0'58'0,"0"0"-9"0,0 0-8 0,-16-83-14 16,8 71-8-16,-1 2-6 0,-4 3-3 15,-6 4-3-15,-7-1-1 0,0 4-1 16,-6 4-4-16,-1 8-1 0,-2 4 2 16,-4 6 3-16,3 0-5 0,0 4 4 15,6 3-5-15,5 0-2 0,6 1 2 0,7 1 0 16,4-2 1-16,8-2-1 0,3-1 0 0,10-2 0 15,4-3 1-15,9-1 0 0,5-3 2 16,2-2-1-16,6 0-2 0,0-4 2 31,0-1 0-31,3 1-2 0,-3 1 3 16,0 0-4-16,-3 2 0 0,-4 0 0 0,0 1 0 16,-6 2 2-16,-5-1 1 0,-6 1-1 15,-1 0-1-15,-8 1 1 0,-6 3-3 0,0 0 7 16,-9 3-5-16,-9 2 5 0,-4-5-5 15,-4-1 2-15,-3-3 1 0,0-4 0 16,0-2-1-16,6-4 0 0,3-7 0 16,4 0 0-16,0-2 0 0,0-11 1 0,9-3-3 15,7-7-2-15,0-7 4 0,13-2-6 16,7-9 9-16,2-1-4 0,7-6-1 0,3-2 1 16,-2-4-3-16,2-4 4 0,-2 0 0 15,-2 2 1-15,-5 3-2 0,-5 6 2 16,-6 4-2-16,-2 7-3 0,-7 7 5 15,-3 5-7-15,-7 6 5 0,-8 4 0 0,-6 5-1 16,-8 3 0-16,-6 4 4 0,-3 2-2 16,-3 2-1-1,-3 7 0-15,-2 4-5 0,4 6-2 16,3 5-21-16,-3 5-44 0,7 5-134 16,2-1-125-16</inkml:trace>
  <inkml:trace contextRef="#ctx0" brushRef="#br0" timeOffset="-20962.58">3989 16234 463 0,'0'0'82'0,"0"0"-8"16,0 0-12-16,0 0-11 0,0 0-8 0,-4-83-7 16,4 76-6-16,0 7-6 0,-1 0-5 15,1 0-7-15,0-3-4 0,0 2-5 16,0 1 0-16,0 0-1 0,8 1-2 16,8 13 1-16,4 9 0 0,-1 5-3 0,0 4 3 15,1 5-2-15,-2 1 0 0,-1 1 1 16,-4 2 1-16,-2-3-2 0,-2 0 1 0,-3-1 5 15,-3-6-8-15,-3-7 6 0,0-9-2 32,0-10-1-32,0-5 5 0,0 0-1 0,0 0 1 0,0 0 1 0,0 0-4 31,0-12 2-31,4-10 1 0,3-10-7 0,2-8 6 16,4-5-7-16,3-2 1 0,3-5 4 15,4 2-1-15,3 3 0 0,0 4 1 0,4 10-2 16,-1 9-1-16,-1 9 0 0,-5 10-2 15,-1 5 2-15,-2 11 1 0,-4 10-2 16,1 6 3-16,-5 6-1 0,-1 4-1 16,-5 1 0-16,0 1 0 0,-3-1 0 0,-2-1 3 15,-1-4-2-15,0-1 0 0,-6-3 6 16,-1-3-7-16,4-8 7 0,-1-6-2 0,3-8-4 16,1-4 2-16,-2 0 1 0,2 0-2 15,0 0 3-15,0-1 1 0,3-16-8 16,11-8 6-16,1-12-6 0,5-2 2 15,3-4 2-15,2-2-1 0,-2-1 2 0,6-2-2 16,0 4 2-16,-2 7-3 0,-1 10 2 16,-1 9-2-1,-9 7 1-15,1 9 0 0,-2 2-1 16,-1 14 2-16,2 7 1 0,0 7-1 16,-6 2 1-16,-1 5 1 0,-2 1-2 15,-3-1 2-15,-1 0-3 0,-3-1 0 16,3-2 0-16,-3-1 0 0,0-2 6 0,0-1-9 15,3-7 7-15,-3-5-7 0,3-5 0 16,-2-5 2-16,4 4-3 0,-2-6-5 0,5 0-8 16,4-1-15-16,2-3-26 0,5-9-47 15,3-9-123-15,-1-5-98 0</inkml:trace>
  <inkml:trace contextRef="#ctx0" brushRef="#br0" timeOffset="-20630.22">5327 16026 741 0,'0'0'64'15,"0"0"-10"-15,0 0-16 0,0 0-15 16,0 0-9-16,0 0-5 0,0 0-5 0,0 0 0 16,0 0-2-16,6-12 2 0,-5 30-3 15,1 11 1-15,-1 14 0 0,-1 2-1 0,0 2-2 16,0 2 2-16,0-3-3 0,-1-3 2 15,1-4-2-15,0-3 2 0,0-6-1 16,6-4 0-16,2-4 4 0,2-5-6 16,2-3 8-16,5-10-3 0,5-2 1 0,5-2 2 15,6-9-9-15,5-4 6 0,6 0-7 16,3-1 6-16,-2 4 0 0,1 0-1 0,-5 3 0 16,-5 1 0-16,-11 3-2 0,-4 0 2 15,-8 1-2-15,-7 2 0 0,1 0-4 16,-7 0-4-16,0 0-9 0,0 0-12 15,2-1-28-15,-2 1-48 0,0-9-165 0,0 1-57 16</inkml:trace>
  <inkml:trace contextRef="#ctx0" brushRef="#br0" timeOffset="-20247.13">5936 15779 754 0,'0'0'50'0,"0"0"-8"15,0 0-13-15,0 0-10 0,0 0-4 16,72-85-4-16,-53 78 0 0,0 4-3 16,2 3-2-16,1 0-3 0,-3 5-2 0,1 6-1 15,-1 2-1-15,-5 5 0 0,-3 5 0 16,-6 3 0-16,-5 5 3 0,0 2-3 0,-10 3 5 15,-6 4-5-15,-4-1-1 0,1 2 1 16,0-3-1 0,1-3 2-16,3-4-1 15,4-12 2-15,3-6-2 0,7-8 1 16,1 0 0-16,4 0 1 0,12 0 4 0,10-3-4 16,10-2 1-16,6-9-1 0,10-6-2 15,6-2 3-15,3 0 1 0,-2 1-2 0,2-1 0 16,-9 4-1-16,-3 2-4 0,-7 2 2 15,-10 2-3-15,-9 5-8 0,-6 0-15 16,-2 2-33-16,-5 0-83 0,1 0-174 16,-5 2-15-16</inkml:trace>
  <inkml:trace contextRef="#ctx0" brushRef="#br0" timeOffset="-18362.55">1058 17424 372 0,'0'0'3'0,"0"0"4"16,0 0 7-16,-55-77 5 0,42 59 8 15,0 1 1-15,3 6 3 0,0-1-8 0,3 7 9 16,-1-2-5-16,0-1 8 0,5 5-5 15,0 2-9-15,3 1 4 0,0-3-1 16,0 3-4-16,0-2-5 0,0 1-4 16,0-1-2-16,0 2 0 0,0 0 13 0,3-3-5 15,17 3-2-15,9 0-3 0,16 0-1 16,13 0-4-16,10 3-18 0,14-1 16 0,14 4-5 16,9-2 0-16,11 4 15 0,11-1-15 15,6-2 0 1,6 3 0-16,10-4 1 0,4 2 3 0,6 0-4 0,7 0 3 15,5-4-3-15,4 4 2 0,7-4 1 0,-1 0-4 16,4 1 2-16,-1 2 0 0,-1-3 1 16,4-1-1-1,1 1-2-15,3 1-1 0,0-3 4 16,1 2-1-16,0 3 1 0,-2 0-2 16,-2 1 1-16,-3 0-3 0,-3 0 4 15,-4 0 1-15,-4 0-3 0,-4-1 2 16,-5 2-2-16,-4-4 1 0,-8 2-1 0,-4-5 1 15,-12 0-1-15,-8 0 0 0,-14-5 1 16,-10-4-1-16,-14 0 3 0,-13 0-1 0,-12-2 0 16,-13 2 3-16,-12 0 0 0,-12 0 3 15,-10 1 2-15,-6 1-3 0,-6 2-2 16,-5 1-2-16,-1-7-4 0,-1-1-3 16,0-8-9-16,-4-3 7 0,-1-1-4 0,-3 1 7 15,5 1 3-15,0-3-1 0,2 3 1 16,1-6 0-16,0 1 0 0,0-5-1 0,1 2 1 15,1-8 1-15,1 0 0 0,-3-3-1 16,0-4 2 0,0-4-4-16,-8-1 4 15,-2-4-3-15,-1-2 2 0,-4-6 1 16,-1-6-5-16,-4-8 4 0,-3-5-3 0,-3-11 1 16,-2-2 3-16,-2-9-1 0,3-4-4 15,-4-4 3-15,2-4-2 0,-1-3 2 0,5-2 4 16,-1-2-2-16,0 1-2 0,2-1 0 15,1 4-1-15,2 3 0 0,-2 7 4 16,3 8-4-16,4 7-1 0,-3 5 1 16,0 3-1-16,-1 3 3 0,3 3 1 0,-4 3-2 15,0 3 1-15,-1 7-2 0,0 2-2 16,-2 3 3-16,-2 4-2 0,-3 0 3 0,-3 5 1 16,2 2-2-16,-4 5 1 0,-2 4-1 15,-4 6 1 1,2 5 0-16,-4 7 1 0,-4 5-1 0,0 6 2 0,-5 4-3 15,-1 4 0-15,-3 1 1 0,-1 3 0 0,-1 0 1 16,-2 0-1-16,4-2 0 0,0-1 1 16,-3 0 0-1,5-2-1-15,-2-1 0 0,-3-1 0 16,4-2-1-16,-8-3 1 0,0-1-1 16,-7-2 2-16,-2 0-1 0,-5 0-1 15,-3-4 0-15,-5 1-1 0,-4-3 0 16,-6 0 2-16,-7-3-2 0,-5-2-4 0,-5 0 4 15,-5-1-5-15,-4-1 6 0,-4 3 0 16,-5-3 0-16,-4 2 2 0,-3-1-1 0,-1 1 0 16,-5 2-1-16,2 0 1 0,-3 2-1 15,1 1 1-15,-3 2-1 0,-2 2 0 16,-2 3-1-16,-4 2 2 0,-2 3 0 16,0 3 1-16,2 0-2 0,1 3-1 0,7-1 2 15,1 1 0-15,1 2 1 0,4 0-1 16,0-1-3-16,7 2 5 0,11 0 0 0,15 0 0 15,12 0-1-15,19 0-4 0,10 0 0 16,12 0 2 0,9 0-1-16,9-3 0 15,12 2 1-15,5-3-3 0,6 3 3 16,3-2 1-16,-2 1-1 0,5 1 2 0,3 0-2 16,3 1-1-16,-4-4 0 0,-1 3 1 15,1-1 0-15,-3 1 1 0,7 1-1 0,0-2-1 16,-6 2 1-16,0 0-2 0,0 0 1 15,-5 0-1-15,4 0 2 0,-2 5-1 16,-5 2 0-16,2 3-1 0,3 0 2 16,-2 7-1-16,-1 2 0 0,3 5 0 15,-2 1 0-15,1 5 0 0,-2 5 0 16,2 7 0-16,-3 5 0 0,1 3 4 16,-5 7 1-16,0 8 3 0,-1 11-3 0,-3 11-3 15,-4 10-2-15,0 11 1 0,2 6-1 16,2 4 2-16,3 2-2 0,4 4-2 0,5 3 4 15,5 0-1 1,4 0 2-16,0-1 0 0,7-2-2 0,9-3-4 16,0-3 4-16,0-6 2 0,3 1-2 15,-1-2 3-15,3 0-3 0,-1-1-2 16,0 1 1-16,-4-3 3 0,4-2-3 16,-5 1 3-16,2-3-6 0,-4-1-3 15,-3-1 2-15,3-3 1 0,-1-2 2 16,5-1 4-16,-2-2-6 0,2-8 0 0,0-2 3 15,1-10-4-15,2-7 6 0,2-8-3 0,1-12 2 16,3-6-2 0,-2-9 2-16,1-5 9 0,-3-4-7 0,-2-3 9 15,0-1-8-15,-1-3-4 0,0-1 3 16,-3 0-1-16,1-1 0 0,0-1 2 0,-2-1-4 16,-5 2 0-16,0-3 2 0,-3 4-2 0,1-3 2 15,-1 3-2-15,3 5 0 0,-3 3-1 16,2-4 4-16,1 4-5 0,0-3 4 0,5 1-4 15,0 0-3-15,7-1-11 0,6-3-12 16,15 1-23-16,12-1-26 0,10-5-41 31,15-6-68-31,11-6-103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10T03:07:21.5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3360 798 202 0,'0'0'65'0,"0"0"1"0,0 0-11 0,0 0-7 16,0 0-9-16,0 0-2 0,0 0-5 16,0 0-3-16,0 0-5 0,-4-27-2 0,4 25-5 15,-3 2-5-15,3-1 0 0,0 1 1 16,-3 0-3-16,0 0 4 0,2 12-2 15,-1 6-3-15,-2 8 1 0,4 4-5 16,0 7 3-16,0 8 1 0,0 9 1 0,0 9 3 31,0 8 3-31,0 7-4 0,0 3-4 0,0 3-4 16,0 4-4-16,0 2-1 0,3 1 0 16,0-1 15-16,1-2-3 0,-1 0 1 15,6-1 1-15,-2 5-14 0,0 0 3 16,2 2-3-16,-2-1 3 0,2-2 9 15,1 0-4-15,-3-1 4 0,5 1-4 0,-2 2-9 16,0-1 3-16,-1 0-3 0,-1-2 3 16,4-2 3-16,-2-3-3 0,0 3 3 0,2 2-4 15,-2 3-1-15,1 4 3 0,-2 0 1 16,3 2-1-16,-1 1 1 0,5 0-2 16,0 1-3-16,-3 3 4 0,0-4-3 15,-4-1 0-15,-2-2 3 0,-4-3-4 0,1 0 3 16,-1 0-1-16,1-1-1 0,-1 1 1 15,0-3 1-15,3-2-2 0,0 1 1 0,0-2-1 16,2 0-2-16,4 0 3 0,1 0-2 31,3-3 2-31,2-3 5 0,0-1-4 16,2-1 2-16,-1 4-3 0,-2 3-2 16,-2 5 3-16,-2-2-3 0,-6 2 3 0,-1-6-1 15,-5-4 0-15,-1-6 2 0,0-6-5 16,-4-8-1-16,-2-9 0 0,3-7-4 0,0-16-4 15,3-6-16-15,0-4-27 0,0-8-65 16,0 2-191-16,0-14-8 0</inkml:trace>
  <inkml:trace contextRef="#ctx0" brushRef="#br0" timeOffset="633.26">3908 6800 399 0,'0'0'20'0,"0"0"6"0,0 0-1 16,0 0-6-16,0 0-8 0,0 0-1 15,0 0 8-15,0 0 10 0,0 0 10 0,0 0-3 16,29 26-6-16,3-21-8 0,13-1-6 31,16-3-5-31,12 1-2 0,17-2-4 16,13 0-3-16,14-6-1 0,13-2 0 16,13-1-1-16,18-2 0 0,8-1 0 0,15-1-2 15,9-2-2-15,10-4 2 0,5 1-1 16,9-2 3-16,4 1 1 0,5-1 2 0,8 0 0 15,3-1 1-15,7 1 0 0,2-1-1 16,0 0 3-16,4-1-6 0,-4 1 6 16,3 2-6-16,0-1 3 0,-2 1 0 15,-3 3-2-15,-4-1 1 0,-8-1-1 0,-9 1 0 16,-11-2 0-16,-11 1-1 0,-13-2 1 16,-10 0-1-16,-13-2 0 0,-15 2 3 0,-12-2-2 15,-10 2 2-15,-15 1-2 0,-6-1 0 16,-12 2 2-16,-8 1-1 0,-10 2 0 15,-8 0-1-15,-8 1 0 0,-6 2-2 16,-9 0 2-16,-8 1-4 0,-6 0-8 0,-11-1-38 31,-8 5-71-31,-5-7-165 0</inkml:trace>
  <inkml:trace contextRef="#ctx0" brushRef="#br0" timeOffset="1633.32">11065 777 165 0,'0'0'49'0,"0"0"1"16,0 0-5-16,0 0-5 0,0 0-7 0,-1-87-3 15,2 75-2-15,-1-1-1 0,0 0-2 16,0 0 1-16,3-1 0 0,-3 8 2 16,0 0-3-16,0 6-7 0,0-1-5 15,0 1-3-15,0 0 1 0,0 0 5 0,0 0 0 16,0 12 1-16,0 9-1 0,0 8-1 0,5 6-3 16,0 2-3-16,-1 8 1 0,-1 5-2 15,0 4 0-15,0 10 1 0,0 9 0 16,0 6-1-16,0 8-3 0,2 3-2 15,1 5-2-15,0 3-3 0,3 2 1 16,2 2 2-16,2 3 15 0,3 3 0 0,2 5-3 31,2 8 2-31,-1 4-17 0,1 3 8 16,1 1 1-16,-3-2-1 0,2 3 1 0,-1-3-6 16,-3-4 2-16,1-5-1 0,-2-4 2 15,0-5-2-15,-1-4-4 0,-4-3 4 16,0-5-3-16,-3-6 4 0,-3-4 2 15,-1-4-4-15,-3-2 2 0,2-1-2 0,-2-3-2 16,0-1 3-16,1-3-2 0,1-3 2 0,-2-5 0 16,1-1-2-16,3-3 2 0,-1-1-4 15,0 0 2-15,4 0-1 0,1-1 1 16,-1-1 3-16,4-2-3 0,-2-3 2 16,0-3-2-16,-2-4 2 0,-1-3-2 15,0-4 0-15,-5-1 5 0,5-1-4 0,-3-4 5 16,0-1-6-16,2-2 0 0,-2-1 0 15,0-2-1-15,3 2 3 0,0 2-2 0,-2-1 0 16,1 2 0-16,0 1 0 0,-2 1-1 31,1 1 1-31,-1 0 0 0,0-2 1 16,0-1-2-16,0-2 2 0,0-3-2 16,0-2 2-16,1-3-1 0,0 1 2 0,-1-2 2 15,2-1-4-15,-1 1 3 0,3-1-4 0,0 0 1 16,1-2 1-16,-1 0 1 0,0 0-2 15,2-3 0-15,-5-2-1 0,5-4 0 16,-3-1 1-16,-3-6 1 0,0 1 0 16,-3-3-1-16,0 0-1 0,0 0-1 15,1 2 3-15,-1 0-2 0,0 4 2 0,4-1 0 16,-4 9 0-16,0 3-1 0,0 1 1 16,0-1 0-16,-4 1 0 0,4-3-1 0,-3-2 0 15,2-3 0-15,1-4 0 0,0-1-1 16,0 1 1-16,0 0 1 0,0 0-1 15,0-6 2-15,0 0-2 0,0 0-3 16,0 0-3-16,0-8-15 0,3 1-31 0,2-8-111 31,-2 6-166-31,-2-7-13 0</inkml:trace>
  <inkml:trace contextRef="#ctx0" brushRef="#br0" timeOffset="5383.43">3635 5996 107 0,'0'0'36'16,"0"0"2"-16,0 0-1 0,0 0 2 16,0 0-3-16,0 0-5 0,0 0-3 0,0 0-1 15,0 0-4-15,-4-4-1 0,2 4-1 0,2-1-1 16,0 1-1-16,0 0 2 0,0 0-2 15,0 0-3-15,0-2-2 0,0 2-4 16,0 0-1-16,0 0 0 0,0-1 0 16,9-2-1-16,7-1-1 0,6-1-4 15,5 1-1-15,5 2 0 0,8-1-1 0,4-2-1 16,6 2-2-16,4-2-1 0,4 3-2 16,1-3 3-16,5 0 0 0,2-1 0 0,5 2 0 15,0-2 0-15,3 1-2 0,-1 2 0 16,-2 0 0-16,-1 2 1 0,-1-1 1 15,-4 2-1-15,0 0-2 16,0 0-5-16,0 0-7 0,-1 0-5 0,1 0-5 0,-1 2-1 31,-5-1 1-31,3 2 2 0,-4-1 9 0,0 0 5 16,-2 0 6-16,3-2 5 0,2 0 0 16,0 0 3-16,1 0 2 0,-1 0 3 15,1-3 2-15,0 0 4 0,0-1-3 16,2-1 0-16,-2-1-3 0,5 0-2 15,-1 0-3-15,2-2-5 0,0-1 2 0,0 0-3 16,0 1 3-16,-1 3 0 0,-1-2 1 0,-1 4 0 16,0-1 0-16,-5 1 0 0,-1 0 2 15,-3-1-3-15,-2 0 3 0,-2 1-2 16,-3 0 1-16,0-2 0 0,-1 1 0 16,1 1-1-16,4-2-1 15,1-1 0-15,1 2 0 0,1-2 0 0,1-1 0 0,-1 3 0 16,2-2-1-16,-3 1 1 0,0 1 1 15,3-1-1-15,-3 1 0 0,-2-1 2 0,4 1-2 16,-1-1 0-16,-1-1 0 0,4 0 1 31,-1-2-1-31,3 1 0 0,-2-1-1 16,6 0-1-16,0 1 1 0,0-1-1 16,-1 2 1-16,3 2 1 0,-4 0 0 0,-2 1 0 15,3 1 0-15,-2-1-2 0,0 0 2 0,3-1-1 16,-2 1 2-16,1-1 0 0,3-1 0 15,-1-1 0-15,1 0 0 0,1 0 0 16,1-2-1-16,-1 1 0 0,-1-1 0 16,-1 1 0-16,-1-1 0 0,0 1 0 15,-1-1 1-15,1 2 1 0,-7-2-1 0,3 2 1 16,-5 0 1-16,-3-2 2 0,-1 3 0 0,-4-3 2 16,0 0 2-16,-5-1 0 0,-1 2 1 15,0-3 0-15,-3 3-2 0,-1-1 2 16,4 1-3-16,-5-1 2 0,0 1-3 15,-1-1 0-15,1 0 1 16,-2 3-2-16,1-4-1 0,0 2 0 0,-1-1 1 0,4 1-2 31,0-1 0-31,0 2 0 0,0 0 2 16,-1 0 1-16,-1 2 0 0,-2-2 1 0,-5 1 0 16,-2 2 1-16,-5 0 2 0,-6 0-1 15,2 0 1-15,-1 1 1 0,2-1-2 16,3-1 1-16,-7 1-3 0,1 0-1 15,1 1-1-15,-4-1 0 0,5 1 0 0,-2-1-2 16,5 2 0-16,1 0 0 0,-1-1 0 0,1-1-1 16,-9 1 1-16,5 2-3 0,0-1 1 15,0-1 0-15,1 1 1 0,-3 1-1 16,-4-2 0-16,-1 2 1 0,2-1 1 16,-8 1 1-16,0 0 1 15,-6 0 0-15,0-2 1 0,0 2-2 0,1 0-1 0,1 0-2 16,-1 0-1-16,1 0-1 0,-1 0 1 15,1 0 0-15,-1 0-1 0,1 0-1 0,-1 0-5 16,-1 0-15-16,0 0-37 0,3 0-93 31,-3 0-143-31</inkml:trace>
  <inkml:trace contextRef="#ctx0" brushRef="#br0" timeOffset="6633.32">695 6058 476 0,'0'0'59'0,"0"0"-18"0,0 0-10 0,0 0-10 15,0 0-3-15,0 0 1 0,0 0 0 16,0 0 2-16,0 0 0 0,0 0-5 16,0 71-2-16,7-37-3 0,-1 2-2 15,0 5-3-15,0 1 1 0,1 1-4 0,-3-2-2 16,1-3 0-16,-1-5-1 0,-1-10 1 0,0-5 0 15,0-7-1-15,-3-7 4 0,1 2 1 16,-1-6 5-16,0 0 4 0,0 0-1 31,0 0-3-31,0-1-4 0,0-14-3 16,0-11-3-16,0-7 2 0,2-5-2 16,-1-5 0-16,3-4-1 0,-1-3 1 0,3 0-1 15,1 3 2-15,2 4-3 0,1 8 2 0,0 10-2 16,-4 8-1-16,7 6 3 0,-6 7 0 15,2 4 1-15,8 0 2 0,-2 10-1 16,5 7 0-16,-1 4 2 0,1 3-1 16,-1 7 0-16,-3 2 0 0,-2 5-1 15,-1 5-2-15,0 1 2 0,0 1-3 0,-4-1 2 16,-1-2-1-16,-3-6 1 0,-2-4-1 16,0-11 1-16,-3-1-2 0,1-8 2 0,-1-6 4 15,0 0-4-15,0-6 7 0,0 0-5 16,0 0-6-16,0 1 6 0,0-1-7 15,3 0 3-15,-3 0-2 0,0-1-9 16,0-10-13-16,0-1-24 0,0-3-48 0,-3 6-118 31,3-5-86-31</inkml:trace>
  <inkml:trace contextRef="#ctx0" brushRef="#br0" timeOffset="6867.45">1246 6290 539 0,'0'0'72'0,"0"0"-7"15,0 0-12-15,0 0-19 0,0 0-7 16,84-3-7-16,-52-5-4 0,6 1-5 16,5-4-1-16,3 0-3 0,3 3-3 15,2 0-2-15,-5 3-2 0,-4 1 0 0,-6 2-2 16,-4 2-4-16,-13 0-5 0,-5 0-10 0,-5 3-7 15,-6-1-15-15,-3 7-11 0,-3 0-31 16,-7 6-58-16,-9 2-128 0</inkml:trace>
  <inkml:trace contextRef="#ctx0" brushRef="#br0" timeOffset="7066.79">1187 6630 665 0,'0'0'51'16,"0"0"-4"-16,95-45-9 0,-53 28-12 15,7 2-15-15,1 0-1 0,3 1-9 0,2 3 2 16,-3 4-2-16,-3 0-4 0,-4 6-6 16,-3-1-16-16,-6 2-29 0,-1 0-54 0,-6 0-127 15,1 0-70-15</inkml:trace>
  <inkml:trace contextRef="#ctx0" brushRef="#br0" timeOffset="7533.42">2098 6091 683 0,'0'0'50'15,"0"0"-11"-15,0 0-7 0,0 0-11 0,0 0-11 16,94-88 0-16,-55 73-4 0,4 1-1 0,1 4-3 16,0 0-4-16,-6 3 1 0,1 1-1 15,-7 0-2-15,1 1-4 0,-5-1-6 16,-8 3-8-16,-4-1-2 0,-3 2-1 16,-9 1 8-16,2-1 6 0,-6 2 4 15,0-6 1-15,0-3 6 0,-3-5 1 0,-3 2 6 16,-1 1 4-16,-3 4 7 0,4 1 3 15,-4 0 4-15,7 3-1 0,-5-2-4 0,3 4-4 16,1-3-5-16,1 3-4 0,3 1-4 31,0-2-1-31,-3 2 0 0,3 10 0 16,0 7 2-16,0 8 6 0,0 7-4 16,7 8 4-16,1 5-5 0,0 8-3 0,2 8 2 15,-1 4-3-15,2 5 1 0,1 0-3 0,-3-4 0 16,5-4-2-16,-2-8 0 0,-1-6 4 15,-5-5 1-15,3-5 1 0,-5-5-3 16,2-4 0-16,-3-9-1 0,1-2-3 16,-1-7-2-16,-3-7-7 0,3 2-4 15,-3-2-8-15,1 0-8 0,1 0-19 0,-1 1-37 16,-1-5-117-16,0 0-98 0</inkml:trace>
  <inkml:trace contextRef="#ctx0" brushRef="#br0" timeOffset="7766.54">2358 6800 644 0,'0'0'71'0,"0"0"-12"16,0 0-14-16,0 0-15 0,0 0-7 15,0 0-4-15,0 0-6 0,0 0-3 16,0 0-4-16,-10-3-2 0,32-5-2 15,8 1 0-15,9-1-1 0,4 2-1 0,1 0-3 16,5 0-3-16,-4 2-3 0,1 1-11 0,-5 1-13 16,-14 2-32-16,-1 0-73 0,-8 0-173 15,-4 0-5-15</inkml:trace>
  <inkml:trace contextRef="#ctx0" brushRef="#br0" timeOffset="9333.18">13275 4490 678 0,'0'0'62'0,"0"0"-12"0,0 0-11 15,0 0-8-15,0 0-11 0,0 0-8 0,0 0-6 16,0 0-5-16,0 0 1 0,0 0 0 16,1-51 1-16,8 73-1 0,4 7-2 0,-2 7 3 15,1 5-3-15,-4 3 3 0,1 5-2 16,-3 4 0-16,-3 1 0 0,4 3-3 15,-6-1 3-15,-1-6-4 0,2-6 4 16,-2-15-1-16,0-7 1 0,0-8-1 0,0-8 2 31,0 1 0-31,0-7 1 0,3 0 1 0,4-11-2 16,3-10 0-16,6-11-2 0,0-10 2 16,4-3-3-16,0-3 1 0,2 1-1 15,3 4 1-15,1 5-2 0,0 11 0 16,1 7 0-16,-1 9 2 0,-2 10-3 15,-1 1 3-15,-3 14-1 0,-1 7 0 0,-2 5 2 16,0 6-3-16,-4 2 2 0,-2 4 0 0,0 2 1 16,-4-2-2-16,-1-2 3 0,-3-6-4 15,0-7 3-15,-3-3-1 0,0-8 0 16,0-6 2-16,3 0-3 0,-3-6-1 16,0 0-1-16,0 0-12 0,0 0-10 15,1 0-21-15,1-9-37 0,0-12-85 0,0-11-141 16</inkml:trace>
  <inkml:trace contextRef="#ctx0" brushRef="#br0" timeOffset="9666.81">13868 4081 658 0,'0'0'56'0,"0"0"-11"0,0 0-7 16,0 0-9-16,95-54-7 0,-63 51-7 15,5 1-2-15,1 2-3 0,2 5-3 16,0 10-2-16,-5 8-3 0,-3 5-3 16,-7 9 1-16,-6 6-2 0,-9 4 2 0,-10 4-1 15,0 1 2-15,-10-2-2 0,-6 0 2 16,-6-6 0-16,1-3-3 0,3-4 4 0,1-7-5 16,5-10 2-16,7-8 0 0,3-2 0 15,2 0 2-15,7-2 1 0,11 2-1 16,9-7 3-16,9-3-3 0,10 0-1 15,9-3 0-15,5-2-1 0,3-1 1 0,1 3 1 16,-2 0-4-16,-5 2-1 0,-5 1-7 16,-5 0-8-1,-8 0-9-15,-7 1-19 16,-6 8-23-16,-10 0-55 0,-7 3-148 0,-9 4-15 16</inkml:trace>
  <inkml:trace contextRef="#ctx0" brushRef="#br0" timeOffset="10033.11">12833 5648 522 0,'0'0'56'0,"0"0"-7"0,0 0-9 0,0 0-11 16,0 0-4-16,0 0-7 0,0 0-2 16,0 0 1-16,0 0 3 0,0 0 0 31,68-14-3-31,-4 16-3 0,20-2-6 0,14 0-1 16,18-7-5-16,14-1 1 0,9-2-2 0,7 1-1 15,3 2 0-15,-5-2 0 0,-10 1-2 16,-13 2 1-16,-12-2-1 0,-17 3 1 15,-12-2 1-15,-18 3 0 0,-15-1-3 16,-16 2 2-16,-15 2-5 0,-10 1-3 16,-6 0-1-16,0 0-12 0,-12 6-12 0,-13 6-28 15,-11 5-59-15,-6 0-168 0,-2 1-2 0</inkml:trace>
  <inkml:trace contextRef="#ctx0" brushRef="#br0" timeOffset="10617.55">13739 6218 649 0,'0'0'44'0,"0"0"0"0,0 0-8 0,-100-80-6 16,68 68-8-16,-1 4-8 0,-2 6-5 16,3 2-2-16,-2 0-3 0,-2 12-2 15,-1 6 0-15,0 7-3 0,2 4 0 16,2 5-2-16,4 2 1 0,6 1 0 16,8 1 1-16,5-4-1 0,9-2 1 0,1-2-1 15,11-5 1-15,10-2 0 0,3-2 0 0,6-3 6 16,4-1-6-16,2-2 5 15,6-1-3-15,-2-2-2 0,1 0 2 0,-1 0 0 16,1 0 0-16,-8 1-1 0,-1-1 2 31,-8 0-4-31,-5 0 1 0,-6-3 1 16,-7 1 1-16,-3 4-1 0,-3 0 2 0,-4 4-2 16,-12-1 0-16,-3-2 1 0,-9-1 0 0,-2-2 0 15,-2-3 0-15,-1-3 0 0,1-3 0 16,6-3 0-16,3-1 1 0,7-10 1 15,5-4-2-15,8-5-1 0,3-4-1 16,6-5-1-16,12-1 1 0,5-4 1 16,5-1 1-16,2-1-5 0,2-2 4 0,-2-2-4 15,1 0 3-15,-8-3 1 0,0 1 0 0,-3 0 2 16,-8 2-2-16,-5 3 2 0,-5 5-3 16,-2 4 0-16,-9 6 0 0,-6 5 1 15,-6 5 0-15,-5 4-1 0,-5 6 1 16,-2 2-3-16,3 1-1 0,-4 13-6 15,3 4-15-15,0 6-40 0,4 7-93 0,1 2-147 32</inkml:trace>
  <inkml:trace contextRef="#ctx0" brushRef="#br0" timeOffset="11233.24">14011 6466 804 0,'0'0'35'0,"0"0"-2"0,0 0-7 16,0 0-9-16,0 0-6 0,20-87-4 16,-13 82-2-16,3 5-1 0,6 0-3 0,-1 1-1 15,3 11-1-15,-3 5 0 0,-2 1 0 0,-3 5 0 16,-3 1 0-16,-2 0 2 15,-4 4-5-15,-1-3 3 0,0 0-4 0,-3-8 1 16,-1-1-1-16,1-7 0 0,0-4 1 31,0 1 1-31,3-6 3 0,0 0 1 16,0 0-1-16,0 0 1 0,3-9-2 0,6-8 1 16,5-7 2-16,4-7-6 0,3-2 5 0,4-3-2 15,2 1 0-15,-1 3 1 16,3 6 0-16,-3 6-1 0,-1 6 0 0,-2 9 3 15,-2 5-2-15,-2 3-1 0,0 11 2 16,-4 2-4-16,-1 5 4 0,-2 2 0 16,-2 0 1-16,-2 1-2 0,-3 1-1 0,-4-1 4 15,-1-1-4-15,0-7 4 0,0 1-3 0,0-7 0 16,-1-3 0-16,-1 3 0 0,1-5 0 16,-1-1 0-16,1 1 0 0,1-5 2 15,0 0-3-15,4-9 1 0,7-9 2 16,6-8-7-16,-1-5 5 0,4-1-7 15,0-3 2-15,2 3 0 0,-2 2-1 0,2 6 2 32,-9 8 1-32,3 6 2 0,-2 8 1 0,-1 2 3 15,6 12-2-15,-6 4 2 16,0 5 1-16,-1 4-1 0,-2-1 2 0,-3 3 1 16,0-1-5-16,-2-2 5 0,-2-3-6 15,0-5 0-15,-2-1 1 0,3-4-2 16,-3-6 0-16,1 6 0 0,-1-5-3 0,1 0-11 15,-1 1-13-15,-1-7-28 0,0 0-52 0,0 0-197 16,0 0-7-16</inkml:trace>
  <inkml:trace contextRef="#ctx0" brushRef="#br0" timeOffset="11566.53">15074 6249 805 0,'0'0'42'0,"0"0"-5"0,0 0-9 16,0 0-13-16,0 0-8 0,0 0-4 31,0 0-1-31,0 0 1 0,0 0 0 16,0 0 0-16,37 71-3 0,-36-34 2 0,-1 1-2 16,0 1 2-16,0 2 1 0,0 0-5 0,0-1 4 15,0-3-5-15,0 0 2 16,0-4 0-16,5-4-2 0,2-6 1 0,5-4 1 15,2-8-2-15,2-4 2 0,4-6 0 16,3-1-1-16,3-9 2 0,0-3 0 16,-1-2-1-16,0 0 2 0,-2 0-1 0,-2 3 1 15,-2 2-2-15,-3 2-1 0,-3 1-4 0,-4 3-5 16,-4 2-7-16,7 0-10 0,-6 1-16 16,0 0-30-16,5 0-46 0,-6 0-127 15,-1 0-53-15</inkml:trace>
  <inkml:trace contextRef="#ctx0" brushRef="#br0" timeOffset="12017.53">15577 5859 726 0,'0'0'45'0,"0"0"-3"16,0 0-7-16,0 0-8 16,0 0-10-16,0 0-8 0,0 0-1 0,0 0 0 15,0 0 1-15,40-31 0 0,-11 31-2 16,4 0-1-16,1 4-2 0,0 2-2 16,1 0-1-16,2 2-1 0,-3 0-1 0,-1 3 0 31,-3 1-1-31,-2 2 4 0,-8 3-5 0,-2 1 1 0,-7 2-4 0,-6 2-2 0,-5 1 1 15,-2 1 2-15,-8-1 1 0,-3 0 1 16,-3-2 1-16,0-1 1 0,0-5 1 31,6-3 0-31,3-6 1 0,3-3 0 16,4-3 1-16,0 0-1 0,0 0 3 0,1 2 1 16,13 1 1-16,11 0-1 0,10 1 0 0,8-4-4 15,11 0 1-15,6 0-1 0,8 0 0 16,7 0-1-16,1 0-1 0,-2-1 0 15,-4-4-2-15,-9 2 0 0,-12-1-2 16,-15 1-1-16,-10 1-4 0,-10 0-3 16,-9 1-8-16,1 1-15 0,-6 0-39 0,-9 0-111 15,-10 3-133-15</inkml:trace>
  <inkml:trace contextRef="#ctx0" brushRef="#br0" timeOffset="13549.83">3327 3577 241 0,'0'0'57'0,"0"0"-12"15,0 0-5-15,0 0-6 0,0 0-5 16,0 0-7-16,0 0-4 0,0 0-3 16,0 0-3-16,-6-13 1 0,5 11 0 0,1 2 1 15,0 0-3-15,0 0 1 0,0 0 0 0,0 0-2 16,0 0 1-16,1 0-2 0,11 2 0 16,5 1-3-16,4-3-1 0,9 0-2 15,6 0-1-15,6 0 0 0,8-1-1 16,6-4 0-16,10 0 0 0,3 1 0 15,7-1-1-15,6 0 1 0,6 1-2 0,6-2 1 16,9 0-1 0,5-2 1-16,1-1-1 0,2-1 1 15,3-2-1-15,-2 0 1 0,-1-1 0 16,-1 1 0-16,1-1 1 0,2-1 1 16,0 0 0-16,10 2 0 0,4 0-1 15,6 0 1-15,9-1-2 0,7 3 1 16,4-1-1-16,9 2 1 0,4 0-1 0,5 0 0 15,7-2 2-15,1 2-2 0,3 0 0 0,-1 0-2 16,1 0 2-16,-4 0 0 16,-1 1 0-16,-4 1 0 0,-5-3 0 0,-2 1-5 15,-4 0 6-15,-4-1-6 0,-5-2 6 16,-4 1 0-16,-9 2-1 0,-4 0 2 16,-6 1-1-16,-4 0-1 0,-6 1 1 0,-4-1-1 15,-3 2 0 1,-2 0 0-16,-5 0 1 0,-1 0-1 0,-4 1 0 0,-2 1 0 0,-4 0 0 15,0-1 0-15,-5 0 0 0,-4 2 1 16,-6 0-1-16,-7 0 0 0,-8 0 0 31,-9 0 0-31,-7 1 0 0,-11 1 1 16,-11 1 1-16,-13 0-2 0,-2 0 1 0,-6 0 4 16,0 0 1-16,0 0 0 0,-6 0 0 0,0 0-2 15,0 0-1-15,0 0 0 16,0 0 0-16,0 0 1 0,0 0 1 0,0 0 2 15,0 0 0-15,0 0-1 0,0 0-1 16,0 0 2-16,0 0 0 0,0 0 0 16,0 0 0-16,0-2-4 0,0 2 0 0,0-1-3 15,3 1-2 1,-3-1-5-16,1 1-20 0,1 0-77 0,-2-2-183 0,0-3-9 16</inkml:trace>
  <inkml:trace contextRef="#ctx0" brushRef="#br0" timeOffset="14633.45">500 3503 501 0,'0'0'52'15,"0"0"-3"-15,0 0-3 0,0 0-7 16,0 0-5-16,0 0-7 0,0 0-4 16,0 0-2-16,-19-79-7 0,19 73-6 0,0 6-2 15,0-1-5-15,0 1 1 0,0 0 0 16,7 1-1-16,5 10 0 0,5 9-1 0,-2 6-1 15,-2 8 0-15,-6 4-2 0,0 6 1 16,-2 2-1-16,-4-1 3 0,-1-4-4 31,0-1 4-31,-1-8 0 0,-2-10 0 16,0-2 1-16,0-9 0 0,3-7-2 0,0 2 5 16,0-6 1-16,-3 0 0 0,3-1 2 15,0-14-5-15,3-11 2 0,3-12-2 16,1-5 2-16,3-5-1 0,0-2 3 0,-1 0-3 15,4 1 1-15,-3 8-2 0,0 6-1 16,3 8 0-16,-1 9 1 0,-4 8 0 16,1 9-1-16,1 1-1 0,6 11 0 0,0 7 1 15,6 11-1-15,-6 6 2 0,-2 7-1 16,-1 5 0-16,-3 3-1 0,-1 2 2 0,-3-4-2 16,-2-2 2-16,-1-5 0 0,0-6 0 15,1-5 4-15,-4-10-5 0,3-2 2 16,-3-7-3-16,0-7 0 0,1 2 0 15,-1-6 1-15,0 0-1 0,0 0-4 0,0 0-1 16,2 2-10-16,-2-2-20 0,3 0-43 16,1-9-118-1,5-9-110-15</inkml:trace>
  <inkml:trace contextRef="#ctx0" brushRef="#br0" timeOffset="14866.56">961 3696 706 0,'0'0'55'0,"0"0"-15"15,0 0-18-15,0 0-10 0,0 0-4 16,0 0 1-16,0 0 0 0,90-23-1 16,-51 16-2-16,7-4-6 0,6 2-3 0,-4 1 0 15,1 1 0-15,-7 2 2 0,-16 2 0 16,-11 1-4-16,-4 2-11 0,-5 0-18 0,1 0-26 15,1 2-33-15,-8 6-84 0,-6 5-107 16</inkml:trace>
  <inkml:trace contextRef="#ctx0" brushRef="#br0" timeOffset="15033.15">899 3959 611 0,'0'0'77'0,"0"0"-16"15,0 0-21-15,0 0-16 0,100-19-7 16,-61 11-4-16,-3 0-11 0,5 0 2 16,-2 1-12-16,4-1 3 0,2 5-8 0,4 1-28 15,-1 2-64-15,1 0-189 0,-7-4-11 16</inkml:trace>
  <inkml:trace contextRef="#ctx0" brushRef="#br0" timeOffset="15400.1">1667 3468 694 0,'0'0'37'0,"0"0"-1"15,0 0-6-15,0 0-9 0,56-90-6 16,-30 77-3-16,5 3-2 0,2 2-1 0,3 3-3 15,2 4-4-15,2 1-1 0,1 0-1 16,-5 7-2-16,0 4 3 0,-7 4-1 0,-3 3-1 16,-9 3 0-16,-8 7-1 0,-5 5 1 15,-4 5-2-15,-10 5 1 0,-7 4-1 16,-6 0 2-16,-2-2-1 0,-1-2 2 16,-3-5 2-16,5-6 1 0,-1-7 1 0,6-3 0 15,5-9-3-15,5-5 0 0,9-5 0 16,0-3 1-16,0 2 0 0,10 0 1 15,9 0-3-15,13-2-1 0,4 0 0 0,3-2-1 16,7-3 3-16,1-2-1 0,6 0 1 31,-1 1-4-31,6-3-15 0,-4 1-43 16,-4 0-157-16,-1-1-104 0</inkml:trace>
  <inkml:trace contextRef="#ctx0" brushRef="#br0" timeOffset="18199.89">12897 2006 493 0,'0'0'74'0,"0"0"-8"0,0 0-11 16,0 0-12-16,0 0-11 0,0 0-10 15,0 0-4-15,0 0-6 0,0 0-4 0,0-44 1 16,-4 44-1-16,-3 11-2 0,-1 7 2 16,0 10-4-1,-3 4-2-15,0 5-1 0,2 7-1 16,-5 5 0-16,4 5 1 0,-5 1-2 16,1-1 2-16,1-6-2 0,-2-6 2 15,5-5-1-15,1-10 1 0,1-7 9 16,5-10-10-16,3-5 9 0,0-5-7 0,0 0-2 15,0 2 1-15,0 1-11 0,13-3 9 16,6 0-9-16,7 0 10 0,9-10 1 0,-1 3-1 16,4-2 0-16,-1 0 2 0,0 0-2 15,-3 1 1-15,-3 0-2 0,-10 3 0 16,-3-2 2-16,-7 4-2 0,-8 0 3 16,4-3-2-16,-4 2 1 0,-1-7-2 0,1-4 2 15,-3-2-2-15,0-6 1 0,-2-1 1 16,-2-5-1-16,-2-1-1 15,2-7 1-15,-1 0-1 0,1-3 2 0,-2 4-1 0,2 1 1 16,0 3-1-16,-2 4 1 0,0 6 0 31,-1 1 0-31,3 5 1 0,-2 3-1 16,1 3 0-16,1 2 0 0,-2-2-1 0,-1 1 2 16,3 1-1-16,1 6 0 0,0-1 0 15,-2 0-1-15,1 1 0 0,1-1-12 0,0 1 11 16,3 2 1-16,-1-1 1 0,1 1 12 15,-7 0-13-15,-2 0 0 0,5 0-1 16,-1 0 1-16,5 0 0 0,-1 0 0 16,1 0 1-16,-2 0-1 0,1 0 0 0,-1 0 1 15,1 0-1-15,-2 0 2 0,2 0-1 16,-2 0-1-16,3 0 1 16,-3 0-2-16,3 0 0 0,-1 0 2 0,-1 4 0 0,-1 8 0 15,3 7 2-15,0 4-1 0,0 4 1 16,3 5 0-16,3 6 2 0,2 9-3 15,0 6 1-15,-2 6-3 0,1 5 2 0,-3 1-2 16,3 0 6-16,-2-2 4 0,-1-2-5 16,0-7 4-1,2-3-9-15,-1-5-2 0,0-3 1 16,2-4-1-16,-1-1 2 0,0-3-4 16,0-1-1-16,5-4-7 0,0-5-5 15,0 0-10-15,2-4-16 0,3-5-38 16,1-5-94-16,-2-6-133 0</inkml:trace>
  <inkml:trace contextRef="#ctx0" brushRef="#br0" timeOffset="18683.16">13536 2088 606 0,'0'0'55'16,"0"0"-2"-16,0 0-13 0,0 0-8 31,0 0-13-31,0 0-10 0,0 0-1 16,0 0-3-16,0 0 1 0,-5-25 3 0,5 52-4 16,0 13 1-16,0 7-3 0,0 3-1 15,1 1-2-15,-1-1 1 0,0-1-2 0,0-3 2 16,0-4-1-16,0-2 5 0,2-4 4 15,0-6-5-15,-2-9 4 0,0-8-9 16,3-8 2-16,-3-5 1 0,0 0 2 16,4 0-2-16,5-4 0 0,7-10-4 0,0-10-7 15,6-6 6-15,-3-3-4 0,-1-6 7 16,2-1 2-16,-2 0-2 16,4 3-1-16,-6 9 1 0,-2 8-1 0,-7 9-1 0,2 10 1 15,4 1-1-15,0 12 2 0,7 6 1 16,-7 7 0-16,0 2 1 0,-3 1 1 15,-1 1 1-15,-2 0-2 0,-3-1 2 0,-1-3 8 16,0-2-7-16,-3-5 6 0,2-1-7 16,-2-7-5-1,0-3 2-15,0-1-3 0,0-6 0 16,0 0-4-16,0 0-7 0,0 1-8 16,1 1-21-16,-1-1-54 0,0-1-126 15,0 0-98-15</inkml:trace>
  <inkml:trace contextRef="#ctx0" brushRef="#br0" timeOffset="19016.46">13868 1787 647 0,'0'0'46'0,"0"0"-8"0,0 0-9 0,0 0-8 15,0 0-4-15,95-74-3 0,-69 74-3 16,1 0-3-16,2 7-3 15,-1 8-4-15,-4 5 1 0,-3 3-2 0,-4 8-1 0,-7 2 14 16,-5 5 0-16,-5 2-3 0,-6 4 1 31,-9 1-14-31,-5 1 1 0,-3 0 0 16,1-2 1-16,-1-5-2 0,1-4 2 0,6-8-1 16,5-9 2-16,4-7 0 0,5-6 1 15,2-5-1-15,0 0 1 0,0 0 0 0,13 1 0 16,10 0 1-16,9-1-2 0,4 0 0 15,5-2 0-15,-1-6-1 0,1 2 0 16,2 0-6-16,-1 1-8 0,-1 1-17 16,2 2-42-16,-4 2-102 0,0 0-141 0</inkml:trace>
  <inkml:trace contextRef="#ctx0" brushRef="#br0" timeOffset="19317.5">14864 2130 782 0,'0'0'34'16,"0"0"-3"-16,0 0-6 0,0 0-11 16,0 0-6-16,0 0-3 0,0 0-1 15,0 0 0-15,0 0 1 0,0 0-1 16,34 55 0-16,-51-5 0 0,-6 9-2 0,-3 4-1 15,-10 3 1-15,3 2 8 0,-5 3-5 16,2 2 2-16,0 1-3 16,-1 2-7-16,4-5 2 0,4-2-1 0,5-6 2 0,4-8-3 15,6-8 2-15,3-6-7 0,10-8-2 16,1-5-4-16,0-10-18 0,9-3-14 16,8-6-52-16,4-7-146 0,9-2-73 0</inkml:trace>
  <inkml:trace contextRef="#ctx0" brushRef="#br0" timeOffset="19816.38">15308 2645 696 0,'0'0'51'15,"0"0"-16"-15,15-77 3 0,-15 59-19 0,0 6-2 16,0 2-6-16,0 2-5 0,-9 3-4 15,-6 2-2-15,-7 3-1 0,-8 8 0 16,0 11 9-16,-2 7-6 0,0 6 6 16,3 4-6-16,3 2-4 0,6 0 2 0,2 0-2 15,8 0 1-15,3-3-1 0,7-2 2 16,3-2-1-16,7-4 2 0,12-4 0 16,3-2 0-16,3-1-3 0,7-2 3 0,4-3-1 15,0 0 0-15,0 1 4 0,-4-1-4 16,1-2 0-16,-8 2 0 0,-5-1-2 15,-5 0 2-15,-6-3-1 0,-6 0 1 0,-6 3 1 16,0 3 1-16,-10 3 4 0,-9-4-5 16,-3 1 6-1,-4-3-7-15,-4-3-1 0,-2-4 1 16,0-4 1-16,3-1 1 0,0-2 1 16,6-8-1-16,4-6-7 0,5-5 6 15,7-9-6-15,5-5 4 0,2-8 4 16,7-7-4-16,9-7 4 0,3-4-4 0,6-4 2 15,1 2-2-15,1 6 0 0,-1 5 1 16,-1 5 2-16,-3 9-2 0,-4 3-9 16,-5 6 6-16,-4 9-7 0,-3 8 7 0,-6 1 2 15,0 1-1-15,-10-1 1 0,-6 1-4 16,-6 5-2-16,-5 3-11 0,-4 3-12 16,1 8-51-16,-3 3-106 0,2 4-125 0</inkml:trace>
  <inkml:trace contextRef="#ctx0" brushRef="#br0" timeOffset="20566.4">15662 2977 738 0,'0'0'46'0,"0"0"-5"15,0 0-12-15,6-95-9 0,1 77-7 16,0 6-5-16,3 3-2 0,-4 4-4 15,7 5 0-15,6 0 0 0,0 6-2 0,5 9 0 16,-2 5-1-16,-2 6-2 0,-5 1 3 31,-2 4-2-31,-3 1 2 0,-6 0-2 0,-1-4 0 16,-3 1-1-16,0-3 2 0,-7-5-1 16,1-4 0-16,-4-5 2 0,4-3 2 15,3-6-2-15,0 2 2 0,3-5 2 16,-3 0-2-16,2-2 2 0,1-11-2 0,0-9-2 15,6-4 0-15,7-10-1 0,9-2 1 16,2-2 1-16,2-2-1 0,4 1 1 16,1 5-2-16,-1 5 2 0,0 9-2 0,-1 8 0 15,-2 9 0-15,-3 5 1 0,-1 5 0 16,-4 12-1-16,-3 5 1 0,-2 4-2 16,-5 5 3-16,-6 0 0 0,0 1 0 0,-3 0-2 15,0-2 2-15,-7-3-2 0,-1-4 2 16,-3-1 0-16,2-7 0 0,0-3-1 15,1-4 2-15,5-5-2 0,0 0 5 0,3-3-2 16,-1 0 1-16,1-2 1 0,1-10-5 31,8-9 0-31,7-7 0 0,4-3 0 0,3-6 0 16,3-3 0-16,3-5 0 0,0 1 1 16,1 5-2-16,-1 6 1 0,0 5 0 15,-4 11 0-15,-8 7 0 0,0 8 0 16,-2 4 0-16,2 11 2 0,-1 10 0 0,0 8 2 15,-6 2 2-15,0 5-1 0,-3 0 0 16,-2 0-1-16,-2-1-1 0,-3-4-1 0,0-4-1 16,0-2-1-16,0-9 1 0,0-1-1 15,-2-7-1-15,1-4 0 0,-2 5-4 16,1-7-6-16,1 1-6 0,1 0-11 16,0-5-25-16,0 0-76 0,0 0-189 0,4-11-10 15</inkml:trace>
  <inkml:trace contextRef="#ctx0" brushRef="#br0" timeOffset="20899.68">16741 2612 773 0,'0'0'48'16,"0"0"-9"-16,0 0-15 0,0 0-7 15,0 0-7-15,76-5-1 0,-51 21-4 0,-5 3 0 16,-5 6-2-16,-2 2-1 0,-3 5-1 15,-6 4 0-15,-1 4-1 0,-3 4 0 16,0 3-1-16,-4-2 2 0,-2-1-2 16,-1-4 1-16,1-7 0 0,5-8 0 0,1-6-1 15,0-2 2-15,1-5-2 0,12 2 2 16,3-7 0-16,8-5 0 0,7-2 1 0,5 0-2 16,3-7 1-16,4-3 0 0,-1 1 0 15,0 0-1-15,-4 0 1 0,-6 1-1 16,-9 4 0-16,-10 1 1 0,-7 1-2 15,-6 2 1-15,0-1-1 0,0 1-2 0,1 0-3 16,1 0-3-16,-1 0-9 0,-1 0-11 31,0 0-26-31,0 0-44 0,-10 3-121 0,1 1-102 16</inkml:trace>
  <inkml:trace contextRef="#ctx0" brushRef="#br0" timeOffset="21332.58">17353 2145 697 0,'0'0'44'0,"0"0"-4"0,0 0-5 15,64-92-9-15,-39 76-8 0,4 2-5 16,4 4-2-16,3 2-4 0,2 5-1 0,0 3-1 15,-1 0-1-15,0 9 0 0,-4 4-3 16,-4 4 0-16,-6 5-2 0,-5 2 0 16,-7 6-1-1,-10 5 0-15,-1 6-1 0,-10 1 0 16,-10 3 0-16,-5-3 0 0,-2-1 0 16,-1-3 3-16,2-5-4 0,2-4 4 15,2-6-1-15,10-8 1 0,5-6 1 0,5 1 1 16,2-4 10-16,12 3-6 0,10-2-3 15,8-5-1-15,8-2-10 0,7 0 6 16,8-5 3-16,5 1 0 0,4-1-1 16,5-1 1-16,-1 2 0 0,-2-1-1 0,0 2 0 15,-9 0 2-15,-9 0-2 0,-16 2 1 16,-8-3 1-16,-9 4-2 0,-9-1 1 0,2 1 0 16,-6 0-3-16,0 0-1 0,-12 0-2 15,-8 0-7-15,-6 0-18 0,-3 7-34 16,-1 1-104-16,0 1-158 0</inkml:trace>
  <inkml:trace contextRef="#ctx0" brushRef="#br0" timeOffset="22417.55">3045 237 138 0,'0'0'43'16,"0"0"2"-16,0 0-4 0,0 0-5 15,0 0-1-15,0 0-1 0,0 0-7 16,0 0-4-16,0 0-4 16,-26-14-3-16,26 14 5 0,0 0 3 0,0 1-2 0,0 5-2 15,0 8-3-15,0 6 0 0,0-2-1 16,9 9-6-16,2 1-1 0,2 4-2 0,3 2-5 15,6 7 0-15,1 8-2 0,3 6-2 16,0 10-1-16,0 8-1 0,-1 9 0 31,-1 8-1-31,-2 2-2 0,-2 3-1 0,-2-2-22 16,-3-10-38-16,0-6-85 0,-2-15-103 16</inkml:trace>
  <inkml:trace contextRef="#ctx0" brushRef="#br0" timeOffset="23284.39">3074 473 211 0,'0'0'31'0,"0"0"-2"0,0 0-7 16,0 0-3-16,0 0 0 16,0 0 1-16,0 0 0 0,0 0 0 0,0 0 0 0,0 0-2 15,4-25 2-15,11 18-2 0,2 4-1 16,12-1 3-16,6 3-5 0,1 1-1 0,13 0-3 15,4 0-2-15,8 0-4 0,10 0-1 16,9 2-2-16,11 1 1 0,10-1-2 31,6-2 1-31,13 0 0 0,12 0-1 0,6 0 1 16,4 0-1-16,6 0 0 0,2-2 0 16,3 1-2-16,4-1 2 0,2 1 0 15,4 0 0-15,2-3 0 0,3 3-1 16,2-2 0-16,2 1 1 0,3 0 0 0,2 1-1 15,-4 1-1-15,-2 0 0 0,2 0 0 16,-2 0 2-16,0 0-1 0,-2 0-1 0,0 0 1 16,0 0-1-16,0 0 2 0,-2 0 0 15,0 0 0-15,0 0 0 0,-1 0-2 16,2 0 1-16,-3 0-1 0,1-1 0 16,-3-1 0-16,-2 1-1 0,-5-1-1 0,-7-1 1 15,-3-2 0-15,-7 2 1 0,-6-2 1 16,-9-2 0-16,-8 1 0 15,-3-1 2-15,-6-1 0 0,-6 2-1 0,-6 0 1 0,-5 1-1 16,-5 3 0-16,-8 0 0 0,-3 0 0 16,-8 1-1-1,-4-2 0-15,-8 0 0 0,-5 0 1 16,-8 1-1-16,-5 2 2 0,-7-1-2 16,-9 1 0-16,0 0 2 0,-8 0-2 15,1 0 0-15,0 0 0 0,-7 0-2 0,5-2 2 16,-4 2 0-16,-1 0-1 0,0 0 1 15,-3-1 1-15,5 1-3 0,-2 0 1 16,0 0-3-16,-6 0-9 0,0 0-2 16,0 0-4-16,0 0-5 0,0 0-4 0,0 0-10 15,-12 0-30-15,-8 0-28 0,-6 0-51 16</inkml:trace>
  <inkml:trace contextRef="#ctx0" brushRef="#br0" timeOffset="24217.66">419 306 596 0,'0'0'5'0,"0"0"6"16,0 0 5-16,0 0 4 0,0 0 0 16,0 0-3-16,0 0-6 0,0 0-3 15,0 0-2-15,-10-3-4 0,13 8-1 16,11 9 0-16,2 7-1 0,3 3-3 0,-2 3 2 15,-4 5-3-15,-1 2 1 0,-2-1 2 16,-3 0-2-16,-1-1 2 0,-3-3 0 16,0-8 1-16,-3-2 0 0,3-7 1 0,-3-6 1 15,1 0 3-15,-1-6 4 0,0 0 0 16,0 0-3-16,0-2-1 0,2-12-1 0,0-8 0 16,0-10 0-16,-1-1 2 0,-1-4-2 15,2-1 1-15,-1 0 0 0,-1 4-1 16,3 3 0-16,-3 10-2 0,3 3-1 15,0 9-2-15,0 4 0 0,-2 0-1 0,4 5 0 16,6 4 0-16,2 7 0 0,3 9-1 16,-3 3 2-1,-1 5-2-15,-2 2 2 16,-3 0 1-16,3 2-3 0,-1-3 2 0,-2-2 0 16,-4-1 0-16,1-8 0 0,-1-1 0 15,0-7 1-15,-1-3 0 0,-1-1-1 0,-1-6-2 16,0 0-12-16,0 0-28 0,7 0-40 15,0-3-134-15,2-8-81 0</inkml:trace>
  <inkml:trace contextRef="#ctx0" brushRef="#br0" timeOffset="24449.77">875 379 591 0,'0'0'57'0,"0"0"-8"0,0 0-16 0,0 0-9 16,0 0-10-16,0 0-3 0,0 0 0 31,0 0-2-31,0 0-2 0,76-26-3 0,-40 17-1 16,5 2-2-16,8 2-1 0,3 0-1 16,2 4-1-16,-4-1-6 0,-4 1-25 15,-11-2-27-15,-10 2-71 0,-11-1-117 16,-8 2-39-16</inkml:trace>
  <inkml:trace contextRef="#ctx0" brushRef="#br0" timeOffset="24616.37">860 560 522 0,'0'0'51'0,"0"0"-2"0,0 0-6 15,0 0-15-15,0 0-6 0,107-9-9 16,-58 3-7-16,6 1-4 0,9 0-3 15,1 1-11-15,-3-2-28 0,-3-2-80 0,-4 1-169 16</inkml:trace>
  <inkml:trace contextRef="#ctx0" brushRef="#br0" timeOffset="25084.5">1716 398 674 0,'0'0'50'0,"0"0"-9"0,0 0-9 0,0 0-10 15,0 0-6-15,19-87-4 0,4 72-3 16,3 3-2-16,0 2-4 0,0 3 0 16,-1 2-2-16,4 4-1 0,0 1 1 0,-2 3-3 15,-1 6 0-15,0 2-1 0,-3-1-1 16,-7 1 0-16,-7-2-1 0,1 3-3 0,-6 5-5 15,-4 3-2-15,0 4-2 0,0-2 0 16,-7-2 4-16,-4-3 5 0,-1-2 4 31,0-5 1-31,7-3 2 0,2-4 2 0,3-3 1 16,-2 0-1-16,2 0 2 0,2 0-2 16,9-6 0-16,10-5 2 0,3-2-1 15,2-1 1-15,-3 2 0 0,3 3 0 16,-1 1 1-16,4 3-3 0,1 4 2 0,5 1-1 15,2 0 2-15,-2 4-1 0,3 6-1 16,-5 3 0-16,-4 4-2 0,-6 3 0 16,-10-1-1-16,-4 3 0 0,-4 1 2 0,-5-1-2 15,-15 3 2-15,-8 0 0 0,-9-2-2 16,-6-2 1-16,-7-4-1 0,-4-3 1 16,0-5-1-16,4-3 0 0,3-3-1 0,5-3-5 15,2 0-13-15,9-3-26 0,4-6-99 16,2-3-160-16</inkml:trace>
  <inkml:trace contextRef="#ctx0" brushRef="#br0" timeOffset="26316.41">12916 297 287 0,'0'0'69'15,"0"0"-2"-15,0 0-4 0,-7-82-10 16,-5 62-15-16,6 8-4 0,-5 2-5 16,-4 4-2-16,-3 1-1 0,-8 2 25 0,-2 3-5 15,-2 0-7-15,-5 8-35 0,0 5-36 16,-1 4 2-16,-2 3-4 0,5 1 32 0,4 2-1 16,8 0-3-16,7-8 2 0,9 2 1 15,5-2 1-15,5-5-1 0,12 2 3 16,7-6 0-16,6-4 0 0,5-2 1 0,3-2 0 15,1-5-1-15,-6-4 1 0,-1-1 0 16,-7-1 1-16,-2-1 1 0,-3-3 0 16,-7 1 1-1,-2-3 0-15,-3-1 1 16,-7 5 1-16,2-1 0 0,-3 5 6 0,0 5 1 16,0 1 3-16,0 5-3 0,0-1-5 15,0 1-4-15,-3 0 1 0,0 9-1 0,-1 9 1 16,1 8 1-16,3 3-3 0,0 1-2 15,3 2-1-15,3 3-2 0,1 0 1 16,2 1 1-16,1 2-3 0,-2-1 1 0,0-3-2 16,0-2 1-16,1-3 2 0,-5-9-1 15,2-3 4-15,-3-6-5 0,-3-7 2 16,6 5-2-16,-2-6-6 0,-1 0-8 0,0 1-29 16,1-4-37-16,2-4-150 0,3-4-77 15</inkml:trace>
  <inkml:trace contextRef="#ctx0" brushRef="#br0" timeOffset="26749.92">13369 269 664 0,'0'0'47'0,"0"0"-5"0,0 0-13 0,0 0-8 15,0 0-11-15,0 0-5 0,0 0-2 16,0 0 1-16,0 0-1 0,0 0-1 0,5 28 0 16,1-2-5-16,0 2 1 0,-2 0 1 15,-1 2-4-15,0 1 3 0,3-2-1 16,-2-2 0-16,1-1 1 0,-1-10 0 0,-3-5 2 16,1-5 0-16,-2-6 1 0,0 0 1 15,0 0 0-15,7 0 1 0,3-6 0 16,7-8 0-16,2-6-1 0,0-4 0 0,0 0 0 15,-2-2 2-15,2 4-1 0,-3-1-1 16,3 3 0-16,-6 7-1 0,-5 5-2 31,-3 5 0-31,-1 3-1 0,2 0 0 16,4 0-2-16,3 7 2 0,-7 1 1 0,3 4-1 16,-5-4 3-16,-2 3-1 0,0-1 0 15,-2-5 1-15,0 7-1 0,0-6 0 0,0 0 0 16,0 5-2-16,0-6-1 0,0 0 0 15,0 1-9-15,0-1-12 0,0 1-29 16,1-1-41-16,2 0-192 0,-3-5-16 16</inkml:trace>
  <inkml:trace contextRef="#ctx0" brushRef="#br0" timeOffset="27099.79">13714 170 661 0,'0'0'54'0,"0"0"-8"31,0 0 25-31,0 0-14 0,0 0-9 0,0 0-5 16,0 0-37-16,0 0-2 0,0 0-3 16,0 0-2-16,96-37-1 0,-79 52 0 15,-4 5-32-15,-3 0 0 0,-3-5-1 16,-4 4-1-16,-3 0 35 0,0-1-3 0,-3 5 2 15,-1-8 1-15,-2-1-2 0,1-6 3 16,2-4-1-16,1 0 2 0,-1 0 0 0,2-1 0 16,-2 0 1-16,1 1 1 0,4-4 0 15,14 0 0-15,7-6-1 0,9-3 1 16,4 2-1-16,0 0 0 0,0 0-2 16,0-1 0-16,-1 1 0 0,-2 1 0 0,-5 1 0 15,-8 3-4-15,-4 2-10 0,-5 0-25 16,-6 0-28-16,1 0-85 0,-6 0-146 0,0 0 14 15</inkml:trace>
  <inkml:trace contextRef="#ctx0" brushRef="#br0" timeOffset="27983.01">14602 232 440 0,'0'0'52'0,"0"0"4"0,0 0-4 16,0 0-7-16,0 0-4 0,17-77-4 15,-15 72 24-15,-1 0-3 0,1 1-3 16,1 1-5-16,-2-2-34 0,2 2-5 0,-3 3-6 15,0-2-1-15,0 2-2 0,0 0-1 16,-3 0 3-16,-4 13-3 0,-10 9 1 31,-9 9-35-31,-3 2-1 0,-6 5-1 0,-1 2 2 16,-2 2 29-16,-1 5 0 0,-1 2 0 16,2 1 0-16,3 0 1 0,5-3 1 15,2-4 0-15,8-4 0 0,4-5 0 16,6-6-2-16,3-8 2 0,3-9-1 0,4 1-5 15,0-3-5-15,0 0-25 0,3 0-26 16,-2-4-81-16,-1-5-163 0</inkml:trace>
  <inkml:trace contextRef="#ctx0" brushRef="#br0" timeOffset="28500.94">14968 409 640 0,'0'0'51'0,"0"0"-3"16,0 0-9-1,0 0-6-15,0 0-13 0,-17-77-8 16,5 71-5-16,-1 2-5 0,-4 4-1 16,-8 0-1-16,-2 5-2 0,-2 8 0 15,-3 3-2-15,4 6 0 0,1 2 2 0,2 5 1 16,8 3-3-16,5-2 2 0,6 0-1 15,6-2-1-15,0-2 1 0,14-4 2 16,4-1-1-16,7-1 3 0,5-1-1 16,3-3-2-16,4-1 2 0,0 1-1 0,1-3 2 15,-3 1 1-15,-3-1-1 0,-5 0-2 16,-4 0 0-16,-6 3-1 0,-5-1 1 0,-5-3 2 16,-5 1-1-16,-2 4 0 0,-8 0 1 15,-9 4-3-15,-5-3 3 0,-5-4 0 16,-6-5-1-16,-1-5 1 0,-2-4 1 0,6-2-1 15,1-12 0-15,3-4 1 0,4-3-1 16,6-7 1-16,3-4-1 0,9-4 1 31,4-4-2-31,3-2 2 0,11-2-1 0,2 1 2 16,4 2-3-16,1 2 2 0,2 2 1 16,-3 6-2-16,-4 4 2 0,-3 10-2 15,-6 6-1-15,-4 8 1 0,-3-1-2 16,-6-3-2-16,-8 1 0 0,-6 2 0 0,-8 4 2 15,-1 0 0-15,-1 4-7 0,1 7-10 16,0 1-31-16,0 1-40 0,5 4-167 0,0 1-57 16</inkml:trace>
  <inkml:trace contextRef="#ctx0" brushRef="#br0" timeOffset="29150.91">15203 631 688 0,'0'0'41'16,"0"0"0"-16,0 0-6 0,22-86-10 15,-3 63-9-15,4 3-4 0,2 5-4 0,1 6 1 16,4 2-5-16,-1 7-2 0,2 0-4 15,-4 7 1-15,-2 3 0 0,-4 4-1 16,-5 1 3-16,-2 2-4 0,-6 1 0 16,-4 2 2-16,-2 1-2 0,-2 2 2 0,-5 0 0 15,-4-3-1-15,-2-2 0 0,4-6 1 16,-3-2 0-16,4-3 3 0,0-4 0 0,3 0 1 16,3-3-1-16,-3 0 0 0,2-11 0 15,1-6 0-15,0-7-1 0,7-2 0 16,12-1-1-16,2 0 1 0,3-1 2 15,2 2-3-15,1 3 1 0,2 5 0 0,0 6 2 16,-3 3-2-16,0 8-2 0,-4 1-2 31,1 1 0-31,-4 11 1 0,-3 3 1 0,-3 4 1 16,-6 1-1-16,-3-5 0 0,-2 2-2 16,-2 1 2-16,-2 1 0 0,-4 4 0 15,-2-5 4-15,1-6-3 0,1-4 1 0,0-3 2 16,3-3-2-16,-1 0 2 0,1 1 1 15,3-3-2-15,-2 0 0 0,2-3-1 16,3-12-1-16,6-5 0 0,11-7 1 0,1 1 0 16,3 0 1-16,2 2-1 0,2 0-1 15,-4 4 2-15,1 3-2 0,-8 7-1 16,0 3 1-16,-5 6-1 0,0 1 0 16,5 0 1-16,-4 8-2 0,4 5 2 0,-5 4 2 15,-1 3-2-15,-5-5 1 0,-1 0-2 16,-4-3 2-16,2 1-1 0,-2-1 1 0,-1 0-1 31,0 0-1-31,0-6 1 0,0 0-1 0,0-6 1 0,0 0 0 0,0 0-2 16,0 2-3-1,0-1-9-15,0 0-18 16,0 1-35-16,0-2-135 0,0 1-123 0</inkml:trace>
  <inkml:trace contextRef="#ctx0" brushRef="#br0" timeOffset="29516.37">16316 302 766 0,'0'0'53'16,"0"0"-12"-16,0 0-12 0,0 0-11 0,0 0-9 16,0 0-5-16,0 0-2 0,0 0-3 15,0 0 0-15,0 0 2 0,39-6-1 16,-32 30 1-16,-4 3-1 0,-2 4-2 15,-1 0 1-15,0 6-3 0,0 2 2 0,-4 1 1 16,3 0-2-16,-1-4 3 0,2-3-2 16,0-4 0-16,3-3 0 0,7-6 3 0,3-5-1 31,6-5 2-31,3-3-1 0,5-6 1 16,6-1-1-16,5-3 0 0,2-6 0 15,4 0-1-15,0-2 1 0,-1 0-1 16,-4 2 1-16,-7 0 0 0,-9 5 0 0,-11-1 1 15,-1 4-2-15,-7-1 0 0,0 0-1 16,1 2-3-16,-5 0-2 0,0-1-9 0,0 1-12 16,0 0-37-16,1 0-83 0,-1 0-172 15,-1 0-15-15</inkml:trace>
  <inkml:trace contextRef="#ctx0" brushRef="#br0" timeOffset="46549.69">21410 2035 540 0,'0'0'46'0,"0"0"-12"0,0 0-10 0,0 0-10 16,0 0-5-16,0 0-2 0,0 0 1 0,0 0 0 15,0 0-3-15,-17 100-1 0,20-54-3 0,5 3 2 16,6-2-3-16,4-2 3 0,5-5 0 31,5-4 0-31,6-7 1 0,9-6 0 16,5-10 2-16,9-5-1 0,4-8 1 16,4-11-1-16,3-11 0 0,1-10-2 15,1-11 0-15,-1-8-2 0,-7-7 4 0,-4-1-5 16,-12-1 4-16,-7 4-1 0,-11 8 3 0,-9 5 0 15,-11 8-10-15,-3 13-1 0,-5 3-2 16,0 9-2-16,-6 2 9 0,-1 1-2 16,-5 5-2-16,-4 2-1 0,-1 3 9 15,-1 9-3-15,3 5-13 0,3 5-17 16,0 3-41-16,1 4-56 0,-2-1-155 0</inkml:trace>
  <inkml:trace contextRef="#ctx0" brushRef="#br0" timeOffset="46866.35">21737 1955 648 0,'0'0'31'16,"0"0"-6"-16,-16-78 0 0,15 54-8 15,1 8 4-15,0-3-3 0,0 4-5 16,4 4-5-16,3-3-1 0,-1 7-3 15,-3 4-1-15,4 3-2 0,0 8 0 16,5 10 2-16,0 11-2 0,-4 6 14 0,-1 9-2 16,-4 9-1-16,-3 9 1 0,0 11-15 0,0 9 4 15,0 6-4-15,0 0 3 0,0-3 8 16,3-3-4-16,4-8 3 0,2-4-3 16,4-9-8-16,-1-7 3 15,2-7-2-15,1-5-1 0,-1-7 0 0,-2-8 0 16,-1-3-9-16,-1-9-7 0,-1-2-19 0,3-3-32 15,-4-2-72-15,1-3-167 0,-6-5 8 0</inkml:trace>
  <inkml:trace contextRef="#ctx0" brushRef="#br0" timeOffset="47749.8">22219 2914 581 0,'0'0'63'0,"0"0"-11"0,0 0-10 16,0 0-14-16,0 0-10 0,0 0-6 16,0 0-2-16,0 0-4 0,0 0-1 15,0 0 0-15,30-45-2 0,-13 66-3 0,-4 6 1 16,-1 2-2-16,-5 3 2 0,-1 0 0 0,-3-2-1 15,0-3 0-15,-3-5 1 0,0-4-3 16,0-6 3-16,0-6-1 0,0 5 0 16,0-7 2-16,0 1 1 15,0 1 2-15,0-6 3 0,0 0 0 0,0 0-1 16,0-5-1-16,0-13-5 0,8-11 0 0,2-10-1 16,4-4 0-16,3-1 0 0,1 1 1 0,1 0-2 15,3 8 2-15,-3 7-1 0,-6 12-1 16,0 5 0-16,-2 8 1 0,0 3 0 15,6 3 0-15,-4 9 2 16,6 10-2-16,-5 3 3 0,0 4-2 0,-2 5 2 16,-1-1 0-1,0 2-2-15,-2-3 1 0,-1-1 0 16,-2-3-2-16,0-7 2 0,-5-3 0 0,1-7-1 16,-2-5 1-16,1 0-1 0,-1-6-2 15,0 0 1-15,0 0 0 0,0 2 0 16,2 0 0-16,-2-1-2 0,0 0-4 15,0 1-7-15,1-1-17 0,-1-1-31 16,4 0-66-16,4-3-182 0,-2-13 1 0</inkml:trace>
  <inkml:trace contextRef="#ctx0" brushRef="#br0" timeOffset="48049.83">23148 1724 624 0,'0'0'49'0,"0"0"-7"16,0 0-9-16,0 0-10 0,0 0-4 16,0 0-9-16,-41-78-2 0,30 78-4 15,-4 4-4-15,-7 12 0 0,-9 13-2 0,-1 11 0 16,3 7 0-16,2 6 14 0,4 8 0 0,7 5 1 15,5 9-3-15,5 5-10 0,6 7-3 16,0-1 3-16,9 1-2 0,8-8 6 16,6-9 3-16,2-9-6 15,5-9 2-15,2-7-12 0,2-9-6 0,-2-6-8 16,-2-6-11-16,-5-5-11 0,-5-9-23 0,-1-5-29 16,-4-5-78-16,-1-9-98 0</inkml:trace>
  <inkml:trace contextRef="#ctx0" brushRef="#br0" timeOffset="48500.87">23184 2098 632 0,'0'0'52'0,"0"0"-4"16,0 0-9-16,63-79-10 0,-40 65-10 15,0 5-6-15,3 2-5 0,0 7-3 16,-2 0-2-16,0 8-3 0,-5 9-1 15,-2 6 0-15,-6 7-1 0,-2 11 2 16,-3 6-3-16,-6 6 2 0,0 2-2 0,-9-4 2 16,-1-2 0-16,-2-6 1 0,-3-5-2 0,1-9 3 15,0-6-1-15,4-9 2 0,4-4 2 16,3-7-1-16,3-3 2 0,-1-2-1 16,-2-13-1-16,3-10-2 15,6-11 1-15,7-6-2 0,8-5 0 16,4-4 0-16,0 0 1 0,4 1-1 15,-2 6 2-15,-1 6-2 0,-3 7 1 0,-2 7-1 16,-7 9 0-16,-1 3 1 16,-5 6-1-16,-3 3 0 0,-1 1 0 15,-1 2-1-15,5 5 0 0,1 10 2 16,0 7-2-16,-2 8 1 0,-2 4-1 16,-1 8 0-16,2 3 0 0,-2 0 1 15,3 1-2-15,2-5 1 0,3-3-2 0,1-4 0 16,4-7-6-16,-2-4-4 0,3-5 2 15,-5-6-21-15,3-6-7 0,3-6-49 16,1-3-110-16,6-12-103 0</inkml:trace>
  <inkml:trace contextRef="#ctx0" brushRef="#br0" timeOffset="48799.89">23861 1683 687 0,'0'0'47'0,"0"0"-9"15,0 0-6-15,0 0-11 0,80-60-3 16,-41 56-7 0,3 4 1-16,8 2-3 0,3 10-4 15,7 6-1-15,4 8-1 0,2 5-3 16,-2 5 0-16,-4 8 0 0,-7 5 11 0,-7 8 0 16,-8 8-2-16,-12 11 0 0,-12 9-14 15,-11 7 3-15,-4 0-2 0,-17-1 8 16,-8-8 3-16,-7-6-3 0,-3-12 5 15,-5-9-10-15,4-11-1 0,0-8 2 0,7-10-2 16,3-6 3-16,11-8-1 0,4-8 0 16,9-1 0-16,3-4-4 0,-1 0-4 0,1 0-4 15,0 0-9-15,0-2-11 0,6-5-19 16,11-4-39-16,6-4-93 0,5-2-125 16</inkml:trace>
  <inkml:trace contextRef="#ctx0" brushRef="#br0" timeOffset="49017.78">25049 2377 746 0,'0'0'38'0,"0"0"-3"0,0 0-8 0,0 0-9 15,0 0-7-15,83-33-3 0,-41 21 0 16,7 2-5-16,3 0-1 0,1 0 0 0,-4 4-4 15,-4 2 0-15,-4 1-3 0,-6 3-9 16,-10 0-14-16,-6 0-27 0,-7 3-40 16,-7 0-87-16,-2 4-132 0</inkml:trace>
  <inkml:trace contextRef="#ctx0" brushRef="#br0" timeOffset="49166.84">25021 2627 738 0,'0'0'60'0,"0"0"-8"0,0 0-13 16,0 0-13-16,0 0-12 16,126-4-5-16,-68-2-6 15,1 2-1-15,0 1-2 0,-2 2-4 16,0 1-13-16,1 0-30 0,0 0-145 0,0 0-135 16,-7-4-19-16</inkml:trace>
  <inkml:trace contextRef="#ctx0" brushRef="#br0" timeOffset="49933.49">26176 2817 676 0,'0'0'50'0,"0"0"-1"16,11-78-6-16,-10 59-8 0,-1 5-12 16,0 2-8-16,2 0-6 0,-2 7-4 15,1 1-1-15,4 4-3 0,7 0-1 0,5 7 1 16,7 10 1-16,2 12-1 0,1 7 2 16,2 10-3-16,-1 5 1 0,-1 4-1 0,-3 3 1 15,0-3-2-15,-1-4 4 0,-1-4 2 16,-3-6-4-16,-1-8 4 0,-3-5-6 15,-4-11 2-15,-3-7 1 0,-6-5 4 16,-2-5 2-16,0 0 2 16,3 0-1-16,3-8-2 15,1-10-3-15,0-12-8 0,-1-13 5 16,-3-13-6-16,2-14 3 0,-4-12 3 0,3-14-3 16,-1-10-8-16,-1-14 2 0,-1-10-4 15,-1-11 1-15,-1-11-1 0,-11-4-10 16,-4-7 6-16,-7-4 0 0,-4-5 15 15,-2 1 0-15,1 7-4 0,1 19 1 0,5 28-2 16,2 30 6-16,5 28 1 0,7 27-2 16,3 15-1-16,4 13-1 0,1 4 2 0,13 6-1 15,10 7 2-15,16 9 1 0,10 2-2 16,13 0 3-16,12-1-1 0,10-2 0 16,16-4 0-16,11-5 0 0,14-6 0 15,9-4 1-15,3-2-1 16,1-3 1-16,-2-7-1 0,-11 0-1 0,-12-1 0 0,-19 0 0 15,-18 3 1-15,-20-2 0 0,-16 3 1 0,-16 2 0 16,-11 2 2-16,-8 2-2 0,-5 1 1 31,0-2-3-31,0 2-1 0,0 0-3 16,-10 2 1-16,-6 8-5 0,-7 10-5 16,-3 6-15-16,-1 7-19 0,-1 10-42 0,-1 7-70 15,-2 8-141-15</inkml:trace>
  <inkml:trace contextRef="#ctx0" brushRef="#br0" timeOffset="50383.09">27057 1539 567 0,'0'0'54'0,"0"0"0"16,6-84-7-16,0 59-8 0,2-1-11 15,7 2-7-15,2-1-4 0,8 4-4 16,4 3-3-16,4 3-1 16,5 4-1-16,3 5-1 15,1 5-2-15,0 1-2 0,0 4-1 16,-4 10-1-16,-2 4-2 0,-6 5-1 0,-4 5-1 16,-6 7-1-16,-9 6 1 0,-8 8-1 15,-5 5 0-15,-18 6 0 0,-9 1-1 16,-10-3 1-16,-9-1 14 0,-4-5-1 15,-3-5 1-15,2-8 1 0,3-6-11 16,9-5 0-16,8-9-2 0,13-6 1 0,8-6 0 16,9-4 1-16,3-3 1 0,13 0 0 0,10 0 1 15,16 0 0-15,10 0-1 0,10-5 1 16,5 0 0-16,7-3 1 0,-2 1-1 16,-1-3 0-16,-3 1-1 0,-7 0 0 15,-7 2 0-15,-12 0 0 16,-13 4-1-16,-12 0-1 0,-8 3 1 0,-6 0-1 0,0 0-2 15,0 0-5-15,2 0-7 0,-2 2-13 0,-8 10-17 16,-12 5-36-16,-13 7-60 0,-6 2-161 31</inkml:trace>
  <inkml:trace contextRef="#ctx0" brushRef="#br0" timeOffset="50617.63">26911 2592 774 0,'0'0'23'15,"0"0"1"-15,94-59-12 16,-41 42 5-16,8 6-3 0,6 1-5 0,4 4-3 0,0 2-3 16,-1 0-1-16,-3 3-2 0,-5 1-1 0,-4 0 0 15,-6 0-1-15,-6 0-2 0,-8 0-3 16,-12 3-8-16,-5 0-12 0,-9 0-22 15,-7-1-33-15,-3 3-83 0,-6-1-134 16</inkml:trace>
  <inkml:trace contextRef="#ctx0" brushRef="#br0" timeOffset="50949.91">27212 2791 812 0,'0'0'39'16,"0"0"-5"-16,0 0-10 0,0 0-9 16,0 0-8-16,0 0-4 0,0 0-1 0,0 0-1 15,0 0-1-15,0 0 0 0,71 14 0 16,-71 25 2-16,-5 8-3 0,-5 7 3 16,0 1-3-16,-2 3 2 0,3 0 3 15,0-2-4-15,3-3 3 16,3-4-2-16,3-7-3 0,0-5 2 0,7-10-1 0,8-5-1 15,4-9 2-15,8-5 1 0,6-7 1 0,5-1 1 16,7-4-1-16,0-6-1 0,2-2 0 31,0 2 0-31,-4 0 0 0,-4 3 1 16,-4-1-2-16,-11 5-2 0,-4 0 0 16,-8 2-2-16,-6 1-5 0,0 0-7 0,-2 0-17 15,4 4-23-15,1 4-65 0,-1-2-194 16,-4-2-11-16</inkml:trace>
  <inkml:trace contextRef="#ctx0" brushRef="#br0" timeOffset="51566.6">28645 1588 629 0,'0'0'28'16,"0"0"-5"-16,0-92-1 0,0 76-5 15,0 6-4-15,-6 3-5 0,-8 3-6 16,-2 4 0-16,-10 4-4 0,-5 14 0 0,-3 13-1 15,-4 8-1-15,-2 6 0 0,4 4 1 0,4 0-1 16,7-4 1-16,9-4 0 0,10-3 13 31,6-3 2-31,12-3 1 0,12-5 1 16,10 0-14-16,5-2 2 0,8 0-2 16,3 2 1-16,2 0 0 0,1 0 1 0,-5 4-1 15,-2-1 0-15,-8 2 1 0,-6 0 0 16,-9-2-2-16,-9-1 3 0,-8-2-1 0,-6 1 3 15,-12-5 1-15,-11 2 1 0,-7-5-3 16,-8-2 0-16,-4-6-1 0,-5-5-1 16,0-3-1-16,0-4-1 0,5 0-2 15,4-5 2-15,6-4 0 0,8 0-3 16,7 0 0-16,6-1-4 0,5 2-11 0,5-1-12 16,1-4-26-16,12 6-35 0,9-1-82 0,5 7-117 15</inkml:trace>
  <inkml:trace contextRef="#ctx0" brushRef="#br0" timeOffset="51851.01">29082 2085 739 0,'0'0'40'0,"0"0"-8"0,0 0-8 15,0 0-6-15,0 0-7 0,0 0-5 0,0 0-4 16,0 0-2-16,0 0-1 0,0 0 1 16,-8-19 0-16,19 55 0 0,-2 8 1 0,-1 3 0 15,-1 2-3-15,-2-1 2 0,1-6-2 16,-1-5 2-16,-1-7 0 0,-1-10 1 16,0-9-1-16,-1-5 0 0,-2-6 0 15,0 0 2-15,0 0 0 0,1 0-2 16,1 0-1-16,-1-8-8 0,2-6-15 0,0-6-29 15,-3-6-78-15,0-5-183 0,-6-8-3 0</inkml:trace>
  <inkml:trace contextRef="#ctx0" brushRef="#br0" timeOffset="52017.61">28950 1745 631 0,'0'0'34'15,"0"0"-9"-15,0 0-13 0,0 0-8 16,0 0-7-16,0 0-4 0,0 0-5 16,0 0-12-16,0 0-23 0,0 0-28 15,39 93-81-15,-36-52-109 0</inkml:trace>
  <inkml:trace contextRef="#ctx0" brushRef="#br0" timeOffset="52466.71">29029 2161 730 0,'0'0'47'0,"0"0"-9"0,80-106-8 0,-45 79-9 16,2 4-6-16,-1 6-5 0,1 7-3 0,-4 5-4 16,-3 5-3-16,-2 0 0 0,-2 11-2 15,-6 2 0-15,-1 7 1 0,-4 4 0 16,-3 4-2-16,-4 5 2 0,-4 3-4 15,-4 4 2-15,0 1-1 0,-4-3 1 16,-7-3 1-16,0-5 0 0,-1-4 0 0,3-10 2 16,0-3 0-16,3-6 1 0,3-4 0 0,0 1 1 15,3-4-1-15,0-4 1 0,4-14-1 16,11-9-1-16,5-13 2 0,6-3-2 16,4-3 3-16,2-3-3 0,2 2 2 15,-1 3-1-15,-1 8 1 0,-2 8-2 16,-3 7 1-16,-6 11-1 0,-1 5 0 0,-3 5 0 15,2 6 0-15,1 11 2 0,0 6-1 0,-2 4 2 16,-4 6-2-16,1 5 1 0,-4 3-2 31,0 3 2-31,-2 2-2 0,-3-4 2 16,-1-2-2-16,-2-6 0 0,-3-3-1 16,1-10 1-16,-1-9-1 0,0 1 0 0,0-8-1 15,0 2-2-15,0-1-5 0,0-6-5 16,0 0-9-16,0 0-20 0,0 1-50 0,0-1-139 15,-1-14-82-15</inkml:trace>
  <inkml:trace contextRef="#ctx0" brushRef="#br0" timeOffset="52917.72">30062 1457 652 0,'0'0'57'0,"0"0"-14"15,0 0-11-15,0 0-10 0,100-76-7 16,-73 75-7-16,4 1-1 0,-2 5-3 16,-2 12-3-1,-1 5-2-15,-1 6 0 0,-5 6-2 16,-1 7 0-16,-6 3 1 0,-2 3-1 0,-6 0 0 16,-5-2-1-16,0-2 1 0,-5-5-1 15,-5-5 15-15,-1-4-2 0,0-6 3 16,2-8 0-16,3-7-12 0,4-4 2 15,-2-4 2-15,-2-3-15 0,2-10 2 16,1-9-3-16,3-6-1 0,8-7 14 0,9-8-1 16,4-6 2-16,5-2 1 0,3-5-1 0,3 2 0 15,1 9 0-15,-1 7 0 0,0 12-1 16,-3 11 0-16,-3 10-2 0,-2 5 1 16,-2 14-1-16,0 12-1 0,-1 8 3 15,-2 8 1-15,-2 5-1 0,-2 1 4 16,-2-1-4-16,-4-2 0 0,-2-5 0 0,0-3-1 15,-3-5 16-15,-2-4 0 0,-1-8 1 0,-1-1-2 16,0-9-15-16,0 1-2 0,0-2-1 31,-1-4-1-31,-1-1-5 0,-2-1-6 16,0 0-16-16,-5 2-25 0,2-1-42 16,-3-4-113-16,-6-2-97 0</inkml:trace>
  <inkml:trace contextRef="#ctx0" brushRef="#br0" timeOffset="53149.83">30909 1372 604 0,'0'0'62'0,"0"0"-9"0,80-34-17 16,-37 24-10-16,7-4-7 0,7 2-5 0,9 0-5 15,0 2-3-15,-2 1-5 0,-6 5 0 16,-8 1-3-16,-9 2 1 0,-8 1-1 15,-11 0-4-15,-11 0-7 0,-5 0-8 16,-6 4-12-16,-2 4-17 0,-11 5-28 16,-8 2-38-1,-6-1-107-15,-6-1-57 0</inkml:trace>
  <inkml:trace contextRef="#ctx0" brushRef="#br0" timeOffset="53383.45">31040 1353 631 0,'0'0'58'0,"0"0"-13"0,0 0-14 16,0 0-11-16,0 0-6 0,0 0-1 0,0 0-4 15,0 0-2-15,0 0-3 0,89 80-2 16,-80-46-2-16,-2 8 0 0,-2 1-1 16,-1 4 0-16,-3-1-1 0,-1-2 2 15,0-3-2-15,0-6-1 0,0-5 3 16,0-8-4-16,-1-6 2 0,1-5-2 0,-2-6-5 15,2 1 14-15,0-6-22 0,0 0 6 0,0 0-38 16,0 1-35-16,0-1-79 0,-7 0-150 31</inkml:trace>
  <inkml:trace contextRef="#ctx0" brushRef="#br0" timeOffset="53599.93">31262 1330 634 0,'0'0'59'0,"0"0"-14"16,0 0-16-16,0 0-7 0,0 0-6 16,0 0-4-16,0 0-4 0,86 18-3 15,-75 6-2-15,-1 5-1 0,-1 3-2 16,-3 2 0-16,0 6-2 0,-3 2 0 0,0 1 0 16,-2 1-1-16,-1-4-1 0,0-4-5 0,0-6-5 15,0-9-9-15,0-2-14 0,-1-9-19 16,-1-5-42-16,1 1-74 0,1-6-119 15</inkml:trace>
  <inkml:trace contextRef="#ctx0" brushRef="#br0" timeOffset="54083.19">31683 1223 649 0,'0'0'46'15,"0"0"-6"-15,77-56-10 0,-48 47-13 16,1 3 6-16,0 6-13 0,-1 1 0 0,-1 12 1 16,-5 6-1-16,-7 10-4 0,-5 8-2 0,-8 5-6 15,-3 5-1-15,-10 3-5 0,-6 0-1 16,-7 2 0-16,-3 0-1 0,0-2 5 16,1-6 3-16,1-8-1 0,2-7 1 15,8-11 1-15,4-9 1 0,7-4 0 0,3-5 1 16,0 0 0-16,0-12 1 0,8-8 0 0,8-10-1 15,9-5 0-15,4-5 1 0,5-2 5 16,4-4 0-16,3-2 1 0,-1-2-1 31,-1-2-5-31,-3 2 0 0,-4 3 1 16,-4 9-9-16,-4 9 2 0,-9 12 1 16,-4 8-1-16,-7 6 10 0,-4 3-3 0,0 0 2 15,0 2 1-15,-5 14-1 0,-8 10 0 16,-3 11-4-16,-1 2-2 0,0 5 0 0,0 0-1 15,3 3 0-15,-1 1 1 0,4 3-1 16,2-1 1-16,3-2-1 0,6-2 1 16,7-5-1-16,9-5 0 0,10-5 1 15,6-9-2-15,4-3 0 0,8-7-3 0,-1-8-1 16,5-4-7-16,-2 0-3 0,0-6-8 16,-4-6-4-16,-4 0-12 0,-8-3-14 0,-8 4-30 15,-10 4-76-15,-12 2-117 0</inkml:trace>
  <inkml:trace contextRef="#ctx0" brushRef="#br0" timeOffset="54415.38">30734 2334 700 0,'0'0'53'0,"0"0"-9"0,0 0-11 16,0 0-12-16,0 0-6 0,0 0-6 0,0 0-3 15,0 0 1-15,0 0-2 0,0 0 0 16,92-38-1-16,-27 38-2 0,13 0 0 16,13 0 3-16,16 0-1 0,13 2-1 15,10-2-1-15,6 0-4 0,0 0 3 0,-4 0 1 16,-11 0 1-16,-13 0-2 0,-20-2-2 15,-17 1 1-15,-21-2-3 0,-17 1 2 0,-17 2-1 16,-10 0-2-16,-9 0-2 0,-16 0-7 31,-17 9-9-31,-11 6-14 0,-5 3-29 16,-2 4-68-16,-2 2-176 0,-6 1-3 16</inkml:trace>
  <inkml:trace contextRef="#ctx0" brushRef="#br0" timeOffset="54783.46">31087 2709 774 0,'0'0'47'0,"0"0"-7"0,0 0-4 16,0 0-11-16,15-82-11 0,-12 78-6 16,0 1-5-16,-3 3-2 0,4 0-1 0,3 6 0 15,2 9-1-15,-2 11 3 0,-6 7-4 16,-1 9 2-16,-10 9-1 0,-4 5 1 15,-1 5-1-15,-2-1 2 0,1 1-3 16,0-5 3-16,3-6 3 0,2-4-5 0,3-8 5 31,7-8-4-31,1-6-1 0,4-5 3 16,15-7-2-16,7-6 0 0,10-5 2 0,8-1 1 16,11-3 1-16,4-7-1 0,3-2-1 15,2-2-3-15,-1 2-5 0,0-1 6 16,-6 3-6-16,-3 1 5 0,-9 1 1 15,-7 4-1-15,-14-1 1 0,-8 4 0 0,-10 1 0 16,-6 0 0-16,4 0 0 0,2 0-1 16,-2 0-1-16,3 0-3 0,-5 0 2 0,-1 2-13 15,1 3-13-15,-2 3-46 0,0-4-178 16,-3 4-82-16</inkml:trace>
  <inkml:trace contextRef="#ctx0" brushRef="#br0" timeOffset="159716.82">23746 4927 262 0,'0'0'75'0,"0"0"11"16,-40-113-6-16,23 81-12 0,-2 4-14 15,-1 4-9-15,0 3-6 0,2 2-9 0,0 7-6 16,5 3-7-16,3 4-5 0,-1 4-6 16,-2 1-3-16,-4 6-2 0,-6 9 1 15,4 10-1-15,2 8-1 0,1 11 3 16,1 12-5-16,2 9 6 0,2 8-1 0,1 7 3 16,2 7 3-16,3 9-4 0,-1 10 3 15,5 6-2-15,1 6-3 0,0 2 2 0,5 1 1 16,4-3-2-16,1-2 1 0,3 0-2 15,0-8-3-15,-1-7 2 0,-2-8 3 16,-3-11-5-16,-6-8 4 0,-1-7-3 31,-7-8-2-31,-10-7 4 0,-6-8-2 0,-3-9 2 16,-6-11-5-16,-6-12 4 0,-1-10-2 16,-1-5 0-16,-3-15-3 0,3-6-4 0,4-5-4 15,4-2-9-15,8 5-8 0,9 6-14 16,7 10-24-16,8 1-32 0,4 3-63 15,12 1-126-15</inkml:trace>
  <inkml:trace contextRef="#ctx0" brushRef="#br0" timeOffset="160099.49">24302 5348 669 0,'0'0'27'31,"0"0"6"-31,0 0 5 0,31-78-2 16,-27 71-12-16,3 0-9 0,8 4-4 16,1 3-4-16,7 3 1 0,0 11-3 15,1 6-4-15,-3 6 1 0,0 4-2 0,-2 0 1 16,0 4-2-16,0-2 1 0,2-1-2 15,1 0 3-15,4-7-1 0,2-6 1 0,4-9 1 16,1-7 0-16,3-5 0 0,3-14-1 16,1-6 0-16,1-6-1 0,2-2 2 15,-4-3-2-15,-2-2 3 0,-4 1-3 16,-4 0 0-16,-6 2-1 0,-3 2-6 0,-5 5 2 16,-7 8-8-16,1 1-1 0,-5 7-10 15,-2 5-12-15,-1 1-22 0,-1 4-31 0,0 0-49 16,-11 0-71-16,-7 1-49 0</inkml:trace>
  <inkml:trace contextRef="#ctx0" brushRef="#br0" timeOffset="160383.01">24779 5082 724 0,'0'0'52'0,"0"0"-11"0,0 0-10 15,0 0-9-15,0 0-6 0,0 0-4 16,0 0-4-16,0 0-3 0,0 0-2 0,0 0-2 16,-12-61 1-16,10 78 0 0,-1 10-1 0,-1 11 3 15,-1 8 1-15,-1 5-3 0,0 10 4 16,0 9-5-16,-2 9-1 0,1 6 2 16,-1 1-3-16,2 1 2 0,1-9 2 15,1-4-2-15,3-12 4 0,-1-8-4 16,2-8-1-16,0-10-1 0,0-4-1 0,0-11-1 15,0-4-3-15,0-5-4 0,0-3-8 16,0 2-6-16,2-6-17 0,2 2-31 0,-1-3-92 16,0 0-150-16</inkml:trace>
  <inkml:trace contextRef="#ctx0" brushRef="#br0" timeOffset="161100.04">25114 5989 660 0,'0'0'63'0,"0"0"-12"0,0 0-13 16,0 0-5-16,0-79-15 0,-2 73-1 15,2 2-3-15,0 4-6 0,0-1-3 0,0 1-2 16,0 1 5-16,0 16-4 0,0 8 6 15,0 14-6-15,2 6-2 0,-2 8 1 0,0 4-5 16,0 6 4-16,-2-2-2 0,-1-4 1 16,0-5-1-16,2-7 1 0,1-6-4 15,0-15 4-15,0-2-2 0,0-10 0 16,0-5 8-16,0 0-8 0,0-7 5 0,0 0-4 16,0 0-2-16,0 2-1 0,0-2-11 15,0 1-3-15,0-2-20 0,3-13-21 0,3-11-69 16,1-15-186-16,-3-13-8 0</inkml:trace>
  <inkml:trace contextRef="#ctx0" brushRef="#br0" timeOffset="161683.5">25574 4517 637 0,'0'0'46'0,"0"0"-3"0,0 0-8 16,0 0-14-16,0 0-8 0,0 0-4 15,0 0 0-15,0 0 5 0,0 0-7 0,-25 38 2 16,16-9-8-16,3 3 0 0,1 2 0 16,0 1-3-16,-2 2 2 0,0 1-3 15,1 0 0-15,0-3 1 0,0-4 1 16,2-7-1-16,-2-6 1 0,5-6 0 0,0-7 0 15,-1 0 3-15,2-5 0 0,0-3 0 16,0-15-1-16,0-11 0 0,6-8 0 0,2-2 1 31,0 4-2-31,0 8 2 0,-2 9-1 16,-2 7 0-16,-1 9 0 0,0 2-1 16,4 1 2-16,2 9 0 0,3 7 3 15,-4 5-1-15,1 1 1 0,1 6-2 0,-1 1 1 16,0-2-1-16,1 1 0 0,1-3-2 15,-2-4 0-15,-2-5 0 0,0-3-1 0,-4-5 0 16,-1-6 0-16,1 1 1 0,-3-4 2 16,0 0-1-16,0 0 0 0,0 0 1 15,-2-8-6-15,-11-9 2 0,-3-8-1 16,-5-5-3-16,-5-3-3 0,-2-5-1 0,-4 0-3 16,-2 1 4-16,-3 4 0 0,1 8 3 15,1 5 3-15,1 8 1 0,2 4 0 0,3 6 1 16,9 2 0-16,3 0 0 0,8 3 1 15,4 1 0-15,3-1 3 0,2 0 1 16,2 1 1 0,14 4 1-16,9-2 1 15,8-3-2-15,9-3-3 0,5 0-1 0,7 0-4 16,4-2-1-16,4 1-5 0,2 1-16 16,-2 0-25-16,-5 3-63 0,-6 5-184 0,-11-3-13 15</inkml:trace>
  <inkml:trace contextRef="#ctx0" brushRef="#br0" timeOffset="162066.57">26334 5032 765 0,'0'0'46'0,"0"0"-7"0,0 0-13 15,0 0-11-15,87-77-7 0,-67 75-4 0,-1 2-2 16,-2 4-2-16,-2 9 0 0,-3 2-1 31,0 4 2-31,-1 4-3 0,0 3 3 16,1 0-3-16,2-1 0 0,0-2 0 16,5-1 0-16,3-3 5 0,4-3-5 15,1-6 5-15,5-5-4 0,2-5-4 0,-1-3 4 16,0-11-3-16,0-6 6 0,-1-6-1 15,-3-4 1-15,-3-3 0 0,-1-5-3 0,-5-2 4 16,-4 2-2-16,-2 4 1 0,-4 4 2 16,-4 11-1-16,-1 6-2 0,-4 9 0 15,-1 4-3-15,0 0 0 0,0 0 0 16,0 0-1-16,0 2-3 0,0 10-4 0,-6 8-9 16,0 8-15-16,-2 4-24 0,-5 2-60 15,-2 2-183-15,-6-4-5 0</inkml:trace>
  <inkml:trace contextRef="#ctx0" brushRef="#br0" timeOffset="162349.99">26715 4824 769 0,'0'0'44'0,"0"0"-7"15,0 0-8-15,0 0-6 0,0 0-7 16,0 0-6-16,0 0-4 0,0 0-4 15,0 0-1-15,0 0-1 0,-35-49 3 16,30 80-2-16,4 9 1 0,1 10 0 0,0 9 0 16,0 4-2-16,0 5 2 0,0 3 2 15,-2 6-3-15,-2 2 2 0,-2 1-3 0,0 0-3 16,-1-2 2-16,2-8-3 0,-1-7 0 16,1-9-3-16,2-9 0 0,0-10-5 15,2-11-1-15,-2-6-5 0,3-6-16 16,0-7-19-16,0 4-38 0,0-4-90 0,0-1-126 15</inkml:trace>
  <inkml:trace contextRef="#ctx0" brushRef="#br0" timeOffset="162883.14">27049 5959 733 0,'0'0'35'16,"0"0"1"-16,0 0-5 0,0 0-10 15,0 0-5-15,0 0-10 0,0 0 3 16,40-79-7-16,-36 71 4 0,1 1-1 0,-1-1 0 16,6-2-1-16,1 1-2 0,4-2 1 15,2 2-3-15,1 3 1 0,3 0 0 0,1 3-1 16,-1 3 1-16,2 0-1 0,-2 1 1 15,1 8-2-15,-5 3 2 0,0 5 2 16,-2 3-3 0,-5 3 3-16,-3 1-5 15,-5 3 0-15,-2 2 0 0,-10 0-1 0,-5 0 1 16,-3-2-1-16,-4-1 1 0,-3-3 0 16,2-2 2-16,2-6-1 0,6-4 2 0,8-5-1 15,4-3 0-15,3-3 1 0,0 0-2 16,0 0 2-16,0 0-1 0,5-8 0 15,9-1 1-15,6-3 0 0,3 3-1 16,0 1 1-16,2 4-1 0,2 2 2 0,1 2 0 16,-1 5 0-16,2 7 1 0,0 4-1 15,0 9 1-15,-2 4-1 0,-3 4 1 0,-4 4-1 16,-7 0-1-16,-5-2 1 0,-8-1-1 16,-3-2 0-16,-12-3 2 0,-8-5-2 15,-5-1 0 1,-4-5 0-16,-2-1-1 0,-4-5 4 0,2-3-6 0,1-5 1 0,2 0-2 15,2-4-9-15,4 0 0 0,8-5-12 16,0-1-13-16,-1-3-24 0,7 1-57 0,-4-3-185 31,8 5-19-31</inkml:trace>
  <inkml:trace contextRef="#ctx0" brushRef="#br0" timeOffset="163917.57">28812 5445 517 0,'0'0'70'16,"0"0"-11"-16,0 0-11 0,-21-100-10 15,11 76-10-15,-5 5-6 0,1 2-4 0,-3 3-3 16,-6 4-5-16,-3 3-3 0,-8 6-2 15,-5 1-2-15,-6 13-1 0,-4 5 0 16,-1 6 0-16,3 6-2 16,6 5 0-1,6 3-2-15,8 5 2 0,9-1-2 0,9-1 2 16,7-3-1-16,4-6 1 0,11-8-1 16,6-6 2-16,4-8-1 0,6-9 1 0,1-4 2 15,6-13-3-15,-1-12 2 0,1-8-2 16,0-9 3-16,-2-3-1 0,-2-5 2 15,-2-5-2-15,-3-2-4 0,-2-6 4 16,-5-4-4-16,-4-3 4 0,-4-4 2 0,-2 0-3 16,-6 7 3-16,-3 9 0 0,-1 14 1 15,0 18 1-15,0 14 0 0,0 11-3 0,-1 4-2 16,-5 8 0-16,-5 17 0 0,-2 13 0 16,-2 12 0-16,7 11 0 0,0 6 0 15,4 2 1-15,1 6 1 16,3 0-2-16,0 3 2 0,1 1-3 0,5 0-1 0,0-3 1 15,3-5-1-15,1-10 1 0,0-9-3 16,0-13 3-16,3-7-1 0,-6-14-1 0,2-3 0 31,0-7-3-31,-6-5-6 0,7-3-8 16,3 0-18-16,7-10-35 0,3-5-96 16,-2-4-149-16</inkml:trace>
  <inkml:trace contextRef="#ctx0" brushRef="#br0" timeOffset="164366.68">29171 5376 728 0,'0'0'56'0,"0"0"-10"16,0 0-9-16,54-90-12 0,-33 74-11 15,1 2-4-15,3 4-5 0,1 3-2 0,-3 6 0 16,-3 1-3-16,-1 3-2 0,-6 9 2 15,-2 5-1-15,-3 4 1 0,-7 6 0 16,-1 4-2-16,-1 2 0 16,-8 2 2-1,-5 2-2-15,1-2 1 0,-3-2 0 0,3-4 1 16,4-9-1-16,-1-5 1 0,6-6-1 16,1-6 2-16,1 1 1 0,2-4 0 0,2-10 0 15,9-8-1-15,7-10-2 0,5-5 2 16,4-3 1-16,0-6-2 0,4 2 3 15,-5-2-3-15,2 3 2 0,-4 4-2 16,-2 6-3-16,-6 5 6 0,-5 7-6 0,-5 8 4 16,-3 6 0-16,-3 3 0 0,0-1-1 15,1 1 1-15,-1 12 6 0,0 6-5 0,0 9 5 16,0 4-4-16,-3 2-3 0,1 2 1 16,0 1-2-16,2 1 1 0,0 2 0 15,3-3-1-15,7 1-2 16,4-3-1-16,3-6-5 0,3-3-3 0,3-4-8 0,3-6-13 15,3-6-26-15,4-4-56 0,5-5-190 16,1-3-20-16</inkml:trace>
  <inkml:trace contextRef="#ctx0" brushRef="#br0" timeOffset="164666.72">30777 5184 757 0,'0'0'45'16,"0"0"-8"-16,0 0-8 0,0 0-8 15,0 0-7-15,0 0-3 0,96-66-1 0,-49 62-4 16,3-1-1-16,2 2-4 0,3 0 1 15,-3 2-2-15,-5-1 3 0,-3 2 1 16,-8 0-1-16,-10 0-2 16,-12 0-4-1,-2 0-4-15,-7 0-5 0,-1 0-8 0,2 0-9 16,-6 0-16-16,0 4-26 0,-4 12-56 0,-11 3-140 16,-5 4-33-16</inkml:trace>
  <inkml:trace contextRef="#ctx0" brushRef="#br0" timeOffset="164849.95">30753 5454 702 0,'0'0'50'0,"0"0"2"0,0 0-8 16,0 0-14-16,0 0-13 0,100-19-7 16,-58 18-6-16,3 1-2 0,1 0-2 15,0 0-3-15,-2 3-5 16,-5 2-11-16,0 1-28 0,-5-2-60 0,0-1-203 0,-1-1-18 15</inkml:trace>
  <inkml:trace contextRef="#ctx0" brushRef="#br0" timeOffset="165183.25">31792 4420 726 0,'0'0'42'0,"38"-85"-4"16,-13 44-5-16,4 3-7 0,6 7 0 15,2 6-8-15,4 8-2 16,-1 7-3-16,2 7-7 0,0 3 0 0,-3 7-2 0,-2 11-1 16,-6 7-3-16,-2 7-2 0,-6 7 1 15,-4 8 1-15,-9 6-1 0,-5 6 3 0,-5 7 2 16,-12 8-2-16,-8 8 2 0,-6 7-3 15,-3 10-2-15,-3 1 2 0,2-1 0 16,1-6-1-16,4-7 1 16,2-6-2-16,3-7-1 15,5-6 2-15,4-6-4 0,6-6 1 16,5-4-4-16,0-5-1 0,9-4-6 16,4-2-11-16,4-5-19 0,2-1-45 0,0-2-127 15,-3 0-108-15</inkml:trace>
  <inkml:trace contextRef="#ctx0" brushRef="#br0" timeOffset="165499.92">32026 6597 866 0,'0'0'42'0,"0"0"-14"15,0 0-7-15,0 0-14 16,89-79 0-16,-71 68-3 0,-5 5-2 0,1 3-1 0,1 3-1 15,-1 0-1-15,5 6 1 0,-6 8 2 16,-2 2-3-16,-5 7 3 0,-6 1-3 0,0 5 0 31,-10 0 0-31,-4 0-1 0,-5 0 0 16,-3-5-2-16,-2-1 1 0,-1-6-1 16,4-6 3-16,4-3 1 0,2-6 0 0,2-2 3 15,1-6-2-15,-2-6 0 0,6-7 1 16,5-2-3-16,3-3-2 0,2-1-2 15,7 0-9-15,5 0-14 0,3 4-29 0,4 5-77 16,-5 6-184-16,1 3-22 0</inkml:trace>
  <inkml:trace contextRef="#ctx0" brushRef="#br0" timeOffset="177716.67">21646 8257 554 0,'0'0'40'0,"0"0"3"16,0 0-3-16,0 0-3 0,0 0-9 15,-67-80-11-15,57 75-4 0,0 4-4 16,-5 1 2-16,0 3-2 0,-5 11 1 15,2 6 1-15,-1 8 2 0,3 8-2 0,1 5 1 16,0 6-2-16,1 5 0 0,3 7 0 16,3 5-2-16,1 7 0 0,2 10-2 0,4 7-2 15,1 6 2-15,0 5-2 0,3 0-1 16,7 1 2-16,1-2-2 0,5 0 1 16,0 0-2-16,3-2-3 0,-2-6 3 15,1-1 3-15,-4-9-1 0,-2-4 0 0,-7-4-2 16,-5-4-4-1,-1-3 2-15,-13-4-1 0,-4-4 4 0,-6-4-3 0,-5-7 0 0,-6-10 1 16,-1-10-1-16,-3-10 0 0,0-11 1 31,0-5-1-31,1-15-1 0,3-9 2 16,5-5-3-16,5-1 0 0,7 1 0 16,6 9-2-16,8 10-1 0,2 5-7 0,2 5-4 15,0 0-7-15,9 12-14 0,6 6-30 16,3 10-58-16,-3-2-182 0,2 1-11 0</inkml:trace>
  <inkml:trace contextRef="#ctx0" brushRef="#br0" timeOffset="178300.09">22292 8797 639 0,'0'0'44'0,"0"0"-3"0,0 0-5 16,0 0-11-1,0 0-3-15,0 0-6 0,0 0 0 0,0 0-2 0,23 78-2 0,-5-39-6 16,6 4 1-16,4 1-3 0,5 0 1 31,3-3-1-31,5 0-1 0,5-3 3 16,4-4-4-16,3-6 4 0,2-4-4 16,2-8 0-16,3-9-1 0,-1-7 0 0,2-3-1 15,-2-14 0-15,-4-5 1 0,-4-7-4 16,-7-6 4-16,-8-1-3 0,-8-4 2 0,-9-1 0 15,-6 2 0-15,-7-1 1 0,-3 6-1 16,-3 7 2-16,0 6-2 0,0 9 0 16,0 6-2-16,0 0-2 0,0 6-3 15,0-2-3-15,0 2-9 0,-3 0-11 0,-5 3-15 16,-2 8-24-16,0 4-28 0,0 0-75 16,0 3-116-16</inkml:trace>
  <inkml:trace contextRef="#ctx0" brushRef="#br0" timeOffset="178600.13">22808 8633 676 0,'0'0'56'16,"0"0"-9"-16,0 0-5 0,0 0-8 15,0 0-10-15,0 0-11 0,0 0-6 16,0 0-1-16,0 0-1 0,0 0 2 0,-21-7 1 15,21 41 0-15,6 16-4 0,-2 6 1 16,0 7-4-16,-2 9 3 0,-2 3-3 16,0 5 1-16,-4 2 2 0,-4-1-4 0,1 3 1 15,-1-4-1-15,2 0-2 0,1-6 3 16,1-6 0-16,2-7-1 0,2-9-1 16,0-7 0-16,5-7-2 0,2-8-1 15,4-3 1-15,0-5-15 0,3-2-11 0,3-5-34 16,-1-3-82-1,0-4-169-15,-1-4-16 0</inkml:trace>
  <inkml:trace contextRef="#ctx0" brushRef="#br0" timeOffset="179284.24">23127 9924 638 0,'0'0'56'16,"0"0"-1"0,0 0-5-16,0 0-18 0,0 0-12 0,0 0-6 0,0 0-4 0,-8-77-2 15,13 73 0-15,5 1-1 0,9 3-1 16,4 0 1-16,4 11-3 0,1 4 3 15,-2 5-5-15,-2 1 2 0,-2 4-5 16,-6-1-1-16,-3 0 1 0,-7 2-1 0,-3 0 1 31,-3-1-2-31,-3 0 3 0,-5-4-1 16,-3-1 1-16,4-8 2 0,1-4-2 0,4-5 1 16,2-3 1-16,-1 0 1 0,1 0 0 15,0 0 0-15,0-7-2 0,0-11 0 16,7-6 0-16,6-9-2 0,5-1 1 15,2 3 1-15,2 0-2 0,1 5 2 0,1 6-1 16,1 5-5-16,-3 8 6 0,1 5-2 16,-2 2 1-16,-5 9 5 0,-1 6-5 0,-5 3-2 15,-4 2 3-15,-2 3-2 0,-2 0 1 16,-2 1 1-16,0-1-1 0,0 0-1 16,0-7 2-16,-2 1-2 0,-1-7 1 15,2-3 1-15,-1-1-1 0,2-6 1 0,-1 0 1 16,1 0 0-16,0 0 0 15,1-4 0-15,11-12-1 0,2-7 1 0,6-4-2 0,2-5 1 16,4-3 0-16,3 0-4 0,2 2 2 31,-2 3-3-31,-1 5 4 0,0 7 0 16,-4 9 0-16,-3 6 1 0,-1 4 1 16,-1 13 5-16,-2 6-3 0,0 4 5 0,-3 4-5 15,-3 2-1-15,-2 2-1 0,-3-1-1 16,-4 3 0-16,1-2 0 0,-3 1 0 0,2-3-3 15,-2-8 2-15,0-1-1 0,0-9 0 16,0-6 1-16,0 2-2 0,0-3-2 16,1-1-6-16,1 0-9 0,-1 3-24 15,-1-7-91-15,3 0-187 0,-3-15-25 0</inkml:trace>
  <inkml:trace contextRef="#ctx0" brushRef="#br0" timeOffset="180078.83">24602 8459 601 0,'0'0'62'15,"0"0"-4"-15,37-89-8 0,-26 68-9 0,-2 5-12 0,-4 7-9 16,-2 6-8-16,0 3-4 0,0 4 2 31,1 15-2-31,-1 7 1 0,-3 8-3 16,-3 9-1-16,-7 3 2 0,-2 2-5 16,-2 2 3-16,-1 0-6 0,1-1 1 0,1-4-1 15,3-2 0-15,1-7 2 0,5-4-2 16,-1-11 3-16,4-7-3 0,1-8 2 0,0-6-1 15,-2 0 2-15,2 0 1 0,0-1 0 16,3-14-1-16,7-8-2 0,3-9 1 16,2-6-1-16,1-1 1 0,-2-3-1 15,3 2 1-15,0 3-1 0,0 5-4 0,-3 8 6 16,-1 9-7-16,0 7 5 16,1 8 3-16,1 3-6 0,1 11 7 0,0 3-4 0,-3 4 0 15,-1 1 1-15,-4 3-1 0,0-3 1 16,-1 3-2-16,-3-2 2 0,-1-8-2 15,-2 2 2-15,1-7-1 0,-2-5 0 16,1 1 0-16,-1-6 0 0,0 0 1 0,0 0 1 31,0 1 0-31,0 1 0 0,0-2-1 16,-1 0 0-16,-9-5-1 0,-8-7-1 0,-2-6-1 16,-2-3-1-16,-1-4 0 0,-3-2-2 15,-3-1 1-15,-1 3-2 0,-2 3 1 16,-1 7 0-16,1 5 1 15,-1 7 2-15,1 3 0 0,0 0 3 0,2 5-1 0,2 2 2 16,8-1-2-16,6 0 1 0,6-3 0 16,3-2-3-16,2 3 3 0,3-4 2 15,0 1 0-15,11 3 2 16,11-3-1-16,12 2-1 0,7-3-1 0,7 0 0 16,7-4 0-16,3-3 0 0,3 2-3 0,1 1-2 15,-2 1-9-15,1 2-21 16,-2 1-60-16,-4 0-215 0,-8 0-33 0</inkml:trace>
  <inkml:trace contextRef="#ctx0" brushRef="#br0" timeOffset="181066.6">25913 8939 546 0,'0'0'60'15,"0"0"-3"-15,0 0-4 0,-3-79-14 16,3 75-13-16,5 0-8 0,6 4-3 0,5 14 2 15,6 6-2-15,1 7-2 16,-3 6-4-16,2 4-3 0,-3 2-2 0,0 2 1 31,-1-1-5-31,4-3 2 0,-2-3 4 16,3-2-9-16,5-6 9 0,2-7-5 0,6-6 0 16,4-8 3-16,4-5-2 0,4-4 0 15,3-11 1-15,-1-6-2 0,-2-7-5 16,0-4 5-16,-8-4-5 0,-5-4 4 15,-8 0 1-15,-4-1-1 0,-6 1 1 0,-5 6-1 16,-4 7 1-16,-4 8 0 0,-1 6-1 16,-3 8 0-16,1 0-2 0,-1 5-1 0,0 0-1 15,0 0-1-15,0 0-3 0,-2 12-4 16,-9 8-14-16,-1 5-18 0,-6 3-33 0,-2-1-61 16,-6-2-157-16,1-3 4 15</inkml:trace>
  <inkml:trace contextRef="#ctx0" brushRef="#br0" timeOffset="181334.38">26356 8667 737 0,'0'0'55'0,"0"0"-11"0,0 0-9 15,0 0-11-15,0 0-9 0,0 0-8 16,0 0-3-16,0 0 1 0,0 0 0 0,-6-22 2 15,13 47 0-15,0 16-3 0,-2 9-1 16,-4 10-1-16,-1 5 1 0,0 6-2 0,0 3 3 16,-4 1 2-16,-1 1-4 15,3-1 2-15,-3 0-4 0,1-1-2 0,0-2 3 16,2-4-3-16,2-6 0 0,0-7-2 16,0-10-4-16,4-5-5 0,2-10-7 0,3-2-15 15,0-7-23-15,-2-6-67 0,0-3-189 16,-3-4-5-16</inkml:trace>
  <inkml:trace contextRef="#ctx0" brushRef="#br0" timeOffset="181850.93">26823 9853 804 0,'0'0'44'0,"0"0"-8"16,0 0-7-16,0 0-11 0,0 0-9 16,3-96-6-16,4 78 0 0,4 1-1 0,3 5 1 15,3 1-1-15,2 5-1 0,2 5 2 16,2 1-3-16,1 9 0 0,-1 6 0 0,-2 5-3 16,0 4 2-16,-7 2 1 15,-4 4 4-15,-3 1-6 0,-5 2 5 0,-2-1-4 16,-6 0-1-16,-5-4 1 0,-3 1 0 15,-1-4 5-15,0-4-4 0,4-6 0 0,3-8 0 16,6-2 0-16,2-5 2 0,-2 0 3 16,2 0-2-1,0-3-1-15,2-11 0 0,9-8-3 16,9-9 2-16,3-2-1 16,6-5-4-16,2 0 4 0,2-1-5 0,0 1 5 15,3 4 0-15,-1 7-1 0,-1 7 1 16,-3 9-1-16,-2 7 0 0,-3 4 1 0,-1 7 2 15,-2 10 0-15,-4 5 1 0,-2 3 1 16,-2 4 0-16,-6 3 1 0,-1 0 3 16,-5 0-5-16,-3 1 2 0,0-1-4 15,-2-3-1-15,-4-4 2 0,3-5-2 0,-2-3 0 16,2-6-1-16,2-7 0 0,-1 3 0 16,2-7 1-16,-1 0-5 0,1 0-5 0,0 0-13 15,0 1-29-15,0-1-85 0,6-14-186 16,2-8-25-1</inkml:trace>
  <inkml:trace contextRef="#ctx0" brushRef="#br0" timeOffset="182571.75">28558 9072 654 0,'0'0'55'0,"0"0"-9"0,-59-82-6 16,29 58-10-16,-4 6-8 0,-3 4-6 0,-5 6-4 15,-3 8-4-15,0 2-2 0,-1 16-1 16,2 7-3-16,4 8 1 0,2 6-4 16,7 7 3-16,7 3 3 0,5 2-4 15,9-1 4-15,7-1-5 0,3-4-1 0,9-3 1 16,9-6-2-16,8-7 4 0,3-5-2 16,4-9 2-16,2-7-1 0,2-8 1 0,-1-3-1 15,2-13 0-15,-2-5 1 0,-1-6-1 16,-5-5 3-16,-1-5-4 0,-6-3 3 15,-4-7-4-15,-6-6-4 0,-4-5 4 16,-5-7-5-16,0-8 5 0,-3-6 3 0,-1-6-2 31,0 1 3-31,0 2-3 0,2 7-2 16,-1 11 1-16,2 12-2 0,0 19 2 0,0 14 1 16,-1 13 0-16,-2 6-1 0,0-1 0 15,3 1 1-15,0 11 3 0,2 10 5 16,2 13-4-16,-4 11 3 0,-1 8-4 15,-2 11-1-15,0 5 3 0,0 10-4 0,0 4 2 16,-5 4-4-16,0 0 4 0,1-2 2 16,1-5-3-16,1-2 2 0,2-7-4 0,0-4-3 15,7-8 3-15,3-6-2 0,2-9 2 16,2-9-1-16,1-9 0 0,1-6-1 16,-5-10-4-16,3-5-7 0,1-5-13 15,0-3-26-15,4-11-49 0,-6-6-188 0,-1-1-38 16</inkml:trace>
  <inkml:trace contextRef="#ctx0" brushRef="#br0" timeOffset="183072.64">28924 9204 750 0,'0'0'43'0,"0"0"-3"0,0 0-8 16,0 0-10-16,0 0-8 0,91-83-4 15,-66 79-2-15,1 2-3 0,-2 2-1 0,-2 4-2 16,-2 7-2-16,-4 6 0 0,-3 3 5 16,-4 5-5-16,-5 4 5 0,-4 3-6 0,-3 3 1 15,-8 1-1-15,-7 1-1 0,-1-2 2 16,-4-2-2-16,2-2 1 0,2-7-1 15,2-3 2-15,6-7 0 0,4-7 0 16,6-2 4-16,1-5-2 0,0 0 1 0,5-9 0 31,9-8-2-31,9-9 0 0,4-6 2 16,6-2-2-16,2-4 1 0,1-2-1 0,-1-1-4 16,-2 3 4-16,-2 0-5 0,-5 6 4 15,-5 5 0-15,-6 10 3 0,-7 7 1 16,-3 7 0-16,-5 3-1 0,0-2-2 15,0 2 0-15,1 0 1 0,1 0 1 0,-2 3 1 16,0 12 0-16,0 9 0 0,-3 8 3 16,-4 0-3-16,2 3-1 0,1 1-3 0,4 1-2 15,0 1 1-15,1-2 1 0,11-1-2 16,1-3 0-16,4-4 0 0,2-4-4 16,3-3-2-16,4-4-8 0,3-5-11 15,-9-4-23-15,5-7-67 0,1-1-197 0,2-6-24 16</inkml:trace>
  <inkml:trace contextRef="#ctx0" brushRef="#br0" timeOffset="183650.04">30467 9056 546 0,'0'0'56'0,"0"0"-3"0,0 0-7 16,0 0-7-16,0 0-10 0,0 0-5 15,-92-32-3-15,80 32-2 0,-5 0-1 0,8 1-2 16,-1 4-4-16,0 0-2 0,5-4-4 16,2 2 0-16,3-2 0 0,13 4 0 0,12 0 2 15,17-1-1-15,9-2-1 0,12-2 3 16,8 0-2-16,0-2 0 0,-2-1-4 16,-5 0-4-16,-9 2 1 0,-12 1 0 15,-17 0-1-15,-10 0 1 0,-10 0-1 0,-6 0 1 16,0-2-2-1,0 2 2-15,0 0-1 0,0 0 2 0,0 0-2 0,0 0-1 0,-10 3-3 16,-6 3-6-16,-2 3-8 0,-3 0-10 31,1 1-18-31,-1-2-22 0,-2 2-30 16,0 0-60-16,-1-1-128 0</inkml:trace>
  <inkml:trace contextRef="#ctx0" brushRef="#br0" timeOffset="183934.46">30354 9301 674 0,'0'0'67'0,"0"0"-11"0,0 0-19 0,0 0-11 16,0 0-6 0,0 0-4-16,0 0-3 0,0 0-2 0,0 0-1 0,-7 8 0 0,18-3-1 15,8 1-1-15,12 2-3 0,8-3-1 16,4 1-2-16,8-2 1 0,4 0 0 15,3-1-1-15,-2 0-1 0,-4 0-2 16,-7-1 0-16,-5 1-1 0,-8-1-1 0,-12-1-1 31,-5-1 0-31,-9 1-1 0,-6-1-4 16,0 0 0-16,0 0-6 0,1 0-6 0,0 2-11 16,-1-2-18-16,0 1-39 0,0 1-96 15,-8-1-124-15</inkml:trace>
  <inkml:trace contextRef="#ctx0" brushRef="#br0" timeOffset="184534.51">31867 9132 727 0,'0'0'45'0,"0"0"-2"0,0 0-6 16,0 0-12-16,0 0-10 0,0 0-4 31,0 0-4-31,0 0-2 0,0 0 0 16,-78-47-1-16,47 60-1 0,0 6-1 16,-3 3 0-16,1 6 0 0,3 4 3 0,4-1-2 15,3 3 2-15,8-1-3 0,3-1-3 16,5-2 1-16,4-1-1 0,3-3 0 0,5-3 0 15,6-3 2-15,5-5-2 0,4-2 2 16,5-4 0-16,7-3-1 0,2-4 1 16,4-2-1-16,3-3-1 0,0-6 0 15,-1-5 1-15,-3-1 4 0,-2-2 1 0,-5-1-1 16,-4-3 2-16,-7-2-6 16,-6-3 0-16,-5-1 1 0,-8-2-1 0,0-4 0 0,-14-2-4 15,-7-6 4-15,-8-2-8 0,-9-4 4 16,-8-3 0-16,-12-1 0 0,-4-1 6 15,-5 0-1-15,-1 4 2 0,6 1-1 16,7 4 1-16,7 2-1 0,12 2 1 0,12-1-3 31,10-1-2-31,13-1 2 0,5-4-3 16,22 2 2-16,14-1 1 0,11 1-1 0,12 1 0 16,6 5 0-16,4 6 1 0,2 7-2 15,-6 5 6-15,-5 6 1 0,-11 6-1 16,-11 5 0-16,-13 2-5 0,-13 1 0 15,-6 0 1-15,-5 0-1 0,-1 0 1 0,0 1-1 16,-4 6 0-16,-1 5 0 0,-8 7-6 16,-3 6-9-16,-2 1-17 0,1 1-38 0,-3 3-107 15,6 2-148-15,-4-2 0 0</inkml:trace>
  <inkml:trace contextRef="#ctx0" brushRef="#br0" timeOffset="185416.47">32040 9500 648 0,'0'0'72'0,"0"0"-12"0,0 0-12 16,0 0-14-16,0 0-8 0,0 0-8 0,0 0-3 31,0 0-4-31,0 0-4 0,0 0-4 16,22-59-1-16,-21 59 0 0,2 14 0 0,0 9 0 16,0 7 0-16,1 5-3 0,-2 4 0 15,-1 3 0-15,1-2 1 0,-2 0 0 16,0-2 1-16,0-6-1 0,0-10 0 15,0-7-1-15,0-4 1 0,0-5 0 0,0 1 2 16,0-2 1-16,0-5 2 0,0 0 2 16,0 0-2-16,0-1 0 0,3-13-2 0,1-10-3 15,2-11-1-15,3-5 2 0,3-2-4 16,5-5 3-16,1-3-1 0,2 1 1 16,2 5-1-16,1 5 1 0,0 9-3 15,-2 8 1-15,-5 9 0 0,-2 8-1 0,2 5 2 16,-4 8-1-16,5 10 1 15,-5 6 0-15,-3 6 1 0,-1 5 0 0,-4 5 2 0,-1 2-2 16,-3 0 1-16,0-2-2 0,0-2 0 31,-3-1 1-31,-3-5 0 0,0-5 0 16,1-9 2-16,2-7-2 0,2-5 0 16,1-6 1-16,-2 0 1 0,2 0 1 0,-1 2 3 15,1-2-2-15,-2 0-1 0,2-2-2 16,0-16-1-16,7-10 0 0,5-10 0 0,1-3-1 15,1-6 0-15,1 0 1 0,1 0-3 16,-3 5 2-16,0 9 0 0,-3 9-1 16,-4 13 1-16,-3 6 0 0,-3 5-2 15,4 0 1-15,6 8 1 0,2 8 0 0,2 10 2 16,-4 6 0-16,-3 4 1 16,-2 1-1-16,-2 2 0 0,-2-1-1 0,1-1 3 0,-2-2-4 15,0-2 2-15,0-3-1 0,0-9 0 16,0 1 4-16,0-10-4 0,0-6 4 15,0 1-4-15,0-7-1 0,0 0 1 16,0 0-1-16,0 2 1 0,0-1-2 0,0 1-2 31,0-1-6-31,0 1-9 0,3 1-16 16,5 0-28-16,1 0-75 0,-2 0-176 0,2-3-23 16</inkml:trace>
  <inkml:trace contextRef="#ctx0" brushRef="#br0" timeOffset="186000.94">32648 9646 687 0,'0'0'63'15,"0"0"-11"-15,0 0-8 0,0 0-13 0,0 0-12 16,0 0-7-16,0 0-3 15,0 0-1-15,0 0-2 0,-23-35-1 0,23 34 0 0,1 1-2 16,12 0 0-16,0 2-2 0,6 8-1 31,-3 4 1-31,0 2-1 0,-3 3-1 16,-1 3 1-16,-3 1-1 0,-3 0 0 16,-1-1 0-16,-4 1 0 0,0-6 0 0,-1 1 2 15,-1-1-1-15,-3-6 0 0,-4 4 4 16,4-6-3-16,1-6 3 0,0 1-2 0,3-4 0 15,-1 0 0-15,1 0 1 0,-7 0-2 16,1-3-2-16,-2-9 2 0,1-8-3 16,7-4 2-16,0-8 1 0,6-4-2 15,7-7 0-15,4-1 1 0,1 0 1 0,4 5-2 16,1 4 1-16,0 6 0 16,-1 9 0-16,1 7 1 0,0 7 1 0,-2 6 0 0,0 0 0 15,-1 7-1-15,-3 7 0 0,1 6 0 16,-7 4 1-16,-1 5 0 0,-3 6-1 15,-2 1 1-15,-4 2-1 0,-1 0 0 16,0-1-2-16,0-3 2 0,0 0-2 0,0-5 2 31,0-4 2-31,2-6-4 0,2-4 4 16,6-5-4-16,2 0 1 0,6-3 1 0,3-6-1 16,8-1-1-16,3-4 0 0,6-10-4 15,2-1-1-15,-1-5 1 0,-3-2 1 16,-3-1 2-16,-4-1-1 0,-4 1-1 15,-4 3-5-15,-8 6-3 0,-1 4 0 0,-5 5-4 16,-4 2-7-16,1 2-22 16,-4 1-75-16,0 0-193 0,0 0-16 0</inkml:trace>
  <inkml:trace contextRef="#ctx0" brushRef="#br0" timeOffset="190810.15">22320 12039 457 0,'0'0'63'0,"0"0"-2"0,0 0-3 0,0 0-14 16,0 0-11-16,0 0-6 16,0 0-7-16,-16-84 0 0,20 76-2 0,5 4-4 15,5-1-1-15,3 5-2 16,6 0 0-16,1 8-3 0,0 4-2 0,2 6-3 15,-1 5 0-15,-3 3-2 16,-2 4 0-16,-3 4-1 0,-4 3 0 0,-4 3-2 16,-4 1 4-16,-5 0-3 15,0 0 1-15,-5-2-1 0,-5-2 1 0,-4-5 0 16,1-7 2-16,2-6 0 0,3-9 2 16,5-5 2-16,3-5 2 0,-2 0 0 15,2-3-2-15,0-14-3 0,5-12-1 16,8-12 0-16,6-6-1 0,7-7 1 15,4-6-2-15,5-1 2 0,4 1 0 0,0 2 0 16,1 5-2-16,2 8-4 16,-3 10 2-16,-1 9-2 0,-3 9 3 0,-4 11-1 15,-2 6 2-15,-4 6-1 16,-4 12 2-16,-2 5 5 0,-3 8-6 0,-4 2 4 16,-5 3-4-16,0 4 0 0,-5 0 1 0,-2 0-2 15,0 1 2-15,-9-3-2 16,0-3 3-16,-1-5-2 0,3-10 0 0,1-8-1 15,5-6 0-15,1-6 3 16,-2 0 1-16,2 0-2 0,0 0 2 0,10-10-1 16,6-13-3-16,7-7 3 15,3-7-1-15,2-2 0 0,1-4 0 16,1 1 1-16,0-1-3 0,2 2 3 16,-1 8-2-16,0 6-4 0,-4 7 3 0,-6 8-4 15,-2 7 6-15,-4 5 4 0,-1 8-2 0,2 8 3 16,-5 9-4-16,-2 3-2 15,-4 4 3-15,-3 5-2 0,0 1 0 0,-2 1 1 16,0 2 0-16,-3 0-1 16,-1-3 2-16,-2 0-3 0,0-4 0 0,-1-2 0 15,3-7 0-15,-1-6 0 0,4-9 0 0,1 1-4 16,0-5-1-16,0 0-8 16,0 0-11-16,0-3-17 15,0 0-37-15,9-2-102 0,6 3-140 0</inkml:trace>
  <inkml:trace contextRef="#ctx0" brushRef="#br0" timeOffset="191116.59">24090 12143 648 0,'0'0'62'0,"0"0"-6"0,0 0-11 16,0 0-15-16,0 0-13 0,0 0-6 0,0 0 1 16,0 0 1-16,0 0 4 0,0 0-2 15,30-22-4-15,12 22-2 0,4 0-5 16,5 0 0-16,0 0-1 0,1 0-3 16,-3 0 1-16,-6-4-1 0,-5 0-1 15,-6-2-1-15,-11 3 1 0,-9 0-1 16,-2 1 1-16,-6 1-5 0,1-1-6 0,-1 0-8 0,-4 2-17 15,0-3-33-15,-6-2-79 0,-3 0-163 16,-11-3-8-16</inkml:trace>
  <inkml:trace contextRef="#ctx0" brushRef="#br0" timeOffset="191349.71">23954 12362 741 0,'0'0'53'0,"0"0"-3"16,0 0-14-16,0 0-12 0,0 0-8 15,0 0-4-15,113 13-3 0,-67-9-3 16,4-1-1-16,3-3-2 0,3 0-1 0,0 0-2 0,-1 0-2 16,-4-2-2-16,-3 1-5 0,-8-3-13 15,0 3-19-15,-5 1-28 0,-4-2-62 16,-7 2-121-16,-5-1-62 0</inkml:trace>
  <inkml:trace contextRef="#ctx0" brushRef="#br0" timeOffset="191933.11">25024 12161 748 0,'0'0'49'0,"0"0"-5"16,0 0-5-16,34-85-12 15,-22 69-10-15,1-1-6 0,3 3-2 16,-1 2-1-16,2 3-1 0,-4 3-1 16,3 3-3-16,2 3 0 0,0 0-4 15,7 0 2-15,-2 8-1 0,-3 4 0 16,2 4 0-16,-2 3 0 0,-4 3-4 0,-2 4 2 0,-4 1 0 15,-5 4 0-15,-5 0 3 0,0 3-3 16,-11-2-1-16,-3-2 1 0,-3-2-2 31,-3-6 2-31,-1-2 2 0,2-5-1 16,4-4 1-16,6-7 1 0,6-1-4 16,-1-3 6-16,1 0-1 0,-2-10 0 0,4-8 3 15,1-8-5-15,12-9 1 0,4-3 0 0,7-4 1 16,1-3-2-16,5 0 4 0,0 1-4 15,1 3 2-15,2 5-3 0,0 5 1 16,0 7-1-16,-2 7 1 0,-1 7 0 16,-3 5 1-16,-4 5-1 0,-2 0 0 15,-3 6 1-15,-2 5-1 0,-2 2 1 16,-3 4-1-16,-3 4 1 0,-2 4-1 0,-5 3 1 0,0 3-2 16,0 4 2-16,-8-1 1 0,0 3-1 15,-4 0-2-15,2-2 1 0,0-2-3 16,-2-1 3-16,7-5 1 0,0-9-1 15,2 1-1-15,3-9 0 0,0-2-1 16,9 2 2-16,8-5 0 0,11-2 1 16,5-3 0-1,5-8-3-15,2-5-2 0,3-4-2 0,-2-1-5 16,-5-1-4-16,-2 4-4 0,-7 0-13 16,-4 2-22-16,-10 2-48 0,-3-1-203 15,-4 3-17-15</inkml:trace>
  <inkml:trace contextRef="#ctx0" brushRef="#br0" timeOffset="193183.49">27423 12114 481 0,'0'0'67'0,"0"0"-7"0,0 0-15 0,0 0-11 16,0 0-8-16,0 0-9 0,0 0-4 15,0 0 0-15,0 0 7 0,-36-6 3 16,63 11 3-16,18 1-4 0,12-2-5 16,16 1-3-16,11-2-3 0,6 0-3 15,4 0-2-15,-4-1-2 0,-5-2-3 16,-12 0 0-16,-11 1-1 0,-15-1 1 0,-17 0-1 0,-12 1 1 15,-11-1 1-15,-7 0-1 0,0 0 2 16,0 0-1-16,0 0 0 0,0 0-1 31,-3 0-1-31,-14 0 0 0,-8 0-2 16,-3 0-6-16,-2 0-9 0,3 2-17 16,-1 4-23-16,-1 0-50 0,2 2-100 0,-5 0-102 15</inkml:trace>
  <inkml:trace contextRef="#ctx0" brushRef="#br0" timeOffset="193483.03">27484 12389 715 0,'0'0'62'16,"0"0"-11"-16,0 0-20 0,0 0-11 15,0 0-6-15,0 0 0 0,0 0-1 16,0 0-2-16,0 0-2 0,118-7-3 15,-60 4-1-15,9-1-1 0,6 1-1 16,3-1-2-16,3 1 0 0,-2 0-2 0,-4 0 0 31,-8 1 0-31,-7 0 1 0,-13 1 0 0,-14 1-2 16,-14 0 0-16,-10 0 0 0,-2 0 1 16,0 0 0-16,0 0 1 0,2 0-3 15,-7 0-3-15,0 0-4 0,0 0-5 16,0 0-5-16,-12 1-7 0,1 3-16 15,-7-1-27-15,7 0-42 0,5-2-86 0,-8-1-97 16</inkml:trace>
  <inkml:trace contextRef="#ctx0" brushRef="#br0" timeOffset="193867.61">27981 11860 658 0,'0'0'61'0,"0"0"-7"0,0 0-11 16,0 0-18-16,0 0-8 0,0 0-8 31,0 0 0-31,0 0 6 0,0 0-6 16,23 27 5-16,3-6-4 0,5 1-6 16,3 5 0-16,7 0-3 0,1 1-4 0,1 3 2 15,3-1 1-15,-2 2-1 0,2-3 3 0,-5-2-3 16,-2-4 0-16,-7-6 0 0,-9-5 2 15,-6-4-2-15,-8-4 3 0,-6-3-1 16,1 3 0-16,-4-4 0 0,0 0-1 16,0 4 4-16,0 7 2 0,-7 5 1 15,-9 9 2-15,-3 1-1 0,-6 2-3 0,-4 4-1 16,-2 0-2-16,-4 3-2 0,0 3 1 0,0 1 2 16,2 1-2-16,3 0 2 0,2-4-3 15,5-1-2-15,3-5 1 0,5-4-3 16,3-3-3-16,4-7-7 0,5-6-10 15,3-2-16-15,0-1-27 0,0-1-99 16,8-3-156-16,5-5-5 0</inkml:trace>
  <inkml:trace contextRef="#ctx0" brushRef="#br0" timeOffset="194583.48">29880 11915 718 0,'0'0'50'0,"0"0"-4"0,0 0-15 16,0 0-4-16,-38-79-7 0,32 75-10 15,-8 2-2-15,-6 2-4 0,-6 5 0 16,-14 12-1-16,-3 9 3 0,-3 7-3 16,-3 6 2-16,2 10-1 0,4 3-4 15,6 5 0-15,5 1-1 0,9-1-1 0,9-3 1 16,9-6 1-16,5-5 0 0,5-8 1 0,12-8 0 16,7-6 0-16,6-7 0 0,7-8 0 15,4-6 1-15,4-2-1 0,0-11 0 16,3-7-1-16,-4-6 0 0,-3-4-1 15,-6-7 2-15,-6-3-2 0,-8-5 3 16,-6-2-2-16,-8-1 0 0,-7-2 1 0,0-2 0 31,-14 1-2-31,-8-4-3 0,-8-2 3 0,-8-1-4 16,-8 0 4-16,-5-1 2 0,-7 4-1 16,1 5 1-16,-3 6 0 0,4 6 0 15,7 7-1-15,4 6 1 0,10 3 0 16,14 9 1-16,10-1-1 0,11 1 0 15,5-2 0-15,16-7-1 0,14 2 1 0,13-1 0 16,11 2-1-16,16-3 2 0,8 2-3 0,2 2 1 16,3 3 0-16,-7 1-5 0,-10 4 5 15,-12 2 1-15,-13 5-2 0,-15 0-2 16,-15 3-1-16,-4 0-9 0,-7 0 0 16,0 9-3-16,-4 6-18 0,-1 7-17 15,-11 8-44-15,-4 2-95 0,-2 5-115 0</inkml:trace>
  <inkml:trace contextRef="#ctx0" brushRef="#br0" timeOffset="195250.1">30056 12312 710 0,'0'0'64'16,"0"0"-8"-16,0 0-12 0,9-91-14 16,-8 78-9-16,-1 8-8 0,2 0-2 15,-2 5-3-15,0-2-6 0,4 2 1 0,3 8-2 16,4 9 0-16,0 8-1 0,1 7 0 0,-5 5-1 16,-1 3 1-16,-3 2-2 0,-2 0 1 15,-1 1 3-15,0-2-6 0,-6-3 5 16,-1-3-2-16,0-7 0 0,-2-6 2 15,3-7-2-15,2-6 1 0,3-6 0 16,-1 2 1-16,2-5 1 0,-1 0 0 0,1-2-1 16,4-13-1-16,6-10 1 0,9-8-2 0,2-4-2 31,3-2 4-31,2-2-4 0,1 0 3 16,2 2 1-16,2 4-2 0,-3 7 1 15,0 9 0-15,-8 8-1 0,-2 5 1 16,-1 6-2-16,-3 3 1 0,4 9 1 15,-8 6 0-15,-1 5-1 0,-4 3 3 0,-2 1-3 16,-3 2 1-16,0 0 3 0,-7-2-3 0,0-1 2 16,-4-2-1-16,1-4-1 0,0-6-1 15,5-6 1-15,3-5-2 0,2-3 2 16,-1 0 1-16,1 0 2 0,0 0 0 16,0-2-2-16,3-16 0 0,10-8-5 15,5-9 4-15,7-1-3 0,2-2 2 0,4-2 2 16,0 2 1-16,1 2 2 0,0 7-3 0,-3 8 2 15,-10 9-3-15,1 7 0 0,-1 5 1 16,-3 11 1-16,4 8 1 0,-5 9 0 31,-3 4 2-31,-3 4-3 0,-3 2 3 16,-3 2-1-16,-3-3-4 0,0 1 4 16,0-3-4-16,-3-3 0 0,-1-3 2 0,-1-11-2 15,1-1 0-15,1-8 0 0,2-5-1 0,-1 1 1 16,2-5 0-16,-1 0-1 0,1 0-4 15,0 0-7-15,-6 0-9 0,3-3-15 16,-1-9-36-16,-2-6-117 0,3-2-138 16,-1-7-9-16</inkml:trace>
  <inkml:trace contextRef="#ctx0" brushRef="#br0" timeOffset="196133.2">30977 12507 482 0,'0'0'74'16,"0"0"-11"-16,0 0-21 0,0 0-8 16,0 0-3-16,0 0-2 0,0 0-3 15,0 0 0-15,19-77-2 0,-16 72-4 0,-2 1-3 16,2 1-2-16,-3 3-5 0,0-2-1 0,6 2-2 16,6 0-1-16,4 8-1 0,0 4-1 15,-4 6-3-15,-1 4 0 0,-4 2 3 16,-1 3-4-16,-2 0 6 0,-3 1-5 15,-1-2-2-15,0-2 1 0,-7 0-1 16,0-2 1-16,0-2 1 0,1-4-1 0,0-2 0 31,1-7 1-31,2-2-2 0,1-1 2 0,2-4 1 16,-1 0 2-16,1 0 0 0,0 0-2 16,0 0-1-16,0-15-1 0,6-6 1 15,8-7-1-15,2-1 2 0,6-2-2 16,2-1-3-16,1 0 4 0,2 0-5 15,-1 5 8-15,3 6 0 0,-1 4-1 0,-8 8 1 16,0 7-3-16,-2 2-1 0,-4 5 2 0,3 7-1 16,-4 6 1-16,-6 5 4 0,-1 3-4 15,-3 3 4-15,-3-1-4 0,0 3-1 16,0-4 2-16,-4 1-1 0,-4-3-2 16,0-2 0-16,1-3 1 0,1-5-1 15,0-1 1-15,2-6 0 0,2-3-2 0,1 1 0 16,1-6 0-16,0 0-5 0,-2 0 2 0,2 2-4 15,0-1-7-15,0-1-15 0,0 2-26 16,0-2-60-16,0 0-181 0,2-6-35 31</inkml:trace>
  <inkml:trace contextRef="#ctx0" brushRef="#br0" timeOffset="196384.33">31780 12090 730 0,'0'0'54'0,"0"0"-9"0,0 0-11 16,0 0-11-16,0 0-10 0,84-64-2 0,-51 60 4 16,2-1 0-16,4 4-4 0,0-1-1 15,1 2-10-15,-4 0 0 0,-4 0-1 16,-9 2 0-16,-5 1 0 0,-5-2-2 15,-7-1-3-15,-1 2-7 0,-5-2-10 16,0 0-18-16,0 0-38 0,0 0-81 0,0 0-154 31,0 0 0-31</inkml:trace>
  <inkml:trace contextRef="#ctx0" brushRef="#br0" timeOffset="196566.76">31763 12292 734 0,'0'0'61'0,"0"0"-3"0,0 0-16 0,0 0-19 16,78 3-10-16,-36-1-1 0,5-1-2 15,1 1-3-15,3 1-1 0,-2-1-7 16,-4 0-1-16,-2 1-2 0,-4-1-5 16,-4-1-14-16,-2 2-25 0,-3-1-64 15,-8 1-168-15,-3-3-55 0</inkml:trace>
  <inkml:trace contextRef="#ctx0" brushRef="#br0" timeOffset="197033.45">32528 11898 774 0,'0'0'46'15,"0"0"-15"-15,0 0-6 0,0 0-12 16,20-80-6-16,-1 70 4 0,5 2-1 16,4 2-2-16,1 1-2 0,1 2-6 15,2 0-2-15,0 2 1 0,-2-2-1 0,-1-2 0 16,-3-1-5-16,-2-1 0 0,-3-3-1 0,-2-2 0 16,-2-1 3-16,-6-4 3 0,-5-3 0 15,-3-2 4-15,-3-3-1 0,-1 1 2 16,-8-2 3-16,0 3 3 0,1 2 2 15,2 6 4-15,3 4-1 0,2 8 1 16,1 3-3-16,-2-1-3 0,2 1-3 0,0 0-3 31,-1 0-2-31,1 1 0 0,0 17 1 0,3 12 0 16,5 12 3-16,4 5-3 0,-4 6 2 16,0 5 1-16,-2 3-4 0,-1 1 4 15,-3 3-1-15,-2 3-4 0,-2 2 0 16,-8 0 0-16,0-2 0 0,-3-2 0 15,1-4 0-15,1-7 0 0,-2-7 0 0,3-4 0 16,2-7 0-16,0-7-7 0,4-9-3 0,-1-3-6 16,4-6-11-16,-1-6-18 0,2 4-39 15,0-6-123-15,0 0-125 0</inkml:trace>
  <inkml:trace contextRef="#ctx0" brushRef="#br0" timeOffset="197299.73">32588 12675 789 0,'0'0'49'0,"0"0"-5"16,0 0-12-16,0 0-14 0,0 0-5 0,0 0-1 15,0 0-1-15,0 0-1 0,0 0-2 0,0 0-1 16,-48 36-3-16,66-21 5 0,9-4-2 15,10-5-1-15,6-2-2 0,8-2-4 16,4-2-3-16,5 0 0 0,4-5 0 16,0-2-1-16,-1-4-1 0,-2 0-1 15,-8 1-3-15,-8 1-3 0,-9 1-3 0,-12 3-4 16,-12 4-3-16,-6 1-23 0,-6 0-56 0,0-3-210 16,-10 2-28-16</inkml:trace>
  <inkml:trace contextRef="#ctx0" brushRef="#br0" timeOffset="198384.91">22534 14330 523 0,'0'0'72'0,"0"0"-13"0,0 0-9 15,0 0-9-15,0 0-8 0,0 0-4 16,-16-85-5-16,16 80-3 0,0-6-4 15,0 2-4-15,6 5-3 0,8 4-2 16,1 4-1-16,8 12-4 0,0 10 1 0,0 7-2 31,-1 5 0-31,-2 5 0 0,-4 3-2 0,-5 1 4 16,-3-2-3-16,-5 0 2 0,-3 0-2 16,0-4-1-16,-2-5 0 0,-5-2-1 15,-1-6 1-15,2-8-2 0,1-9 3 16,4-5 0-16,1-6 0 0,-2 0 1 15,2 0-1-15,-1-5 1 0,1-13 0 0,0-9-1 16,3-13-1-16,8-2 2 0,7-5-2 0,3-6-3 16,7-5 2-16,3-3-3 0,6 2 2 15,2 3 3-15,0 9-1 0,3 10 0 16,-5 15 0-16,-2 11-1 0,-3 11-1 16,-6 9 1-16,-3 14 1 0,-7 7 0 0,-2 5 1 15,-5 3-2-15,-5 2 3 0,-2-1-3 0,-2 0 1 31,-3 0 5-31,-6 0-4 0,-4-3 3 0,-1-1-2 0,-5-4-2 0,1-4 0 16,0-6 0-16,5-6-1 0,3-7 2 31,7-4 0-31,3-4 0 0,-2 0 1 16,2 0 0-16,0-1-2 0,0-16 2 0,12-10-2 16,4-10 0-16,5-5 0 0,7-3-3 0,2-7 3 15,3-2-2-15,2 1 2 0,0 5 1 16,0 5-1-16,-3 12 0 0,-3 8 1 15,-8 9-1-15,-2 10 1 0,-3 4-1 16,0 10 2-16,0 10 1 0,-5 4 0 16,-1 5 1-16,-4 3-1 0,-3 3 0 0,-2 1 0 15,-1 3-2-15,0-1 1 0,-1 4 3 0,-6-2-5 32,-2 3 4-32,-2-2-3 0,0 0-2 0,-1-3 2 15,0-6 0-15,2-4-1 0,4-12 1 0,0-5-2 16,5-7 1-16,1-4-1 0,0 0 0 15,0 0 1-15,0 2-1 0,0-2 0 0,0 1-4 16,0-1-6 0,3-3-9-16,8-8-11 0,2-2-20 0,4-1-39 15,-2-3-95-15,5 2-132 0</inkml:trace>
  <inkml:trace contextRef="#ctx0" brushRef="#br0" timeOffset="198734.44">24029 14432 590 0,'0'0'68'0,"0"0"-7"0,0 0-12 16,0 0-11-16,0 0-13 0,0 0-6 0,0 0-2 15,0 0 0-15,0 0-3 0,0 0-3 0,-10-13-1 16,10 13-1-16,0 1 0 0,10 5 2 15,13 2-1-15,13-3-1 0,13-5-2 16,9 0-3-16,9-4-1 0,4-4-1 31,1 0-1-31,0 1 1 0,-7 2-2 16,-7-2 0-16,-11 4 1 0,-16 1-3 0,-8 1 2 16,-8 1-1-16,-9 0 0 0,-1 0 0 0,-5 0-1 15,0 0 0-15,0 0-2 0,0 0-2 16,2 0-4-16,-2-1-6 0,-2 1-8 15,-3-2-15-15,-10 2-24 0,-2 3-54 16,-2 6-109-16,-7 3-85 0</inkml:trace>
  <inkml:trace contextRef="#ctx0" brushRef="#br0" timeOffset="199016.66">24134 14723 694 0,'0'0'70'0,"0"0"-11"0,0 0-17 16,0 0-15-16,0 0-10 0,0 0-1 0,0 0 0 31,0 0-3-31,0 0 1 0,0 0-4 16,97 4-3-16,-43-4-1 0,3-5-3 16,3-1-2-16,1 0 0 0,-2 0 0 15,-2 0-1-15,-7 1 2 0,-6 2-3 16,-8 0 0-16,-12 3 0 0,-10 0-3 0,-8 0-2 15,-6 0-1-15,0 0-3 0,0 0-2 0,2 0-6 16,-2 0-5-16,0 0-8 0,0 0-21 16,-5 0-38-16,-7 0-100 0,-6 0-124 15</inkml:trace>
  <inkml:trace contextRef="#ctx0" brushRef="#br0" timeOffset="199299.79">24576 14015 749 0,'0'0'65'0,"0"0"-15"0,0 0-13 31,0 0-14-31,0 0-8 0,0 0-7 16,0 0-2-16,0 0-1 0,0 0 1 0,0 0 1 16,-26 24-1-16,14 14 0 0,-2 6-4 0,-1 8 0 15,-4 5-3-15,2 7 3 0,-2 3-3 16,-2 2 4-16,-1 2 0 0,-3-2-2 15,-1 0 2-15,-1-1-3 0,2-3-1 16,3-3 1-16,2-5 0 0,3-7 0 16,4-8-1-16,4-5 0 0,2-14-3 0,3-4 0 15,2-6-3-15,2-9-6 0,0 5-8 0,0-4-10 16,9-3-20-16,2 0-38 0,2-2-106 16,8-9-127-16</inkml:trace>
  <inkml:trace contextRef="#ctx0" brushRef="#br0" timeOffset="199836.47">25134 14482 713 0,'0'0'59'0,"0"0"-6"0,0 0-10 0,0 0-14 16,29-88-9-16,-14 73-6 0,3 1-1 16,2 2 0-16,1 3-5 0,0 5-3 15,1 4-2-15,-3 0-2 0,2 12 0 16,-2 4 0-16,-3 6-1 0,0 3 0 16,-4 4-1-16,-4 2 0 0,-1 3 4 0,-4 1-4 15,-3 0 3-15,0 0-3 0,-1-3-1 0,-8-2 1 16,1-4 0-16,-1-3 0 0,1-9 1 15,4-5 1-15,2-5-1 0,2-4 1 16,0 0 1-16,-5 0 0 0,1-2 0 31,-2-12 0-31,3-6-1 0,3-6 0 16,3-6 1-16,9-3-3 0,3-5-3 0,3-6 4 16,3-1-3-16,4-2 2 0,2 2 3 0,2 5-5 15,2 8 3-15,-1 10 1 0,-1 10-1 16,-2 10 3-16,-3 4-2 0,-1 14 0 15,-3 5 0-15,-5 9 1 0,-1 2 1 16,-5 5 1-16,-3 3-2 0,-4-1 2 16,-2 2 1-16,0-3-4 0,0-1 5 0,0-2-5 15,0-2-2-15,0-4 1 0,2-9-1 0,-1 1 1 16,1-9 0-16,1 1 0 0,1 0-1 16,-3-7 0-16,7 2-3 0,-4-3-5 15,6-1-8-15,3 1-17 0,0-3-38 16,6-2-125-16,-5-10-140 0,8-3 0 15</inkml:trace>
  <inkml:trace contextRef="#ctx0" brushRef="#br0" timeOffset="200433.49">27596 14384 615 0,'0'0'60'0,"0"0"-8"0,0 0-9 0,0 0-8 15,0 0-11-15,0 0-5 0,0 0-5 0,0 0-3 16,0 0-1-16,0 0 0 0,-18-29 2 16,35 26 0-16,13-2-1 0,15 1-1 15,13-1-4-15,11 0 0 0,4 1-3 16,2 1 1-16,-1 0-4 0,-8 1 0 15,-8 1 0 1,-11 1-2-16,-16 0 2 0,-8 0 0 0,-8 0 0 0,-11 0-2 0,2 0 1 0,-6 0-1 31,0 0-2-31,0 0-3 0,-14 0-6 16,-7 0-9-16,-8 0-18 0,-1 1-29 16,-3 7-61-16,-2 1-133 0,-5 1-46 15</inkml:trace>
  <inkml:trace contextRef="#ctx0" brushRef="#br0" timeOffset="200666.51">27550 14608 673 0,'0'0'69'16,"0"0"-4"-16,0 0-14 0,0 0-17 16,0 0-11-16,0 0-4 0,0 0-3 0,0 0-2 15,78-30-4-15,-23 18-4 0,7 1-6 0,5 5 3 16,2 1-6-16,1 2 3 0,-7 3 6 15,-2 0-8-15,-6 3 5 0,-4 4-6 16,-5 0-2-16,-6 1-3 0,-6-2-4 31,-11-2-5-31,-10-1-4 0,-7-1 0 16,-3-2-3-16,2 2-6 0,0-1-27 0,-1 1-46 16,-4-2-104-16,-4-11-97 0</inkml:trace>
  <inkml:trace contextRef="#ctx0" brushRef="#br0" timeOffset="201016.44">28064 13987 642 0,'0'0'71'0,"0"0"-14"16,0 0-13-16,0 0-13 0,0 0-11 16,0 0-4-16,0 0-2 0,0 0-1 15,-41 78-4-15,61-54 0 0,7 2-3 16,7 3-1-16,6 0-2 0,6 2 0 15,2 3-4 1,4-1 3-16,-1-1-2 0,-2 2 0 0,-2-3 0 0,-3-2 0 0,-4-1-1 0,-6-3 2 31,-5 0-2-31,-7-4 2 0,-8 2 3 16,-5-2-5-16,-9 3 6 0,0 2-5 16,-14 3 0-16,-9 3 2 0,-6 4-2 15,-8 2 0-15,-3 2 0 0,-2 0 1 16,-3 3-1-16,4-4 3 0,2 1-4 0,2-4 2 15,8-4-2-15,4-4 1 0,7-6-2 0,6-5 0 16,5-8-4-16,6-4-5 0,1-1-14 16,0 2-20-16,0-1-50 0,6 2-146 15,5-7-83-15</inkml:trace>
  <inkml:trace contextRef="#ctx0" brushRef="#br0" timeOffset="201766.47">29815 14350 658 0,'0'0'55'31,"0"0"-3"-31,0 0-6 0,14-89-10 16,-14 76-12-16,0 5-8 0,-4-3-5 16,-5 5-2-16,-5 1-2 0,-8 5-2 15,-7 3 0-15,-6 12-5 0,-1 7 2 16,-4 6-1-16,1 7 1 0,1 5-2 0,5 1 1 15,2 3 4-15,8-1-5 0,7-4 4 0,5-1-3 16,8-6-1-16,3-4 0 0,4-3-1 16,12-6 1-16,3-3-1 0,6-7 2 15,5-3-1-15,3-6 1 0,6 0 0 16,0-9-2-16,0-7 2 0,1 0 0 16,-7-4 0-16,-6-2 1 15,-5-2-1-15,-9 0 0 0,-5-3-7 0,-6-2 6 0,-2-1-4 0,-10-4 3 16,-8-2 3-16,-6-3-3 0,-9-6 1 15,-5-3-1-15,-7-2 2 0,-3 0-1 16,-1 1 3-16,0 2-2 0,1 5 0 31,6 2 0-31,8 5-1 0,6 5 0 16,10 1-2-16,9 3 3 0,9 0-4 0,4 2 4 16,18 1 1-16,10 1-2 0,11-1 2 0,11 1-3 15,8 1 1-15,1 2 0 0,2 1 0 16,-5 2 0-16,-7 3-1 0,-9 3 0 15,-8 3 0-15,-13 2 0 0,-11 2 0 16,-5 3-2-16,-7 0-4 0,0-1-8 16,0 2-7-16,0 11-11 0,-9 10-21 0,-3 6-31 15,-3 1-93-15,0 3-132 0</inkml:trace>
  <inkml:trace contextRef="#ctx0" brushRef="#br0" timeOffset="203067.75">30207 14657 518 0,'0'0'83'16,"0"0"-12"-16,0 0-13 0,0 0-12 15,0 0-10-15,0 0-9 0,0 0-6 16,0 0-4-16,0 0-7 0,5-41-4 16,-5 41-1-16,2 0-2 15,1 0 1-15,1 14 0 0,1 7-4 0,0 8 2 0,-3 4-2 0,-2 4 0 16,0 0-1-16,-2 3 1 0,-5 1-3 15,-2-2 3-15,1-4-2 0,-5-3 2 16,5-11 2-16,1-3-3 0,3-8 3 31,2-6 1-31,1 1 0 0,1-5 0 16,0-3 0-16,0-14-2 0,6-9 0 0,4-10-1 16,6-5-1-16,-2-2 2 0,6-1 1 0,-1-1-2 15,4-1 2-15,3 2-2 0,0 3-1 16,0 3 1-16,2 8-5 0,-5 7 4 15,-6 9-4-15,1 9 5 0,-5 5 5 16,0 3-5-16,1 10 6 0,-2 5-5 16,-2 5 0-16,-4 2 0 0,-2 2 0 0,-1 1 0 15,-3 3-2-15,0-2 1 0,0 1-1 0,-4-1 1 16,-2-1 0-16,-4 0 1 0,1-2-2 16,-1-5 2-16,1-4-1 0,1-5 1 15,3-3 1-15,2-6-2 0,0 2 1 16,3-5 0-16,-1 0 0 0,1 0 2 15,0 0-1-15,0-12-1 16,0-11 0-16,7-8-1 0,6-4 0 0,8-3 0 0,3 1 1 0,3 0 0 31,2 2 3-31,2 7-3 0,-2 4 2 16,-3 9-2-16,-7 7-1 0,-2 3 0 16,-3 5-1-16,-1 1 2 0,2 8 1 15,-3 4 1-15,-3 2 0 0,-3 4-1 16,-1 3 1-16,-2 1-1 0,0 2 0 0,-2 1 0 15,-1 1-2-15,0 0 0 0,0 1 0 0,-3-2 1 16,-3 0-2-16,2-2 2 0,-1-7-3 16,1-2 1-16,3-6 1 0,-2-5-2 15,2 1-1-15,1-5-3 0,-2 0-4 16,2 0-3-16,0 2-5 0,0-1-8 16,0 1-17-16,0 1-39 15,3-2-100-15,7-1-136 0</inkml:trace>
  <inkml:trace contextRef="#ctx0" brushRef="#br0" timeOffset="203634.49">30940 14787 636 0,'0'0'63'0,"0"0"-9"16,0 0-11-16,0 0-14 0,0 0-8 16,0 0-5-16,0 0-1 0,5-77-3 0,3 71-3 15,4-2-1-15,3 5-2 0,1 3-1 0,6 0-1 16,-3 7-1-16,-3 5-3 0,-1 4 0 16,-1 3 0-16,-2 3 0 0,-1 1 0 15,-4 1-3-15,-3 2 3 0,-1 0-2 16,-3-2 1-16,-1 0 0 15,-6-2 0-15,-2-4-1 0,-4-1 2 0,4-7 0 0,-1 0 0 16,3-5 2-16,1-3-2 0,2 1 1 0,-1-3 0 31,-1-2 0-31,1-4 1 0,-1-9-1 16,6-8-1-16,3-7 2 0,7-10-2 16,7 1 0-16,2 0 0 0,4 0 1 15,2 5-1-15,1 3 1 0,-1 6-1 16,1 5 0-16,-2 8 3 0,-5 4 2 0,-3 5-1 15,1 3 0-15,-4 3-2 0,3 8 1 16,-4 4 0-16,-5 5 0 0,-3 4 1 0,0 2-2 16,-2 3 1-1,-2 3-1-15,0 0 0 0,0-1-2 0,0 1 1 16,-7 0-2-16,1-3 2 0,0-2-1 16,0-4 0-16,2-6 0 0,-2-4-1 0,5-3 1 15,-1-6-1-15,1 0 0 16,1-4-2-16,-1 0-1 0,1 0-2 15,0 0-7-15,0 0-9 0,0 0-19 16,0 0-31-16,0 0-71 0,0-1-172 0,2-10 0 16</inkml:trace>
  <inkml:trace contextRef="#ctx0" brushRef="#br0" timeOffset="204084.39">31695 14332 599 0,'0'0'75'0,"0"0"-17"16,0 0-15-16,0 0-12 0,0 0-10 0,0 0-4 15,0 0 1-15,0 0-1 0,0 0-2 0,111-52-2 16,-70 43-3-16,5 2 2 0,-1-1-3 16,1 2-3-16,-6 3 0 0,-2 0-5 15,-12 0-2-15,-5 3 0 0,-9 0-1 16,-7 0-2-16,1 0 1 0,-6 0-2 16,0 0-4-16,0 0-8 0,0 0-10 0,0 9-21 15,-8 6-29 1,-4 5-62-16,-3-2-131 0,-3-3-28 0</inkml:trace>
  <inkml:trace contextRef="#ctx0" brushRef="#br0" timeOffset="204267.62">31806 14514 636 0,'0'0'70'0,"0"0"-17"0,0 0-5 0,0 0-12 15,0 0-7-15,0 0-5 0,0 0-6 16,0 0-5-16,78 6-1 0,-38-6-1 15,0 0-4-15,-1 0-3 0,0 0-6 16,0 0-3-16,-2 0-6 0,0 0-15 16,0 0-24-16,2 2-62 0,-3 2-142 0,-5-4-77 15</inkml:trace>
  <inkml:trace contextRef="#ctx0" brushRef="#br0" timeOffset="204716.7">32733 14018 582 0,'0'0'0'15,"0"0"39"-15,0 0-39 0,0 0 53 16,0 0 15-16,0 0-14 0,41-88-16 16,-46 68-6-16,-1 8-14 0,-1 1-1 15,-1 4-1-15,-1 0-3 0,1 3-2 16,4 1-2-16,-10 2-4 0,-1 1-1 0,-5 7 4 15,-7 8-5-15,4 6 4 0,1 7-11 0,1 5 0 16,1 7-1-16,1 7-2 0,2 6 8 16,4 7-2-16,0 7 1 0,4 2 0 15,2-1 0-15,6-2 2 0,1-4-2 16,4-6 1-16,9-6-1 0,6-6-3 16,4-6 9-16,4-7-1 0,4-8 1 0,3-6 1 15,1-8-7 1,4-8 0-16,0-1-1 0,5-8 1 0,-2-9-1 0,1-5 1 0,-3-3-1 15,-2-5 0-15,-5-5 0 0,-7-5-4 16,-7-4 6-16,-9-3-4 0,-8-6 3 31,-4-6 2-31,-11-4-2 0,-8-3 2 16,-10 2-1-16,-4 6 1 0,-5 8-1 0,-3 12 0 16,-4 11 0-16,-2 10-1 0,-1 10 0 0,3 7-7 15,1 5-6-15,6 17-11 0,11 7-18 16,6 9-51-16,6 7-223 0,3 1-27 15</inkml:trace>
  <inkml:trace contextRef="#ctx0" brushRef="#br0" timeOffset="-185629.91">4659 8965 437 0,'0'0'64'0,"0"0"-4"0,20-89-10 16,-20 62-7-16,3 6-4 0,-3 0-6 15,0 8-3-15,0 6-5 0,0 1-4 0,0 6-9 16,0-2-7-16,0 2-3 0,-3 0-2 0,-6 15 0 16,-5 15 2-16,-1 10 0 0,0 10-1 15,0 7 0-15,2 2 2 0,3 0-4 16,3 0 3-16,1 0 4 0,0-1-4 16,5-2 2-16,-2 1-2 0,3-3-4 15,0-2 3-15,0-7-1 0,0-4 2 0,0-14-1 16,0-10 1-16,0-9 0 0,0-8 5 0,0 0 2 15,0 0 0-15,0 0 0 0,0-3-5 16,0-19-4-16,-3-13-2 0,-3-12 2 31,0-5-3-31,-5-8 0 0,5-5-5 16,-3-9-5-16,-1-8 1 0,2-7-3 16,0-4 5-16,1 0 7 0,1 3-2 0,3 12 6 15,3 12-2-15,0 18-4 0,3 13 4 0,3 16-6 16,3 11 4-16,5 8 7 0,2 2-5 15,7 9 7-15,2 3-5 0,4-1 0 16,4-1 0-16,3-1 0 0,6-2 2 16,7-4 0-16,6-2 0 0,3-3 1 15,7 0 0-15,3-2 2 0,0-6-1 0,-1 0 1 16,-8-3-2-16,-4 0-1 0,-12 3 0 0,-8-1-1 16,-13 5 1-16,-12 1 0 0,-3 3 0 15,-7 0-6-15,1-4 3 0,1 0-6 16,-1 0 2-16,2 1-4 0,-3 3-7 15,0-1-15-15,0 1-35 0,-14 2-63 16,-2 9-167-16,-10 3-2 0</inkml:trace>
  <inkml:trace contextRef="#ctx0" brushRef="#br0" timeOffset="-185363.63">4588 9206 648 0,'0'0'28'15,"0"0"5"-15,0 0-4 0,0 0-4 16,110-39-6-16,-61 31-1 0,6 2-5 16,9 1-4-16,-2 1-5 0,0 2-2 15,-4 2-2-15,-6 0-1 0,-7 3 1 0,-6 3-2 16,-7-1-3-1,-5 1-2-15,-10-1-5 0,-2-1-10 0,-7 0-10 0,-3-2-13 0,1 7-20 16,-6 0-43-16,0 5-111 0,-9 1-44 31</inkml:trace>
  <inkml:trace contextRef="#ctx0" brushRef="#br0" timeOffset="-185130.01">4718 9778 627 0,'0'0'40'0,"0"0"10"0,0 0 2 15,0 0-9-15,0 0-14 0,0 0-7 0,0 0-8 16,94 2-4-16,-45-6-5 0,6 0 0 0,4 0-3 16,2-1 0-16,1 2-1 0,-2 1-3 15,3 2-3-15,-9 0-6 0,1 0-8 16,-9 7-8-16,-7-1-22 0,-3 1-26 15,-13-1-49-15,-1 0-83 0,-9-3-71 16</inkml:trace>
  <inkml:trace contextRef="#ctx0" brushRef="#br0" timeOffset="-184695.64">6439 9145 558 0,'0'0'55'0,"0"0"-2"0,0 0-15 16,0 0-4-16,0 0-7 0,0 0 0 0,0 0-4 15,0 0-4-15,110 0-5 0,-55 0-3 0,6 0-2 16,6 0-1-16,1 0-4 0,2 0 0 15,-5 0-2-15,-4 0-3 0,-9 0 1 16,-13 2 0-16,-13-1-2 0,-13 1 1 16,-5-1-2-16,-8-1-2 0,0 0 0 15,0 0-1-15,2 2-6 0,-2 2-11 0,-13 3-29 16,-6 3-71-16,-14 1-173 0,-9-2-11 0</inkml:trace>
  <inkml:trace contextRef="#ctx0" brushRef="#br0" timeOffset="-184512.41">6539 9542 755 0,'0'0'43'0,"0"0"4"0,123-46-11 16,-68 29-11-16,5 1-11 0,7 0-5 15,1 2-4-15,4 4-4 0,-1 0-1 16,-4 3-2-16,-5 1-5 0,-3 3-13 15,-3 3-25-15,-4 0-67 0,-2 0-197 0,-9-4-21 16</inkml:trace>
  <inkml:trace contextRef="#ctx0" brushRef="#br0" timeOffset="-183812.67">8102 8304 712 0,'0'0'32'0,"0"0"-2"0,-7-80-2 15,7 57-4-15,7 2-5 0,5 1-6 16,6 6-1-16,8 4-1 0,8 5-1 15,5 5-3-15,7 9 0 0,0 11-5 16,-4 10-1-16,-3 8-1 0,-10 5-1 0,-6 6-1 31,-8 1 2-31,-9 1-2 0,-6-1 2 0,-2 0 3 16,-10-1-5-16,-5-4 6 0,0-5-4 16,-5-3-1-16,2-9 2 0,4-6-1 15,3-9 0-15,7-5 2 0,3-5 0 16,3-3 1-16,0-2 0 0,0-13 0 15,9-11-2-15,10-13 1 0,2-8-2 0,5-7-4 16,5-5 4-16,2-4-3 0,3-4 3 0,2 2 2 16,1 4-2-16,3 11 2 0,-6 12-2 15,-1 14 3-15,-8 13-2 0,2 11 0 16,-7 3 1-16,-2 17 1 0,0 7 0 16,-5 9-1-16,-4 5 3 0,1 5-4 15,-6-2 2-15,-2 1 0 0,-1-2-2 0,-3 0 4 16,0-4-5-1,0-1 3-15,0-2-3 0,-4-4 0 0,1-3-2 0,1-9 2 0,1-2 0 16,1-6-1-16,0 0 0 0,3 4-2 31,1-7-3-31,9 1-4 0,0-4-7 16,9-1-11-16,2-4-17 0,-2-1-40 16,3-4-68-16,-4-8-153 0,-1-5 6 0</inkml:trace>
  <inkml:trace contextRef="#ctx0" brushRef="#br0" timeOffset="-183330.3">8991 7865 632 0,'0'0'47'16,"0"0"-6"-16,0 0 0 0,42-101-7 15,-7 75-7-15,10 1-6 0,8 1-3 16,2 6-3-16,3 5-5 0,-3 5-3 15,-9 7-5-15,-5 1 1 0,-11 7-3 0,-5 10-1 16,-9 4 1-16,-9 6-3 0,-3 7 3 0,-4 2-1 16,-14 5 2-16,-8 4 2 0,-4 0-5 15,-7-1 4-15,-2 0-3 0,-4-2-1 16,3-2 2-16,-2-2-1 0,5-3 1 16,5-7-1-16,8-1 1 0,7-11-1 15,13-4 1-15,3-3 0 0,16-3 0 0,10-1 2 16,13-5-1-16,1-1 1 15,5-8-1-15,1 1-1 0,0-3 0 0,-1 0-2 0,0 1 0 16,-5 0-3-16,-3 3-8 0,-3 1-10 31,-13 1-18-31,-2 1-35 0,-8 1-52 16,-8 0-139-16,6 0-26 0</inkml:trace>
  <inkml:trace contextRef="#ctx0" brushRef="#br0" timeOffset="-182796.77">10158 8166 588 0,'0'0'70'0,"0"0"-7"15,0 0-11-15,0 0-12 0,0 0-10 16,-4-80-9-16,2 75-7 0,1 0-6 0,-1 3-3 31,-3 2-4-31,1 12 2 0,-4 10 1 0,-1 12-2 16,1 7 0-16,2 4-2 0,0 2 1 16,2 3-2-16,-2-1 2 0,5-1-2 15,-4-2 1-15,1-1 2 0,0-7-3 16,1-1 4-16,0-12-3 0,0-5 0 15,3-7 0-15,0-7 0 0,0 0 3 0,0-6 0 16,0 0 0-16,0-1 1 0,3-13-3 0,13-9 0 16,0-7-1-16,4-7-3 0,4-3 3 15,3-3-3-15,3-1 3 0,6 1 0 16,-1 7-1-16,-2 6-1 0,0 10 2 16,-4 9 0-16,-4 11 0 0,-5 2 1 15,0 13 1-15,-5 7-1 0,2 6 3 0,-4 1-1 16,-1 3 0-16,-5 0 0 15,-1-2-1-15,-3 0 4 0,0 0-4 0,-3-2 3 0,0-2-5 16,0-8 0-16,0-1 0 0,0-5-2 31,0-6 2-31,0 0-3 0,0-6 0 16,0 4-4-16,0 3-5 0,0-3-5 16,0 2-12-16,3-6-21 0,8-7-28 0,1-11-70 15,3-10-149-15,-1-10 9 0</inkml:trace>
  <inkml:trace contextRef="#ctx0" brushRef="#br0" timeOffset="-182446.84">10680 7626 629 0,'0'0'59'16,"0"0"-12"-16,0 0-8 16,35-79-7-16,-16 64-10 0,1 3-4 0,6 4-3 0,6 6-3 15,6 2-2-15,3 11-2 0,3 7-3 16,-2 7-2-16,-2 7-3 0,-8 4 1 15,-6 6-2-15,-10 5 2 0,-7 5 2 16,-9 1-5-16,-6 5 4 0,-12 0-5 0,-8-1-1 31,-5 1 2-31,-1-5-1 0,3-5 1 0,3-5 0 16,6-6 2-16,8-15-1 0,8-2 2 16,4-6 0-16,13-5 2 0,14-2-2 15,11-7 0-15,17-1 0 0,7-8 0 16,9-5-1-16,7-1 0 0,6-2 1 15,0 1-1-15,0 0-1 0,-4 1-1 0,-9 3 1 16,-11 2-2-16,-13 2 0 0,-19 3-6 0,-5 4-6 16,-12 1-7-16,-6 0-4 0,-5 3-10 15,-9 13-16-15,-13 9-20 0,-14 7-43 16,-11 3-81-16,-11 0-65 0</inkml:trace>
  <inkml:trace contextRef="#ctx0" brushRef="#br0" timeOffset="-182129.15">8562 9461 543 0,'0'0'42'15,"0"0"13"-15,0 0 6 0,0 0-11 0,0 0-19 16,0 0-11-16,0 0-10 0,0 0 1 15,0 0 2-15,0 0 0 0,136-61 0 16,-42 54-3-16,26 0-2 0,26 0 1 16,24 1-3-16,26 0 0 0,21 0-2 15,17 1-1-15,10 2 0 0,6 0-1 0,-1 0-1 16,-6 0-1-16,-10 0 1 16,-15 0-2-16,-14 0 1 0,-20 0 1 0,-24 0-2 0,-24 0 0 15,-23-2 0-15,-28 1-1 0,-24-1 0 16,-23 4-1-16,-20-1-4 0,-18-1-4 15,-12 1-10-15,-20 1-15 0,-16 1-33 16,-13 0-88-16,-11 5-148 0,-8 4 6 0</inkml:trace>
  <inkml:trace contextRef="#ctx0" brushRef="#br0" timeOffset="-181529.93">8915 10208 628 0,'0'0'62'0,"14"-79"-6"0,-11 46-7 15,-3 8-12-15,0 5-11 0,0 2-6 0,0 7-4 16,-9-2-4-16,-5 5-6 15,-5 6-3-15,-10 0-2 0,-6 4-1 0,-9 14-1 0,-8 8 0 16,-5 8 0-16,-2 6 1 0,-2 8-3 31,3 4 3-31,8 3-3 0,8 0 3 16,8-2-2-16,13-1 1 0,9-4-1 16,12-2 2-16,10-3 6 0,13-1-5 0,12-4 4 15,6-1-4-15,9-3-1 0,4-3 1 0,1-2-1 16,3-1 3-16,-2 0-3 0,3-2 1 15,-1 0-1-15,0 2-2 0,-6 0 2 16,-3-1 0-16,-8 0 1 0,-9-1-1 16,-9-4-2-16,-9-5 0 0,-11 0 0 15,-6 2 2-15,-19 0 0 0,-11 4 3 0,-13-4-3 16,-6-4 2-16,-6-2-1 16,0-7-2-16,0-4 2 15,5-1 0-15,6-14 0 0,7-9 0 0,8-11 1 16,12-11-4-16,7-8 2 0,13-10-1 0,13-5 4 15,13-1-3-15,10-2-5 16,6-3 3-16,6 1-2 0,0-1 3 0,1 6 3 16,-3 4-1-16,-6 7 1 15,-5 7-2-15,-9 9 2 0,-11 9-1 0,-8 6 3 16,-7 7-3-16,-7 5-1 0,-13 5-1 16,-7 6-1-16,-5 4-1 0,-5 4 0 15,2 10-4-15,2 9-10 0,0 7-24 16,2 7-53-16,4 5-102 0,1 2-124 15</inkml:trace>
  <inkml:trace contextRef="#ctx0" brushRef="#br0" timeOffset="-180878.96">9510 10628 814 0,'0'0'24'0,"0"0"5"0,-20-91-5 31,20 65-5-31,13 2-4 0,9 4-8 16,8 4 1-16,9 4 0 0,5 4-2 16,2 8 0-16,3 0-1 0,-1 12-4 0,-6 5 0 15,-3 2-1-15,-4 4-3 0,-6 3 3 0,-6 1 4 16,-6 4-7-16,-10 1 5 0,-4 1-5 15,-3 2-2-15,-10 1 1 0,-9-1-3 16,-5 0 0-16,-4-5 3 0,-1-3 0 16,2-8 1-16,8-7 3 0,0-7-1 15,3-5 3-15,6-6 0 0,0-12-2 0,10-10 0 16,3-5-1-16,13-10 1 0,7-4 0 0,9-5-4 16,5-1 4-16,2 3-4 0,2 6 4 15,1 8 0-15,-2 10 0 0,-1 13 0 16,-2 9 0-16,0 4 5 0,-2 15-3 15,-2 7 1-15,-3 8 0 0,-4 4 4 16,-5 5-3-16,-7 2 3 0,-5 1-4 0,-9 3-3 31,0-3 0-31,-12 1-1 0,-4-2 2 0,-3-3-1 16,-2-5-1-16,1-6 1 0,5-10 0 16,7-8 1-16,5-5 1 0,-2-4-1 15,-1-7-1-15,2-13 2 0,1-10-4 16,3-10 2-16,13-7-2 0,9-4-2 15,7-5 0-15,4-2-4 0,2 3 3 0,1 8 0 16,0 8 4-16,0 10 1 0,-6 9 0 0,-2 11 0 16,0 6 0-16,-1 3 3 0,-1 12 1 15,0 7-1-15,-3 3 4 0,-1 6 3 16,-2 3-5-16,-1 1 5 0,-6 2-7 16,3-1-1-16,-5 2 1 0,0-2-3 15,-3-2 0-15,-2-4 0 0,-3-8-1 0,-2-8-1 16,1-4-2-16,-2-7-6 0,0 0-2 0,0 0-5 15,0 1-11-15,0-1-28 0,0-1-50 16,1-16-161-16,2-9-57 0</inkml:trace>
  <inkml:trace contextRef="#ctx0" brushRef="#br0" timeOffset="-180545.74">11006 10247 748 0,'0'0'58'0,"0"0"-8"16,0 0-12-16,0 0-11 0,0 0-13 16,0 0-6-16,0 0-1 0,0 0-2 15,0 0 2-15,46 21 0 0,-42 13-1 0,-4 4-3 16,0 6 0-16,-4 1-6 0,-5 5 5 0,-4 0 1 16,3 4-3-16,-3-1 4 0,3 0-4 15,4-2-2-15,5 0 1 0,1-7-1 16,7-7 1-1,12-3 3-15,4-8-2 0,9-7-1 0,8-6 2 0,4-9-3 16,8-4 3-16,1-3-1 0,2-9 0 0,2-2 0 31,-4-1 0-31,-4 0-1 0,-5 2 0 0,-10 2 0 16,-12 3-1-16,-10 3 1 0,-8 4-5 16,-4 1-5-16,0-2-6 0,0 2-12 15,3 0-17-15,-3 0-22 0,1 0-40 16,-1 0-102-16,0 0-92 0</inkml:trace>
  <inkml:trace contextRef="#ctx0" brushRef="#br0" timeOffset="-180113.26">11688 10057 817 0,'0'0'36'0,"0"0"-7"15,0 0-4-15,0 0-4 0,0 0-10 16,0 0-3-16,32-80 0 0,-13 71 0 31,5 1-1-31,2 4-1 0,3 1-1 16,3 3-1-16,0 0-1 0,-2 1-1 16,1 5-2-16,-5 5 0 0,-6 0 0 0,-4 4-2 15,-6 2 0-15,-7 4-1 0,-3 3 0 0,-4 3-1 16,-11 5 0-16,-7 1-1 0,-2 4 2 15,-2 0 0-15,-3-2 2 0,7-2 0 16,2-4 1-16,7-2-1 0,3-9 1 16,7-1 0-16,3-2 0 0,6-3 2 15,11 3 0-15,9-4 0 0,6-6 1 0,4-4-1 16,8-1-1-16,0-1 0 0,3-7 0 0,0-1 1 16,-2-2-1-16,0-1 0 0,-6 3-1 15,-7 0 1-15,-9 3-1 0,-11 3 1 16,-7 2-1-1,-5 1-1-15,0-2 1 0,0 2-6 0,2 0-4 0,-1 0-14 16,2 0-22-16,-2 0-61 0,-1 0-200 0,0 0-27 31</inkml:trace>
  <inkml:trace contextRef="#ctx0" brushRef="#br0" timeOffset="24104.98">2312 12316 378 0,'0'0'51'0,"0"0"-13"0,0 0 0 16,0 0-3-16,0 0-1 0,0 0-1 15,0 0-6-15,111-41-6 0,-60 34 1 0,10 0-5 16,1 3-2-16,3 1-5 0,-3 3-3 15,-4 0-5-15,-6 4-1 0,-10 6-1 16,-2-1 0-16,-11 3 0 0,-7 0 0 31,-5 3-1-31,-8 1 3 0,-9 3-1 0,0 5 4 16,-16 5 2-16,-7 3 2 0,-9 6 5 16,-7 2-5-16,-4 0 1 0,-4 4-3 0,-2-1-7 15,1-1 3-15,-1 1 0 0,6-2 1 16,3-1-1-16,9-3-2 0,7-2-1 15,9-3 1-15,12-3 0 0,3-3 0 16,12-2 2-16,11-6 3 0,9-1-3 0,7-3 1 16,7-3 1-16,2-3-1 0,1 0 1 0,3-2-1 15,-4-3-3-15,-1 0 1 0,-3-1-1 16,-5-2-1-16,-3 0 2 0,-14 0-2 16,-8 0-2-16,-8 0 1 0,0 0-2 15,0 0-4-15,-1 0-13 0,1 0-31 16,-6 0-62-1,0 0-180-15,0-3-9 0</inkml:trace>
  <inkml:trace contextRef="#ctx0" brushRef="#br0" timeOffset="24303.28">2215 12840 609 0,'0'0'49'0,"0"0"-4"0,0 0-7 16,0 0-12-16,0 0-6 0,123-52-2 15,-65 43-6-15,4 0-2 0,0 1-11 16,-1 4-4-16,-5 3-9 0,-5 1-21 0,-5 0-32 16,-7 0-96-16,-4 1-131 0</inkml:trace>
  <inkml:trace contextRef="#ctx0" brushRef="#br0" timeOffset="25303.07">3107 12922 555 0,'0'0'45'0,"0"0"2"0,0 0-16 15,0 0-15-15,0 0-5 0,0 0-5 16,0 0-2-16,88-40-1 0,-70 28-3 0,2 0 1 16,0 0-2-16,-1-2 0 0,1-1 0 0,-5-2-1 15,2-1 0-15,-2 0 0 0,-4 0 2 16,-5 2-1-16,-2 8 3 0,-2 4-1 16,-2 4 1-16,0-1 0 0,0-4-1 15,0 1-2-15,-6-1 0 0,-10 4 1 16,-4 1 1-16,-6 9 1 0,0 5-1 0,0 5-1 15,4 4-1-15,0 1 0 0,5 5 0 0,4 0 0 16,4 1-2-16,8-1 3 0,1 2-2 31,4-4 1-31,11-3 1 0,5-1 0 16,6-6-1-16,3-4-1 0,4-5 2 16,5-5 0-16,-1-3 3 0,4-1-3 15,2-12 1-15,2-4 0 0,0-5-2 0,-2-3 2 16,-5-3-1-16,-1-4 1 0,-8-2 1 15,-8 1-1-15,-4-2 1 0,-8 0-2 0,-5 2 3 16,-4 2-1-16,0 9 2 0,0 5 0 16,0 6 0-16,0 7 2 0,0-1-1 15,0 5 0-15,-6-1-1 0,0 1-1 16,-5 0 0-16,2 0 0 0,5 0 1 0,-1 1 0 16,5-1 4-16,0 5 5 0,5 2 2 0,8 4 1 15,10-2 0-15,9-4-1 0,4-4-3 16,10-1-1-16,6 0-4 0,-1 2-3 15,1-1-1-15,-6 4-3 0,-4-1 1 16,-7 4 1-16,-6 3 0 0,-3 2-2 16,-7 2 0-1,-4 4 0-15,-6 2-2 0,-6 3 3 16,-3 2-2-16,0 1 1 0,-3 2 0 0,-4-2 0 16,-2 1-2-16,1-3 2 0,0-1-1 15,1-9 1-15,4 0-2 0,2-5 1 16,1 0-1-16,0 3 1 0,4-4 0 15,9 3 1-15,4-4-1 0,4-3 1 16,9-4-2-16,6-1 0 0,5 0 0 0,2-8-4 16,2-2 1-16,-3-7 1 0,-3-3 3 15,1-5 0-15,-8-3 3 0,-3-4-1 0,-7 0 0 16,-2 4 1-16,-4 3 1 0,-7 8 1 16,-5 7 3-16,-1 7 0 0,-3 3 0 15,0 0 0-15,0-2-3 0,0 2-1 16,0 0-2-16,0 0-1 0,0 0-1 0,-7 7 1 15,-4 6-2-15,-3 7 2 0,5 1-1 0,2 2 1 16,0 1 0-16,4-1-2 0,3-2 1 31,0 1-1-31,2-3 1 0,6-2 0 16,2-2 1-16,2-3 0 0,7-3 0 16,1-1-1-16,3-5 0 0,3-3 1 15,0 0 0-15,3-5 2 0,1-4 0 0,-2-6 0 16,-4-2 0-16,-5-5-1 0,0-4 2 0,-7-5-2 15,-5-2 2-15,-3-3-2 0,-4-1-1 16,-4 2 0-16,-6 5 0 0,-5 4-1 16,-2 5 3-16,1 7-4 0,-6 8 1 15,-2 5-1-15,-2 1-1 0,-2 12 0 16,1 8-3-16,-1 2-11 0,1 6-32 0,1 4-63 16,1 1-196-16,4 2-18 0</inkml:trace>
  <inkml:trace contextRef="#ctx0" brushRef="#br0" timeOffset="25868.9">5278 12720 627 0,'0'0'39'16,"0"0"4"-16,0 0-1 0,0 0-7 16,0 0-6-16,0 0-10 0,0 0-2 15,0 0-5-15,-38-77-2 0,38 77-5 0,-1-2-2 16,1 2 0-16,0 15 4 0,6 9-1 0,5 14 2 15,2 6-2-15,3 9-1 0,-3 8-2 16,-1 4 2-16,-1 4-5 0,1 2 2 16,-3 2 3-16,2-2-2 0,-1 2 2 15,-1-3-4-15,2-2-4 0,-2-2 3 16,0-9-3-16,1-5 3 0,-3-9 0 0,-1-10-1 16,-2-11-1-16,1-5 0 0,-1-7-1 15,-3-6-1-15,-1 0-1 0,0-4-7 0,0 0-4 16,0 0-8-16,3 0-24 0,-3 0-36 15,3-12-69-15,-3-11-152 0</inkml:trace>
  <inkml:trace contextRef="#ctx0" brushRef="#br0" timeOffset="26719.9">5230 12826 597 0,'0'0'53'15,"0"0"-2"-15,0 0-5 0,0 0-11 16,0 0-9-16,62-88-8 0,-37 80-4 0,2 1-1 16,5 4-2-16,3 1-1 0,-2 2-4 0,-1 0-1 15,-3 8-4-15,-7 3-1 0,-4 5-2 16,-6 4 0-16,1 4 1 0,-7 5 0 16,-6 4-1-16,-2 4 2 0,-11 0-4 15,-7 1 1-15,-6-2-2 0,-6-2 0 16,-3-2 0-16,-2-4 1 0,2-4 0 0,1-4 1 15,6-6 1-15,8-5 1 0,7-5 0 16,7-1 0-16,6-3-2 0,0 0 1 0,0 3 2 31,6 1 0-31,11 0 2 0,9 0 0 16,9-4-2-16,4 0 1 0,4 0 0 16,2-7-1-16,4-2 1 0,2-3-1 15,2-3 0-15,-1-2 1 0,2-3-1 0,-6-1 0 16,-4-3 1-16,-5-1-1 0,-8-1 1 0,-5-1 0 15,-9 0 0-15,-4 1 0 0,-4 8 0 16,-3 1 0-16,-3 7 2 0,-2 5 0 16,1 0-1-16,-2 5-2 0,0-1 0 15,0 1-3-15,-3 4 2 0,-6 10 0 16,-3 9 1-16,-1 2 2 0,3 3-2 16,-1-1 0-16,5 0 0 0,0 1-1 0,6-4 0 15,0 1 2 1,3-5-1-16,6-1 0 0,2-2 0 0,2-5 0 15,3-1 2-15,2-4 0 0,2-4-2 16,3-1 2-16,-1-2-1 0,1-4 0 0,0-6 0 16,-2-4-1-16,-3-2 1 15,-5-7-1-15,-6-4 0 0,-4-7-1 16,-3-6 2-16,-3-3-3 0,-8-3 1 0,-4 2 0 16,-2 3 0-16,-2 6 0 0,-3 9 1 15,-1 7-2-15,1 6 1 0,-2 6 1 16,2 5 0-16,1 2 1 0,6 0-2 15,3 8 1-15,4-2-1 0,5 5 1 16,0 2 0-16,3 1 4 0,9 3-4 0,8-5 2 16,6-2 0-16,9-2-2 0,1-2 2 0,11-3-2 15,2-3 1-15,2 0-1 0,2-1 0 16,1-4 0-16,-5 0 0 0,0 2 0 16,-7 0 0-16,-5 3 1 0,-13-1-1 15,-9 1 1-15,-2 0 0 0,-4 0 1 16,-2 1 2-16,5 4 1 0,-5 3 0 0,2 5 2 15,-3 4-3-15,0 4 0 0,1 0 0 16,-3 1 1-16,2-1-3 0,0 0 1 0,0 0-1 31,0 1-2-31,3-2 1 0,-3-5 0 16,1-2-1-16,0-2 1 0,1-2-1 16,-1 2 0-16,-1-2 0 0,4 0-1 15,-2-3 0-15,0 1 0 0,-3-3-8 0,-1 0-9 16,-1-4-20-16,0 0-43 0,0 0-165 0,-5-3-79 15</inkml:trace>
  <inkml:trace contextRef="#ctx0" brushRef="#br0" timeOffset="26887.74">6196 12359 639 0,'0'0'40'0,"0"0"-6"16,0 0-13-16,0 0-10 0,0 0-7 15,0 0-7-15,0 0-5 0,0 0-6 16,0 0-8-16,0 0-23 0,-3-2-37 31,3 24-107-31,2 9-90 0</inkml:trace>
  <inkml:trace contextRef="#ctx0" brushRef="#br0" timeOffset="27586.61">6365 12972 775 0,'0'0'50'0,"0"0"-13"15,51-81-10-15,-22 52-11 16,4 2-7-16,7 4-3 0,1 5 0 0,0 4-1 0,-1 6-3 16,-4 5 1-16,-1 3-3 0,-5 4 0 15,-4 7 1-15,0 5-2 0,-4 3 2 16,0 1-1-16,-5 2-1 0,-4 1 0 0,-3 2 0 15,0 0-1-15,-4-1 0 0,-3-6 1 0,-2-1-1 16,-1 0 0-16,0-6 1 0,0 1-1 31,0-8 1-31,0-4 0 0,-1 0 0 16,1 0 3-16,0 2-1 0,0-2 1 16,0 0 1-16,0-2-2 0,1-16-2 15,10-10 2-15,6-9-5 0,2-3 4 0,5 1 0 16,2 1 0-16,3 6 0 0,0 7 0 0,0 9 0 15,-3 7-2-15,3 9 2 0,-6 3 0 16,2 11 2-16,-1 5-4 0,-2 4 2 16,-3 6-1-16,-2 0 1 0,2 3-1 15,-5 0 3-15,2-4-3 0,-4-2 1 16,1-2 0-16,1-4 0 0,-2-3 0 0,7-5 1 16,0-2-1-16,5-5 0 0,5-5 2 0,4 0-5 15,5-12 3-15,5-4 0 0,2-8 0 16,1-6 3-1,-2-8-3-15,-4-4 0 0,-2-5 1 0,-8-5-2 0,-8-3 2 16,-5-4-1-16,-8-4-3 0,-6-8 3 31,-3-6-2-31,0-3 0 0,-6-4 4 0,-3 7-4 16,-5 9 3-16,4 13-1 0,-2 14 2 0,2 15-3 16,3 8 3-16,1 9-2 0,3 6 0 15,-3 1 2-15,-2 2-4 0,-1 10 2 16,-1 9-1-16,1 10 1 0,4 9 0 15,0 9 1-15,4 7 1 0,1 5 0 16,0 1-1-16,4 2 2 0,3-3 2 0,3 2-3 16,-1-3 2-16,5-2-4 0,1-3 0 0,4-3-2 15,3-4 0-15,8-4 3 0,6-7-3 16,4-6 4-16,4-8-3 0,5-7-1 16,0-9-2-16,0-5-8 0,-1-5-9 15,-6-10-15-15,-6-7-33 0,-8-5-70 16,-11-6-167-16,-7-2-8 0</inkml:trace>
  <inkml:trace contextRef="#ctx0" brushRef="#br0" timeOffset="27769.89">7735 12480 693 0,'0'0'67'0,"0"0"-20"16,0 0-17-16,0 0-12 0,0 0-5 0,0 0-1 15,0 0-4-15,0 0-1 0,0 0-5 16,94 2-2-16,-35-7-3 0,6 2-9 16,7-2-41-16,5 1-200 0,8-7-74 15</inkml:trace>
  <inkml:trace contextRef="#ctx0" brushRef="#br0" timeOffset="29520.76">9252 12728 582 0,'0'0'65'16,"0"0"-8"-16,0 0-9 0,0 0-11 0,0 0-9 16,0 0-8-16,0 0-3 0,0 0-4 15,78-2-5-15,-51-10-1 0,6-5-5 16,4-2-2-16,0-6 0 0,2-2 0 0,2-3 1 15,-4-2-3-15,-3-5 1 0,-7-2-4 0,-5-4 1 16,-11-2 0-16,-8 2 2 0,-3 4 2 31,-10 6-2-31,-7 9 1 0,-7 13 1 16,-6 7-2-16,-6 8 2 0,-3 15 0 16,-6 9 0-16,2 7 0 0,-1 4 1 15,7 2-2-15,5 1 2 0,6 1 2 0,7-2-4 16,9-1 5-16,10-3-5 0,0-4 1 0,15-1 0 15,8-4-1-15,6-7 3 0,7-3-1 16,8-6 1-16,6-6-2 0,3-6 1 16,5 0-2-16,0-7 1 0,-2-8 0 15,-5-5 0-15,-2-3 1 0,-7-4-1 16,-6-2 0-16,-8-4 2 0,-5-5-5 0,-10-3 5 16,1-2-2-16,-5-2-1 0,-3 2 2 0,2 4-1 15,-3 7 0-15,-1 12 1 0,-1 8 0 16,-2 7 0-16,2 5-2 0,6 4 3 15,4 11-1-15,3 6 3 0,1 6-1 16,2 3 0-16,-3 4 0 0,4 1-1 31,-4 2 3-31,3-1-7 0,-6 0 5 0,1-1-5 16,-5 0 1-16,-2-6 0 0,-4-8-1 0,-1-3 1 16,-2-6-1-16,0-7 2 0,0 1 2 15,0-6 0-15,0 0 1 0,-5-4 0 16,-2-12-3-16,0-8 1 0,4-10 2 15,3-5-1-15,0-7-4 0,10-2 3 16,6-2-4-16,4 3 3 0,8 5 1 0,2 6-1 16,2 11 2-16,1 8-2 0,-1 9 1 15,-2 8 1-15,-2 7-1 0,-2 9 0 0,-3 7 2 16,-3 4-2-16,-1 4-2 0,-2 1 3 16,-4 1-5-16,-1 1 2 0,-2-1 5 15,-1 0-6-15,-2-2 6 0,2-3-3 16,-2-3-2-16,-1-9 1 0,-2-2 0 0,0-5 0 15,4-3 2-15,0 1-2 0,2-5 1 0,10-2 0 16,1-3-1-16,6-11 2 0,2-7-2 31,-1-5 0-31,-1-5-3 0,1-8 3 16,-4-3-3-16,-2-6 4 0,0-4 0 16,-4-3-2-16,-2 1 2 0,-1 5-1 15,-5 8 0-15,-3 14 1 0,-2 12 0 0,-4 8-1 16,-1 7 2-16,0 0-4 0,0 0 1 0,-7 0 1 15,-8 11-1-15,-8 7 1 16,0 8 0-16,0 4 0 0,4 4-1 16,-3 3 1-16,6 0-2 0,2 1 2 15,5 2-1-15,5-2 1 0,4 0 4 0,0-3-5 16,6-2 3-16,5-4-2 0,7-3-1 0,3-7 1 16,3-2 4-1,6-6-4-15,6-6 0 0,6-5 0 0,1 0 0 16,2-8 0-16,-1-9 1 0,-4-1-1 15,-1-7 0-15,-4 0 0 0,-6-6-3 0,-2-4 5 0,-5-4-6 16,0-2 5-16,-4 0 0 0,0 2-2 31,-1 2 2-31,-2 7-1 0,0 7 2 0,-4 7-2 16,-4 9 0-16,-4 4 0 0,2 3 0 0,4 0-2 16,6 6 4-16,3 6-1 0,-3 4 2 15,4 0 0-15,-4 3 0 16,0 0 0-16,-3 2-3 0,-1 1 1 0,-2-1 1 15,-2 1-1-15,0 0 0 0,-4-2 1 16,4-1-2-16,-2-1 0 0,2 1 5 0,3-3-5 16,3-2 5-16,6-1-5 0,3-6 1 15,8-1 1-15,6-3-2 0,6-3 0 0,9 0 1 16,2-8-2-16,2-2-4 0,-3-5 6 16,0-5-6-16,-3-2 6 0,-4-3 0 15,-3-3-1-15,-6-1 1 0,-5-1-2 16,-5 3 1-16,-6 0 0 0,-3 2 1 0,-8 9 0 15,-2 2 0-15,-1 5-1 0,-5 5 1 0,1 0-1 16,-2 1 0-16,0 0 0 0,-13-1 0 31,-3-1 0-31,-6 4 0 0,-8 1 0 16,0 3-2-16,-2 7 2 0,0 5-1 16,5 4 1-16,-1 2-1 0,6 1 1 15,2 3-3-15,7-1 1 0,3-4 0 0,6-2-1 16,4 1 0-16,0-3-1 0,8 3-1 0,7-8 1 15,1-3 1-15,5-5 1 0,2-3 1 16,2 0 0-16,-2-9 1 0,2-4 0 16,-2-3 2-16,-2-3-3 0,-3-5 2 15,2-1 0-15,-5 0 0 0,-1 1 0 16,-2 3 2-16,-5 6-1 0,-3 6 2 0,0 6 1 16,-4 3-1-16,0-2-1 0,0 2-2 15,0 0 0-15,0 2 0 0,0 15 1 0,-4 6 0 16,-1 11 2-16,0 4-3 0,1 3 1 15,2 3 1-15,1 3-2 0,-1 5 3 16,-2 4-3-16,1 3-1 0,2 3 1 31,-5 7-3-31,2-1 3 0,-1 0-3 0,2-3 2 16,-1-4 2-16,0-6-2 0,-2-7 4 0,-3-5-5 16,1-10 0-16,-3-5 0 0,-1-10-1 15,1-6 1-15,-4-9 1 0,-6-3 0 16,-5-8 3-16,-9-11-4 0,2-7-4 15,-2-6 3-15,-2-5-5 0,-1-2 5 16,2 1 1-16,3 1-5 0,1 7-5 0,5 5-8 16,5 8-10-16,6 5-14 0,3 6-34 15,3 4-76-15,-2 1-152 0,7 1-1 0</inkml:trace>
  <inkml:trace contextRef="#ctx0" brushRef="#br0" timeOffset="30053.37">12528 12318 837 0,'0'0'23'0,"0"0"-2"15,0 0-5-15,0 0-8 0,0 0-5 0,0 0 0 16,0 0-2-16,0 0-1 0,87 37 0 0,-75-21-2 15,-2-1 1-15,1 0-1 0,1-1-4 16,4-2-3-16,1-3-6 0,3-1-4 16,3-5-5-16,1-3 0 0,2 0 6 15,-2-10 3-15,1-6 9 0,-5-5 7 16,2-7 4-16,-3-4 2 0,-2-1 6 0,2-1 3 16,-6 4 6-16,1 5 3 0,-5 8 0 0,-5 6-1 15,-1 8-4-15,-3 3-4 0,0-1-4 16,0 1-3-16,5 0-3 0,0 5 1 15,1 14-2-15,3 8 1 0,-2 9-3 16,0 9-1-16,3 5-1 0,-1 4 0 31,0 7 2-31,1 3-3 0,0 5 3 0,3 6-3 16,-3 7-2-16,-1 3 3 0,-2 3-3 0,-1-3 2 16,-3-3 3-16,-3-6-2 0,0-9 1 15,-7-8-3-15,-5-9-1 0,-7-7 0 16,-4-8 2-16,-9-10 0 0,-7-8-1 15,-3-8 1-15,-3-9 0 0,-2 0 0 16,2-11 3-16,-1-5-3 0,5-5 1 0,5-4-1 16,5-3 0-16,8-4-1 0,6 0 0 15,10-1-3-15,5 1-7 0,2 2-3 0,11 5-13 16,4 8-12-16,4 5-51 0,7 6-177 16,0 0-68-16</inkml:trace>
  <inkml:trace contextRef="#ctx0" brushRef="#br0" timeOffset="30804.39">15092 11897 671 0,'0'0'44'0,"0"0"5"16,0 0-14-16,0 0-7 15,0 0-7-15,0 0-13 0,0 0 4 0,0 0-2 16,0 0 1-16,0 0 0 15,22 100-4-15,-12-51-3 0,2 3-2 0,-2 5 2 16,-3 4-4-16,-1 0 3 0,-2-2-4 0,-2-1 2 16,-2-4 3-16,0-4-4 0,0-5 4 0,-2-8-4 15,-1-12-1-15,2-4 2 0,-1-9-1 16,2-6 0-16,0 0 2 0,0-6 1 16,0 0 1-16,0-2-2 0,0-14-1 15,0-11-1-15,-1-14-4 0,-3-8 4 16,-4-7-4-16,-3-8 1 0,-2-7 3 0,-4-8-3 31,-1-5 2-31,-4 1-2 0,1 2-4 0,0 7 4 0,4 9-2 0,7 8 3 0,4 14 2 16,6 11-1-16,0 10 0 0,4 10 1 31,10 3 0-31,9 5 0 0,11-1 0 16,7 3 0-16,8 2 0 0,7-1 1 15,5-1 1-15,7 0-1 0,2-3 1 0,3-3-1 16,-3-1 1-16,-4 0-1 0,-9 0 0 0,-12 1 0 15,-15 4 0-15,-13 1-1 0,-10 3 0 16,-7 0 1-16,0-2 0 0,0 2-1 16,0 0-2-16,-4 0-1 0,-15 0-3 15,-7 0-6-15,-8 7-8 0,2 3-13 16,0 2-23-16,6 3-32 0,-3 2-80 0,3 4-131 16</inkml:trace>
  <inkml:trace contextRef="#ctx0" brushRef="#br0" timeOffset="31120.05">15085 12313 674 0,'0'0'59'0,"0"0"-3"16,0 0-18-16,0 0-13 0,0 0-10 0,0 0-2 16,0 0-1-16,0 0 2 0,0 0 0 0,0 0-2 15,65-6-1-15,-16 3-4 0,5 0-2 16,5 0-1-16,3 0-3 0,-2 1 0 16,-4 2-1-16,-10-1 0 0,-4 1-1 15,-16-2 1-15,-11 2-1 0,-8 0 0 16,-7 0-2-16,0-1-5 0,0 1-8 0,0 0-8 31,0 0-12-31,-10 0-14 0,-12 0-37 0,-7 8-85 0,-4 0-132 0</inkml:trace>
  <inkml:trace contextRef="#ctx0" brushRef="#br0" timeOffset="31336.54">15033 12675 657 0,'0'0'72'15,"0"0"-1"-15,0 0-15 0,0 0-18 16,0 0-10-16,81 39-7 0,-54-33-5 16,4-1-5-16,0-1-3 0,4-1-3 15,3 0-1-15,0-1-1 0,3-2-3 16,1 0 0-16,2 0-5 0,-1 0-1 0,2-2-9 16,1-3-9-16,-4-2-16 0,-4-2-38 0,-1-3-99 15,-9-5-145-15,-2-4-1 0</inkml:trace>
  <inkml:trace contextRef="#ctx0" brushRef="#br0" timeOffset="31586.29">16317 12178 801 0,'0'0'40'0,"0"0"-4"16,0 0-8-16,0 0-13 0,0 0-5 0,0 0-2 16,91-42-3-16,-52 35 0 0,3 3-3 0,1 1-1 15,-3 0-1-15,-4 1-1 0,-4 1-1 16,-11 1-1-16,-1 0-6 0,-8 0-10 16,0 0-16-16,-1 0-30 0,-8 1-72 15,4 1-173-15,-7-2-9 0</inkml:trace>
  <inkml:trace contextRef="#ctx0" brushRef="#br0" timeOffset="31770.01">16185 12432 760 0,'0'0'54'15,"0"0"3"-15,0 0-15 0,0 0-17 0,96 16-8 16,-48-16-9-16,8 0 0 0,3 0-3 0,1-1-3 15,-4-1-1-15,-4 1-3 0,-3-2-4 16,-4-1-3-16,-2 0-12 0,-5-2-16 16,-3-3-42-16,-3-3-121 0,-5-7-123 15</inkml:trace>
  <inkml:trace contextRef="#ctx0" brushRef="#br0" timeOffset="32254.74">17426 11097 709 0,'0'0'54'0,"0"0"-12"0,0 0-15 0,52-77-8 16,-40 66-5-16,1 7-4 0,4 4 1 15,1 0-1-15,5 10-2 0,0 10 1 16,0 6-4-16,-3 7 1 0,0 7-4 15,-2 4 0-15,-5 4 3 0,-3 2-5 16,-2 3 4-16,-2 1-4 0,-3 0-2 0,-1 2 2 16,-2-2-3-16,0-4 3 0,-3-8-2 0,-2-5 2 15,2-15-1-15,-2-8 2 0,5-8-1 16,0-6 2-16,0 0 0 0,0 0 0 16,0-1 0-16,10-16-2 0,2-9 1 15,6-12-2-15,1-3 2 0,4-3 0 16,0-2 1-16,3 4-3 0,2 1 2 0,1 8-2 15,-3 8 1 1,0 10 0-16,-3 9 0 0,0 6 1 0,-2 12 0 0,0 11 1 0,1 6-1 31,-5 7 2-31,0 7-3 0,-5 3 2 16,-3 1-1-16,-4 0 1 0,0-5-3 16,-4-1 3-16,-1-6-2 0,2-11 2 15,-2-3-2-15,0-7 0 0,0-8 0 0,0 2-2 16,0-8 4-16,0 0-2 0,0 0 1 15,0 0-2-15,0 0-1 16,-5-12-7-16,-1-10-9 0,-3-8-13 0,1-6-23 16,0-5-43-16,-1-11-105 0,2-3-114 0</inkml:trace>
  <inkml:trace contextRef="#ctx0" brushRef="#br0" timeOffset="32653.35">18148 10692 608 0,'0'0'63'0,"0"0"-12"16,0 0-11-16,94-57-7 0,-61 47-7 31,6 4-5-31,2 5-2 0,6 1-3 0,0 0-2 16,2 10-4-16,-3 2-2 0,-5 3-4 0,-6 5-1 16,-6 3-3-16,-10 6 0 0,-7 3-1 15,-9 4 1-15,-5 5-1 0,-15 5 1 16,-9-1-2-16,-9 2 0 0,-4-3-1 15,-4-2 2-15,1-6-2 0,1-4 2 16,5-3-1-16,7-7 1 0,6-2 6 0,10-7-5 16,6-5 5-16,7 0-3 0,4-2-2 0,14 2 3 15,9 1-1-15,9-5-1 0,8-2 1 16,6-2 0-16,5 0-1 0,4 0-1 16,1-2 2-16,-1-1-1 0,-1-3 0 15,-2 0 0-15,-7 0 0 0,-8-2 0 16,-8 2-5-16,-13 2 6 0,-8 0-7 0,-7 4 7 15,-5 0-4-15,0 0 0 0,0 0 3 16,0 0-6-16,0 10 1 0,-9 4-12 0,-4 5-11 31,-6 4-22-31,-3 0-50 0,0 4-125 16,-5-1-92-16</inkml:trace>
  <inkml:trace contextRef="#ctx0" brushRef="#br0" timeOffset="33036.43">17591 12342 530 0,'0'0'77'0,"0"0"-13"0,0 0-9 15,0 0-14-15,0 0-7 0,-81 0-6 16,81 0-6-16,-3 0-2 0,3 0-3 31,0 0-4-31,0 0 0 0,19-2-2 0,14-5-4 16,21-4-1-16,15-1-3 0,12 0-1 16,16-1 0-16,10-3-1 0,12 2 0 0,10-1 0 15,5 1-1-15,0 3 0 0,-2-1 0 16,-10-1 0-16,-16 4 0 0,-15 1 1 15,-20 3 0-15,-17 0-1 0,-22 2 0 16,-15 1-1-16,-8 2 3 0,-9 0-1 0,0-1-1 16,0 1-1-16,-2 0-2 0,-11 0-7 0,-9 0-11 15,-11 6-29-15,2 4-72 0,-3 3-196 16,3 0-21-16</inkml:trace>
  <inkml:trace contextRef="#ctx0" brushRef="#br0" timeOffset="33769.95">17548 13083 705 0,'0'0'46'0,"0"0"-7"0,0 0-8 31,0 0-11-31,-23-80-5 0,9 73-7 0,-6 1-1 16,-6 6-4-16,-4 1 1 0,-8 13-3 0,-2 6 1 16,-6 5 0-16,3 3 0 0,2 2-1 15,8 4 1-15,7-1 4 0,8 1-5 16,8-2 5-16,10-4-5 0,4 0-1 15,15-4 1-15,12-1 0 0,5-2 1 16,7 0-2-16,2-2 3 0,4 0-3 0,-1 0 2 16,1 0-1-16,-3 1 0 0,-4 1 0 15,-4 1-1-15,-8 0 0 0,-4 1-1 0,-7-2-1 16,-8 0 2-16,-5-1-1 0,-6 0 2 16,-1-2-1-16,-12 1 1 0,-9-4 0 15,-4 0-1-15,-7-3 0 0,-5-3 1 16,2-3-1-1,-1-3 0-15,3-3 1 0,5 0 0 0,9-8-1 0,4-4 1 0,9-6 0 0,5-6-1 16,4-6 1-16,11-7-2 0,12-6 1 31,3-4-1-31,6-4 2 0,3-2-2 16,4-2 3-16,-1-1-3 0,-2 0-5 16,-3 1 5-16,-5 6-4 0,-5 6 4 15,-8 4 2-15,-6 16 0 0,-8 3-1 0,-3 4 1 16,-11 6-1-16,-12 1 0 0,-11 4 0 0,-6 5-1 15,-8 1 0-15,-3 9 1 0,-1 3-2 16,2 4-1-16,3 3-7 0,3 4-11 16,6 2-27-16,8 5-43 0,5 0-130 15,11 4-95-15</inkml:trace>
  <inkml:trace contextRef="#ctx0" brushRef="#br0" timeOffset="34436.44">18106 13332 756 0,'0'0'49'0,"0"0"-7"0,0 0-15 15,23-87-3-15,-16 67-13 0,3 5 2 16,3 2-4-16,-4 3-3 0,4 6-1 15,1 3-3-15,1 1-1 0,4 7-1 16,-3 8 5-16,1 6-4 0,-2 5 5 0,0 2-6 16,-3 2-3-16,-1 2 2 0,-3 1 0 15,-2 1 0-15,-6 1-2 0,0-1 1 0,-3-2-2 16,-6-3 2-16,-5-5 0 0,-1-4 1 16,2-6 1-16,6-6 0 0,4-5-1 15,-3-3 2-15,-1-3 0 0,-3-11 1 16,3-8 0-16,7-5-1 15,1-5 1-15,12-2-3 0,6-5 3 0,4 0-2 0,6-2 2 16,1 1-2-16,3 4-4 0,-1 3 2 0,0 7-4 31,-2 8 6-31,-2 7-1 0,-2 9 2 16,-4 2-2-16,-1 13 1 0,0 5 4 16,-5 3-4-16,-4 3 5 0,-1 1-5 15,-7 0 0-15,-1 3 0 0,-3-3 0 0,0 0 0 16,-7-3-2-16,-2 0 3 0,-4-4-1 0,6-6 0 15,1-4 0-15,-1-4 1 0,4-2-1 16,-3-1 2-16,3 2 0 0,2-3-1 16,1-13 0-16,1-7-1 0,9-7 0 15,6-3-1-15,4-4 1 0,5 1 0 16,1-2-4-16,5 3 4 0,0 2-5 0,2 5 5 16,1 8-1-16,-3 10 1 0,0 7 0 15,-1 3 0-15,-1 15 5 0,-4 8-4 0,-2 4 4 16,-4 7-3-16,-6 0-1 0,-2 3 1 15,-4-2 0-15,-4 0-2 0,-1-2 0 16,-2-2 1-16,0-5-1 0,0-8 1 31,-3-3 0-31,0-6-1 0,2-5 0 0,1-2-2 16,0-5-1-16,-2 0-1 0,2 0-10 16,0 0-14-16,-10-1-31 0,-2-11-71 0,-3-10-187 15,0-9-16-15</inkml:trace>
  <inkml:trace contextRef="#ctx0" brushRef="#br0" timeOffset="34753.1">19215 13068 744 0,'0'0'53'0,"0"0"-12"16,0 0-15-16,0 0-8 0,0 0-5 15,90 15-4-15,-77 5-1 0,-3 4 1 16,-5 6 2-16,-2 3-6 15,-1 4 2-15,-2 2-6 0,0 2-1 0,0 2 1 0,0-2-1 16,1 0 1-16,2-3-3 0,2-5 2 0,2-4-2 16,3-6 2-16,2-6 0 0,-4-9 1 31,10-4-1-31,3-4 1 0,7-12 0 16,6-7-2-16,0-2 1 0,0-3-1 15,0 2 1-15,-1 1-1 0,-3 2-1 0,-1 2-4 16,-6 3-2-16,-7 5-4 0,-4 4-4 15,-8 4-9-15,0 1-21 0,2 0-30 0,-1 0-65 16,1 0-165-16,-6 0 2 0</inkml:trace>
  <inkml:trace contextRef="#ctx0" brushRef="#br0" timeOffset="35169.94">19678 12553 770 0,'0'0'46'0,"0"0"-14"0,0 0-6 16,0 0-8-16,0 0-5 0,0 0-3 16,0 0-1-16,0 0 0 0,0 0-2 0,101-26 3 15,-69 40-5-15,4 1 3 0,6 5-1 16,-2 0-5-16,4 2 0 0,-7 3-2 15,-2 0-2-15,-6 3 0 0,-9 1 3 16,-5 1-4-16,-12 2 1 0,-3 1-3 0,-15 2-4 0,-10-3 2 16,-6 0 2-16,-6-5-1 0,-3-4 5 15,2-5-1-15,5-4 1 0,9-5 1 16,6-3 0-16,7-1 2 0,6-4 3 16,1 0-3-16,5-1 1 0,18 0 1 15,11 0-3-15,15 0 5 0,7-1 0 0,8 1-1 16,6 0-1-1,8 0-2-15,4 0-3 0,0 1 2 0,-1-1 0 0,-8 0 0 0,-8 0 1 16,-9 0-2-16,-13-4 0 0,-13-1 0 31,-13 4-1-31,-7-1-2 0,-6 2-4 16,0-1-14-16,0 1-17 0,-12 0-54 16,-8 4-228-16,-10 1-21 0</inkml:trace>
  <inkml:trace contextRef="#ctx0" brushRef="#br0" timeOffset="49287.66">17173 5376 473 0,'0'0'43'0,"0"0"-8"16,0 0-9-16,0 0-5 0,0 0 2 15,0 0 3-15,0 0 2 0,0 0-1 16,0 0-3-16,101-9-8 0,-43 3-4 15,9 1-3-15,4 1-3 0,5 0-2 0,-2 1-3 16,-4 1-2-16,-8 2-1 0,-9 0-1 16,-8 0-1-16,-12 0-5 0,-11 0-9 0,-9 2-19 15,-7-1-14-15,-6-1-26 0,0 0-54 16,0 2-136-16</inkml:trace>
  <inkml:trace contextRef="#ctx0" brushRef="#br0" timeOffset="49503.14">17256 5716 654 0,'0'0'26'0,"0"0"9"0,0 0-2 0,0 0-3 15,0 0-6-15,83-20-8 0,-39 13-4 16,11-1-4-16,1 2-5 0,5 0-2 0,3 1-1 15,-1 2-3-15,-1-1-2 0,-1 1-8 16,-5 2-19-16,-4 1-29 0,-8 0-65 16,-5 0-138-16,-7 0-36 0</inkml:trace>
  <inkml:trace contextRef="#ctx0" brushRef="#br0" timeOffset="49980.76">18369 5217 673 0,'0'0'33'0,"0"0"-4"16,0 0 0-16,0 0-7 0,0 0-7 0,0 0-8 16,0 0-1-16,0 0 6 0,0 0-3 15,0 0 5-15,17 26-7 0,-6 5-2 16,-3 6-2-16,-1 1-2 0,-1 1 0 15,-1 1-1-15,-2-1 2 0,1-1-3 0,0-4 2 16,-1-4-1-16,-2-10 2 0,1-10-1 16,-1-3 1-16,-1-7 1 0,0 0 2 0,0 0-1 15,2 0-2-15,-1-2-1 0,1-15-3 16,-1-9 1-16,-1-10-3 0,0-4 1 16,-6 0-3-16,-5-6 1 0,-5-3-3 15,-6-2-2-15,-2-2 6 0,-1-2-2 0,-3 2 6 16,5 1 2-16,3 7-3 15,9 8 2-15,3 13-1 0,7 6-2 0,1 9 2 0,4 2 0 16,14 3-1-16,6 3 3 0,12 1-2 31,8 0 1-31,1 0 1 0,4 1 0 16,2 0 0-16,-1-1 1 0,0 0-2 0,-2 0 0 16,-3 0 0-16,-9-2-1 0,-10-1 0 15,-5 1 0-15,-9 1-2 0,-7-1-1 16,1 2-2-16,-6 0-5 0,0-2-9 15,0 2-18-15,0 0-18 0,-6 10-35 0,-7 4-63 16,-9 4-133-16</inkml:trace>
  <inkml:trace contextRef="#ctx0" brushRef="#br0" timeOffset="50203.21">18245 5346 618 0,'0'0'49'0,"0"0"-3"0,0 0-13 16,0 0-9-16,115-18-5 16,-66 10-3-16,2-1-4 15,1 1-4-15,-3 1-5 0,-5 2-4 16,-4 2-1-16,-4 0-1 0,-4 3-4 0,-6 0-15 16,-7 0-20-16,-9 0-32 0,0 1-36 15,-7 4-69-15,-3 6-98 0</inkml:trace>
  <inkml:trace contextRef="#ctx0" brushRef="#br0" timeOffset="50369.81">18372 5707 648 0,'0'0'65'0,"0"0"-13"16,0 0-11-16,0 0-14 0,0 0-9 0,0 0-3 15,94-19-5 1,-54 14-5-16,4 2-2 0,2-2-3 0,-2 1-2 0,0-1-2 15,-5-1-9-15,2 2-19 0,-1-1-34 0,-4 0-84 16,-1 4-167-16</inkml:trace>
  <inkml:trace contextRef="#ctx0" brushRef="#br0" timeOffset="50653.23">19094 5686 728 0,'0'0'65'0,"0"0"-15"16,0 0-12-16,0 0-11 0,0 0-10 0,0 0-4 15,0 0-5-15,0 0-3 0,0 0 1 16,0 0-5-16,-6 0 1 0,6 10 2 16,0 9-1-16,0 7-1 0,6 1 2 0,-1 2-4 15,0 2 1-15,2 3 4 0,-3-1-4 16,0 1 3-16,-1-1-3 0,0-3-3 15,0-2 0-15,-3-9-3 0,0 0-3 0,0-7-2 16,0-1-2 0,-1-1-8-16,-2-5-8 15,1-1-23-15,2-4-41 0,-5 0-159 16,-5-6-78-16</inkml:trace>
  <inkml:trace contextRef="#ctx0" brushRef="#br0" timeOffset="51287.54">18778 2662 458 0,'0'0'78'16,"0"0"-14"-16,0 0-11 0,0 0-10 0,0 0-10 16,0 0-7-16,0 0-8 0,0 0-2 15,0 0-1-15,-23-25-1 0,45 12 0 16,10-1-2-16,7 2-3 0,4 1-3 15,6-2-3-15,-1 2-3 0,-6 3-8 0,-3 0 5 16,-7 0-6-16,-5 2 6 0,-8 3 0 16,-9 0-5-16,-4 3-9 0,-6 0-18 0,0 0-17 15,4 0-45-15,2 1-72 0,-5 9-118 16</inkml:trace>
  <inkml:trace contextRef="#ctx0" brushRef="#br0" timeOffset="51469.76">18708 2913 644 0,'0'0'46'0,"0"0"4"16,0 0-10-16,0 0-12 0,0 0-10 0,105-8-8 16,-66 3-5-16,4 0-3 0,1-3-3 15,1 2-1-15,-1 0-5 0,-2 0-13 16,-1 1-25-16,-4-3-49 0,-2 0-101 0,-3-5-108 15</inkml:trace>
  <inkml:trace contextRef="#ctx0" brushRef="#br0" timeOffset="51969.64">19453 2304 635 0,'0'0'44'0,"0"0"6"0,0 0-14 15,0 0-9-15,0 0-16 0,0 0-4 0,0 0 2 16,0 0 3-16,0 0-1 16,0 0-1-1,32 91-4-15,-20-48-3 0,2 0 8 16,-1 3-6-16,-2 0 3 0,0-1-5 0,-2-1-4 16,-3-3 1-16,0-3-1 0,0-5 1 15,-3-1-1-15,0-10 2 0,-3-4-1 16,2-6 0-16,-2-6 0 0,0 0-1 0,0-6 1 15,0 0 1-15,0 0 0 0,0-3-2 16,-2-15 0-16,-4-11-3 0,-3-10-1 16,0-5-4-16,-3-6 1 0,-2-7-4 0,-1-6-3 15,-2-6 6-15,-2-5-2 0,3-2 7 16,1 3 5-16,1 10 0 0,1 11 1 16,3 12-1-16,3 16 1 0,4 12-2 15,2 7 1-15,1 5-1 0,-2-1-2 16,2 1 1-16,0 0 1 0,0 0 1 0,9 0 2 15,10 1-1-15,5 2-1 0,2 0 4 0,10-3-2 16,2 0 0-16,6-3 1 0,3-4-3 31,-2-1 0-31,0-1-1 0,-6 2 0 16,-7 0 0-16,-9 3-1 0,-10 1-2 0,-7 3-2 16,-6 0-2-16,0 0-9 0,0 0-11 15,0 0-15-15,-3 11-17 0,-9 4-18 16,-8 7-31-16,-5 3-41 0,-3 2-106 0</inkml:trace>
  <inkml:trace contextRef="#ctx0" brushRef="#br0" timeOffset="52153.37">19313 2512 544 0,'0'0'60'0,"0"0"-14"15,0 0-7-15,0 0-11 0,96-18-8 16,-56 9-1-16,2 1-4 0,2 2-6 15,-1 0-4-15,-1 0-4 0,-3 3-2 16,-4-2-1-16,-2 2-2 0,-5 0-2 16,-8 0-11-1,-2 3-22-15,-7 0-34 0,-6 0-51 16,1 0-77-16,-6 8-67 0</inkml:trace>
  <inkml:trace contextRef="#ctx0" brushRef="#br0" timeOffset="52369.86">19482 2866 557 0,'0'0'53'0,"0"0"5"0,0 0-7 16,0 0-10-16,0 0-7 0,0 0-10 16,0 0-3-16,96 16-6 0,-60-16-5 0,2 0-5 15,1-7-4-15,1-1-1 16,-2-1-3-16,1-1-6 0,-3-1-14 0,-1-3-31 15,-2 2-62-15,-8-3-186 0,-7 3-16 0</inkml:trace>
  <inkml:trace contextRef="#ctx0" brushRef="#br0" timeOffset="52769.62">20007 3066 708 0,'0'0'35'0,"0"0"5"0,0 0-6 15,77-34-10-15,-49 25-6 16,0-1-7-16,4 1-4 0,-3 1-1 0,-1 0-1 16,-9 4-1-16,-1 2 0 0,1 2-3 0,-4 0 0 15,3 3-1-15,-6 7-2 0,-2 2 1 16,-3 4 0-16,-4 4 1 0,-3 4-1 15,0 1 1-15,-6 2-4 0,-5 2 4 16,-2 1 3-16,-4 2-4 0,-3 0 7 16,-1-3-8-1,-1-2 0-15,5-1 1 0,0-3 0 16,5-3 1-16,4-7 1 0,3-4-1 0,4 0 0 16,1-2 0-16,0 1 2 0,8 3 0 15,5-3 1-15,9-1 0 0,1-4-2 16,6-1 0-16,3-2-1 0,4-2 0 15,0-3 0-15,2-3-2 0,-4-1 2 0,1-2-5 16,-4 2-6-16,-3-3-9 0,-2 1-17 16,-1 1-31-16,-5-4-72 0,1 2-165 0,-7-4-4 15</inkml:trace>
  <inkml:trace contextRef="#ctx0" brushRef="#br0" timeOffset="53369.67">18221 469 585 0,'0'0'7'0,"0"0"7"0,0 0 7 16,0 0 7-16,0 0 2 0,89-6-1 16,-46-2-6-16,6 1-5 0,1-1-7 15,0 1-4-15,-2-1-4 0,-3 2-3 16,-6 1-2-16,-6 2-2 0,-9 0-7 0,-2 3-17 15,-9 0-30-15,-5 0-36 0,0 0-97 0,-8 0-87 16</inkml:trace>
  <inkml:trace contextRef="#ctx0" brushRef="#br0" timeOffset="53553.39">18343 607 656 0,'0'0'21'0,"0"0"3"0,0 0-5 15,88-12-9-15,-46 6-5 0,0 1-6 16,3-1-3-16,0 0-4 0,4 0-47 0,-1-2-112 16,1 1-126-16</inkml:trace>
  <inkml:trace contextRef="#ctx0" brushRef="#br0" timeOffset="54053.29">19270 245 745 0,'0'0'25'0,"0"0"3"15,0 0-4-15,0 0-6 0,0 0 0 16,0 0-7-16,0 0-1 0,0 0-5 0,0 0-2 16,0 0 1-16,71-19-2 0,-57 38 2 0,-1 6-3 15,-4 1-1-15,-2 1-1 0,0 2-1 16,-2 1 0-16,-1 1 0 0,2-3-1 16,0 0 0-16,-2-6 0 0,2-5 2 15,-3-6 1-15,-2-7-1 0,-1-4 2 16,1 3-1-16,1 2-1 0,-1-2 0 0,1 1-1 15,-2-4-4-15,0 0-1 0,0-3-5 0,-2-10-2 16,-8-10-4-16,-7-7-2 0,-3-1 1 31,-2 1 5-31,-6-4 8 0,1 1 5 16,-2 0 4-16,3 2 1 0,5 6 0 0,6 7 1 16,8 7 0-16,4 6-4 0,3 5 0 15,0-4-1-15,6-2 0 0,8-2 2 16,11 2 3-16,7 3-2 0,4 2 1 0,4-1 1 15,2-1-1-15,2 1 0 0,2 1 0 16,-4-1-2-16,1 2 0 0,-7 0-1 16,-6-1-2-16,-9-1 2 0,-10 1-2 15,-5 1 1-15,-6 0-3 0,0-2-6 16,0 2-19-16,0 0-19 0,0 0-26 0,-3 3-21 16,-4 3-55-16,-9 1-101 0</inkml:trace>
  <inkml:trace contextRef="#ctx0" brushRef="#br0" timeOffset="54269.77">19205 363 597 0,'0'0'44'0,"0"0"0"0,0 0-6 15,0 0-9-15,0 0-9 0,77-8 0 16,-40 2-4-16,3 1-4 0,3 2-5 0,-1 2-5 15,1 1-3-15,-3 0 0 16,2 0-1-16,-1 0 0 0,-5 0-4 0,-3 0-10 16,-10 0-19-16,-2 0-27 0,-9 0-53 0,-6 0-61 15,0 0-99-15</inkml:trace>
  <inkml:trace contextRef="#ctx0" brushRef="#br0" timeOffset="54453">19433 481 477 0,'0'0'65'16,"0"0"-7"-16,0 0-4 0,0 0-9 31,0 0-7-31,84 52-10 0,-55-48-4 16,4-1-9-16,2-3-5 0,0 2-5 16,1-2-3-16,-1 0-3 0,-2-2-2 0,-1-3-12 15,-3-2-22-15,-2-2-54 0,-5 1-111 16,-2-2-100-16</inkml:trace>
  <inkml:trace contextRef="#ctx0" brushRef="#br0" timeOffset="55003.27">19944 466 674 0,'0'0'46'15,"0"0"-12"-15,0 0-7 0,0 0-8 16,0 0-6-16,0 0 0 0,0 0-2 16,0 0-5-1,0 0-1-15,8-17-3 0,-6 12-1 16,2-4 0-16,5-1 0 0,1 1 1 0,2-2 1 16,1-1-3-16,1 3 2 0,-4 1-1 15,5 2 0-15,-2 0 0 0,-2 3 0 16,5 0-2-16,-6 1-1 0,2 2 1 0,1 0-1 15,0 2 2-15,-2 4-3 16,-3 4 2-16,-2 4 0 0,-1-3-2 0,-3 7 1 16,-2 0-1-16,0 2-1 0,-6 3 2 0,-3-2 0 15,2-3-1-15,-2-1 2 0,1-5-1 16,3-5-2-16,1 2 4 0,1-6-2 16,0-1 2-16,2 1 0 0,1-3 0 0,0 0 0 15,0 0 1-15,0 0 0 16,0 0 0-16,7-1 0 0,5-5 0 0,1-2 0 15,0 4 0-15,4 2 1 0,-1 2-1 0,7 0 1 16,-1 0-1-16,-1 2 1 0,-2 5 0 31,0 1 1-31,-3 3 0 0,-5-3 1 16,-2 2 0-16,-3-4 0 0,-5-3 2 16,1 8-1-16,-2 2-2 0,-6 4 1 15,-7 4-2-15,-6-4 1 0,-2-2-2 0,-5 0 0 16,1-2-1-16,-3-3-1 0,2-1-1 0,2-5 0 15,-1 1-4-15,8-2-3 0,-3-3-10 16,4 0-9-16,-3 0-21 0,-3-8-27 16,9 3-102-16,-1-5-128 0</inkml:trace>
  <inkml:trace contextRef="#ctx0" brushRef="#br0" timeOffset="75602.99">3751 5976 163 0,'0'0'36'0,"0"0"-3"15,0 0-4-15,0 0-3 0,0 0-3 0,0 0-3 32,0 0 1-32,0 0 0 0,0 0-4 0,0 0 0 15,-10-2-1-15,10 0-2 0,0 1-4 16,0 0-1-16,0-5-1 0,0-5-1 15,4 2 1-15,2-5-2 0,1 1 1 16,3-1-1-16,3-4-5 0,0 0 5 16,3-1-4-16,0 1 6 0,1-2-2 0,2 3 2 15,3-1-4-15,1 0 1 0,1 0-1 0,4 0 0 16,-2-4-1 0,2 3 1-16,-1-2-1 0,2-1 0 0,0 1 0 0,1 0-3 15,-1 0 2-15,3 1-2 0,-2 2 1 16,2 1-2-16,4 0 1 0,-1 2 1 15,2 0-1-15,-2 0 1 0,3 0 1 0,-2-2-2 16,0 0 0-16,2 0 0 0,-1 1 1 0,-2-1-1 31,4 0 2-31,-3-1-2 0,3 1 1 16,-1-1-1-16,1-2 1 0,0 2 0 16,1-1-4-16,2 0 3 0,-1 1-5 15,5 0 5-15,-4 1-1 0,1 0 1 16,-2 2 0-16,1 0-1 0,0 0 2 0,0 0-1 15,1 1 1-15,2-1-1 0,-3 0 2 0,4 0-4 16,2-1 2-16,-2 2 0 0,2 1-1 16,-2 1 1-16,2 0-1 0,-2-1 0 15,-1 1 0-15,0 0-1 0,0 0 0 16,1 0 0-16,-3 0 1 0,2 3 0 16,-3-2 0-16,-1 2 0 0,-1 1 1 0,-1-1 0 15,0 2 0-15,0-2 0 0,0 1 1 0,2 1-1 16,-4-1 1-1,1 1-1-15,1-2 1 0,-3 2 0 0,3-2 0 0,-1 2 0 16,2 0 0-16,2 0 0 0,0 1-1 31,1-1 2-31,-2 2-2 0,5-2 0 16,2 1 2-16,1 1-2 0,2 0 2 0,1-1-2 16,1 0 2-16,1 1 0 0,-2-1 0 0,3 2 0 15,-2-1 0-15,-3 2 0 0,0-2-1 16,-1 2 1-16,-1 0-1 0,1 2 0 15,2-2 0-15,1 1 1 0,1 0 0 16,1 1-1-16,-2 0 1 0,3-1 0 16,1 1 0-16,2-1 2 0,1 2 1 0,-1 0 1 15,2 0 1-15,-4 0 0 0,3 0 2 0,-1 0-1 16,-3 0 0 0,0 0 0-16,-4 0-1 0,1 3-1 0,-2-1 0 0,-2 0-1 15,-2 2 0-15,2-1 1 0,0 0-1 16,-2 1 1-16,3 1-2 0,-1 1 0 15,4 0-2-15,1 2-1 0,1 1 0 0,1 0 0 16,1 0 0-16,2 0 0 0,0 0 0 0,1 0 0 31,0 2 0-31,2-1 0 0,1 1 1 16,-1 0 1-16,3-1-3 0,-2 3 2 16,-3 0 0-16,-1 2 1 0,-3 1 1 15,2-1 0-15,-4 0 0 0,0 2 1 16,-2-2-1-16,-2 1 1 0,0-2 0 0,-2 1 0 15,0-1 0-15,0 0 0 0,-1-1 0 0,-1-1 0 16,-3 2-1-16,1-2-1 0,-2 1 0 16,0-1 1-16,-3-1-3 0,3 2 2 15,-5-1-2-15,0 2 1 0,1-2-1 16,0 0 0-16,-1 0 0 0,0 0 0 16,0-1-1-16,0 0 1 0,2 1 5 0,-5 0-5 15,0-2 6-15,-2 3-6 0,-1-3 0 0,0 1 1 16,-1-2 0-1,-1 0 0-15,-1 0 0 0,-2-2 0 0,1 3 0 0,-3-3 0 16,-1 1 0-16,-3-1 0 0,-1 1 0 31,0 0 0-31,-5-2-1 0,-3 0 0 16,6 1 0-16,-9-2-1 0,6 3 0 0,-4-2 2 16,-1-2-2-16,0 2 0 0,-1 0 0 0,3-1 0 15,-3 0 0-15,-1 0 0 0,3 0 0 16,-1 0 0-16,-5-4 0 0,3 5 1 15,-2-3-1-15,-1 1 0 0,6 0 0 16,-6-1 0-16,0 0-1 0,-2 0 2 16,-1-3 0-16,3 2 1 0,0 1 1 0,0 0 0 15,0-1 2-15,-3-2 1 0,0 0 1 0,0 0 1 16,1 2-1 0,-1-2-2-16,2 0-2 0,-2 2-2 0,1-2 0 0,-1 0-2 15,2 0 0-15,-2 0-2 0,1 0-6 16,-1 0-13-16,0 0-33 0,0 1-64 15,0-1-191-15,0 0-14 0</inkml:trace>
  <inkml:trace contextRef="#ctx0" brushRef="#br0" timeOffset="78969.98">1115 7445 524 0,'0'0'56'15,"0"0"1"-15,0 0-3 0,-2-77-5 0,2 65-9 16,-1 1-9-16,-2 0-9 0,1 7-7 16,1-1-5-16,1 5-6 0,-2-1-3 15,2 2 0-15,0 14-1 0,9 10 3 16,4 11-3-16,9 5-2 0,4 3-2 16,3 3 2-16,1-1-2 0,2-4 5 0,3-2 1 15,4-5-1-15,1-8 1 0,5-6 1 0,3-5-1 16,-2-11 2-1,3-5 1-15,-1-1-1 0,4-14 2 0,0-10-3 0,-4-5 0 16,-5-6-1-16,-4-5 0 0,-7-4-1 31,-6 5-1-31,0-2-3 0,-7 6 1 16,-3 4-2-16,-6 5 3 0,0 9 0 0,-6 7 1 16,-2 6-2-16,-2 5-1 0,0-1-3 0,0 1-8 15,0-2-10-15,1 2-16 0,-1 0-18 16,0 0-30-16,-6 5-57 0,-5 6-142 15</inkml:trace>
  <inkml:trace contextRef="#ctx0" brushRef="#br0" timeOffset="79287.66">1464 7199 690 0,'0'0'45'0,"0"0"-4"0,0 0-7 0,0 0-10 16,0 0-7-16,0 0-8 0,0 0-3 0,0 0-1 31,0 0 0-31,-40-20 2 0,40 38 1 16,0 10 2-16,0 3-4 0,6 3 2 16,5 7-4-16,-5 3-2 0,3 6 1 15,-1 7-2-15,-2 3 1 0,0 2-2 16,0 1 1-16,0-6-2 0,-2-3 2 0,3-6 4 15,-4-6-4-15,0-3 3 0,3-7-4 0,-2-5-1 16,-1-4 0-16,4-10-3 0,-1 1-4 16,1-4-6-16,-1-2-10 0,8 3-14 15,-2 1-23-15,1 0-50 0,6 3-158 16,-7-4-39-16</inkml:trace>
  <inkml:trace contextRef="#ctx0" brushRef="#br0" timeOffset="79551.39">1971 7945 790 0,'0'0'41'0,"0"0"-7"0,0 0-1 0,0 0-13 15,0 0-8-15,0 0-2 0,0 0-1 16,0 0-8-16,0 0 1 0,0 0-1 15,0-75-4-15,0 92 8 0,1 9-3 16,2 7 3-16,0 5-4 0,1 2-1 0,-1 0 0 16,3 3-1-16,-2 1 0 0,2-2-1 15,0 0 0-15,1-5-6 0,3-5-5 0,-1-1-12 16,4-6-17 0,4-2-57-16,3-6-214 0,-2-8-19 0</inkml:trace>
  <inkml:trace contextRef="#ctx0" brushRef="#br0" timeOffset="81515.6">1505 2478 374 0,'0'0'59'15,"0"0"-1"-15,0 0-8 0,0 0-10 16,0 0-12-16,0 0-9 0,0 0-6 0,0 0-4 16,0 0-1-16,0-24 1 0,4 24-2 15,5 0 1-15,10 9-2 16,4 5 2-16,-1 3-2 0,4 1 1 0,1 0-1 0,2 0 0 15,3 1 10-15,0-1-5 0,-2-1 4 16,5-4-3-16,-3-4-3 0,-2-6 3 31,3-3-2-31,2-7-7 0,2-10-8 0,-3-3 3 16,-1-4-6-16,-4-2 9 0,-5 0 2 16,-6-1-2-16,-1 0 1 0,-5-2-1 0,-6-1 0 15,-2 2 0-15,-4 7 0 0,0 3-2 16,0 5 1-16,0 8-3 0,0 0 1 15,0 5-2-15,0-2-4 0,0 2 0 16,0 0-7-16,-3 0-8 0,-1 0-10 0,-2 8-15 16,-3 6-14-16,8 3-21 0,-6 4-43 15,4-5-120-15</inkml:trace>
  <inkml:trace contextRef="#ctx0" brushRef="#br0" timeOffset="81837.74">1846 2204 517 0,'0'0'63'0,"0"0"-8"0,0 0-8 16,0 0-10-16,0 0-10 0,0 0-7 16,0 0-4-16,0 0-4 0,0 0-5 15,0 0-4-15,-29-58-1 0,28 58 0 0,1 17 1 16,0 8-1-16,3 14 2 0,1 3-1 0,2 3 0 15,-2 4-1-15,2 1 1 16,-3 2-2-16,0 1 5 0,0 2 5 0,0-1-7 16,-2-4 5-16,2-3-9 15,0-4-3-15,4-7 3 0,-1-4-1 0,-2-3 1 16,2-3-1-16,0-10-1 16,-2 0-2-16,0-7-4 0,1-2-9 0,-1 3-11 15,3-5-25-15,2 5-33 16,-2-6-89-16,5 4-114 0</inkml:trace>
  <inkml:trace contextRef="#ctx0" brushRef="#br0" timeOffset="82269.79">2208 3017 536 0,'0'0'50'16,"0"0"-2"-16,0 0-7 0,0 0-10 15,0 0-8-15,0 0-4 0,0 0-3 0,0 0 0 16,0 0 0-16,52-79-3 0,-29 79-3 16,3 0-2-16,-3 5-3 0,3 4-3 15,-4 2 0-15,-2 3-1 0,-1 1 0 16,-5 3-1-16,-5 2 0 0,-2 0-2 0,-4 7 2 15,-3-2-1-15,-7 3 0 0,-2-1 1 0,-4 0 0 16,-4-2 6-16,1-3-6 0,-3 0 4 31,2-6-4-31,5-4 1 0,5-4 0 16,4-5-1-16,3-3 0 0,-3 0-2 16,3 0 4-16,0 2 0 0,10 2 0 15,5 2 2-15,14-1-2 0,1-5-2 0,6 0 2 16,5-2 0-16,1-4-1 0,1-3 0 15,-1 0-4-15,0 0-1 0,-3-2-2 0,-6 2-11 16,-11 0-8-16,-3 3-37 0,-12 1-80 16,-1 4-149-16,-6-4-14 0</inkml:trace>
  <inkml:trace contextRef="#ctx0" brushRef="#br0" timeOffset="86403.22">3496 3679 104 0,'0'0'24'0,"0"0"-2"0,0 0-2 0,0 0 0 16,0 0 4-16,0 0 4 0,0 0 4 0,0 0 3 31,0 0-2-31,0 0-7 0,-7-29-3 16,7 25-4-16,0 4-4 0,0-8 0 16,0 2-3-16,0-6-1 0,0 0-1 15,0 1-1-15,0-1-1 0,3 1 0 0,4-6 0 16,0 4 0-16,1-5 0 0,-1 1-2 15,3 2 1-15,0 0-1 0,0 0-2 0,3 1 1 16,0-1-2-16,0 0-1 0,0-2-1 16,2 2 2-16,-1-2-3 0,1 1 2 15,2-3-1-15,-2 1 0 0,0-2 0 16,0-1-4-16,2-3 3 0,0-1-4 0,-2 0 5 16,2-1-1-16,2-2 0 0,0 1 1 15,-3 0-1-15,4-2 2 0,0 0-2 0,1 0 0 16,0 2 0-16,2-2 0 0,-1 2 0 15,3 0 1-15,-2-2-1 0,1 3 1 16,1-1 1-16,0 2 1 0,2 1 1 31,2-1 0-31,6 2 2 0,2-4 2 0,7 2-7 16,1-4 6-16,5-2-7 0,-1 1-7 16,-1 0 10-16,1 3-12 0,-4 1 11 0,4 1 0 15,-4 4-1-15,0 1 0 0,0 2-1 16,1 0 3-16,-1 0-3 0,2 0 2 15,3-1 0-15,0 3-1 0,1-1 3 16,-2 2 1-16,3 1 0 0,0 1 2 0,-3 2 0 16,0 2-2-16,-1 1-1 0,-2 4-2 15,-2 4-1-15,2 0-1 0,-4 0 0 0,4 2 0 16,2 6 0-16,0 0-1 0,-3 3 2 16,1-1-1-16,-3 2 1 0,-1 2-1 15,-3 1 0-15,2 0-1 0,-5 4 2 16,-1 0 0-16,-2 1 0 0,-3 1-1 0,-1 1 0 15,-1-2 0-15,-2 2 0 0,0-1 1 0,-2 2 0 16,5 0 9-16,-2 1-3 0,1 0 5 31,1-1-5-31,0 1-7 0,-3-2 1 16,3-1-2-16,-3-2 1 0,-2 1 2 16,1 0 0-16,-2 0-1 0,0-1 1 15,-1 1-1-15,-3 0-1 0,4 1 2 0,-3 0-2 16,1 1 1-16,0-1 1 0,-1 0-4 15,1 0 4-15,-1 1-2 0,0-1 1 0,-2 2-1 16,0-2 1-16,2 2 0 0,-2-2 0 16,-1 2-1-16,2-1 2 0,0 1-2 15,1 0 1-15,-1 0-1 0,4 0 1 16,0-1 6-16,-1 1-6 0,4 1 5 0,-3-1-6 16,0 0-1-16,3 0 2 0,-4 1-2 15,-2 0 1-15,3 1 0 0,-4 0-1 0,1 3 1 16,-1-1 0-16,-3 2-1 0,4 1 1 15,-4-1 0-15,3 2 0 0,1-3 0 16,-1-1 0-16,4 1 1 0,0-4 0 31,-1 1-1-31,3-1 0 0,-1-3 0 0,2 0 0 16,0 0 0-16,-1-1 1 0,2 0 4 0,1 0-5 16,1-1 6-16,1-1-8 0,-1-1 2 15,0 0 0-15,-2-2 0 0,1 0 2 16,-2 1-4-16,0-3 2 0,-4 3-1 15,2-1 1-15,-2 0-1 0,-2 0 2 16,0-1-2-16,-1 1 1 0,-3 0-1 0,4-2 1 16,-2 0 0-16,-1 1 1 0,3-2-1 15,-2-2 0-15,0 3 0 0,-3-3-1 0,2 0 1 16,-2 1 0-16,-1 1 0 0,2-1 1 16,0-2-2-16,-3 0 1 0,4-1 0 15,-1-1 0-15,0 0 1 0,2-1 1 16,-1 0-2-16,-4-3 0 0,3 0 0 0,1 0 2 15,3-2-2-15,5 4 0 0,-2-4 0 16,-1 2 0-16,2-3 0 0,-1 2 0 0,2-2-2 31,-3 2 2-31,2-1 2 0,1 0-2 16,-2 1 0-16,-4-1-2 0,4 2 2 16,-1 1-1-16,-1-1 1 0,-2 0 1 15,3 0 1-15,-9-2-2 0,6 2 0 0,-3-1 0 16,2-1 0-16,5 1 0 0,-8-1 0 15,5 1 0-15,0-1 0 0,-1 2 0 0,6-1-2 16,-2 1 2-16,-3-2 2 0,-4 1-2 16,2-2 0-16,2 2-2 0,1-2 2 15,5 0 0-15,-1 0 2 0,1 0-2 16,0 0 0-16,-1 0 0 0,-1-2 0 0,2-1 0 16,-4 0 0-16,3 0 0 0,-2-2 0 15,-2 2 0-15,1-2 0 0,1 1 0 0,2-2 0 16,-1 1 1-16,0-1 0 0,0-1-1 15,1-1 0-15,-1 1 0 0,2-2 0 16,-1-1 0-16,4 1 1 0,0-2 0 31,1 3-1-31,-1-4 1 0,0 1-1 0,3-1-1 16,-5 1 2-16,-1 0 0 0,-1 1 0 16,-5 1-1-16,2-2 2 0,-4 2-3 0,0 0 2 15,2 0-1-15,0-2 0 0,-1 2 1 16,3-1-1-16,1-3 0 0,0 3 0 15,2-2 1-15,2-1 0 0,-1 3 0 16,2-1-1-16,-2 2 0 0,-3-2 0 0,3 2 0 16,0 0 1-16,-3-1 0 0,3 0-1 15,-4 0 1-15,1-2 0 0,4 0-1 0,-2-1 1 16,1 0-1-16,1 1 2 0,0-2-1 16,0-1-4-16,-1 1 4 0,0-1-5 15,0-1 4-15,-3 1 2 0,-1 2-2 16,1-1 2-1,0 2 0-15,0 0-3 0,-2 0 2 0,2-2 1 0,0 2-1 0,0-2 2 16,0-1-1-16,0 0-1 0,0 0 0 0,-4-2 1 31,0 0-2-31,0 1 0 0,-3-1 0 16,-1-1 1-16,0 1-1 0,1-1 0 16,-3 1 0-16,0 1 1 0,1-1 0 15,0 2-1-15,-2 0 0 0,2-1 0 0,1 2 0 16,1-2 1-16,3 0-1 0,-1 0 1 15,2-1-1-15,-2 0-1 0,0 2 1 0,1 0 0 16,-5 1 0-16,-1 4 3 0,-3-1-3 16,-1 1 1-16,4 1-1 0,-3-2 1 15,0 2 0-15,2-2 2 0,-1-1-3 16,4-5-5-16,-2 2 5 0,0 0-7 0,-3 5 6 16,0-1 2-16,-4 5-1 0,0-1 2 15,2 2-1-15,-5 2 1 0,0 1 0 0,-3 2 0 16,0-1 1-16,0 1 0 0,0-2-1 15,3 0-1-15,-3 1-1 0,3-1-1 16,-2 1-2-16,1-1-1 0,-1 1-13 31,1 1-46-31,-1-1-169 0,-1 1-65 0</inkml:trace>
  <inkml:trace contextRef="#ctx0" brushRef="#br0" timeOffset="90604.32">2805 284 72 0,'0'0'27'16,"0"0"-6"-16,0 0-3 0,0 0 1 16,0 0-5-16,0 0-2 0,0 0 3 0,0 0-4 15,0 0 0-15,0 0 1 0,6 0-2 0,-6 0 2 16,3-2 0-16,-3 2-3 0,1 0 1 15,-1-1-2-15,2 1-1 0,0-2 0 16,3-1 0-16,-1 1-2 0,-1 0-1 31,7-3 1-31,-5 2 0 0,3-2 0 0,2-1 2 16,-1 2 0-16,1-1 0 0,-1-1 1 0,4-2 0 16,3 1 1-16,1-4 1 0,0 2-4 15,-2 0 4-15,4 0-5 0,1 0 3 16,-1-2 0-16,1 1 0 0,3-1 35 15,-1 2-1-15,4 0-3 0,-3 0 0 16,0 0-32-16,0-1 0 0,-1 2-1 16,4-2 0-16,-3 1 1 0,3 1-2 0,1 1 1 15,-2-2 0-15,3 1 0 0,-2-3 1 0,1 4-3 16,-1-1 1-16,3 3-1 0,1 1 1 16,1 3 1-16,-1 1-2 0,5 0 0 15,-2 0 0-15,5 0-3 0,-5 0 2 16,3 0 1-16,-1 0-1 0,-2 0 2 15,2 0-3-15,-2 0 2 0,2 0-1 0,-2 0 0 16,0 0 0-16,-1 0-2 0,0 0 2 0,1 0-1 31,1 0 1-31,-1 0-1 0,6 0 2 16,-2 0 0-16,4 0-3 0,2 0 2 16,1 0-2-16,-2 0 0 0,-1 0 1 15,-3 0-2-15,1 0 0 0,-4 0 0 0,1 0-2 16,-4 0 0-16,-2 0 3 0,-5 0-2 0,2 0 1 15,-4 0 0-15,-1 7-2 0,-3 4 0 16,0 1 2-16,-1 0-2 0,-2 1 1 16,0-1 0-16,2-1-2 0,-1 2 2 15,-1-1 0-15,4 0-1 0,3 2 1 16,-1-2-1-16,1 2-1 0,2 0-30 16,-1-1-1-16,-2 1-2 0,3-1 1 0,-2 1 34 15,0 0 0-15,-3 1 1 0,2 0-2 0,-1 0 0 16,-3 2 1-16,-1 0-3 0,1-1 1 15,-1 1 2-15,-4 0-1 0,3-1 1 16,-6 1 0-16,6 0-1 0,-6-1 0 31,6 1 1-31,-3-2 0 0,1 2 0 0,-1 0 1 16,-1 1 0-16,2-2 0 0,-2 1 1 16,2 0-1-16,-2-1 1 0,0 3-1 0,2 1 0 15,-2 1 0-15,2 0-1 0,-1 0 1 16,4 2-1-16,-2 0 1 0,2 0 0 15,2 1-1-15,0 2 0 0,1-1 1 16,-4 2 1-16,4-2-2 0,-2 1 2 16,-1 1-1-16,-4 2-1 0,4 0 2 0,-5 0-1 15,2-2 0-15,-1 0 1 0,0-2-1 0,-1-3 3 16,0 1 2-16,2-1-1 0,-1 0 1 16,3 1-4-16,-3-2-1 0,3 0-1 15,-2-1 0-15,2-1 0 0,0-1-1 16,3-1 1-16,-2-2 0 0,2 0 1 15,-2-2-1-15,2-1 2 0,0-1-2 0,-3 0 0 16,4-1 2-16,0 0-3 0,1-2 2 0,0 0 0 31,1 0 0-31,0 0-1 0,2-3 0 16,2 3 1-16,2-2-2 0,-1 0 1 16,2 2 1-16,1-2-3 0,-2 0 3 15,1 2-1-15,-3-4 0 0,0 2 2 0,3-1-2 16,-3-1 1-16,1-1 1 0,1 0-2 15,-2 2 1-15,1-2-1 0,-2 0 1 0,-2 0 0 16,3 2-2-16,-3-4 1 0,-1 2 1 16,1-1 0-16,0-1 1 0,0-1-1 15,-1 1 0-15,1-1-2 0,0 0 1 16,0 0 1-16,2 0-1 0,0 0 1 16,1 0-2-16,1 0 1 0,-1 0 1 0,0 0 0 15,3 0 1-15,-4 0-2 0,1-1 0 0,-2-2 2 16,2-1 0-16,-3-3 1 0,1 3-2 15,0-2 0-15,-1 0 0 0,2 0 0 16,-3-2 1-16,-1-1-1 0,1 0 1 31,-6 0 0-31,6 0-1 0,-4 1 1 0,-2-3 1 16,3 1-1-16,-3-1 1 0,1 1-1 16,-2-3 1-16,2 3 0 0,-4-4-1 0,3 2 1 15,-3-2-1-15,1-1 0 0,0 0 0 16,0 0 1-16,-1-2 1 0,0 2-2 15,0-3 1-15,2-1 0 0,-1 1 1 16,-1-3-1-16,1 2 0 0,-2-3-10 16,4-1 3-16,-6-1-1 0,5-2 0 0,-4 2 11 15,2 0-4-15,0 3 0 0,-1 2-1 0,-2 2 1 16,4 1 1-16,-1 1 0 0,0-4-1 16,0 1-1-16,-1 0 0 0,2-3 0 15,-2 1 1-15,5 0 0 0,-4-3 0 16,3 3 1-16,-1-4-1 0,-1 3 1 15,2-1 0-15,0 2-1 0,-3 0 0 0,3 2 0 16,-3 1-1-16,0 2 1 0,-2 1 0 0,1 1-1 16,1 1 1-16,-3-2 0 0,-1 1 0 31,5 0 1-31,-5-1-1 0,5 1 0 16,-5 1 2-16,4-2-1 0,0 0-1 15,-3 0 1-15,-1-2-1 0,2 1 0 0,-3 3 0 16,2 1 0-16,1-1 0 0,-2 1 1 15,7-2 2-15,-3 0-3 0,-3 4 2 0,-1-1-2 16,2 0 0-16,-2 2 0 0,7-5 0 16,-6 1 0-16,3 2 0 0,0-4 2 15,-1 2-1-15,2-1 1 0,-1 0-1 16,3 1 0-16,-3-2-1 0,6 3 0 16,-3 1 0-16,1-1 0 0,-1 2 0 0,-3 3-1 15,0 0 2-15,0 0-2 0,0 0 1 0,2 0 0 16,-1-1 1-16,-1 2-2 0,1-3 34 15,1-1-1-15,-1 3 0 0,-2 0 1 16,4-2-33-16,-2 0 1 0,5-2 0 31,-1 0 0-31,-1-3 1 0,-1 2-2 0,1 3 0 16,-1-3 0-16,0 2-1 0,-4 2 1 16,0-1 0-16,0 0 0 0,-2 3 0 0,5-1 0 15,-7 5 0-15,1 1 0 0,1 0 1 16,-1 0 0-16,1 0-1 0,4 0 0 15,4 0 1-15,-4 0-1 0,8 0 1 16,-3 0 1-16,1 0-2 0,-1 0 3 0,1 0-1 16,2 0 1-16,-3 0 1 0,2 0-2 15,1 0 1-15,-3 0-1 0,2 0 0 0,-2 0 0 16,3 0-1-16,0 0 0 0,-1 0 0 16,-2 0 0-16,3 0 0 0,-1 0-1 15,1 0 0-15,4 0 0 0,-7 0 0 16,1 0 1-16,-1 0 0 0,3 0-3 0,4 0 1 15,-2 0 0-15,-2 0 0 0,1 0 0 16,2 0 1-16,-1 0-1 0,2 0 0 0,-1 0-1 31,4 0 1-31,1 0 0 0,-1 0 0 16,3 0 0-16,0 0-1 0,0 0 1 16,-2 0-1-16,5 0 1 0,-1 0 0 15,-2 0 0-15,-2 0 1 0,1 0 0 0,-1 0-1 16,-2 0-1-16,1 0 1 0,-8 0-1 15,1 0 2-15,-3 0-1 0,1 0-1 0,9 0 2 16,-6 0-3-16,-1 0 1 0,4 0 1 16,-3 0-2-16,0 0 2 0,3 0 1 15,-1 0-2-15,1 0 0 0,0 0 0 16,1 0 0-16,1 0 1 0,-2 0-2 0,1 0 1 16,-9 0-1-16,2 0 0 0,-7 0 0 15,3 0 2-15,-3 0-1 0,1 0 1 0,-1 0 0 16,0 0-3-16,3 0 2 0,-3 0 0 15,3 0 0-15,-1 7 1 0,-4 4-2 16,2 1 0-16,0 0 0 0,0 3 1 31,1-1 0-31,1 2-1 0,2-1 1 0,1-2 0 16,-1 1-1-16,1-4 1 0,0 3-1 16,0-3-32-16,2 1 1 0,0 0 0 0,-1-3 1 15,1 0 31-15,-1-1 0 0,-2 1 1 16,2 1 0-16,-7-2 0 0,2 0 0 15,-1-1 1-15,-4-1-2 0,5 2 1 16,-6-2 1-16,0 1-1 0,1 0-1 0,-2-1 2 16,0 1-2-16,-1-1 0 0,3 0 0 15,-5 1 0-15,3 0-1 0,-4-3 2 0,2 4 0 16,-2-4 0-16,1 4 1 0,3-1-1 16,-4-3 0-16,1 5 0 0,-1-5-2 15,0 0 0-15,0 0 1 0,-3-3-2 0,0 3-3 16,3 2-22-16,0-2-32 0,0 1-122 15,-3-4-94-15</inkml:trace>
  <inkml:trace contextRef="#ctx0" brushRef="#br0" timeOffset="123269.95">8163 14352 481 0,'0'0'37'0,"0"0"1"0,0 0-2 16,0 0-3-16,0 0-7 0,0 0-7 16,-35-87-5-16,35 83-5 0,0-2 0 0,0 1 1 15,0 5-3-15,0-2 0 0,0 2 0 16,9 5-1-16,2 10 3 0,4 10 0 0,-8 7 2 16,1 5-1-16,-5 8 1 0,0 2-3 15,0 6 1-15,-1 4 3 0,1 7-5 16,1 9 3-16,0 6-4 0,5 10-4 15,-2 7 2-15,6 4 2 16,3 8-4-16,3 3 2 0,4 4-4 0,3 6-3 0,3 3 5 31,-2-2 1-31,2 3 0 0,2-2 0 0,-1-5-2 16,0-4-4-16,4-2 1 0,0-8 5 16,1-1-4-16,-3-2 4 0,1-4-1 15,-4-1-5-15,-3-6 4 0,-4-3-2 16,-3-10 9-16,-2-3 3 0,-4-4-3 0,0-8 6 15,-1-4-12-15,-2-5-4 0,1-4-3 16,-2-7-7-16,0-5-12 0,-1-7-20 0,1-3-28 16,-5-12-52-16,1-4-89 0,-1-10-73 15</inkml:trace>
  <inkml:trace contextRef="#ctx0" brushRef="#br0" timeOffset="123736.59">8855 17536 467 0,'0'0'35'16,"0"0"8"-16,0 0-2 0,0 0-5 15,0 0-10-15,0 0-7 0,0 0-3 16,0 0-1-16,0 0 2 0,0 0 1 16,16-13-3-16,18 10-6 0,9-1-1 0,9 1-5 15,15 1-1-15,12-3-2 0,15-1-1 16,16 0 0-16,14-2-2 0,17 1 3 0,13-4-3 16,17 6 3-16,12 0 2 0,13 1-1 15,9 4 1-15,15 0-1 0,6 0-2 16,9 0 2-16,8 0 0 0,7 0-1 15,6 0-1-15,6 0-1 16,0-3 0-16,2-3 2 0,-5 0 0 0,-4-2 0 0,-4 1 0 31,-10-1-2-31,-9 1 2 0,-10-1 1 0,-13 2 0 16,-15 0 0-16,-15 0 0 0,-20 2-1 16,-17 1 2-16,-21 1-2 0,-18-3-1 15,-18 2-7-15,-18 0-4 0,-12 2-8 16,-16-5-10-16,-13 1-12 0,-7 1-15 0,-11-9-35 15,-3-2-47-15,-5-7-93 0</inkml:trace>
  <inkml:trace contextRef="#ctx0" brushRef="#br0" timeOffset="124253.14">15066 14494 419 0,'0'0'53'0,"0"0"-1"15,-88-87-7-15,68 60-6 0,1 4-7 16,6-1-4-16,3 6-5 0,4 0 0 15,5 6-3-15,-1-2-2 0,2 1-1 16,0 6-4-16,0 1-2 0,0 6-4 16,0-1-3-16,0 1 0 0,0 0 1 0,6 4 1 15,1 10 1-15,5 6-1 0,-2 6 0 0,1 4-1 16,1 4 1-16,1 5-1 0,4 5 3 16,3 6 3-16,1 9-5 0,2 8 2 15,1 10-4-15,1 13-4 0,-2 10 3 16,2 10 0-16,-5 7-1 0,3 4 0 15,-1 5 0-15,0 3-5 16,1 0 3-16,0 2 1 0,3-4-1 0,0-1 1 0,3-3-1 0,1-6-3 31,2-6 4-31,1-7 2 0,1-7-4 16,-1-5 4-16,-1-6-1 0,-3-4 0 16,-2-6 4-16,-4-8-5 0,-4-5 1 15,-7-9-2-15,-4-5 1 0,-5-5 12 16,-3-5-6-16,0-4 7 0,-6-5-9 0,1-7-6 15,0-6-1-15,2-7-4 0,0-2-10 0,2-3-23 16,-3-3-51-16,2-2-178 0,2-13-62 16</inkml:trace>
  <inkml:trace contextRef="#ctx0" brushRef="#br0" timeOffset="124786.3">14895 14415 537 0,'0'0'46'0,"0"0"-4"15,0 0-2-15,0 0-5 0,-77-85-1 0,59 72-5 0,4 2-3 16,5 5-4-16,6 4-5 0,-3 2-6 16,-4 0-4-16,0 8-4 0,-6 6-1 15,5 6 0-15,-1 4 1 0,-1 3-1 16,1 5 1-16,-3 0-3 0,0 2 0 15,-4-3 5-15,3 1-4 0,-1-5 4 16,2-2-3-16,6-9-3 0,3-6 1 0,4-6-1 0,2-4-2 31,-1 0 3-31,1-1 0 0,14-13 1 16,7-11 1-16,9-10-8 0,0-7 4 16,2-8-4-16,-3-3 6 0,3-3 0 15,-3 0-2-15,0 5 4 0,1 11-2 16,-1 9-2-16,1 13 2 0,-2 12 0 0,-1 6-1 15,-1 9 1-15,-1 9 0 0,1 3-1 0,1 5 0 16,1 2 0-16,1-1-1 0,3 2-3 16,2-2-5-16,7-1-15 0,8 0-20 15,3-5-38-15,6 0-83 0,2-4-124 16</inkml:trace>
  <inkml:trace contextRef="#ctx0" brushRef="#br0" timeOffset="125498.08">8209 14114 437 0,'0'0'65'0,"0"0"-6"15,0 0-4-15,0 0-11 0,-25-80-9 0,17 68-4 16,1 5-7-16,-4-4-3 0,4 5-2 16,0 3-7-16,-3 2-4 0,-2 1-2 15,-8 8-4-15,-3 11 1 0,2 8-2 16,-2 8 0-16,-1 9-1 0,-5 6 0 16,2 6-2-16,-4 2 4 0,-1-1-4 15,2 0 3-15,1-4 3 0,4-4-4 0,2-8 4 0,3-8-4 16,7-12 0-16,3-9 1 0,9-6 2 15,1-6-1-15,0 0 0 0,0-15-2 16,8-11-7-16,5-13 6 0,7-8-3 31,4-9 3-31,0-6 3 0,1-5-3 16,-1-1 1-16,1 1 0 0,0 6 2 0,2 11-3 16,2 10 3-16,1 15-3 0,-1 11 0 0,0 11 1 15,3 3-1-15,0 15 2 0,1 6 1 16,3 7-2-16,3 4-1 0,3 1 0 15,4 5-1-15,4 0 0 0,6 0-2 16,6-2-10-16,6-1-31 0,7-3-66 16,8-6-181-16,5-3-17 0</inkml:trace>
  <inkml:trace contextRef="#ctx0" brushRef="#br0" timeOffset="127204.08">8722 16648 239 0,'0'0'60'0,"0"0"-8"0,0 0-7 0,0 0-3 16,0 0-7-16,0 0-1 0,0 0-6 16,0 0-4-16,0 0-2 0,0 0-1 15,-13 8-3-15,12-8 1 0,-1 0-4 16,1 0-2-16,-1 2-2 0,2-2-4 16,-1 0-1-16,1 0-3 0,0 1 2 0,4-1 2 15,15 0 1-15,15 0 1 0,15-1-2 0,8-4 0 16,13 2 1-16,11-2-1 0,10-1 0 15,10 2-3-15,10-1-2 0,7 1 1 16,9-1-2-16,6-1 0 0,3 2-1 31,4 1-1-31,2-4 1 0,4 5 1 16,3-2 0-16,-2 1 1 0,1 2-2 0,-2 1-1 16,-3 0 0-16,3 0 1 0,-7 0 0 15,3 0 3-15,-6 0-2 0,1 3 0 0,-1 0-1 16,1 1 0-16,1-2 1 0,3 3-1 15,1-4 1-15,7 2 0 0,3 0-1 16,6 0 0-16,4 0 1 0,4 0-1 16,3 0 0-16,0 0 1 0,5 2 0 0,-2-4 0 15,0 6-1-15,-6-6 1 0,-2 2 0 0,-7 1 0 16,-6-2 2-16,-7 1 0 0,-8-1-3 16,-6-1 2-16,-12 2-1 0,-7-3 2 15,-11 1-1-15,-9 1 0 0,-12-1 0 16,-8 3-1-16,-10-3-1 0,-9 2 0 15,-12 0 1-15,-6-3-1 0,-13 2 1 0,-9-2-2 16,-1 1 0-16,-5 0 0 0,0-1 1 0,3 4 0 31,-5-3-1-31,2 1 0 0,-2 0 0 16,-1-1-2-16,0 2 2 0,0 0-2 16,1 0-5-16,-2 2-8 0,-1-1-19 15,1 0-44-15,-2 3-105 0,-8-7-114 16</inkml:trace>
  <inkml:trace contextRef="#ctx0" brushRef="#br0" timeOffset="128736.45">8776 16662 18 0,'0'0'17'0,"0"0"-2"0,0 0-1 16,0 0 4-16,0 0 0 0,0 0 5 0,0 0 3 15,0 0 1-15,0 0 0 0,-32-3 3 16,32 3-3-16,0 0 0 0,-3 0-2 16,3 0-3-16,-1 0-1 0,-1 0-3 0,1 0-1 15,-1 0 1-15,-5 0-1 0,1 0 1 0,-1 0 1 16,4 0 2-16,3 0 1 0,-1 0 1 15,-5 0-6-15,-1 0 1 0,1 0 2 16,2 0 3-16,4 0-2 0,-2 0-3 31,2 0-5-31,-1 0-3 0,-1 0-3 16,1 0-2-16,-1-1 0 0,2-1 0 0,-1 0-2 16,1-4 0-16,0-4-2 0,0 1 0 0,7-5 0 15,2 0 0-15,2 2 1 0,4-5 0 16,4 1 2-16,0-1-7 0,4 2 7 15,4-2-5-15,8 0 4 0,4-1 2 16,7 1-1-16,6-5 2 0,3 1-3 16,3-1 1-16,6 0-1 0,-2-1 0 0,0-2-1 15,2 3 0-15,-2-3 0 0,4 3-2 16,-2 0 1-16,-1 1 0 0,1 1 0 0,-2 4 2 16,-1-2-2-16,-3 2 0 0,-2 1 0 15,-1 1-1-15,-1 1 0 0,-1 1 2 16,-2 0-1-16,4 1-1 0,0 2 2 15,-2 0-4-15,2 1 2 0,-1 2 2 0,1 0-2 16,1 0 0-16,2 0 1 0,1-2 0 0,5 0-1 31,4 0 1-31,3 0-1 0,4-1 2 16,3 0 0-16,3 0-1 0,-1 1 0 16,-1 1 1-16,-1 0 0 0,-4 2 0 15,-2 0 0-15,0 2-1 0,-2-1 0 16,-1 4-2-16,-2 0 1 0,-2 0 1 0,0 0 0 15,-2 0 1-15,1 0-2 0,1 0 1 0,0 0 0 16,5 5-1-16,-1 0 1 0,5 1 0 16,0 0 1-16,1 0 0 0,-1 3-1 15,0 0 1-15,-1 2-2 0,1 1 3 16,1 0-2-16,-1 0 1 0,0 2 0 16,1-2-1-16,-1 3 2 0,-1-1-2 0,-3 1 1 15,-2 0-1-15,-3 0 1 0,-3 1 0 0,0 0-1 16,-3 1-1-16,-2 0 1 0,-2 1-1 15,-1-2 1-15,0 1 0 0,0 1-1 16,-1-1 0-16,-2 0 0 0,1-1 0 16,-3 0 0-16,0 0 1 0,-1-3-1 15,0 2 0 1,1 0 0-16,-2 0 0 0,1 1 1 16,0-1-1-16,-3 1 0 0,2 0-1 0,-2-1 0 15,0 1 7-15,-3 1-7 0,2 1 7 16,-4-2-8-16,-4-1 2 0,2 0 0 15,-2 1 0-15,-1-5 2 0,-1 1-1 16,4 1-1-16,-2-5-1 0,-1 3 0 16,1-2 0-16,-1 2 2 0,-2-2 0 0,-1-2 0 15,1 3 0-15,-3-2-1 0,-1 1 2 16,0-2 1-16,-1 2-1 0,-2-2 2 0,-3 1 0 16,-2-2-1-16,-8-1 1 0,3-1-1 15,-6 0-1-15,-1 0 0 0,0-1 3 16,2 2-3-16,-2-2 1 0,0 1 1 15,-1-1-3-15,1-2 2 0,4 4-2 0,0-1 1 16,3 0-1-16,0-1 2 0,0 0-5 0,6 2 2 31,2-5 1-31,1 1-1 0,-2 1 4 16,0-1-2-16,-7 2-1 0,0-3-1 16,-7 0 2-16,-4 0-2 0,1 1 2 15,-6-1-2-15,0 0 0 0,0 0 0 16,0 0 0-16,0 2-1 0,-3-2-2 0,-13 0-4 15,-7 2-15-15,-7 1-33 0,1-3-126 0,0 0-137 16</inkml:trace>
  <inkml:trace contextRef="#ctx0" brushRef="#br0" timeOffset="129670.08">16670 16670 565 0,'0'0'73'16,"0"0"-10"-16,0 0-10 0,0 0-10 15,-26-78-11-15,23 66-5 0,2-2-4 16,1 2-11-16,0 3 3 0,0 1-6 16,0 4 0-16,0 4 1 0,7 8-7 0,3 8 1 15,3 11-1-15,0 8 1 0,-3 8-1 0,-3 3-3 16,2 7 2-16,-2 8-3 0,-1 1 3 16,0 3-3-16,0-3 5 0,-1-3-4 15,1-7 0-15,-2-5 16 0,1-4-1 16,-1-6 0-16,1-5-5 0,-2-12-11 15,2-2-6-15,-2-10 7 0,-2-4 1 0,1 1-1 32,-2-5 1-32,0 0-2 0,0 0-8 0,6 0-3 15,0-6-8-15,2-5-21 0,4-7-38 16,-5-3-80-16,-1-5-168 0,-3-6-12 16</inkml:trace>
  <inkml:trace contextRef="#ctx0" brushRef="#br0" timeOffset="130036.54">17075 16638 680 0,'0'0'57'0,"0"0"-13"0,0 0-6 16,0 0-10-16,0 0-6 0,0 0-7 0,0 0-5 15,0 0-5-15,0 0-2 0,-22-54 0 0,31 64-1 16,4 8 3-16,6 9-1 0,-1 4-2 15,0 4-2-15,0 1 0 0,2 0-4 16,0 2 5-16,4-1-3 0,1-4 1 31,4-4 2-31,-1-5-2 0,3-8-1 16,1-6 2-16,-1-7 0 0,3-3-1 0,-2-8 5 16,-1-8-4-16,0-8 1 0,-4-7 0 0,-2-3-1 15,-5-2 0-15,-3 1 2 0,-5 2-2 16,-3 3 1-16,-1 4 0 0,-3 9-1 15,-2 5 1-15,-2 9 0 0,-1 3-1 16,0-3-2-16,0 3-3 0,0-1-6 16,0 1-6-16,0 0-8 0,0 0-14 0,-4 0-27 15,-8 5-45-15,-4 5-171 0,1-2-21 0</inkml:trace>
  <inkml:trace contextRef="#ctx0" brushRef="#br0" timeOffset="130320.95">17357 16466 703 0,'0'0'56'0,"0"0"-10"0,0 0-10 16,0 0-11-16,0 0-7 0,0 0-8 16,0 0-4-16,0 0 0 0,0 0 0 15,-13-41 0-15,11 64 1 0,2 8 3 16,0 8-7-16,2 5 4 0,4 5-6 0,2 2-1 15,-1 5 2-15,2 5-4 0,0 1 2 0,4 3-4 16,-1-2 5-16,2-6 1 0,-1-5-3 16,1-8-1-16,-1-4 2 0,-1-5 8 15,1-5-6-15,-4-5 0 0,-2-8-18 16,1-2-19-16,-3-5-17 0,-2-5-24 16,0-2-59-16,-3-4-175 0,4-16-1 0</inkml:trace>
  <inkml:trace contextRef="#ctx0" brushRef="#br0" timeOffset="130603.01">17864 16529 714 0,'0'0'54'0,"0"0"-16"15,0 0-5-15,0 0-10 0,0 0-7 16,12-78-6-16,-12 78-5 0,0-2-1 15,4 4 2-15,2 12-1 0,1 10 2 16,1 13 3-16,-4 2-8 0,1 7 3 16,-2-1-5-16,0 5-2 0,0 0 2 0,2 3 2 15,-1 2-2-15,2-5-3 0,2-3 3 0,0-6-4 16,0-6 3-16,0-8-1 0,0-7-1 16,-2-6-5-16,-2-7-3 0,-2-4-10 15,1 2-4-15,-3-5-18 0,0 0-34 16,3 0-59-16,1-8-145 0,2-11-17 15</inkml:trace>
  <inkml:trace contextRef="#ctx0" brushRef="#br0" timeOffset="131003.21">18055 16348 665 0,'0'0'56'0,"0"0"-12"15,0 0-6-15,0 0-10 0,51-78-8 0,-27 71-2 16,7 2-2-16,6 3-2 0,4 2-2 16,1 0-5-16,-3 8-3 0,-4 3-2 15,-7 2-2-15,-5 4 0 0,-5 3 0 16,-5 1-2-16,-7 5 2 0,-6 2-2 16,0 0 2-16,-16 4 4 0,-3 0-7 0,-7 2 7 15,-3-4-5-15,0-2 1 0,2-3 0 0,4-3-2 16,7-6 2-16,7-7 2 0,5-3-2 15,4-3 0-15,5 5 0 0,13 0-2 16,14 2 4-16,14-7-2 0,12-3 1 31,11 0 0-31,8 0-1 0,7-4 0 16,-1-3 0-16,0 3 0 0,-3-2 1 0,-11-1-1 16,-8 3 0-16,-12 1 1 0,-16 0-2 0,-14 1 2 15,-12 2 0-15,-7 0-3 0,0-1 1 16,0 1-5-16,1 0-4 0,1 0-8 15,-2 0-15-15,0 0-34 0,0 0-80 16,-7 0-171-16,-3 1-2 0</inkml:trace>
  <inkml:trace contextRef="#ctx0" brushRef="#br0" timeOffset="132620.08">8129 15177 105 0,'0'0'19'0,"0"0"9"15,0 0 8-15,0 0 3 0,0 0 0 0,0 0-3 16,0 0-1-16,0 0-4 0,0 0 4 16,0 0-4-16,-79-24 2 0,75 24-2 0,-2 0-3 15,0 0-4-15,0 0-4 0,3 0-1 0,-2 0-1 16,5 0 2-16,-2 0 1 0,2 0 2 16,2 0-1-16,15-5-4 15,10 1-5-15,11-3-1 0,8-3 0 0,8 1-3 16,8 0 0-16,9 2-1 0,4-2-3 15,6 1 2-15,3 0-1 0,7 1-2 0,6 0 0 16,4 0-1-16,8-1-1 0,6-1 2 16,7 2-2-1,5-4 1-15,5 2 0 0,6-2-1 16,4 1 0-16,1 1-1 0,3 1 0 16,0 2 1-16,-1 1-2 0,-2 3 0 15,0 0 1-15,-2 2 1 0,-3 0 0 16,-3 0-1-16,-3 0 0 0,-3 3-1 0,-4 1 0 15,-4 1 0-15,-6-2 1 0,-3 2-1 0,-4 0 1 16,-6 2-2-16,-4-1 1 0,-5 0 1 16,-3 0-2-16,-7 0 1 15,-1 0 0-15,-5 2 0 0,-1-2 2 0,-3 0-1 16,0 0-1-16,-2-3 0 0,1 0-1 16,-1 0 1-16,1-1 1 0,3-1-1 0,-1 1 1 15,4-2-1-15,-1 0-1 0,4 1 1 0,-3-1 0 16,4 0 0-16,-1 0 2 0,-1 0-2 15,-1 0 0-15,-3 0 0 16,-3 0-1-16,-2 0 2 0,-4 0-2 0,-5 0 1 31,-1-1-1-31,-5-1 1 0,-3 1-1 16,-3-1 2-16,-3-1-1 0,-2 1-1 0,-2-1 1 16,-2 2 0-16,-2 1 1 0,-3-2-1 15,2 1 0-15,-4 1 0 0,1-1 0 0,0-1 0 16,0 0 0-16,-2 1 1 15,3-1-1-15,0 1 0 0,2-1 1 0,-1 1-1 16,1 1 0-16,-2-2 0 0,0 2-2 16,-1-1 2-16,-3 1 1 0,-3-2-1 0,-2 2 2 15,-8 0-1-15,1 0 0 0,-7 0 4 0,2-1 1 16,-1 1 1-16,-1 0 3 0,-1-2-5 16,-6 2-2-16,4-1-1 15,-5 1-2-15,0-2 0 0,1 2-1 0,-6 0 0 16,0-1-1-16,0 1-3 0,1 0-7 15,-1 0-24-15,0 0-56 0,-13-2-206 0,-10-1-26 16</inkml:trace>
  <inkml:trace contextRef="#ctx0" brushRef="#br0" timeOffset="134136.3">8079 15176 224 0,'0'0'55'0,"0"0"0"16,0 0-10-16,0 0-4 0,0 0-3 0,0 0-4 15,0 0-3-15,0 0-4 0,0 0-5 0,0 0-4 16,-7-56-2-16,14 41-4 0,1 1-1 16,4-4-1-16,0 3-3 0,2-2-1 15,1 0-1-15,3 1-1 0,2-3 3 16,4-2-2-16,2-2 1 0,4 0 1 15,2-1 0-15,7 0 1 0,3 1 1 0,0-1-1 16,4-1 0-16,5 1 1 0,2 0-2 0,2 0-1 31,0-1-1-31,2 3-2 0,-1 0 0 16,3 1-2-16,-1 1 0 0,3 2 1 16,-2 0-5-16,-1 0 5 0,-3 1-5 15,-3 0 5-15,0 4-1 0,-3 1 1 16,-1-1 0-16,1 1-1 0,-4 2 3 0,4-1-2 15,2 2 1-15,1 0 0 0,0 1 0 16,1 2 1-16,-5 0 2 0,4 0-4 0,-7 0 0 16,4 2 1-16,-5 0-1 0,2 1 1 15,-3 2 0-15,2-1 0 0,-2 2 0 16,-2 0-1-16,5 0 0 0,-4 0 1 16,3 0 0-16,-2 3 0 0,-1 4 2 0,0-2-1 15,-3 3-2-15,-1 1 1 0,1 2-2 0,-5-1 1 16,3 2 3-16,-3 1-2 0,0-1-1 15,-1 2 0-15,0-3-4 0,-1 2 4 16,0-1 5-16,-2 2-6 0,2-1 7 31,-3 1-6-31,3-1-2 0,-3 1 2 16,1-1 0-16,-4 0 0 0,3 1 1 0,-3-1-3 16,-2 1 0-16,0 1 0 0,-1 2 0 15,-3 1 1-15,-1 0-2 0,0 2 1 0,-1 0-1 16,-2 1 2-16,0 0-1 0,0 1 0 15,3-2 0-15,-3 0 0 0,4 0 1 16,-1 0 0-16,-2-2-3 0,2 1 4 16,-1-4-2-16,-1-2 1 0,0-1 3 0,-1-1-2 15,-4-3-4-15,-1-1 2 0,-4-2-1 0,-4-2 1 16,2 0 1-16,-2 0-1 0,0 0 0 16,-2 0 0-16,3 0-2 0,-4-3 3 15,0 0 0-15,0 0-1 0,3 0 2 16,-3 0-1-16,1 1 0 0,-1-1 0 15,2 2 0-15,-2-2-1 0,0 0 0 0,1 2-4 16,-1-2-7-16,0 0-20 0,0 1-48 16,0 2-119-1,-11 0-119-15</inkml:trace>
  <inkml:trace contextRef="#ctx0" brushRef="#br0" timeOffset="135070.96">11447 15024 363 0,'0'0'59'0,"0"0"2"0,0 0-16 0,0 0-20 16,0 0-13-16,0 0 0 0,0 0 2 0,0 0 4 15,0 0 1-15,-9 0 1 0,18-6 1 16,2-4-2-16,5-4-3 0,2 0-1 15,2-1-2-15,0-2-4 0,3-2-1 16,5-1-3-16,-1 0 0 0,2-3-3 16,3 2 0-16,0 0-1 0,-2-2 0 0,5 0-1 15,-3 0 1-15,-1 1-1 0,3 1-1 16,-1 1 1-16,2 1-1 0,2 3 3 0,-1 0 1 16,-1 3 1-16,3-1 5 0,-2 2 1 15,3-1-2-15,1-3 0 0,1 2-5 16,5-1 4-16,-1 0-7 0,4 0 4 15,-1 0 0-15,-2 0-1 0,2 1-1 0,-2 1-1 16,1 0 1-16,-4 1-1 0,-1 2 2 0,-1-1-2 31,0 3 2-31,-2 0-1 0,2 3 0 16,-1 0 0-16,4 2 0 0,-1 0-1 16,2 3 0-16,-2 0 0 0,3 0-1 15,1 3 1-15,0 2 0 0,2 2 0 16,-1 1-1-16,1 1 0 0,-1 0 2 0,3 1-2 15,-2 0 1-15,0 0 1 0,0 1-1 16,-1 0 1-16,1-2 0 0,-4 1 1 0,3 1 0 16,-3-1 0-16,1 3 1 0,-1-1-1 15,1 0 6-15,-3 2-8 0,3-1 6 16,-2 1-6-16,2 0 1 0,-1 0-1 16,1-1-1-16,1 2 0 0,0 2-2 0,0-2 2 15,0 2-1-15,-2 0 2 0,-2-1-2 0,-2 3 1 16,-3-1-1-16,-2 1 0 0,-3 1 1 15,-1 0 0-15,-2 0 1 0,-1 2 0 16,-1 1-1 0,2 1 0-16,0-1-1 15,1 2 1-15,1-3 0 0,-2-2 1 16,0 1-1-16,-1-2 1 0,-1 0-2 0,-1 1 1 16,-2 0 0-16,-2-2 0 0,0 0 1 0,2-1 0 15,-2 0 8-15,-3-1-7 0,2-1 7 16,-1-1-6-16,-3-4-1 0,-4-2 3 15,-2-3 1-15,-2-2 0 0,-6-2-1 16,0 1 0-16,-4-2 1 0,0 0-1 0,0 0-2 16,2 0 0-16,-1 1-3 0,1-1 2 15,-1 0-1-15,1 2 0 0,-1-2-1 16,1 0-1-16,-1 1-2 0,-1-1-1 0,2 0-11 16,-2 5-20-16,-5 1-71 0,-11-2-210 15,-10-2-34-15</inkml:trace>
  <inkml:trace contextRef="#ctx0" brushRef="#br0" timeOffset="136220.8">11325 15212 510 0,'0'0'61'15,"0"0"-14"-15,0 0-7 0,0 0-10 0,0 0-6 16,0 0-6-16,0 0-4 0,0 0-2 16,0 0-3-16,0 0-3 0,9-27 0 15,-8 27-3-15,-1-2-1 0,2 2 1 16,2 0-1-16,1 0 4 0,3 5-4 0,-2 1 3 16,0 2-5-16,0-1 0 0,-2 3 0 15,1-3 0-15,-3-3 0 0,-1 1 0 0,-1-2 0 16,0 0 0-16,-3 0 2 0,-6-1 1 15,-2-2 1-15,-3-8-2 0,-2-7 6 16,4-3-2 0,4-5 2-16,2-3 1 15,5-1-2-15,1-2-1 0,0 0-1 0,1 3 0 16,6 2-2-16,3 3 1 0,-4 7 0 16,1 7-1-16,-4 4 0 0,2 3-1 0,6 0-1 15,-1 1 0-15,2 8-1 0,-1 5-1 16,-6-2 2-16,-4 5-2 0,-1 2 1 15,0 1-1-15,0 5 1 0,-1-5 0 16,-4-4 0-16,1-2 0 0,-3-5 0 0,3 0 0 16,-1 0-1-16,2-6 1 0,0 1 0 15,3-4 2-15,-1 0 1 0,-5 0-2 0,-1-2-1 16,0-5 2-16,-2-6-5 0,9-7 6 16,0-3-3-16,0-6 0 0,6 4 0 15,0 6 0 1,1 4 0-16,-3 7 0 0,-1 4-2 0,0 1 2 0,1 3-1 0,4 4 0 15,3 9 1-15,1 6 0 0,-5 2 1 16,-3 4-2-16,-2 1 3 0,-2 0-3 16,0-4 0-1,0-4 6-15,0-1-6 0,-2-6 5 16,-2-2-5-16,1 0 0 0,2-6 2 16,-1 2-1-16,2-5 1 0,-3 0-2 15,2-3-2-15,-1-8-10 0,-1-7-1 0,2 6-13 16,1-9-10-16,0 8-29 0,0 6-57 15,0-7-168-15,0 8-6 0</inkml:trace>
  <inkml:trace contextRef="#ctx0" brushRef="#br0" timeOffset="136704.08">11198 15338 381 0,'0'0'64'0,"0"0"-14"16,0 0-10-16,0 0-11 0,0 0-2 0,0 0-3 31,0 0 0-31,0 0-3 0,0 0 0 16,6-56-6-16,-6 56-3 0,1-1-7 16,-1-1-5-16,0 0-4 0,2 2-3 15,-2-1-2-15,0 1-16 0,1 0-37 0,2 6-102 16,0 6-107-16</inkml:trace>
  <inkml:trace contextRef="#ctx0" brushRef="#br0" timeOffset="136920.07">11452 15789 513 0,'0'0'56'15,"0"0"2"-15,0 0-7 0,0 0-23 0,0 0-14 16,0 0-8-16,0 0-3 0,0 0-2 15,0 0-2-15,0 0 0 0,6 14 0 16,-1-4 0-16,-1 6-1 16,-1 2 4-1,1 5-9-15,-1 4-1 0,0 2-16 0,0 4-18 16,0 7-24-16,0 1-57 0,1 6-59 16,-1 2-67-16</inkml:trace>
  <inkml:trace contextRef="#ctx0" brushRef="#br0" timeOffset="137053.01">11623 16568 330 0,'0'0'30'0,"0"0"-6"0,0 0-8 15,0 0-2-15,0 0-8 0,0 0-10 0,0 0-4 16,0 0-12-16,0 0-49 0,28 48-143 16</inkml:trace>
  <inkml:trace contextRef="#ctx0" brushRef="#br0" timeOffset="137253.39">11766 17060 672 0,'0'0'16'16,"0"0"4"-16,0 0-2 0,0 0-5 15,0 0-4-15,0 0-7 0,0 0-1 0,80-16-3 16,-76 16 2-16,5 7-1 0,-2 5 0 15,-4 3-2-15,-1 5-2 0,0 2-4 16,-2 7-19-16,0 0-47 0,0 0-140 0,2-6-78 16</inkml:trace>
  <inkml:trace contextRef="#ctx0" brushRef="#br0" timeOffset="138304.13">11866 17776 365 0,'0'0'90'0,"0"0"-7"16,0 0-11-16,0 0-13 0,0 0-11 16,-1-79-4-16,1 74-7 0,0 0-8 0,0 5-7 15,0-7-5-15,0 4-7 0,0-4-4 16,0 2-2-16,0 5-1 0,0 12 3 0,1 5-1 15,1 11 1-15,1 5-1 0,1 2 3 16,0 6 2-16,2 4 1 0,1 5-7 0,-1 4-4 31,5-3 3-31,-2-3-3 0,0-6 4 16,-1-7-4-16,0-11-2 0,-4-6 1 16,3-9 3-16,1-6 0 0,6-3 3 15,2-11-3-15,9-9-8 0,-1-8 10 0,6 1-6 16,-1 4 4-16,0 1 2 0,0 2-8 15,-4 0 5-15,-5 1-4 0,-4 7 5 0,-9 5-1 16,-4 5-2-16,-3 2 3 16,0-1-4-16,0 1-2 0,3 0 2 0,-3 0-2 15,0 0 3-15,0 0-4 0,0 0-9 16,-3 0-12-16,-4 6-24 0,-2-2-46 0,-1 4-78 16,7-5-126-16</inkml:trace>
  <inkml:trace contextRef="#ctx0" brushRef="#br0" timeOffset="138669.74">12442 17820 731 0,'0'0'53'15,"0"0"-2"-15,0 0-13 0,0 0-13 16,0 0-9-16,0 0-8 0,0 0-3 0,0 0-3 16,0 0-1-16,0 0 4 0,-23-34 1 15,9 57 0-15,-4 12 8 0,-1 8-5 0,-3 12 1 16,-2 8 6-16,-2 12-12 0,-2 8 2 16,-1 4-4-16,-1 3-6 0,2-3 3 15,1-3 1-15,1-8-5 0,3-9 3 16,4-16-1-16,6-11-4 0,4-15 6 0,5-12 2 15,2-6-1-15,2-7 2 0,-2 0-2 16,2 0-1-16,0 0 0 0,-2 3 3 0,2-3-6 31,0 0-5-31,-1 0-13 0,1 0-19 16,0 0-32-16,0 0-60 0,0 0-173 16,0 0-5-16</inkml:trace>
  <inkml:trace contextRef="#ctx0" brushRef="#br0" timeOffset="139104.05">12462 18432 698 0,'0'0'55'0,"0"0"-3"15,0 0-11-15,0 0-14 0,0 0-9 0,14-87 0 16,-5 71-1-16,2 2 0 0,4 0-3 15,4 5-6-15,2 2 6 0,3 2-3 16,2 5-1-16,-2 0-2 0,1 0-6 31,-6 8-1-31,-1 4-3 0,-4 3 2 0,-3 5-2 16,-4 3 2-16,-5 4-2 0,-2 5-2 16,-5 3 8-16,-9 7-7 0,-5-2 3 15,-1 2-3-15,-6 1-5 0,-3-7 4 0,0 2 5 16,-1-3-3-16,5-5 2 0,0-5-3 15,10-10 1-15,3-3 6 0,6-7-6 16,3-3 5-16,0 1-5 0,3 2 2 0,3-2 2 16,10 2-1-16,10-3 3 0,6-2-3 15,6 0-1-15,4-2-1 0,4-6 2 0,2 0 1 16,3-1-3-16,-3 2 4 0,1-1-6 16,-7 0 3-16,-4-2 3 0,-6 2-7 15,-12 4 4-15,-4 1-2 0,-4 1-6 16,-5 2-13-16,-4-6-22 0,0 2-67 0,-4-6-201 15,-3-5-21-15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10T03:18:35.9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4390 942 476 0,'0'0'43'16,"0"0"-7"-16,0 0-12 0,0 0-6 0,0 0-6 15,0 0-1-15,0 0 2 0,0 0-3 16,0 0 2-16,75 49-2 0,-60-3-2 0,-4 5 2 16,-2 7 0-16,-3 1-3 0,-2 0-2 15,0-1-2-15,-1-3-5 0,-3-4 1 16,3-4 1-16,-3-6 1 0,0-6 3 15,0-10-1-15,0-12 2 0,3-6 3 0,-3-7 0 16,0 0 5-16,0 0 0 0,1 0-2 16,1 0-3-1,-1-10-4-15,1-13-4 0,-2-9 0 16,0-5 0-16,-2-8 0 0,-8-5-1 16,-3-6 1-16,-3-9-8 0,-4-8-1 15,-3-6-1-15,-2-3-1 0,2 5 7 16,3 8 2-16,5 13 2 0,7 12-1 0,8 14-2 15,5 8 2-15,13 9 0 0,9 2 2 16,7 2 1-16,3 3-1 0,8 0 0 0,3 1 2 16,2-1 0-16,2 2 2 0,-1-1 2 15,-2 2-3-15,-4 2 0 0,-3 1-2 16,-7 0-2-16,-12 0-1 0,-4 0 0 16,-8 1 0-16,-5-1-2 0,1 5 0 0,-4-2-3 15,0 0-5-15,-3 6-27 0,-4 2-30 16,-11 2-95-16,-8 4-131 0</inkml:trace>
  <inkml:trace contextRef="#ctx0" brushRef="#br0" timeOffset="233.51">4370 1162 542 0,'0'0'71'15,"0"0"-12"-15,0 0-25 0,0 0-10 16,0 0-5-16,0 0-3 0,78-25-3 16,-32 15-4-16,-1 4-3 0,1 4-4 0,-2 2-2 15,-3 0 0-15,-6 4-1 0,0 7-1 16,-5 1-1-16,-4 1-11 0,-7 2-18 0,-2 2-18 16,-8-3-30-16,-6 1-26 0,-3 3-53 15,0 0-63-15</inkml:trace>
  <inkml:trace contextRef="#ctx0" brushRef="#br0" timeOffset="400.22">4520 1591 324 0,'0'0'70'16,"0"0"-12"-16,0 0-7 0,0 0-6 0,0 0-3 16,0 0-3-16,0 0-3 0,0 0-6 15,0 0-9-15,0 0-8 0,88 67-8 16,-46-67-4-16,2-5-3 0,2 2-5 0,-1 3-35 15,2 0-41-15,-2 6-195 0,-3 1-16 16</inkml:trace>
  <inkml:trace contextRef="#ctx0" brushRef="#br0" timeOffset="667">5339 1331 695 0,'0'0'50'0,"0"0"-8"0,0 0-11 0,0 0-10 31,0 0-8-31,-3-78-4 0,-6 74-5 16,2 4-3-16,-12 11-2 0,-4 7-2 0,-2 7 0 16,-4 7-1-16,2 3 0 0,-4 2-1 15,1-1 0-15,4 2-1 0,3 0-4 0,7-3-5 16,0-1-8-16,3-6-7 0,7-8-13 15,1-8-13-15,3-1-11 0,1-7-15 16,-1 1-36-16,2 0-51 0,0-5-53 16</inkml:trace>
  <inkml:trace contextRef="#ctx0" brushRef="#br0" timeOffset="817.97">4973 1393 588 0,'0'0'48'0,"0"0"-8"16,0 0-10-16,0 0-1 0,0 0-5 15,0 0-6-15,104 56-3 0,-74-35-7 0,-1 5-7 16,4 3-1-16,-1 2-3 0,0 1-3 16,-3-1-15-1,-2 0-30-15,-2-1-108 0,-8-4-143 16</inkml:trace>
  <inkml:trace contextRef="#ctx0" brushRef="#br0" timeOffset="1350.13">5586 1208 645 0,'0'0'40'0,"0"0"-5"15,0 0-8-15,0 0-11 0,0 0 0 16,0 0-11-16,0 0 3 0,0 0-1 0,0 0 2 16,-6 23-1-1,12 30-3-15,4 6-4 0,-3 8-1 0,2 6-1 0,-2 3 0 16,0 1-1-16,-4 0 0 0,3-1 12 0,-2-3-3 15,1-3 3-15,-2-5-2 0,0-2-9 16,-1-7-2-16,-2-6 3 0,0-8-2 16,0-7 2-1,0-11-1-15,0-11 1 0,0-7 0 16,0-6-2-16,0 0-1 0,0 0-6 16,0 0-13-16,0 1-26 0,3-1-54 15,0-10-137-15,-3-12-63 0</inkml:trace>
  <inkml:trace contextRef="#ctx0" brushRef="#br0" timeOffset="3484.64">5473 1271 632 0,'0'0'46'0,"0"0"-5"0,0 0-9 15,0 0-8-15,0 0-5 0,98-63-5 16,-67 57-5-16,-1 6-1 0,6 1-5 0,-1 12-1 15,-2 5-3 1,-2 4-1-16,-5 3 0 0,-5 4-3 0,-8-1-1 0,-3 3 1 31,-8-1-4-31,-2 4-1 0,-12-3-9 0,-7 3-4 16,-8-2-4-16,-5-2 0 0,-7-6 7 16,-1-2 6-16,-1-7 8 0,5-6 5 15,0-5 2-15,14-2 2 0,9-2 4 0,9 0-2 16,4 0-2-16,-3 0 1 0,3 0 0 15,0 0 0-15,3 0 3 0,11 0 1 16,10 3 2-16,9-1-2 0,3 1 1 0,0-2-1 16,2-1-2-16,1 0-1 0,1 0-2 15,2-6-1-15,2-6 0 0,2-5-2 16,0-5 0-16,0-4 1 0,-2-5 0 16,-4-1 4-16,-4-3-4 15,-7-2 2-15,-3-6 0 0,-5-3 1 0,-6-4 0 0,-6 2-12 16,-3 4 5-16,-2 6-1 0,-2 12 0 0,-2 6 11 15,0 8-6-15,0 8-2 0,-2-1 0 16,-5 5-1-16,-5 3 2 0,-3 11-3 16,-6 9 7-1,4 5 0-15,4 7-1 0,0 2 2 16,4-1-8-16,2 0-1 0,4-2 1 16,3-2 1-16,0-2-1 0,9-2 3 15,2-6-2-15,8-2 1 0,0-3 1 0,10-4-2 16,3-5 3-16,5-5-1 0,7-3-1 15,2-1 2-15,2-10-1 0,1-4-1 16,-1-4 1-16,1-2 0 0,-4-6 1 0,-2-5 2 16,-7-6 1-16,-1-6 0 0,-6-2-7 15,-5 3 1-15,-2 1-2 0,-2 9 0 16,-8 11 4-16,-4 9-2 0,1 10 1 0,-3 5 0 16,8 12 1-16,-2 5 3 0,-3 4 3 15,-1 4-1-15,-2 2 0 0,-2 1-4 16,-1-1-1-16,2-1-1 0,-2-10 1 15,-2-2-1-15,2-6 0 0,1-6 1 16,-4 2-1-16,0-6 2 0,0 0 1 0,0 0 1 31,3 2 0-31,-2-2-1 0,4 0 0 0,-1-9-2 16,1-11 1-16,-1-9 1 0,-1-4-1 16,-3-5-8-16,0-2 3 0,0 3-1 15,-3 3 0-15,-1 5 9 0,-2 11-4 0,-2 4 1 16,0 7-2-16,-2 7 0 0,-10 0 0 15,-1 12-1-15,-8 9 2 0,2 9 0 16,-1 5 5-16,1 5-1 0,1-1-2 0,7-1-1 16,2 1-5-16,8-2 0 0,3-4 2 15,6-1 0-15,6-3-1 0,7-4 3 16,7-4-2-16,6-5 3 0,6-5 1 0,12-5 0 16,5-6-2-16,7-3 0 15,3-11 1-15,3-2 0 0,-1-7 0 0,1-4 2 16,-6-8-2-16,-3-7 2 0,-7-8 0 0,-7-9-12 15,-7-7 5-15,-6-10-1 0,-8-2-1 16,-7-2 11-16,-5 4-4 0,-3 6 0 16,-3 11 3-1,0 12-1-15,-2 15 2 0,-2 11 1 16,1 10 2-16,1 7 1 0,1-1-3 16,1 5-1-16,-4-2-2 0,1 2-3 15,-1 10 2-15,-4 8-2 0,1 11-3 0,4 7 3 16,3 7 0-16,0 8-1 0,0 7 4 15,0 6-3-15,6 4 1 0,-3 3 1 16,1 1 2-16,1-4 0 0,-2-4-2 0,-2-8-1 16,6-8-4-16,-4-9 0 0,-2-14 1 15,2-5 1-15,-1-10 1 0,-1-5 0 16,1 1 1-16,-2-6 0 0,0 0 0 0,0 0 0 16,3 0-1-16,-2-14-2 0,2-7-1 15,-3-8-1-15,0-2-1 0,-7-4 1 16,-2 0 3-16,-2 0 0 0,2 0 4 15,0 5-1-15,3 8-5 0,6 4-1 16,0 1-5-16,0 5 2 0,13-3 5 0,7 5 0 31,9 3 1-31,9 4 0 0,13 0-1 0,12 3 1 16,7-1-1-16,2-2-1 0,6-3 0 16,-3 0 1-16,-8-4 0 0,-6 1 2 15,-12 0 1-15,-12 0 2 0,-14 1 3 0,-8 1 2 16,-5 3 3-16,-7 0 3 0,0 3-1 15,-3 1 1-15,0-5-4 0,0 2-3 16,-6-1-3-16,-4-1 0 0,0 3-3 0,-9 2-1 16,0 0-1-16,-5 11 0 0,-1 6 0 15,1 6 0-15,0 8 6 0,1 6-3 16,0 5 0-16,7 1 0 0,2-1-8 0,2 0 0 16,6-6-3-16,6-4 0 15,0-3-3-15,6-5 1 0,7-4 2 0,4-5-1 16,1-6 5-16,8-6 3 0,1-3 0 0,1 0 3 15,-1-6 0-15,-1-6-1 0,-4-3 3 16,-2-4-1-16,-3-3 3 0,-2-6 0 16,-3-1-2-1,-1-3-1-15,-1 4 1 16,-2 6-2-16,-1 3 0 0,-3 8 0 0,-4 7-4 16,4-1 0-16,-4 5 0 0,3 0-1 15,2 9 2-15,2 6-1 0,3 8 0 0,-1 0 3 16,1-1-2-16,1 2 0 0,1-3 2 15,5-2-1-15,-1-4 1 0,4-1 2 16,2-5 0-16,1-4 0 0,5-4 0 0,1-1 1 16,1-6-1-16,6-7 0 15,2-7-1-15,2-6 1 0,-1-7 2 0,-2-12-2 16,-4-7-4-16,-3-12 0 0,-2-7-2 0,-5-8 1 16,-6 0 4-16,-4-1 0 0,-3 6 1 15,-5 8 1-15,-2 8 3 0,-1 12 1 16,0 14 1-16,-2 10 3 0,0 8-1 0,0 8-3 15,-2-2-2-15,-2 5-3 16,-3 2-3-16,-3 1 1 0,-2 10-1 0,-1 10 0 31,3 9 0-31,-3 6-1 0,7 7-1 0,0 8 1 16,3 8 0-16,2 9 1 0,1 7 3 16,0 5-2-16,0 5 4 0,1-2 0 15,2-8-3-15,0-6 1 0,2-13-4 16,-1-10 0-16,4-9 0 0,0-9 1 0,-4-11-1 15,-1-5 2-15,0-6 1 0,-3-5 1 16,3 0 1-16,10-8-1 0,-3-8-1 0,7-12 3 16,-7-7-3-16,-2-9 0 0,-7-9 4 15,-1-8-12-15,0-3 2 0,-6-1 1 16,-4 5-2-16,2 9 9 0,-4 12-5 0,5 15 1 16,-5 9-1-16,5 7 1 15,4 5 0-15,-4 2 1 0,-1 1 0 0,0 4-1 16,1 7 3-16,5 2-3 0,2 4 1 0,8 4 1 15,7-1 0-15,4-2 1 0,9-3 1 16,4-2-2-16,2-4 0 0,5-3 0 16,3-2-1-1,-3-1 0-15,0-1-1 0,-3-2 0 16,-4 0 0-16,-6-2 2 0,-7-1 0 16,0 0-1-16,-9 0 1 0,3 3-3 15,-3 0 1-15,-4 0 1 0,7 8 1 0,-7 4 1 16,2 6 0-16,-2 7-1 0,-3 2 5 15,2 4-2-15,-3 1 1 0,1 3 0 16,-3-1-6-16,3-3-1 0,-2 1 3 16,2-3-3-16,-1-1 0 0,1-6 2 15,0-5-3-15,-2-6 2 0,2-4 0 0,-3-2 0 16,3 0 1-16,-3-1 0 0,0-4-2 0,0 0-2 16,0 0-15-16,0 0-27 0,0 0-99 15,-4-4-169-15,-10-9-7 0</inkml:trace>
  <inkml:trace contextRef="#ctx0" brushRef="#br0" timeOffset="3633.6">9165 616 720 0,'0'0'22'0,"0"0"-8"0,0 0-11 0,0 0-6 16,0 0-8-16,0 0-26 0,0 0-142 15,0 0-125-15</inkml:trace>
  <inkml:trace contextRef="#ctx0" brushRef="#br0" timeOffset="4600.2">9627 997 558 0,'0'0'42'16,"0"0"-3"-16,0 0-10 0,0 0-8 0,0 0-8 15,0 0-3-15,0 0-4 16,0 0-1-16,-88 55-1 0,65-15 0 0,0 8 2 31,3 3-3-31,1 2 0 0,7-1-3 0,1-3-2 16,8-9-1-16,3-3 1 0,3-7 1 16,11-4 1-16,4-5 1 0,6-6 1 15,7-7 1-15,2-8-1 0,10-1 1 0,2-14 0 16,0-7-1-16,0-3 1 0,-5-4-2 15,-5-6 3-15,-6-5-1 0,-6-4 1 16,-10-4 0-16,-6-2-7 0,-7-2-1 0,-3 3 0 16,-11 7-3-16,-2 6 6 0,-7 10-1 15,-3 8-1-15,-6 7 0 0,-3 9 1 16,-5 2 1-16,-2 5 0 0,0 5 1 16,4 4 0-16,6 1-1 0,6 1 0 15,11-4 0-15,6-5 0 0,6-2 3 0,3-5 3 16,4 0 0-16,18-2 2 0,14-8 1 0,12-4-1 15,3-3 0-15,-1-1-1 0,1 1-2 16,-5 1 0-16,-2 4-1 0,-4 2-2 16,-7 7-1-1,-4 3 1-15,-3 10 0 0,-1 8-2 16,-4 6 1-16,-2 6 0 0,0 7-1 16,-3 2 6-16,-3 4-1 0,1 1-1 15,-5-2-1-15,1-2-4 0,-2-4-1 0,-3-3 1 16,-5-4 1-16,3-9 0 0,-3-2 2 15,0-7 1-15,0-7-1 0,0 3 3 16,0-7 2-16,0 0 2 0,0 0 2 0,0 0-2 16,1-7-3-16,10-9-2 15,6-11 0-15,3-5 1 0,8-8 0 0,4-4-3 16,1-3-2-16,2 0-2 0,-1 3 1 0,1 8 0 16,-6 8 0-16,-3 13 0 0,-3 12 0 15,-3 6 2-15,-2 15 1 0,-1 11 4 16,-4 6 2-16,1 5-3 0,-3 0 0 15,0 2-3-15,-1-2-3 0,2-2 2 16,1-3-2-16,-3-4 2 0,6-7-1 0,-2-5 1 31,2-5 1-31,5-4 0 0,2-6-2 0,4-4-1 16,6-1-6-16,4-10-16 0,3-6-26 16,3-4-59-16,-1-4-195 0,3 0-11 15</inkml:trace>
  <inkml:trace contextRef="#ctx0" brushRef="#br0" timeOffset="5118.12">11672 970 525 0,'0'0'67'15,"0"0"-13"-15,-4-105-10 0,4 84-13 16,0 4-8-16,1 9-11 0,8 7-5 0,7 1-2 16,3 15 0-16,5 14 0 15,1 9 1-15,-5 12 0 0,1 8-4 0,-4 5 2 16,-3 4-1-16,2-2-2 0,-1-2 0 0,2-9-4 16,-1-5 0-16,6-11 2 0,-1-10-1 15,0-9 2-15,0-10 3 0,2-9 0 16,0-1 1-16,1-16 0 0,0-9-1 0,1-9 1 15,-1-9 0-15,-3-6 0 16,-1-7-7-16,-3-7 2 0,-2 0-1 0,-5 1-1 31,3 8 7-31,-6 9-5 0,-1 15 1 0,-3 15-1 16,-2 10-2-16,-1 6 0 0,0-2-5 16,0 5-2-16,0 16-9 0,0 9-18 15,-1 12-19-15,1 2-39 0,0 4-56 16,0 2-125-16</inkml:trace>
  <inkml:trace contextRef="#ctx0" brushRef="#br0" timeOffset="6351.05">12754 1106 661 0,'0'0'45'0,"0"0"-6"0,4-111-12 16,-4 81-7-16,-1 3-11 0,-5 5-3 0,0 7-3 15,-8 5-2-15,-1 5 0 0,-11 5-2 16,-10 2 1-16,-6 15-2 0,-1 8-1 16,-2 10 0-1,2 8 0-15,5 5-1 0,5 2 1 16,8 2-4-16,8-5-7 0,5-3 2 16,11-5-5-16,1-7 0 0,9-6 6 15,8-6-2-15,3-6 6 0,2-6 5 0,4-6 0 16,0-2 2-16,0-5 2 0,0-7 1 15,0-4 1-15,-4-4 2 0,-2-3 2 16,-3-3-2-16,-4-4 0 0,-1-3 1 16,-1-3-4-16,-2 2 1 0,-2 3-3 15,-2 10-1-15,0 9 0 0,-3 8-2 0,-2 4 1 16,3 0 2-16,1 7 1 0,2 10-2 0,3 4 5 16,-2 3-1-16,-2 1 1 0,0-1 3 15,1 2-7-15,0-2-1 0,1-1-1 16,3-3 2-16,0-5 1 0,-3-5 0 0,6 0 0 15,0-5 2-15,6-3-1 16,7-2 2-16,1 0-2 0,1-6 1 0,3-6 0 31,0-5-1-31,-2-5 0 0,-1-8 3 0,-4-4-6 16,-2-6 1-16,-6-7-1 0,-2-6-3 16,-4-8 3-16,-4-7 0 0,-4-4 0 15,-2 2 1-15,0 1 0 0,-8 8 1 16,0 7 1-16,-5 10 0 0,1 9 0 15,-1 9 1-15,3 10 1 0,0 12-3 0,-2 4 0 16,1 6-1-16,-2 11-1 0,1 6-1 0,5 5 0 16,3 7-1-16,2 8 1 0,2 7 1 15,0 6-3-15,3 8 2 0,6 7 0 16,1 5 0-16,0 3 2 0,0-3-1 16,4-6 0-16,1-10-1 0,4-10-4 15,2-8 3-15,1-10 0 0,3-10 0 0,2-7 4 16,1-9-2-16,-1-4 2 0,3-2 0 0,1-12 1 15,1-6-1-15,-5-4-1 0,3-5 1 16,-6-6 1-16,-3-4 0 0,-2-3 0 16,-4-4-3-1,-1 4-3-15,-2 3 2 0,-2 5 0 16,-2 13 2-16,-5 7 0 0,0 7-2 16,-3 5-1-16,0-2-1 0,2 2 1 15,-1 13 1-15,1 6 1 0,-1 10-2 0,2 2 4 16,-3 2-1-16,1 1 0 0,-1-1 1 15,2-1-4-15,1-2-1 0,0-3 1 16,2-1 1-16,0-6-2 0,-1-5 1 16,2-4 1-16,-2-4 0 0,4-2 2 15,-3 1-1-15,7-6 0 0,6 0 1 0,0 0 1 16,5-6 0-16,0-6 0 0,-1-5 1 0,1-6 0 16,0-4 0-16,-1-3-1 0,-2-5 0 15,0 1-2-15,-2 1-1 0,-1 3 1 16,-1 5-3-16,-5 4 3 0,-2 7 0 0,-4 7 0 15,-2 4 1-15,-3 3 1 16,5 0-4-16,4 0 1 0,3 6 1 0,3 9 0 31,-3 5-3-31,1 4 6 0,-3 2-2 0,2 0 0 16,-1 1 4-16,2-1-6 0,1-2 0 16,0 0 0-16,0 0 0 0,2-2-1 15,4-4 1-15,-1-4 1 0,4-4 0 0,2-4 1 16,2-4 0-16,2-2 1 15,7-3-1-15,-1-8 0 0,3-5 1 0,1-6 0 16,0-5 0-16,0-8 2 0,-3-8-7 0,-3-7 4 16,-2-6-3-16,-5-6-1 0,-3 0 6 15,-7 1-4-15,-5 8 2 0,-4 7 0 16,-4 10 0-16,-3 7 1 0,-3 7-1 16,-7 6 2-16,-4 4 0 0,-2 5 1 15,-6 2-2-15,-2 5 0 0,-2 5 0 0,0 11-4 16,2 8 4-16,1 8-5 0,3 8 3 0,4 7 0 15,5 8 0-15,5 4 1 0,4 4-1 16,2 1 2-16,3-4-2 0,10-6 1 16,2-6-2-1,8-6-2-15,6-7 1 0,4-7 0 16,12-5-1-16,8-6-1 0,8-8-9 16,4-7-15-16,3-4-24 0,4-13-61 15,-4-7-126-15,-1 0-68 0</inkml:trace>
  <inkml:trace contextRef="#ctx0" brushRef="#br0" timeOffset="7234.65">15772 765 519 0,'0'0'42'0,"0"0"-12"0,0 0-11 16,0 0-5-16,0 0-1 0,0 0 1 16,0 0 1-16,-94 63-4 0,69-21-2 0,-2 6-4 15,5 7-2-15,2 4 0 0,1 0 0 16,9-1-1-16,3-6-1 0,7-5-1 0,0-8-2 15,6-6 2-15,9-5 0 0,4-9 1 16,6-3 0-16,5-7 1 0,5-8 2 16,1-1-1-1,4-6 0-15,-2-11 0 16,0-4 1-16,-5-8 0 0,-4-4-1 0,-6-10-9 16,-8-5 9-16,-6-7-3 0,-9-4-3 15,-2-3 9-15,-13-2-9 0,-9 0 1 0,-5 2 2 16,-7 4-1-16,-5 7 2 0,-5 8 1 15,-2 13-2-15,-2 9 3 0,2 7-1 16,2 9 0-16,8 5 0 0,6 0-1 16,9 7 0-16,10 0 0 0,7 5-1 0,6 3 0 15,12 1 1-15,11 3 1 0,11-2 0 16,13-3 0-16,9-2-1 0,6-2-2 0,5-3 0 16,1-5-2-16,1-2-1 0,-4 0-2 15,-5-7-2-15,-11-4 0 0,-4-2 1 16,-11-6 4-16,-8-5 3 0,-8-4 1 0,-7-8 4 15,-5 0-1-15,-4-2 3 0,-2 0 2 16,0 3 6-16,0 7 1 0,-2 6 6 31,1 10 3-31,-2 3-4 0,1 4-3 0,1 1-8 16,-1-1-6-16,-3 5-3 0,-2 5-1 16,-2 12-1-16,0 10 2 0,2 11-3 15,7 9 0-15,0 9 1 0,8 12-3 16,1 11 4-16,3 16 1 0,-2 9 0 0,-1 10-2 15,-2 4 1-15,-3-2-1 0,1-4-2 16,0-9 1-16,1-6-1 0,0-9-1 0,1-7 2 16,3-13 14-16,-1-7 1 0,0-11-2 15,-1-8 0-15,4-7-16 0,-2-6-4 16,0-6-6-16,0-8-11 0,-3-4-14 0,-2-4-20 16,-2-4-51-16,1-3-187 0,-1-4 1 15</inkml:trace>
  <inkml:trace contextRef="#ctx0" brushRef="#br0" timeOffset="7400.45">16119 1126 643 0,'0'0'28'15,"0"0"-2"-15,84-41-5 0,-38 27-6 0,6 1-6 16,8 2-6-16,5 2-4 0,5 5-4 15,4-3-19-15,4 4-44 0,3 3-179 16,0 0-65-16</inkml:trace>
  <inkml:trace contextRef="#ctx0" brushRef="#br0" timeOffset="8134.35">17710 862 664 0,'0'0'60'0,"0"0"-14"0,0 0-8 0,-8-78-16 15,2 63-6-15,-5 3-8 0,-4 3-4 32,-6 0-1-32,-8 7-3 0,-3 2-1 15,-4 14 1-15,-6 9-1 0,-1 11 0 0,-1 6-2 16,3 9 1-16,4 7 0 0,7 3 1 16,7 2 0-16,8-2-3 0,8-4-3 15,7-7-4-15,4-8-1 0,11-9 1 0,8-7 2 16,7-12 1-16,5-9 5 0,3-3 2 15,2-14 3-15,2-7 0 0,-3-6 3 16,-3-8-2-16,-4-8-1 0,-7-4-1 0,-1-6 0 16,-4-2-2-16,-3-1 2 0,-3 4 0 15,-2 5 0-15,-5 11 0 0,0 12 0 16,-4 10 0-16,-2 9-2 0,-1 5 0 16,0-1-2-16,0 1 1 0,0 12 3 0,0 9 0 15,0 9 0-15,-1 4 4 0,-2 4-5 16,0 2 2-16,1 0 0 0,0 0-4 0,2-2 4 15,0-3-1-15,0-7-2 0,4 0 1 16,2-6-1-16,1-3 1 0,3-4 1 16,-1-6 0-1,4-6 0-15,5-3 2 16,2-4-1-16,7-11 1 0,-1-7 0 0,0-5-9 16,0-8 6-16,0-6 2 0,-3-9-3 15,3-3 7-15,-1-2-4 0,-1 2-5 0,-2 6 3 16,-2 6 1-16,-1 9-1 0,-6 12 0 15,0 11 0-15,0 9-1 0,0 6-1 16,4 13 3-16,1 6-2 0,-4 8 3 0,-2 9-1 16,-1 2-1-16,-2 1 2 0,-4 2-2 15,-1-2 1-15,-3-6-5 0,-1-10 4 16,0-7-1-16,0-8 1 0,0-8 5 0,0 0-4 16,0-6 3-16,0 0 0 0,0 0-1 15,0-9 0-15,0-8-4 0,0-10 1 16,9-6 0-16,5-7-1 0,5-2 3 15,3-1-2-15,3 1 1 0,3 4 1 0,3 6-1 16,-1 8 2 0,3 7 1-16,-1 9 0 15,2 8-1-15,-1 11 1 0,-1 11-3 0,1 9 0 16,-4 5 2-16,-3 4-3 0,-3 1 2 16,-3 0-1-16,-5-2 0 0,-3-4 0 15,-3-3 0-15,-3-4-2 0,0-8-2 0,-2-4-9 16,0-7-12-16,2-3-43 0,3-6-89 15,7 0-161-15</inkml:trace>
  <inkml:trace contextRef="#ctx0" brushRef="#br0" timeOffset="8983.66">20077 756 603 0,'0'0'60'0,"0"0"-12"0,0 0-16 16,0 0-9-16,0 0-10 0,0 0-6 0,0 0-3 16,-96-28-2-16,70 48-2 0,-1 8 1 15,-3 8 1-15,-1 10-1 0,1 6-1 16,1 8 1-16,4 2 0 0,9-3 0 0,6-1-2 15,8-8 0-15,4-8 0 0,13-7-1 16,8-9 2 0,7-8 0-16,6-7 1 15,5-9 1-15,6-2-1 0,3-14 1 0,2-7-1 16,-5-8 1-16,-5-6 2 0,-5-5-7 16,-10-3 4-16,-5-6-3 0,-11-1 1 15,-8-4 4-15,-3 0-4 0,-14-1 1 16,-9 2-2-16,-6 1 2 0,-6 7-1 0,-3 5 0 15,-5 10 0-15,-3 7 1 0,-5 10 1 16,-1 7 0-16,0 6-1 0,4 0 0 0,6 7-1 16,10 5 0-16,11-1-1 0,11 3 1 15,10 1 1-15,7 0 0 0,16 1 1 16,13 0-2-16,11-5 5 0,12-6-4 0,7 0 0 16,4-5 1-16,2 0-5 0,-1-1 1 15,1-8-2-15,-7-2-5 0,-4-6 0 16,-9-3 1-16,-9-4 3 0,-11-4 5 0,-7-8 3 15,-12 0 2-15,-6-3 1 0,-3 1 0 16,-4 1 3-16,0 7 2 0,-4 8 4 16,0 4 4-1,1 8 1-15,2 5-2 0,-1 1-5 16,2 4-5-16,-1-2-4 0,1 2-1 16,-3 0-2-16,-2 11 0 0,2 9 0 15,3 13-1-15,2 7 2 0,10 9-1 0,2 11 1 16,0 8 0-16,4 12 1 0,-2 10 0 15,-1 12 0-15,0 4-1 0,-2 2 2 16,0-5-3-16,-1-5-3 0,1-5 4 16,0-9-4-16,1-7 1 0,-1-8 0 0,3-9 0 15,-3-8-1-15,-1-8 10 0,-1-8-2 16,-2-7-7-16,-5-9-5 0,2-5-23 0,-2-6-13 16,-2-5-28-16,-1 1-58 0,-1-5-170 15,-10-1-2-15</inkml:trace>
  <inkml:trace contextRef="#ctx0" brushRef="#br0" timeOffset="10916.81">20433 1000 623 0,'0'0'51'15,"0"0"-10"-15,59-99-10 0,-27 72-5 16,7 3-6-16,3 5-4 0,1 6-6 0,2 7-3 15,-5 6-6-15,1 4-1 0,-8 11 1 16,-1 8-1-16,-7 4-1 0,-4 7 0 0,-5 6 1 16,-7 2-2-16,-5 2 2 0,-4 0-1 15,-3-2-1-15,-9 0 1 0,-6-6-2 16,-7-1 1-16,-5-6-1 0,-5-7-2 0,-2-3 3 16,-3-7 1-16,0-6 1 0,3-6 1 15,3 0 1 1,7-5 0-16,9 1 1 0,7-1 0 0,8 4-1 0,3 1-1 0,0-2 1 15,14 2-2-15,8 0 2 0,10 0-1 16,4 6 0-16,6 5 1 0,-1-1-2 16,3 3 0-1,0-4-2-15,1-2 4 0,1-1-2 16,-1-2 1-16,1-4-1 0,-3 0 0 16,2-10 0-16,-4-4 0 0,-2-5 2 15,0-7-2-15,-6-6 0 0,-4-4-7 0,-4-8 7 16,-5-5-1-16,-2-2 1 0,-6-4 6 15,-2 4-7-15,-4 5 1 0,-3 8-2 16,-3 12 1-16,0 8 4 0,0 7-6 16,0 6 2-16,-10 3 0 0,-3 2 0 0,-7 7 1 15,-6 12 0-15,1 6 0 0,2 6-2 16,1 5 2-16,5 5-2 0,4 1 3 0,5 1 1 16,7 0-1-16,1-4-1 0,10-4 0 15,7-6-1-15,4-5 1 0,5-6 1 16,1-4-1-16,5-6 0 0,0-7 0 15,1-1 1-15,3 0 1 0,-3-8-1 0,-2-5 1 16,-2-4-1 0,-6-4-1-16,-1-5 1 15,-2-7-2-15,-3-4 0 0,-1-5-1 0,-1-1 2 16,-1 2 2-16,-2 3-2 0,1 8 1 16,-2 4 0-16,-2 10-1 0,1 5 0 15,-3 6 1-15,3 4 0 0,6 1 0 0,0 3 0 16,7 11 1-16,-4 4-1 0,0 3 1 15,0 5-1-15,-5 3-1 0,-2 1 0 16,-1 2 0-16,-3 0 1 0,-4 1-1 0,-1-1 2 16,-2-2-2-16,1-2-1 0,-1-1 1 15,3-4-1-15,-1-4-1 0,2-1 2 16,3-2 0-16,5-4-1 0,5-1 2 16,5-4 0-16,6-2-1 0,5-4 0 0,7-1-1 15,4 0 0 1,1-7 0-16,5-2 1 0,-2-7-1 0,0-4 1 0,-1-3 0 0,-5-11 0 15,-2-6-5-15,-6-3 3 0,-4-3-1 16,-5 0 1-16,-4 6 6 0,-5 3-4 16,-5 5 3-1,-5 11 0-15,-2 3-1 0,-4 5 1 16,-1 1 0-16,-1-3 0 0,-5 6 2 16,-6-2 0-16,-7 7-1 0,-2 1-2 15,-10 2 0-15,1 1-3 0,-3 7 1 0,-1 8 0 16,1 10-1-16,0 5-2 0,4 9 2 15,4 4-1-15,6 4-1 0,4 1 2 16,7-4-2-16,4-2-6 0,4-9 0 0,3-4-4 16,9-6 2-16,3-7 2 0,5-4 0 15,2-7 3-15,3-5 3 0,1-2 2 16,0-9 1-16,-2-5 2 0,-2-5-1 0,0-5 3 16,-2-6-5-16,-2-6 3 0,-1-1-1 15,-1-2-1-15,1 1 5 0,-2 2-2 16,-3 8-1-16,-3 8 1 0,-4 10 0 15,-2 8 0-15,-3 4-2 0,1 0-1 0,5 4 1 16,1 11 1 0,2 10 1-16,-2 7 0 15,3 6 2-15,0 3 0 0,0 3-1 0,5-3 0 16,-1-2-2-16,3-6-2 0,1-1 0 16,4-6 0-16,-1-3-1 0,4-7 3 15,2-5-1-15,4-5 0 0,1-6 1 0,1 0 0 16,1-10 0-16,0-7 1 0,-3-7-1 15,-3-8 1-15,-3-7 0 0,-4-10-3 16,-4-7-2-16,-3-8 1 0,-7-5-2 0,0-1 1 16,-6-5 2-16,-1 4 0 0,0 3 1 15,-4 7 0-15,0 11 2 0,-2 8-1 16,2 18 1-16,-2 5 0 0,3 8-3 0,1 7 0 16,1-1-2-16,-4 5-1 0,-3 1 1 15,-2 13 1 1,-3 7-2-16,3 8 1 0,4 6 0 0,2 9 0 0,2 4 0 0,2 6 1 15,2 5 1-15,5 2 0 0,3 4 0 16,6-1 1-16,0-2-1 0,6-6 1 16,2-8-1-1,5-8-2-15,3-8 2 16,4-9-2-16,3-8 0 0,3-9 1 0,0-6 0 16,-1-4 0-16,0-13 3 0,-3-8-1 15,-2-5-6-15,-4-7 4 0,-3-2 0 0,-2-4 0 16,-1 1 6-16,-3 1-4 0,-4 3-1 15,-1 5 0-15,-10 11 1 0,-2 9 0 16,-3 8 0-16,-3 5-2 0,0-1 1 0,0 1 0 16,-4 0-2-16,-11 6 3 0,-8 12-2 15,-6 9 0-15,2 7 1 0,4 5 1 16,5 4-2-16,2 1 3 0,8 0-2 0,2-3-1 16,4-3 2-16,2-5-3 0,0-4-1 15,9-6 1-15,3-5 1 0,2-4 1 16,4-7-2-16,3-2 0 0,4-5 0 0,1 0-1 15,1-8 0-15,-1-4 0 0,-2-5 1 16,-3-3 0-16,-4-5 2 16,-4-2 0-1,-4-3-4-15,-3-2 3 0,-2 1-2 0,-4-3 1 16,0 0 5-16,-4 0-4 0,-5 1 1 16,-1 2 0-16,-1 4 2 0,1 3 1 15,2 9 2-15,4 4 1 0,1 2 0 16,3 3 0-16,0-5 0 0,1-1-2 0,8 3-1 15,6-1 0-15,5 5 0 0,3 3 1 16,3 2-1-16,1 0 0 0,5 9 0 0,0 7-3 16,3 3 0-16,-1 7 0 0,1 8 0 15,1 5 0-15,-1 5 1 0,-3 3 2 16,0 3-1-16,-5-1-2 0,-4-2-3 0,-7-7-2 16,-7-3 0-16,-6-5 1 0,-3-8 0 15,0-7 1-15,-9-5 1 16,2-6 2-16,-3-4 1 0,-5-2 2 0,1 0 0 0,-1-11 1 15,5-6 1-15,6-7-1 0,4-6 1 16,3-6 0-16,13-6-8 0,3-6 2 16,5-7 1-1,7-3-3-15,2-1 8 16,6 0-4-16,0 7 0 0,1 8 0 0,-2 9-2 16,1 10 2-16,-6 8-1 0,-3 8-1 15,-4 6 1-15,-4 3 0 0,-6 0-2 0,-4 4 0 16,-3 1-1-16,-4 3 0 0,1-1-2 15,-5 2-5-15,1 2-7 0,-2-2-29 16,-10 3-38-16,-9-4-180 0,-7 1-61 0</inkml:trace>
  <inkml:trace contextRef="#ctx0" brushRef="#br0" timeOffset="11134.69">23829 473 730 0,'0'0'48'16,"0"0"-6"-1,96-40-7-15,-43 28-12 0,8 2-8 0,5 2-5 16,4 1-2-16,0 2-4 0,-4 2-2 16,-4 2-2-16,-5 1 0 0,-7 0-2 15,-11 0 2-15,-11 0-2 0,-13 0-4 16,-9 0-6-16,-6 0-11 0,0 0-24 0,-1 0-31 15,-18 0-111-15,-10-2-128 0</inkml:trace>
  <inkml:trace contextRef="#ctx0" brushRef="#br0" timeOffset="12566.8">6478 2834 295 0,'0'0'65'15,"0"0"0"-15,0 0-9 16,0 0-12-16,0 0-10 0,0 0-6 0,0 0-3 0,-33-82 1 15,30 77-1-15,3 0-3 0,0 5-3 16,0-1-3-16,0 1-5 0,0 0-2 16,-6 0-2-1,-4 0 0-15,-4 6 2 16,-4 8 1-16,4 4-2 0,2 8 5 0,1 4-4 16,2 6 1-16,3 7 0 0,2 6 0 0,4 4-4 15,0 6 3-15,1 5 1 0,8 6-3 16,4 10 3-16,1 8-5 0,2 9-5 15,5 8 4-15,-1 6 1 0,1 1-3 16,3 3 2-16,2 2-3 0,1 0-2 0,2-1 3 16,4-4 0-16,-1-5-1 0,-3-5 1 15,-3-5-2-15,-6-4-2 16,-4-3 3-16,-10-7-2 0,-6-7 3 0,-4-6 2 0,-14-8-2 16,-8-9 2-16,-7-7-4 0,-9-10 0 15,-4-9 1-15,-5-7-1 0,-5-8 0 16,-2-9 1-16,3-3-3 0,0-7 0 0,3-10-2 15,7-4 0-15,6-2-4 0,10 1-7 16,7 0-4-16,8 9-9 16,8 5-19-16,3 5-25 15,3 3-49-15,0 0-176 0,0 0 12 16</inkml:trace>
  <inkml:trace contextRef="#ctx0" brushRef="#br0" timeOffset="13100.44">7330 3547 723 0,'0'0'25'0,"0"0"-3"0,0 0-2 16,0 0-5-16,0 0-2 0,0 0-1 0,82 59-4 15,-50-28 0-15,1 0-2 0,3 3 0 16,2-2-4-16,10-2 3 0,0-4-4 0,2-4 2 16,3-7-1-16,1-7 0 0,0-6 1 15,-1-2 1-15,2-6-3 0,-6-9 1 16,-1-5-1-16,-9-3-1 0,-1-5 2 0,-11-4-1 15,-5-3 1-15,-8-5 0 0,-2-2-1 16,-8-1-1-16,-1 4 2 0,-3 4-3 16,0 11 1-1,0 7-2-15,0 6-4 0,0 7-5 16,-3 1-14-16,-3 3-13 0,-8 3-31 16,-5 9-54-16,-7 6-172 0,0 3-3 15</inkml:trace>
  <inkml:trace contextRef="#ctx0" brushRef="#br0" timeOffset="13399.97">7835 3359 814 0,'0'0'40'0,"0"0"-12"0,0 0-6 15,0 0-7-15,0 0-7 0,0 0-5 16,0 0-3-16,0 0 0 0,0 0 1 0,0 0 1 15,11 62-3-15,-1 1 4 0,-1 9-4 16,4 6 3-16,-3 4-2 0,-1 1 2 16,1-1 3-1,-3 0-5-15,2-3 4 0,-3-3-4 16,-1-3-1-16,1-8 2 0,-3-7-2 16,1-10 1-16,-2-8-1 0,1-14 1 0,-2-7 0 15,1-7 0-15,-2-5-2 0,1-2-2 16,-1-2-9-16,3 2-8 0,-3-2-19 15,5 1-35-15,-3-4-112 0,4-4-134 16</inkml:trace>
  <inkml:trace contextRef="#ctx0" brushRef="#br0" timeOffset="13966.77">8651 3189 799 0,'0'0'40'0,"0"0"-7"16,0 0-11-16,0 0-9 0,0 0-7 16,0 0-3-1,0 0-3-15,0 0 0 0,0 0 1 16,0 0 7-16,35 33-6 0,-35 11 3 16,-4 6-4-16,-5 4-4 0,-2 1 3 15,2 0-3-15,0-1 2 0,1-7 0 0,3-7 0 16,2-12 1-16,2-13-2 0,1-3 1 15,0-6 0-15,0-1 0 0,0 1 0 16,1-6 3-16,12-8-2 0,5-6 0 0,8-4-1 16,0-1-1-16,0 1 2 0,1 1 0 15,-2 3 1-15,1 3 0 0,3 3-1 16,-3-1 0-16,-3 4 0 0,-7 0 0 16,-5 4 0-16,1 1 2 0,-6 0-2 0,0 0 0 15,1 0 1-15,-7 0-2 0,0 0 2 16,0 0 1-16,1 0 0 0,-1 0 0 0,3 0 0 15,-3-2-3-15,0-4 1 0,-6-3 1 16,-11-5-1-16,-2-2 0 0,-1 1-1 16,-3 1-2-1,0-1 1-15,1-1 0 0,-1 2-1 16,0 1 1-16,-2 1-3 0,3 1 0 16,-2 4 0-16,1 2 1 0,0 1 2 0,5 2 3 15,1 1-2-15,4 1 1 0,-3 0 1 16,4 0-3-16,5 0 4 0,0 0 1 15,7 0 0-15,-1 0 4 0,1 0-1 16,-2 0 0-16,1-2 0 0,1 2-1 0,0-3 0 16,11-3 1-16,11-2-4 0,13 1 0 15,5 1-2-15,2 1-3 0,4 3-1 16,2 2-10-16,7 0-24 0,0 5-76 0,1 1-201 16,-8-3-26-16</inkml:trace>
  <inkml:trace contextRef="#ctx0" brushRef="#br0" timeOffset="15232.81">10430 3594 340 0,'0'0'91'16,"0"0"-4"-16,0 0-11 0,0-79-14 16,0 64-7-1,0 2-11-15,0 6-7 0,0 1-9 16,0 6-7-16,-3-1-4 0,3 1-6 16,0-2-5-16,0 2-4 0,-7 0 0 15,-2 9-1-15,-4 16 2 0,-7 12-1 0,3 12 0 16,-1 8-2-16,-2 3 2 0,0 5 2 15,0 1-3-15,-2-1 2 0,3 2-4 16,2 0-1-16,0-4 2 0,2 1-1 16,3-6 2-16,-2-7-1 0,7-10 0 0,1-14 0 15,3-12 1-15,1-7 1 0,2-8 3 0,0 0 1 16,0 0 1-16,0 0-1 0,2-12-2 16,5-12-1-16,2-10-3 0,0-5 1 15,1-7-1-15,-6-2 0 0,3-4 0 16,-2-2 1-16,-1-6-1 0,0-2-4 0,-1-6 4 15,4-5-4-15,1-3 2 0,-1 0 4 16,6 5-3-16,-3 10 2 0,2 12-1 0,-1 13 0 31,-2 15-1-31,1 7-1 0,-3 8 1 16,3 6 0-16,6 0 0 0,2 3 0 16,5 11 0-16,1 9 0 0,0 10 3 15,0 10-2-15,1 7 3 0,1 7-2 0,-2 4 4 16,-2 3-4-16,3 0 3 0,-4-2 2 15,-2 0-5-15,-2-1 4 0,-1-2-5 0,-3-3-1 16,-4-1 2-16,2-5-2 0,-3-6 1 16,-1-6 1-16,-1-8-1 0,-2-8 0 15,0-12 0-15,-2 1-1 0,-1-7 1 16,1 1 0-16,-1-1-1 0,-1-4-3 16,0 0-9-16,0 0-13 0,2 2-29 0,-2-1-92 15,0-1-172-15,0 0-9 0</inkml:trace>
  <inkml:trace contextRef="#ctx0" brushRef="#br0" timeOffset="15450.32">10149 4202 777 0,'0'0'40'0,"0"0"-2"0,0 0-8 16,0 0-11-16,85-51-7 0,-42 43-4 16,3 1-4-16,5 2-2 0,-2 2-2 0,0 3-2 15,0 0-2-15,-2 0-19 0,-1 2-37 0,-7 3-139 16,-6 1-130-16</inkml:trace>
  <inkml:trace contextRef="#ctx0" brushRef="#br0" timeOffset="16633.63">12061 3541 567 0,'0'0'65'0,"0"0"-6"15,0 0-11-15,0 0-10 0,0 0-10 16,0 0-11-16,0 0-6 0,0 0-5 16,0 0 0-16,-11-64-2 0,11 64 3 0,3 14 0 15,8 9 0-15,4 7 0 0,3 3-1 0,1 4-2 16,7-1 1-16,3 1-2 0,6-3 1 16,7-3-2-16,4-3 1 0,6-9-2 15,4-4 1-15,4-7-1 0,-1-8 1 16,-1 0 1-16,-3-14-3 0,1-6 2 15,-5-7-2-15,-5-4 2 0,-3-5-1 0,-8-5 2 16,-4 0 0-16,-11-3-1 0,-3 3-1 0,-8 2 0 31,-2 4 0-31,-3 11 0 0,-4 10-1 16,2 8 1-16,-2 6-2 0,0-2 0 16,0 2-2-16,0-1 1 0,0 1-3 15,-3 0 1-15,-7 7-1 0,-2 12-8 0,-5 6-10 16,5 7-24-16,2 6-39 0,-3 1-108 15,3 0-121-15</inkml:trace>
  <inkml:trace contextRef="#ctx0" brushRef="#br0" timeOffset="17217.06">12382 3397 455 0,'0'0'75'0,"0"0"-11"0,0 0-9 16,0 0-10-16,0 0-7 0,0 0-8 16,-18-85-3-16,15 76-3 0,1 4-5 15,2 1-2-15,-1-2-1 0,-1 1-4 16,1-1-7-16,1 2 4 0,0 4-1 15,-3-2 0-15,3 2 4 0,0-2-7 0,0 1-1 16,-3-1-3-16,3 1 1 0,0 1-2 0,0 0-1 31,-1 0 2-31,-1 12-1 0,2 12 3 16,0 13 1-16,6 10 1 0,4 9-2 16,3 8 2-16,2 7-3 0,2 5 3 15,-1 2 0-15,4 0-4 0,-1-1 3 16,0 2-4-16,-2-1-1 0,-1-4 2 0,0-4-2 15,-6-8 2-15,3-5-2 0,-6-12 2 0,-1-9-1 16,-2-11 1-16,-2-12-1 0,-1-6 0 16,1-4 0-16,-1 1 0 0,1 1-1 15,-1-1-2-15,-1-4-9 0,0 0-15 16,0 0-44-16,0 0-174 0,0 0-90 0</inkml:trace>
  <inkml:trace contextRef="#ctx0" brushRef="#br0" timeOffset="17951.47">14365 3805 613 0,'0'0'45'0,"0"-82"1"16,0 43-8-16,-3-1-7 0,-4 4-5 16,-5 4-8-16,-1 5-5 0,-4 5-3 15,-5 9-4-15,-5 6-1 0,-5 7-2 0,-6 10-1 16,-4 11 0-16,-5 8-2 0,-1 9 0 15,3 5 0-15,3 0 0 0,5 3 0 0,8-2-2 16,8-2 1-16,7-3 4 0,10-6-7 16,4-6 8-16,7-6-4 0,12-5 1 15,5-8 1-15,8-4 0 0,4-4 0 16,3-9-1-16,3-10 1 0,-1-4-5 0,-2-5 5 16,-2-6-4-16,-2-4 3 0,-5-6 1 15,-5-6-2-15,-3-6 2 0,-7-5-1 0,-4-6 3 31,-7-1-3-31,-1-1 2 0,-3-5-4 0,0 3-4 0,-6 2 4 0,0 5 0 16,0 9 5-16,1 20 3 0,-1 10-1 16,5 11-3-1,-1 8-2-15,2 1-2 16,-1 6-1-16,-2 19 2 0,1 14 2 0,2 14-2 16,0 7 3-16,0 9 3 0,6 4-3 0,1 6 3 15,2 7-3-15,0 2-4 0,-1 2 4 16,4-1-4-16,-1-4 2 0,1-5 3 15,1-5-4-15,-1-5 3 0,2-9-3 16,-1-8-2-16,4-5 2 0,-2-9-2 0,-1-7 1 16,1-7-6-16,-5-9-5 0,4-3-14 15,-5-4-17-15,0-4-42 0,4 0-99 0,-5-10-128 16</inkml:trace>
  <inkml:trace contextRef="#ctx0" brushRef="#br0" timeOffset="18483.61">14724 3748 750 0,'0'0'44'0,"0"0"-8"0,0 0-10 15,0 0-8-15,82-77-5 0,-56 73-4 0,0 4-1 16,2 1-4-16,-2 10-3 0,-2 8 0 16,-2 1-2-16,-8 7 2 0,-1 3-1 15,-7 3-1-15,-5 2 5 0,-1 0-5 16,-3 1 5-16,-8-2-4 0,1-4-1 0,-3-1 1 16,-3-6 0-16,9-7 0 0,-2-3 0 15,2-6 2-15,4-4 1 0,0 1 1 0,3-4 1 31,0-4-2-31,2-11-1 0,10-11-1 0,6-10 0 0,5-2 1 0,4-3-4 16,2-3 3-16,0-2-4 0,0 1 3 16,-4-1 0-1,-2 4 0-15,-3 4 1 0,-2 4 0 16,-7 7 1-16,-1 9 2 0,-5 7 0 16,-2 6 1-16,-3 5 1 0,0-1-4 0,0 1 0 15,0 0-2-15,1 0 0 0,-1 3 0 16,0 17 0-16,0 10 1 0,0 11 0 15,-1 3 1-15,-1 2-3 0,2-1 2 16,0 1 1-16,5 0-1 0,4-4 2 16,3-2-3-16,5-6 0 0,2 0-1 0,3-7-1 15,4-3 2-15,1-6-3 0,2-5-3 0,3-6-4 16,1-7-10-16,2 0-16 0,3-6-28 16,-2-6-84-16,4-5-168 0,-8-2-11 15</inkml:trace>
  <inkml:trace contextRef="#ctx0" brushRef="#br0" timeOffset="19800.05">9995 3154 437 0,'0'0'92'0,"0"0"-19"0,45-90-10 15,-28 63-13-15,-4 3-9 0,-3 7-5 0,0 3-8 16,-4 7-4-16,-3 2-5 0,0 2-5 0,-3 3-4 31,0-1-5-31,0 1-2 0,0 0-3 16,0 9 1-16,-3 11-1 0,-6 7 1 16,-4 6-2-16,-1 6 3 0,-5-2 5 15,4 1-6-15,0-1 5 0,0-4-6 0,1-4-2 16,5-9 2-16,5-8 0 0,2-6 0 15,2-6 1-15,-1 0 2 0,1 0 1 0,0 0 0 16,0 0-1-16,0-15-2 0,7-10-6 16,3-11 4-16,3-3-3 0,0-6 3 15,0-2 2-15,0-2-1 0,-1 3 0 16,1 2 0-16,-3 6 1 0,2 9-1 0,-4 11-1 16,2 10 0-16,2 8-1 0,8 14 2 15,5 8-1-15,2 10 2 0,5 3 0 0,1 5 0 16,5-1-2-1,0 2 2-15,2-3-3 0,-4-2 2 0,3-2 3 0,-4-5-12 16,-6-5-17-16,-5-2-61 0,-12-10-226 16,-2-5-23-1</inkml:trace>
  <inkml:trace contextRef="#ctx0" brushRef="#br0" timeOffset="26284.6">2796 3298 456 0,'0'0'64'15,"0"0"-6"-15,0 0-15 0,0 0-6 16,0 0-12 0,0 0-2-16,0 0-5 0,0 0-5 0,0 0-3 0,0 0-2 15,-24-52 5-15,19 52-3 0,-5 13 6 16,-1 8-6-16,-7 9-3 0,-5 8 2 0,-7 9-4 15,-8 10-1-15,-8 9-3 0,-6 7 0 0,-3 6-3 16,-10 1 2-16,-4 1 2 0,-1-3-2 31,5-4 3-31,6-6-4 0,7-7 0 16,11-8 1-16,9-12 0 0,8-9 2 16,11-14 1-16,4-7 2 0,8-7 2 15,1-4 2-15,5-4-2 0,10-7 0 0,8-3 0 16,7 2-2-16,5 3-1 0,7 6 0 0,9 3-2 15,5 12 1-15,6 10-1 0,5 3 0 16,-2 7 0-16,0 3 0 0,-1 0-3 16,-4-2 1-16,1 1-2 0,0-2 2 15,-5-2 4-15,3 0-4 0,-4-2 6 16,-5-6-7-16,-7-2 1 0,-10-6 0 0,-12-5 0 16,-9-5 1-16,-7-1 0 0,-5-3 1 0,0 0 1 15,0 0-2-15,0 0 0 0,1 2-2 16,-1-2-4-1,0 0-6-15,-3-2-14 0,-1-1-28 0,-7 2-64 0,5 1-175 16,-12 0-25-16</inkml:trace>
  <inkml:trace contextRef="#ctx0" brushRef="#br0" timeOffset="26867.03">3213 3748 629 0,'0'0'48'0,"17"-80"2"0,-11 49-4 16,-2 8-6-16,-2 8-12 16,-1 10-10-16,-1 5-7 0,0-1-6 0,0 1-3 15,0 1-1-15,-1 17 2 0,-5 13-2 16,-3 14 3-16,-2 7-3 0,-1 3-1 0,2 4 5 15,-3 1-4-15,0 3 3 0,0 1-3 0,0-1-2 16,3-1 0-16,-3-4 0 0,4-5 1 16,2-10-1-16,-3-8 4 15,7-14-3 1,0-9 2-16,3-8 1 0,0-4 1 16,-1 0 3-16,1 0-2 0,0-3-1 15,-2-15-2-15,2-12-1 0,0-14-2 0,0-5 2 16,0-6-1-16,0 0 0 0,0-5 0 0,0-4-4 15,0-2 0-15,0-4-1 0,2-3 2 16,2 2 4-16,7 4-1 16,1 11 1-16,4 11-2 0,0 11 1 0,4 13-2 15,-1 10 1-15,4 10 1 0,3 1-1 16,0 13 0-16,4 10 0 0,-1 8-1 0,-1 5 1 16,-3 8 2-16,-2 3 0 0,-2 1 2 0,-3 4-2 15,-4-2 3-15,2 2 3 0,-3-2-5 16,-3-2 4-16,0 1-5 15,-4-2-1-15,-3-1 1 0,-2-3-2 0,-1-3 1 16,0-3-1-16,0-7 1 0,0-10 0 16,0-8 0-1,0-6 0-15,0-6-2 0,0 0 0 16,0 0 0-16,0 7-6 0,0-1-8 0,0 0-17 16,0 5-25-16,0-7-52 0,0 1-116 15,0 3-77-15</inkml:trace>
  <inkml:trace contextRef="#ctx0" brushRef="#br0" timeOffset="27100.15">3038 4155 680 0,'0'0'52'16,"0"0"-4"-16,0 0-11 0,0 0-15 0,0 0-5 15,0 0-5-15,0 0-1 0,78-14-2 0,-32 9-4 16,-1 0-3-16,4 4-2 0,-4-1-1 31,1 2-1-31,-5 0 1 0,-2 3-12 16,-3 4-14-16,-3-3-31 0,-8 1-54 16,-8-4-183-16,-5 1-15 0</inkml:trace>
  <inkml:trace contextRef="#ctx0" brushRef="#br0" timeOffset="27600.04">3532 3304 578 0,'0'0'65'15,"0"0"-11"-15,0 0-1 0,0 0-16 0,0 0-6 16,0 0-12-16,0 0-6 0,0 0-4 16,0 0-3-1,-46-76 6-15,46 87-5 0,10 7 5 16,5 8-6-16,11 1-1 0,7 2-1 0,9 2-3 16,10 2 1-16,9 2-3 0,1 4 2 15,0 4-2-15,5 1 1 0,-7 1-1 16,-2-4 1-16,-6-1-2 0,-4-7 3 15,-5-6-2-15,-8-4 1 0,-6-6 0 16,-13-7 0-16,-3-3-1 0,-9-4 2 0,-4-3 0 16,0 0 1-16,0 0 1 0,0 2-2 0,3-2-1 15,-3 1 1-15,0 6 0 0,-3 8 1 16,-10 8 2-16,-1 8 0 16,-5 2 3-16,0 5-6 0,0 6 3 0,-2 8-4 15,0 5-1-15,0 8 1 0,-2 2-1 16,1 3 1-16,0-3-1 0,-1-3 1 0,3-5 3 15,1-4-4-15,5-5 4 0,-1-6-2 0,5-5-2 16,-3-5 2-16,7-7-2 0,2-9 1 31,1-8-1-31,3-3-2 0,0-3-2 16,0 2-7-16,0-1-10 0,0 1-11 16,0-6-32-16,0 0-54 0,0 0-183 15,0 0-13-15</inkml:trace>
  <inkml:trace contextRef="#ctx0" brushRef="#br0" timeOffset="27946.85">4997 3962 602 0,'0'0'51'0,"0"0"5"0,0 0-8 0,0 0-13 16,0 0-15-16,0 0-7 0,0 0-3 16,0 0 1-1,0 0 1-15,0 0 0 0,-14-8 2 16,24 8-1-16,13 0 0 0,12 0-2 0,8-2-3 16,9-1-1-16,3-1-3 0,4-2-1 15,-2 1-1-15,-8-1-2 0,0 0-5 16,-11 1 6-16,-12 1-6 0,-5 1 5 15,-12 2 1-15,-3-1 0 0,0 2-1 16,-6 0 0-16,0-2-2 0,0 2 1 0,1 0-2 16,-1 0 0-16,2 0 0 0,-2 0-15 0,-6 4-8 15,-6 7-33-15,-8 6-58 0,4 3-143 16,-6-2-58-16</inkml:trace>
  <inkml:trace contextRef="#ctx0" brushRef="#br0" timeOffset="28247.37">5019 4329 759 0,'0'0'54'0,"0"0"-6"15,0 0-17-15,0 0-12 0,0 0-5 0,0 0-4 16,0 0 1-16,0 0 0 0,0 0-5 0,110-12 0 15,-70 12-1-15,5 0-1 0,3 0-1 16,0 0 0-16,2 0-2 16,-2 0 0-16,-6 0 0 0,-6 0-1 0,-13 0 1 15,-1 0-1-15,-11 0 0 0,-6 0 0 16,1 0 2-16,-6 0-2 0,0 0 1 0,0 0-1 16,1 0-1-16,1 0-4 0,-2 0-5 0,0 0-8 15,0 0-17-15,0 1-46 0,-5 7-179 16,-2-2-76-16</inkml:trace>
  <inkml:trace contextRef="#ctx0" brushRef="#br0" timeOffset="52700.09">22002 2539 668 0,'0'0'35'0,"0"0"2"0,0 0-6 0,0 0-5 15,41-79-11-15,-41 79-7 0,0-1-5 16,0 1-1-16,-1 0-2 0,-12 10 0 16,-9 13 1-16,-15 13 9 0,-10 10-5 0,-12 12 3 15,-13 10-3-15,-12 11-8 0,-7 11 4 16,-6 2-4-16,0 2 4 0,3-4 3 15,7-8-4-15,12-9 5 0,15-13-5 0,18-11-1 16,14-9 2-16,18-9-1 0,10-2 2 31,17-4 1-31,17-2 1 0,13 1 0 16,10 0 1-16,8 3-2 0,7 2 2 0,7 3-1 16,7 3 1-16,1 1-2 0,2 0 2 15,0 1 2-15,-3-2-7 0,-2 0 4 0,-7-2-5 16,-5-4 0-16,-7-2 2 0,-7-5-2 15,-10-2 1-15,-11-7-1 0,-11-4 0 16,-7-3-2-16,-9-3-1 0,-5-1-3 16,-1 0-9-16,0-2-15 0,-1-2-25 0,0-9-65 15,0-6-184-15,-3-4-13 0</inkml:trace>
  <inkml:trace contextRef="#ctx0" brushRef="#br0" timeOffset="53033.39">22454 2844 710 0,'0'0'35'15,"0"0"1"-15,17-86-1 0,-12 74-8 16,-4 7-9-16,-1 5-6 0,0-2-5 0,0 2-4 15,3 2 2-15,2 15 0 0,-1 13 1 16,3 17 1-16,0 11 0 0,1 10-2 0,-3 6 3 16,1 5 1-16,3 5-4 0,-1 3 2 15,1 2-5-15,0 2-3 0,1-1 2 16,-1-4-3-16,-2-7 2 0,3-6 3 16,-4-9-3-16,0-7 4 15,-1-8-4-15,0-6-3 0,-2-8 1 0,1-11-2 0,-3-5-4 16,1-7-3-16,-2-7-8 0,1 1-7 15,-1-6-9-15,0 0-39 0,0 0-85 0,-1-9-154 16</inkml:trace>
  <inkml:trace contextRef="#ctx0" brushRef="#br0" timeOffset="53350.07">22445 3398 763 0,'0'0'39'16,"0"0"-9"-16,0 0-7 0,0 0-4 0,0 0-4 15,0 0-2-15,106-63 0 0,-72 61-3 16,3 2-2-16,-1 0-2 0,0 8-3 16,-2 2-2-16,-3 6 0 0,-3-1-1 0,-4 5 0 15,-5 1-2-15,-3 1 1 0,-7 3 0 16,-5 0-1-16,-4 3 1 0,-6-1-1 15,-8-1 1-15,-9 0-1 16,-5-5 1-16,-5-1-1 0,-2-5-1 0,-1-5-1 0,-1-3 0 16,2-6-2-1,3-1-3-15,3-5-5 16,7-5-4-16,7 1-7 0,4-2-9 0,4 4-22 16,6-3-23-16,1-2-36 0,7 3-61 15,6-3-94-15</inkml:trace>
  <inkml:trace contextRef="#ctx0" brushRef="#br0" timeOffset="53800.1">22913 2767 755 0,'0'0'38'15,"0"0"-6"-15,0 0-10 0,0 0-6 0,0 0-4 16,0 0-2-16,0 0-1 0,0 0-1 31,0 0 1-31,88 53-1 0,-35-24-2 16,9 4 2-16,6 4-7 0,3-1 1 0,0 2-3 16,1 0 0-16,-2-2 0 0,-1 1 0 15,1-1 3-15,-5-2-8 0,-2-4 5 16,-5-3-8-16,-7-4 3 0,-8-4 3 0,-10-6 0 15,-12-4 4-15,-8-4-1 0,-7-2 1 16,-5 0 3-16,-1 7 1 0,0 5 2 16,-1 10 1-16,-13 5 0 0,-9 7-1 0,-6 7-2 15,-5 9 0-15,-6 6-4 0,-3 5 3 16,0 3-4-16,-3-1 1 0,2 0 3 0,3-4-5 16,4-2 4-16,4-5-2 0,4-1-1 15,5-7 0-15,3-4-1 0,4-3 0 16,4-5-3-16,1-5 1 0,7-10-4 15,0-3-3-15,4-7-8 16,1-5-10-16,0 4-16 0,4-2-20 0,2 1-62 0,10-2-172 16,0-6-12-1</inkml:trace>
  <inkml:trace contextRef="#ctx0" brushRef="#br0" timeOffset="54100.13">24528 3484 753 0,'0'0'45'16,"0"0"-5"-16,0 0-13 15,0 0-8-15,0 0-6 0,0 0 0 0,0 0-1 0,79-39-1 16,-38 33-2-16,8 0-1 0,7 0-1 0,4 2-4 15,-1 1-1-15,-2 0-1 0,-4 1-1 16,-8 2 0-16,-9 0-1 0,-13 0 0 31,-10 0-2-31,-7 0-2 0,-6 0-4 16,0 0-4-16,0 0-8 0,1 0-7 0,-1 5-15 16,-1 4-31-16,-11 1-71 0,-9 6-163 15,-7-6 1-15</inkml:trace>
  <inkml:trace contextRef="#ctx0" brushRef="#br0" timeOffset="54367.91">24527 3760 731 0,'0'0'58'0,"0"0"-4"16,0 0-13-16,0 0-14 0,0 0-7 0,0 0-4 15,0 0-2-15,0 0-1 0,0 0-3 16,108 10-2-16,-65-7-2 0,8 0-3 15,2 2 1-15,4-2-3 16,-1 1 0-16,2 1-2 0,-4 0-1 0,-5-1-2 0,-9 1-1 16,-7-2-3-16,-10 0-2 0,-9-2-2 15,-8 1 0 1,-6-2-1-16,0 0-2 0,0 0-5 16,1 0-10-16,-1 0-22 0,1 0-54 15,-1-3-197-15,-2-2-24 0</inkml:trace>
  <inkml:trace contextRef="#ctx0" brushRef="#br0" timeOffset="56250.13">7859 5331 254 0,'0'0'62'0,"0"0"0"0,0 0-7 0,-95 0-6 16,77 0-3-16,-2 0-6 0,1 0-2 15,6 0-6-15,-1 0-4 0,8 0-4 16,6 0-5-16,0 0-6 0,0 0-3 0,-3 0 1 15,3 0 1-15,0 0 2 0,3 1 0 16,16 1-1-16,14-1-5 0,16 0-1 16,11-1-1-16,12 0-2 0,9 0 0 0,10-2-4 15,13-3 1-15,6 2-1 0,7 0 0 16,7 1 0-16,4 2 0 0,6-1 0 16,5 1-1-16,4 0 1 0,4 0 0 0,3 0 0 15,4 0 1-15,4 0 0 0,-1-2 0 16,1-2-1-16,3-2 0 0,1-2 0 15,2-1 1-15,3 0-1 0,3-3 1 0,1 1 0 16,4-1-2 0,-3 0 2-16,-1 0-6 15,-6 1 6-15,-6 1-6 0,-9 2 6 16,-8 3 1-16,-12 1-2 0,-10 1 0 0,-10 2 1 16,-15 1-2-16,-12 0 2 0,-11 0 0 15,-13 0 1-15,-7 0 2 0,-8 0 1 16,-10 0 0-16,-11 0 1 0,-2 0 1 0,-7 0-2 15,-1 0 1-15,0 0 0 0,2-2-1 16,5 2 0-16,-8-2 0 0,6 2-1 16,-9-1 0-16,3 1 1 0,-1-2-1 0,-5 2 1 15,0 0-1-15,-2-1-1 0,2 1-1 16,-1 0-1-16,1 0 0 0,-6 0-1 16,0 0-1-16,0 0-2 0,2 0-10 0,-1 0-13 15,-1 0-32 1,-9 0-97-16,-11 0-161 0,-10 0-15 0</inkml:trace>
  <inkml:trace contextRef="#ctx0" brushRef="#br0" timeOffset="61566.69">2893 6712 590 0,'0'0'60'15,"0"0"-8"-15,0 0-11 0,0 0-10 16,-17-80-3-16,17 75-5 0,-3 0-3 16,2 1-5-1,-1 1-5-15,1-2-4 0,-8 5-3 16,-7 8-2-16,-7 13-1 0,-16 12-1 16,-3 12-1-16,-10 9 2 0,-2 9 1 15,-12 8-2-15,2 5 3 0,-2-2-5 0,2-1 4 16,6-8 3-16,9-9-3 0,10-10 5 15,10-10-5-15,13-13-2 0,9-11 2 16,7-3 1-16,3-3 0 0,14 1 2 16,12 0 1-16,9-2 0 0,8-1-1 0,10 2 0 15,2 5 0-15,7 4-2 0,-1 6 1 16,-2 4-3-16,2 2 1 0,-5 3 1 0,-1 2 0 16,-3-1-2-16,-3-2 1 0,-3-6 0 15,-7-1 1-15,-4-4-2 0,-11-4 2 16,-8-7-2-16,-10-2 1 0,-5-2 0 15,-4-3-1-15,0 0 1 0,0 0 0 0,0 0-2 32,3 0-4-32,-3 0-6 0,0 0-13 15,0-2-29-15,0-2-71 0,0-10-190 0,-6-4-20 16</inkml:trace>
  <inkml:trace contextRef="#ctx0" brushRef="#br0" timeOffset="62084.78">3113 7104 713 0,'0'0'50'15,"0"0"-3"1,0 0-13-16,0 0-11 0,58-78-10 0,-41 69-4 0,2 3-1 0,4 3-2 15,0 3-3-15,-1 0 0 0,1 7-2 16,-3 6-2-16,-1 5 1 0,-3 3-2 16,-3 5 1-1,-3 3 1-15,-4 3-1 0,-6 3 2 16,0 1 4-16,-6-1-6 0,-7 0 5 16,0-2-5-16,-4-3 0 0,1-3 3 15,0-6-2-15,6-6 2 0,4-8-2 0,3-2 2 16,3-5 1-16,-4 0 0 0,4-1-1 15,4-13-2-15,6-8 1 0,5-8-2 16,5-5 3-16,3-3-2 0,0 1-4 16,2-3 2-16,1 2-3 0,-3 3 5 0,0 5 1 15,-5 5-1-15,-7 9 1 0,1 4-1 16,-5 4 1-16,-4 5 0 0,0 0 0 0,-3 3 1 16,0-1-2-16,0 1 2 0,4 0-1 15,-1 12 1-15,0 4 0 0,0 8-2 16,-2 4 1-16,-1-1 0 0,3 5 5 15,3 0-3-15,0 0 2 0,2-1-5 0,4 0-1 16,0-3 0 0,5-3-1-16,1-2 0 15,3-2-4-15,2-1-4 0,0-5-10 0,-1-1-10 16,4-3-19-16,-3-4-32 0,0-4-69 16,3-2-156-16</inkml:trace>
  <inkml:trace contextRef="#ctx0" brushRef="#br0" timeOffset="62522.27">3765 6739 664 0,'0'0'62'0,"0"0"-10"0,0 0-10 0,0 0-12 15,0 0-8-15,0 0-5 0,0 0-3 16,0 0-3-16,0 0-5 0,0 0 0 0,-26-37-1 15,28 37 0-15,12 1 2 0,9 8-2 16,12 4 0-16,1 4-1 0,6 3-4 16,3 4 0-1,0 4 1-15,2 5-2 16,0 4 2-16,2 4-2 0,1 1 1 0,1 4 0 16,1-2 0-16,-4-4-2 0,-2-2 4 15,-8-4 2-15,-9-7-4 0,-9-2 5 0,-10-10-5 16,-3-6 0-16,-5 2 1 0,-2 1 0 15,-6 4 1-15,-6 8 0 0,-8-1-1 16,-4 2 1-16,-7 4 0 0,-5 4 0 16,0 5 1-16,-3 6-2 0,-3 3 0 0,3 5-2 15,1 1 1-15,2 0-1 0,3-2 2 16,1-1 3-16,4-4-3 0,1-3 3 0,4-6-4 16,1-3-1-16,5-5 1 0,1-7-1 15,9-7-3-15,2-5-1 0,4-6-4 16,1-4-3-16,-2 0-5 0,2 0-9 15,0 2-19-15,0-1-61 0,2-1-148 0,11-3-79 16</inkml:trace>
  <inkml:trace contextRef="#ctx0" brushRef="#br0" timeOffset="62851.43">5091 7228 710 0,'0'0'45'0,"0"0"4"0,0 0-10 16,0 0-15-16,0 0-8 0,0 0-5 0,0 0 1 15,0 0 1 1,0 0-4-16,81-18-1 0,-46 17-2 0,7-2 0 0,4 1-2 0,3-1 1 15,2-2-2-15,1 2-1 0,-7 0 0 16,-2-1 0-16,-7-1-2 0,-13 2-1 31,-11 2 2-31,-5 1-2 0,-7 0 1 16,0 0-2-16,0 0-3 0,2 0-5 0,-2 0-10 16,0 0-14-16,-13 0-24 0,-6 1-40 15,-7 5-110-15,4 3-114 0</inkml:trace>
  <inkml:trace contextRef="#ctx0" brushRef="#br0" timeOffset="63066.92">5090 7536 746 0,'0'0'63'0,"0"0"-6"16,0 0-12-16,0 0-17 0,0 0-10 15,0 0-4-15,0 0-3 0,0 0-2 16,0 0-3-16,79-9-2 0,-35 3-2 15,2 2-2-15,2 1 0 0,-1 1-1 0,0 0 0 16,-4 2-1 0,-2 0-5-16,-7 2-7 15,-3 4-15-15,-4 1-26 0,-8 1-90 0,-9-2-181 16,-3-3-19-16</inkml:trace>
  <inkml:trace contextRef="#ctx0" brushRef="#br0" timeOffset="64050.04">6934 7257 202 0,'0'0'40'0,"0"0"-4"16,0 0 2 0,0 0-4-16,0 0-1 15,-15-80-2-15,12 69-2 0,-1 2 0 0,4 4 3 16,-3-4-4-16,2 5 1 0,-1-1-2 16,1 2-3-16,1 3-1 0,-2-2-3 15,2 2 0-15,0 0-2 0,-1-1-2 16,1 1-1-16,-2-1 1 0,1 1 0 0,1-2-4 15,-2 2 0-15,2-1-3 0,-1-1-3 16,-2 0 0-16,0-3 0 0,0 1-1 0,3 0 0 16,-5-4 0-16,2 5-2 0,-2-5 1 15,1 1-1-15,-2-2 0 0,3 1 0 16,-3-1-1-16,1 1 1 0,-1-1 1 16,0 0-1-16,3 0 1 0,-3 0 0 0,2-2 0 15,-3 2 0 1,3 0 1-16,-2 0-1 0,3 4 1 0,1 2-1 0,-2 1-1 0,1 0 1 15,-1 1-2-15,-6 1 0 0,1 1 1 16,-5 9-1-16,-1 6 0 0,5 3 1 16,0 3-1-1,3 2 2-15,1 5 0 16,1 3 0-16,1 4 1 0,4 4-1 0,0 7 4 16,0 6-2-16,0 8 3 0,4 9-5 15,2 8-2-15,2 6 1 0,-1 5-1 0,3 4 3 16,0 1 1-16,4 5-3 0,1 4 1 15,1 5-1-15,0 1-4 0,-3-1 2 16,4-4 1-16,-1-2-2 0,-6-1 1 16,-1-4 0-16,-5-3-3 0,-2-5 3 0,-2-5-2 15,-5-8 2-15,-5-9 3 0,-6-5-4 16,-1-9 4-16,-2-6-4 0,0-8-1 0,-1-7 1 16,3-7 0-16,5-12 1 0,5-4-1 15,-6-7 0-15,3-2 0 0,-9-6-2 16,0-8-2-16,3-3-5 0,5 5-3 15,2-2-5-15,2 6-6 0,4 3-13 0,0 2-26 16,3 3-28-16,0 9-87 16,3 9-130-1</inkml:trace>
  <inkml:trace contextRef="#ctx0" brushRef="#br0" timeOffset="64650.11">6712 10112 530 0,'0'0'67'0,"0"0"-4"0,0 0-8 16,0 0-13-16,0 0-7 0,0 0-10 15,0 0-4-15,0 0-5 0,0 0-1 16,-63-51-3-16,41 64-2 0,-1 7-2 16,4 9-2-16,-3 6-1 0,1 7 0 0,0 7-2 15,1 4 1-15,3-1-2 16,1-1 0-16,4-4-2 0,7-3 2 0,5-3 2 0,0-6-4 16,11-4 4-16,4-7-4 0,6-5 0 15,7-7 1-15,2-5 1 0,8-7-1 16,2-2 0-16,2-15 0 0,3-5-6 15,-2-7 6-15,-5-6-5 0,-3-4 4 0,-8-4 3 16,-4-3-3-16,-10-5 3 16,-8-2-3-1,-5-3 3-15,-9 1-3 0,-10 3 1 0,-3 8-1 16,-7 9 1-16,-1 10 0 0,-5 8 0 16,-5 9-2-16,4 8-1 0,-3 1 0 15,1 15-1-15,6 7 1 0,3 5-2 16,5 6-7-16,5 7-22 0,6 5-36 0,7-1-122 15,5 4-135-15</inkml:trace>
  <inkml:trace contextRef="#ctx0" brushRef="#br0" timeOffset="65916.75">7380 5929 458 0,'0'0'61'0,"0"0"2"0,0 0-3 15,0 0-12-15,0 0-8 0,0 0-7 16,0 0-4-16,0 0-3 0,0 0-4 0,0 0-2 16,-17 0-3-16,14 0-3 0,-1 6-2 15,-2 8-1-15,-1 5-1 0,1 7-3 16,-1 6-1-16,-2 8-1 0,1 7-3 16,-1 8 2-16,0 6-3 0,0 5 2 0,2 0-4 15,0-2 2-15,4-1 2 16,0-8-4-16,3-3 5 0,0-7-4 0,0-5-1 0,3-5 2 15,4-6-2-15,-4-9 1 0,3-5 1 16,-2-6-1-16,2-5 1 0,0 3 0 16,4-6 1-1,10-1-1-15,5-1 1 16,8-7-1-16,5 1 0 0,-1-3 1 0,2 1-1 16,0 0-1-16,-4 2 1 0,0-1-2 15,-5 2 1-15,-10 1 0 0,-8 2 0 0,-6 3 1 16,-6 0-1-16,0 0-1 0,0 0 0 15,1 0-1-15,1 0-1 0,0 0-4 16,0 0-14-16,-1 0-17 0,-1 0-46 16,2 0-138-16,-2 0-106 0</inkml:trace>
  <inkml:trace contextRef="#ctx0" brushRef="#br0" timeOffset="80834.5">8028 7760 429 0,'0'0'73'0,"0"0"-10"0,0 0-8 0,0 0-8 0,0 0-13 31,0 0-5-31,0 0-8 0,0 0-6 16,0 0-5-16,0 0 1 0,-29-22 0 16,29 22 1-16,6 14 0 0,13 7-2 15,6 8-2-15,8 2-2 0,7 3 3 0,8 3-6 16,1-1 2-16,9 1-4 0,-2-3-1 0,2 0 0 15,2-4-1-15,-4-6 1 0,2-4 0 16,-3-9-1-16,-2-8 2 0,-4-5 0 16,0-15 0-16,-2-10-1 0,0-8 1 15,-3-6-1-15,-4-7-2 0,-8-5 3 16,-3-2-3-16,-13-1 3 0,0 1 1 0,-9 5-1 16,-4 6 3-16,-3 14 0 15,0 7 1-15,0 9-2 0,0 8-1 0,0 1-2 0,0 5 0 16,0-1-1-16,0 1-1 0,0 0 1 15,0 0-1-15,0 12 0 0,3 5-3 16,0 3-2-16,0 1-10 0,1-6-12 16,-1 3-22-1,1 5-27-15,-4-2-51 0,-4 7-130 16,-12-7-14-16</inkml:trace>
  <inkml:trace contextRef="#ctx0" brushRef="#br0" timeOffset="81084.36">8365 7624 598 0,'0'0'58'0,"0"0"-9"15,0 0-3-15,0 0-8 0,0 0-11 0,0 0-7 16,0 0-6-16,0 0 0 16,0 0-1-16,-14-30-1 0,32 65-3 0,-3 10 1 15,2 7-5-15,-5 5 3 16,1 7 2-16,-6 6-5 0,5 6 3 0,-2 5-6 15,0 5-4-15,2 4 4 0,0-1-4 0,0-2 1 16,4-5 4-16,0-7-5 16,1-5 3-16,1-8-3 0,3-3-5 15,1-8-3-15,0-7-7 0,1-6-8 16,3-9-16-16,-2-8-19 0,2-12-37 16,1-9-84-16,-1-12-115 0</inkml:trace>
  <inkml:trace contextRef="#ctx0" brushRef="#br0" timeOffset="81650.42">9480 7192 689 0,'0'0'44'0,"0"0"-7"16,0 0-8-16,0 0-7 0,0 0-6 0,0 0-1 15,0 0-1-15,0 0-2 0,0 0 1 16,0 0-6-16,29 101 3 0,-29-58-8 15,-10 2-3-15,4 6 1 0,-3 0-4 16,2 4 4-16,-1-2-2 0,5-3 2 16,0-6-1-16,3-8-1 0,0-11-1 0,0-10 1 31,0-6 0-31,1-4 2 0,1-1 1 0,3-4-1 16,1-14 1-16,3-13-3 0,1-15 3 15,0-7-1-15,-4-4 1 0,-2-2-1 16,-1 5 1-16,0 8-1 0,3 8 1 15,-1 11-1-15,-2 13 0 0,-1 5 0 16,4 5-1-16,5 2 1 0,8 10 1 0,1 7 0 16,1 8-2-16,-3 5 2 0,-3 3-3 0,2-1 3 15,-4 1-1-15,3-3 0 0,-4-2 0 16,-2-5 0-16,-2-7 1 0,-3-1-2 16,-2-8 0-16,-2-5 1 0,1 3-2 15,-2-6 0-15,0 2 1 0,-12-2-7 16,-10-1 0-16,-7-5-3 0,-10-12 0 0,-4-6-1 15,-2-6 2-15,-2-6 4 0,-1-3 1 0,-1 2 2 16,2 1 4-16,1 7 0 0,8 6 2 31,5 7 1-31,10 5 1 0,11 6 1 16,8 3-1-16,4 1-1 0,0 0 2 16,0 0 1-16,10 0 1 0,15 4 1 15,11 2-3-15,9 0-2 0,11 0-1 0,8 0-1 16,8-1-2-16,6-1-2 0,6 1-4 0,0 0-15 15,-6-1-42-15,-3 0-109 0,-4-4-143 16</inkml:trace>
  <inkml:trace contextRef="#ctx0" brushRef="#br0" timeOffset="82400.07">11191 8079 575 0,'0'0'58'0,"0"0"-7"0,0 0-4 31,10-84-10-31,3 64-7 0,7 0-6 16,3 4-4-16,5 2-3 0,2 4-5 16,1 6-4-16,-2 4-5 0,-5 0-2 15,-1 9-1-15,-3 5 0 0,-5 4 0 0,-5 5 0 16,-3 1 0-16,-4 5 0 0,-3 0-1 0,0 0 2 15,-8-1-2-15,-1 0 2 0,-3-2-1 16,2-5 0-16,1-4-1 0,2-5 2 16,1-5 0-16,3-4 1 0,2 0 3 15,1-3-2-15,0-11 0 0,6-11-1 16,5-10 0-16,7-3-1 0,2-3 2 0,5 1-3 16,1-3 2-16,-2 2-2 0,2 3-4 0,-1 3 5 15,-5 5-3-15,-1 4 5 0,-8 8-1 16,-3 7 1-16,-5 5 0 0,-3 3-1 15,0-2 1-15,0 2 1 0,0 10 0 16,0 8 0-16,0 8 3 0,0 6-6 16,-2 3 4-1,2 3-5-15,0-1 0 0,2 5 0 16,9-2 0-16,4 2 0 0,6-2-1 0,5-2 1 16,6-2-1-16,6-8 0 0,2-3 0 15,5-9-3-15,1-3-4 0,2-9-6 16,0-3-8-16,-2-1-20 0,-4-5-34 15,3-9-75-15,-11-6-156 0,0-5-3 16</inkml:trace>
  <inkml:trace contextRef="#ctx0" brushRef="#br0" timeOffset="82950.24">13240 7517 668 0,'0'0'58'0,"0"0"-11"16,0 0-8-16,0 0-12 0,0 0-10 0,0 0-5 15,0 0-4-15,0 0 1 0,0 0-1 16,0 0-1-16,56 19-3 0,-31 13-1 15,1 3-1-15,1 0 1 0,2 0-3 16,5-3 2-16,2-4-2 0,7-1 0 31,5-8 1-31,5-3 0 0,7-8-1 0,2-5 1 16,3-3 0-16,-1-7-2 0,-1-10 2 0,-5-4-1 16,-5-7 1-16,-8-3 0 0,-7-6 0 15,-9-5-1-15,-10-1 1 0,-5 1-1 16,-7 2 0-16,-2 7 2 0,-5 10-2 15,0 5 0-15,0 7 0 0,0 6-2 16,0 1 0-16,0 4 0 0,-6 0-3 0,-6 0-3 16,-2 3-8-16,-5 10-9 0,3 6-16 0,0 9-23 15,2 2-49-15,-1 3-131 0,-1-1-55 16</inkml:trace>
  <inkml:trace contextRef="#ctx0" brushRef="#br0" timeOffset="83266.89">13810 7260 691 0,'0'0'41'0,"0"0"-2"0,-44-82-8 16,27 59 1-16,2 2-5 0,2 7-7 15,2 2-3-15,4 6-4 0,4 3-4 0,0 0-4 16,3 3-4-16,0 1-2 0,0 16 3 0,0 11 2 15,6 11 5-15,5 8-2 0,5 8 1 16,-1 10-3-16,2 8-3 0,-4 9 2 16,4 9-3-16,-2 4 3 0,-2 4 1 15,-2-2-3-15,0-1 0 0,1-3-2 16,0-6-2-16,2-5 2 0,1-10-2 0,-1-8 2 16,-1-12-2-16,-1-10-1 0,1-6 1 0,-1-9-8 15,-1-5-4-15,-2-7-13 0,-3-7-21 16,2-4-47-16,2-4-214 0,5-3-21 15</inkml:trace>
  <inkml:trace contextRef="#ctx0" brushRef="#br0" timeOffset="84001.31">15740 7984 590 0,'0'0'45'16,"0"0"-3"-16,0 0-4 0,19-100-8 0,-19 77-1 15,0 2-10-15,-5 3-2 0,-7 2-4 16,-10 5-4-16,-6 3-3 0,-11 6-2 16,-10 2-1-16,-6 5 0 0,-4 10 0 15,-3 5 1-15,1 5 4 0,5 6-4 16,4 2 2-16,10 3-4 0,7 3-3 0,10-3 1 16,11-1-1-1,9-3 0-15,5-3 1 0,16-7 1 0,10-4 1 0,9-7 0 0,6-8 0 16,6-3 0-16,4-10 0 0,-2-10-2 15,3-6 1-15,-4-4 0 0,-2-7 0 16,-7-5 0-16,-4-4-3 0,-9-5 2 31,-9-7-3-31,-7-6 3 0,-8-6 2 0,-2-5-3 16,-6-3 2-16,-7-1 0 0,-1 5 1 0,-5 9-1 16,4 10-2-16,0 14 5 0,4 14-4 15,4 13 3-15,7 10-2 0,-3 4 0 16,-1 12 4-16,-3 12-5 0,2 14 7 15,4 9-5-15,1 12-2 0,0 8 4 16,9 7-4-16,2 5 2 0,5 3-1 0,4 0 1 16,0-2 3-16,1 2-5 0,0-1 2 0,1-2-2 15,-1-3-2 1,0-5 0-16,2-6-3 0,-1-7 0 0,-2-8-10 16,0-7-6-16,-2-8-19 0,2-5-34 15,3-9-72-15,0-4-162 0,-7-8 1 0</inkml:trace>
  <inkml:trace contextRef="#ctx0" brushRef="#br0" timeOffset="84433.58">16141 7913 735 0,'0'0'47'0,"0"0"-9"0,0 0-5 16,85-78-8-16,-62 69-7 0,0 3-8 0,0 4-3 15,0 2-2-15,-2 4-2 0,-2 7 0 16,-4 6-3-16,-1 5 5 0,-6 3-6 16,-1 5 5-16,-5 1-4 0,-2 4-1 15,0 1 1-15,-7 4-2 0,-2 1 2 16,-1-1-2-16,-2-2 2 0,2-4 0 0,1-3-1 16,3-12 0-16,1-6 2 0,4-8-1 0,1-5 1 15,-2 0 0-15,2 0-2 0,6-12 2 16,7-10-1-16,5-14 2 0,3-7-1 15,0-4 0-15,1-5-3 0,0-1 4 16,1-2-2-16,-1 4-3 0,-5 2 6 31,0 8-6-31,-3 8 3 0,-5 12 3 0,-4 9-2 16,-2 7 1-16,-3 5 1 0,0-2-2 0,1 4 2 16,1 13 1-16,-1 11 1 0,2 12 2 15,0 4-4-15,3 4 2 0,1 3-5 16,3 1 0-16,3 2 0 0,4 2-1 15,2-1 1-15,6-5-2 0,2-4 1 16,7-4-3-16,3-10-4 0,5-5-8 0,3-12-11 16,6-7-26-16,2-6-54 0,-1-7-201 0,3-11-24 15</inkml:trace>
  <inkml:trace contextRef="#ctx0" brushRef="#br0" timeOffset="85084.42">18875 7955 374 0,'0'0'68'0,"0"0"3"0,0 0-11 16,0 0-6-16,0 0-13 0,0 0-9 0,0 0-3 16,0 0-3-16,0 0-1 0,0 0-2 0,-16-41-3 15,16 41-5-15,-1-1-4 0,1 1-1 16,0-3-1-16,17-2 2 0,15-1-1 16,20-5-4-16,14 2 2 0,10-2-7 15,8 3 3-15,-1 1-1 0,-4 1-3 16,-7 5 1-16,-13 0-1 0,-5 1-3 0,-13 0 3 15,-13 0-1-15,-6 0 0 0,-9 1 0 0,-9-1-1 16,2 1 0-16,-6-1-1 0,0 0-2 31,0 2-6-31,-7 2-6 0,-11 1-13 16,-5 2-14-16,0 3-33 0,-6-1-50 16,0 3-102-16,-3-1-61 0</inkml:trace>
  <inkml:trace contextRef="#ctx0" brushRef="#br0" timeOffset="85384.46">18882 8220 714 0,'0'0'60'0,"0"0"-9"16,0 0-16-16,0 0-11 0,0 0-7 0,0 0-5 15,0 0-3-15,0 0 0 0,0 0-3 16,112-55-1-16,-61 51-1 0,5 1-3 15,6 2 0-15,3 1-1 0,0 0-1 16,1 3 1-16,-2 5-1 0,-5-1 1 16,-5 3-1-1,-6-3 0-15,-8 1-1 0,-6-2 0 16,-11-4 0-16,-12 0 0 0,-4 0 0 0,-7-2-2 16,0 0-4-16,0 0-5 0,2 0-9 15,-2 1-12-15,0-1-20 0,0 0-42 16,0 0-147-16,0 3-69 0</inkml:trace>
  <inkml:trace contextRef="#ctx0" brushRef="#br0" timeOffset="85984.52">21790 6399 458 0,'0'0'62'0,"0"0"-7"0,-53-104-3 16,30 73-6-16,0 5-4 0,2 5-9 15,0 4-6-15,8 8-7 0,-5 6-5 16,1 3-3-16,0 9-1 0,-8 10-2 16,-1 5 0-1,-1 6-1-15,-1 7-2 0,-1 5 2 16,2 8-3-16,1 7 3 0,1 6 0 0,6 10-4 16,6 10 3-16,6 14-3 0,5 15-2 15,2 10 4-15,9 14 1 0,4 10-5 16,5 8 2-16,-1 7-2 0,3 4-1 15,-3 1 1-15,-2-5 0 0,-2-8-1 16,-6-10-1-16,-5-10 0 0,-2-8 2 0,-13-13-2 16,-8-9-3-16,-5-10 3 0,-5-12-4 0,-4-15 1 15,0-10 2-15,-1-10-6 0,6-11-5 16,2-9-12-16,4-7-17 0,2-4-23 16,9-7-41-16,0 1-104 0,1-1-98 15</inkml:trace>
  <inkml:trace contextRef="#ctx0" brushRef="#br0" timeOffset="86384.73">21059 9808 794 0,'0'0'34'16,"0"0"-6"-16,0 0-7 0,0 0-4 0,0 0-3 15,0 0-4-15,0 0-3 0,0 0-4 16,0 0-2-16,0 0-2 0,-48-18 1 16,28 35 0-16,-6 11 1 0,0 6 4 15,1 7-4-15,4 6 3 0,3 5-5 16,1 4 0-16,5 3 1 0,3 2-1 0,4-2 2 16,5-3-4-16,5-4 3 0,10-10-3 0,8-7 3 15,7-7-2-15,4-10 2 0,5-11 0 16,1-7-1-16,1-7 2 0,-2-14-1 15,-4-9 1-15,-4-9-1 0,-6-8 1 16,-6-8-2-16,-9-5 3 0,-7-4-4 31,-3 2 3-31,-5 2-2 0,-10 8-3 0,-4 7 4 16,-4 14-4-16,-5 9 2 0,-4 15 2 0,-2 7-2 16,-4 10 4-16,-2 13-8 0,-1 9-7 15,2 5-18-15,1 2-31 0,5 5-49 16,1 0-197-16,6 2-14 0</inkml:trace>
  <inkml:trace contextRef="#ctx0" brushRef="#br0" timeOffset="86916.89">20625 5413 460 0,'0'0'44'15,"0"0"-5"-15,0 0 6 0,-39-81-5 16,38 70-3-16,1 6-9 0,0-3-5 0,6 0-4 16,3 7-3-16,7 1-2 0,0 7-2 0,4 12-2 15,-4 6-4-15,-3 7 1 0,-6 8-2 16,-2 7 0-16,-5 6-1 0,0 3 0 15,-6 3-2-15,-7 2 3 0,-1 0 2 16,-2-5-3-16,1-4 4 0,2-9-7 31,5-6 0-31,5-8 1 0,3-5-1 0,6-7 1 16,11-3 0-16,9-7-1 0,6-4 1 16,8-3 0-16,9 0-2 0,5-3 1 0,4-4-1 15,2-1-1-15,0 2 1 0,-4 1 0 16,-7 4-4-16,-8 1 1 0,-10 0-5 15,-10 1-9-15,-8 5-13 0,-6 0-18 16,-5 4-37-16,-1-1-83 0,-1 0-128 0</inkml:trace>
  <inkml:trace contextRef="#ctx0" brushRef="#br0" timeOffset="87650.18">22502 7541 448 0,'0'0'70'0,"0"0"-8"15,0 0-5-15,-25-87-8 0,22 71-11 16,2-2-10-16,1 1-4 0,0-6-6 31,4 3-1-31,4 5-3 0,2 1-3 0,0 5-3 16,3 2-2-16,3 3-4 0,3 4 1 0,5 0 0 16,1 4-2-16,-4 8 2 0,-3 3-3 15,-2 6-2-15,-6 4 2 0,-4 7 1 16,-5 2-1-16,-1 7 2 0,-6 3-2 15,-7 0 1-15,-6-3-2 0,-2-1 2 16,-1-7-2-16,0-4 3 0,5-6-2 0,5-8 0 16,5-8 0-16,6-2-1 0,1-5 3 0,0 0 1 15,5-8 0-15,12-10-1 0,9-8-1 16,5-5-1-16,6-4 2 0,0-3-2 16,1 0 3-16,-2 0 1 0,-1 1-1 15,-4 5 1-15,-3 5 0 0,-5 3-2 16,-7 4 5-16,-5 8 0 0,-5 5 0 0,-3 3 1 15,-3 4-2-15,0-1-3 0,0 1-1 0,0 0-1 16,0 0-1-16,-6 8 2 0,-3 10-2 31,-5 6 1-31,1 5-2 0,0 4 2 16,6 4-2-16,4 1 2 0,3 1-2 16,4-3 2-16,12 0-3 0,6-3 2 15,7-4-1-15,4-5 2 0,7-3-7 0,1-4-5 16,3-4-12-16,-1-3-14 0,-3-9-22 0,1-1-51 15,-5-4-161-15,-3-10-48 0</inkml:trace>
  <inkml:trace contextRef="#ctx0" brushRef="#br0" timeOffset="105883.61">24477 6560 488 0,'0'0'54'16,"0"0"-1"-16,0 0-9 0,0 0-2 0,0 0-13 15,0 0-4-15,0 0-8 0,0 0-3 16,0 0-3-16,0 0-1 0,-20-3 8 16,19 26-5-16,-1 10 4 0,2 13-4 0,-3 13-3 15,-1 12 1-15,-4 14-3 0,0 11 1 16,-2 6-1-16,1 8-4 0,-1 6 1 15,3 6-2-15,0 0-2 0,2-2 3 0,2-3 2 16,3-9-2-16,0-9 1 0,6-11-1 16,1-8-2-1,4-12 2-15,0-10-3 16,-1-13 1-16,1-8-2 0,-2-11 0 0,-1-10-1 16,-5-6 1-16,0-6-2 0,-3-4-3 15,0 0-4-15,0 0-10 0,1 0-16 16,0 0-30-16,2-15-70 0,4-9-178 0,-4-16-3 15</inkml:trace>
  <inkml:trace contextRef="#ctx0" brushRef="#br0" timeOffset="106233.37">24972 7132 672 0,'0'0'47'15,"0"0"-10"-15,0 0-11 0,0 0-6 0,0 0-8 16,0 0-1-16,0 0-4 0,0 0 2 31,80 5 1-31,-60 27-6 0,0 5 4 16,-1 0-7-16,1 1-2 0,3 2 3 0,-1-4-3 16,5-3 1-16,4-1-1 0,2-6 2 15,4-6 0-15,4-6 0 0,1-10 0 16,4-4-1-16,2-9 0 0,2-9 1 0,2-6 0 15,-2-7-2-15,-1-2 3 0,-6-4-1 16,-2-1 0-16,-10 0 1 0,-6 5-5 16,-5 4 3-16,-7 11-2 0,-5 7 2 0,-6 7-1 15,-2 4-2-15,0-2-6 0,0 2-4 16,0 0-5-16,-1 0-11 0,-12 3-10 16,-4 10-24-16,-8 2-41 0,1 3-81 0,-5-1-100 15</inkml:trace>
  <inkml:trace contextRef="#ctx0" brushRef="#br0" timeOffset="106516.89">25346 6826 706 0,'0'0'49'0,"0"0"-8"0,0 0-9 16,0 0-8-16,0 0-8 0,0 0-8 0,0 0-1 15,0 0 1-15,0 0-3 0,0 0 4 16,-8 76-3-16,8-22 0 0,4 7-3 16,0 4 1-16,-1 5 0 0,0 3-1 0,-3 6 1 15,0 5-3-15,0 2-1 0,0-1 1 16,0-3-2-16,0-6 3 0,0-6 1 16,0-8-3-16,0-6 3 0,3-6-6 0,2-4-5 15,3-7-1-15,1-4-15 0,0-6-9 16,0-7-20-16,3-2-38 0,-3-9-110 15,2-2-110-15</inkml:trace>
  <inkml:trace contextRef="#ctx0" brushRef="#br0" timeOffset="107068.17">25870 8016 561 0,'0'0'67'0,"0"0"-9"0,0 0-8 0,0 0-11 15,0 0-7-15,0 0-8 0,-23-84-4 16,34 71-3-16,4-2-2 0,3 6-4 15,1 2-1 1,3 7-5-16,1 0-1 0,-2 11-2 0,0 4 1 0,-2 5-3 0,-5 3 0 16,1 4-1-1,-7 5-1-15,-3 3 0 16,-2 3 2-16,-3 1-1 0,0 1 1 0,-6-2-2 16,-3-5 1-16,1-2 0 0,0-12 1 15,3-2-1-15,0-8 2 0,2-4 0 16,2-1 1-16,1-4 1 0,0 0-1 0,0-14 0 15,4-8-1-15,8-12 0 0,7-5-2 16,2-5 3-16,3-3-3 0,3-1 2 16,3 1-1-16,1 5 3 0,-1 4-3 0,-1 8-5 15,-2 7 5-15,-8 8-5 0,-1 9 5 16,-1 6 4-16,-3 4-3 0,5 10 4 16,-4 6-4-16,-4 4 0 0,-4 5 0 0,-2 1 1 15,-2 2 1-15,-2 0-3 0,-1 0 2 16,0-3-3-16,0 0 2 0,0-4-2 15,0-7 1-15,-3-1 0 0,3-6-2 0,-1-7-2 16,1 2-4-16,0-6-7 0,-2 0-9 31,2 0-27-31,0 0-55 0,0-9-201 16,8-7-22-16</inkml:trace>
  <inkml:trace contextRef="#ctx0" brushRef="#br0" timeOffset="107367.71">26879 6905 685 0,'0'0'50'0,"0"0"-6"0,-4-91-5 0,4 79-10 15,0 7-9-15,0 5-10 0,-2-1-6 16,-2 1-3-16,0 15 1 0,-5 12-1 15,-4 17 2 1,-1 12-3-16,0 9 3 0,0 5 0 0,2 2-1 0,5 4 2 0,4-2-4 16,3 2-2-1,0-2 2-15,12-4-3 16,4-8 2-16,4-6-2 0,5-10-3 0,2-8-4 16,2-8-6-16,1-9-13 0,4-7-19 15,-4-6-35-15,-1-8-77 0,-3-2-137 16</inkml:trace>
  <inkml:trace contextRef="#ctx0" brushRef="#br0" timeOffset="107850.08">27040 7248 730 0,'0'0'43'15,"0"0"0"-15,0 0-14 0,0 0-5 16,26-78-8-16,-9 68-4 0,5 4-3 15,4 1-2-15,4 5-1 0,2 0-1 0,-2 10-4 16,1 5 1-16,-4 4 3 0,-5 5-5 31,-5 4 4-31,-4 1-4 0,-7 3-1 16,-6 1 0-16,0 0 0 0,-10 1 1 0,-3-1-1 16,-7-1 0-16,-1-3 0 0,-3-4 0 15,-1-3-1-15,4-7 2 0,5-6 0 16,7-4 1-16,-1-5 1 0,6-2-1 0,1-12 0 15,0-7-1-15,3-4 0 0,10-6-1 16,7-1 4-16,4 1-4 0,3-3 3 16,4 1-3-16,0 2 0 0,-2 2 1 0,-1 4 1 15,-6 2-1-15,-2 5-4 0,-7 5 4 16,-4 6-5-16,-2 4 5 0,-4 3-1 16,0-2 1-16,0 2 0 0,2 0 0 15,1 9 3-15,1 8-3 0,-1 6 4 0,-3 3-4 16,0 3 0-16,0-1 0 0,0 4-1 15,0 0 1 1,4 2-1-16,5-1 1 0,4-1 0 0,0 0 0 0,4-2-1 0,1-6 1 31,2-3-2-31,2-4-2 0,1-5-6 16,0-4-5-16,2-5-11 0,-1-3-10 0,-1-2-22 16,-2-8-40-16,-1-7-118 0,-3-1-91 15</inkml:trace>
  <inkml:trace contextRef="#ctx0" brushRef="#br0" timeOffset="108334.84">27706 6987 608 0,'0'0'52'0,"0"0"-3"0,0 0-8 16,0 0-8-16,0 0-5 0,0 0-6 0,-21-84-4 15,28 75-3-15,9 6-2 0,6 3-3 16,8 5-1-16,7 14-1 0,5 10-3 16,3 8 2-16,1 7-3 0,-3 4 0 0,-7 6 2 15,-7 0-4-15,-8 5 2 0,-10 2-3 16,-10 1-1-16,-2 2 0 0,-16-1-2 15,-6 0 2 1,-6-7-3-16,-2-7 2 0,-3-7-2 0,3-9 0 0,2-5-3 0,4-7-2 31,10-8-3-31,5-6-2 0,6-4-2 16,4-3-6-16,-1 0-19 0,1 0-23 0,3-9-37 16,9-4-87-16,9-6-102 0</inkml:trace>
  <inkml:trace contextRef="#ctx0" brushRef="#br0" timeOffset="108817.1">28353 6767 507 0,'0'0'56'15,"0"0"0"-15,0 0-4 0,0 0-10 0,0 0-9 16,0 0-6-16,0 0-1 0,-6-79-4 31,6 79-4-31,-1-2-4 0,1 2-3 16,0-1-2-16,-2-1 0 0,2 1 0 0,0-1-1 16,0 1 0-16,-1 1-2 0,1-2-1 15,0 2 1-15,-2-2-4 0,2 2 1 16,0-1-1-16,0 1-2 0,0 0 1 0,0 0-1 15,0 0 0-15,0 12 2 0,0 9 0 16,0 11 1-16,0 9 2 0,0 10-1 16,0 7-1-16,2 9-1 0,-1 9 3 0,1 6 1 15,2 10 0-15,-1 5-1 0,-2 8-3 16,2 5-2-16,-2 3 3 0,1-3 0 16,-1-4 0-16,-1-6 1 0,0-7-4 0,0-8 0 15,-1-7 0-15,-2-13 0 0,2-11 0 16,1-11-2-16,0-14 4 0,0-8-4 15,0-10 2-15,0-6 0 16,1 0-1-16,-1-5 0 0,0 0-2 0,0 0-6 0,1 0-6 16,5 0-14-16,2-4-25 0,1-10-68 15,0-5-198 1,-6-10-15-16</inkml:trace>
  <inkml:trace contextRef="#ctx0" brushRef="#br0" timeOffset="109233.44">28648 6604 590 0,'0'0'51'0,"0"0"-9"0,44-77 2 0,-23 54-12 0,5 7-5 16,6 3-3-16,3 6-5 0,5 5-3 15,-1 2-3-15,-1 11-5 0,-5 7-3 0,-6 6 2 16,-7 7-4-16,-8 5 3 0,-9 6-5 31,-3 5-1-31,-15 7 0 0,-6 3-1 16,-7 3 2-16,-3-3-2 0,-1 0 2 0,0-6-1 16,2-5 0-16,4-7-1 0,5-7 2 15,5-6 3-15,8-8-3 0,5-4 5 16,3-3-5-16,7-2 3 0,13-1 1 0,8-5 0 15,9-3 2-15,7 0-8 0,6-3 5 16,5-4-7-16,0-1 3 0,3-1 1 16,-3 1 1-16,-3 0-2 0,-6 0 0 0,-6 2 1 15,-6 0-2-15,-12 3-2 0,-9-1-1 16,-7 4-9-16,-6 0-10 0,2 0-19 16,6 0-32-16,-2 7-85 0,1 3-152 0</inkml:trace>
  <inkml:trace contextRef="#ctx0" brushRef="#br0" timeOffset="109884.78">30061 7659 642 0,'0'0'46'0,"0"0"-5"16,-73-83-6-16,43 59-6 0,-5 1-8 31,-2 6-6-31,1 8-4 0,-2 8-3 16,0 2-2-16,2 14-2 0,-1 11-1 0,3 6-1 16,4 4-2-16,5 4 0 0,4 1 1 15,6-2-1-15,9-3 2 0,6-2 4 16,0-5-6-16,9-5 6 0,5-4-6 0,3-7 1 15,4-6 2-15,5-7 0 0,2 0-1 16,2-14-6-16,2-6 4 0,0-8-6 16,-1-3 7-16,-2-8-1 0,-3-7 0 0,-1-7 1 15,-8-7-3-15,0-5 5 0,-5-3-2 16,-4-3 3-16,-5-4-4 0,-2-1-4 16,-1 1 2-16,0 1-3 0,-6 8 3 15,0 11 2-15,0 12 1 0,0 18 0 0,4 11 1 16,2 10-1-16,-6 4-1 0,-3 9 1 15,-2 12 2-15,-7 9-1 16,5 10 2-16,2 4 0 0,2 6-3 0,3 3 6 0,2 3-5 31,1 4 3-31,1 3-3 0,2 1-3 16,0 3 1-16,2 0-2 0,2-4 2 0,5-1-2 16,0-5 1-16,4-4-4 0,-2-5-14 15,5-5-19-15,-1-8-52 0,0-6-195 16,3-5-37-16</inkml:trace>
  <inkml:trace contextRef="#ctx0" brushRef="#br0" timeOffset="110331.76">30247 7635 671 0,'0'0'56'16,"0"0"-9"-16,0 0-7 0,0 0-12 15,65-81-10-15,-43 76-6 0,1 5-4 0,-1 1-3 16,-2 11-1-16,-1 6-2 0,-5 4-2 16,-1 3 0-16,-7 4 0 0,-3 1 0 31,-3 4 2-31,-2 1-3 0,-9-2 2 0,1 1 4 16,-3-4-7-16,-2-3 6 0,4-2-4 15,2-10-1-15,2-6 2 0,6-5-1 16,1-4 0-16,0 0 1 0,0-1 0 0,12-13 0 15,7-7-1-15,9-12-6 0,-1-4 5 16,2-6-4-16,0-2 5 0,-3-4 3 16,0-1 0-16,-6 2 1 0,1 2-1 0,-4 8-1 15,-6 6-2-15,-3 11 3 0,-4 9 1 16,-1 8 1-16,-3 4 1 0,0-2-5 16,0 2 1-16,0 2 0 0,0 13 1 0,-7 10-1 15,-4 11 2-15,3 6-5 0,-2 2 3 16,4 3-5-16,3 2 4 0,3-2 1 15,3-3-2-15,9 0 7 16,3-5-7-16,8-2 4 16,2-7-5-16,10-6-2 0,4-7-3 15,4-5-3-15,8-7-5 0,2-5-10 0,1-2-14 16,-1-10-25-16,-2-6-58 0,-9-5-186 16,-4-3-13-16</inkml:trace>
  <inkml:trace contextRef="#ctx0" brushRef="#br0" timeOffset="111650.35">9953 11247 59 0,'0'0'47'0,"0"0"-1"0,0 0-5 0,0 0 0 15,0 0 4-15,0 0-3 0,0 0-4 16,0 0-3-16,0 0-4 0,-45-1 6 0,28 1 4 16,1 3-1-16,0 0-3 0,6-1-1 15,-6 1-4-15,6-2-5 0,1 2-3 16,-1 0-3-16,6-1-2 0,1 1-3 16,3-3 0-16,-2 0-1 0,2 4 3 0,2 5 1 15,12 1-1-15,8-1 1 0,14-6-6 16,10-3-4-1,11 0 0-15,8 0-6 0,7-5 1 0,6-1-1 0,5 2-1 0,2-3 0 16,2 1 1-16,-5 2 0 0,-4-1 0 31,-7 2 1-31,-13 1-2 0,-10 2-1 16,-18 0-1-16,-11 0 0 0,-12 0-1 0,-7 0 1 16,0 0 0-16,0 0 0 0,0 0 1 15,0 2-1-15,-3 5 0 0,-3-2-2 0,-5 5-2 16,-2-4-3-16,3-4-12 0,-3 5-14 15,-1 0-20-15,3 1-36 0,-5 4-87 16,0 0-123-16</inkml:trace>
  <inkml:trace contextRef="#ctx0" brushRef="#br0" timeOffset="112033.43">9879 11758 648 0,'0'0'50'0,"0"0"-1"0,0 0-6 16,0 0-8-16,0 0-13 0,0 0-6 16,0 0-5-16,0 0-1 0,0 0 1 15,0 0-2-15,62-20 0 0,-23 20-2 16,6 0-2-16,9 0-1 0,8 0 0 0,7 1-1 15,4 3 0-15,2-3 1 0,4 2-1 16,-6-2-2-16,-3-1 2 0,-9 2 1 0,-9-2-1 16,-7 0 3-16,-15 0-2 0,-15 0 0 15,-6 0 2-15,-9 0-1 0,0 0 3 16,0 0-1-16,1 0-2 0,2 0-3 16,-3 0 0-16,1-2-5 0,-1-2 3 0,0-1 0 15,-4 1-1-15,3 1 0 0,1 3-4 16,-5-5-9-1,1 2-11-15,3 0-25 0,-2 0-81 0,3 3-192 0,-2-1-19 0</inkml:trace>
  <inkml:trace contextRef="#ctx0" brushRef="#br0" timeOffset="113866.87">12268 10317 596 0,'0'0'53'16,"0"0"-3"-16,0 0-3 0,0 0-4 15,0 0-11-15,0 0-11 0,0 0-7 0,0 0-5 16,0 0-2-16,0 0-2 0,9-29 1 15,-5 37 2-15,5 10-1 0,1 10 0 16,1 8 0-16,-3 8-3 0,-4 6 1 0,-4 4 2 16,0 9-4-16,-7 6 2 0,-5 8-4 15,1 2-3-15,-1 1 3 0,2-7-3 16,3-10 2-16,4-10 0 16,3-13 0-16,0-8 0 0,9-11 1 0,2-5 0 0,8-8 0 15,6-4 0-15,6-4 1 0,10 0 1 16,4-8-1-16,5 1-1 0,5-3 0 0,2 1 0 15,-4 1 1-15,2 3-1 0,-9 0 0 16,-5 0 0-16,-15 2-1 0,-3 2 0 16,-10 0 1-1,-7-1-2-15,-2 2 2 0,-4 0-1 16,0 0 0-16,0 0 0 0,0 0-2 16,0 0 0-16,0 0-5 0,-3 0-9 15,-10 0-11-15,-3 0-26 0,1 6-39 0,-6 3-102 16,7 0-123-16</inkml:trace>
  <inkml:trace contextRef="#ctx0" brushRef="#br0" timeOffset="114233.32">11927 11601 723 0,'0'0'51'0,"0"0"-3"0,0 0-15 31,0 0-13-31,0 0-8 0,0 0-2 0,0 0 0 16,0 0 0-16,0 0-1 0,101 2-2 16,-53-2-2-16,11 1 0 0,8 2-2 15,6 0-1-15,4 2 0 0,4-1 1 0,-3 1-3 16,-3 0 1-16,-1-2 2 0,-6 0-3 15,-6-2 3-15,-7-1-1 0,-7 0-1 16,-17 0-1-16,-7 0 0 0,-10 0 1 0,-8 0 2 16,0 0 0-16,-6 0 0 0,0 0-1 15,0 0-2-15,0 0 0 0,0-4-1 16,0-2-3-16,0 1-3 16,-6-2-9-16,2 3-14 0,-1 1-19 0,-5 2-42 15,0 1-86-15,-5 9-136 0</inkml:trace>
  <inkml:trace contextRef="#ctx0" brushRef="#br0" timeOffset="114750.34">12251 12105 747 0,'0'0'45'0,"0"0"-4"0,0 0-4 15,0 0-12-15,0 0-8 0,0 0-5 16,13-86-3-16,4 74 0 0,2 2-1 16,6 3-3-16,2 2 2 0,5 2-1 0,1 3 0 15,2 0 2-15,-2 2-5 0,-1 7 0 16,2 2-1-16,-6 4-4 0,-3 3 4 0,-4 5-1 16,-5 3-1-16,-4 4 0 0,-8 6 0 15,-4 5-3-15,-7 5 5 0,-12 4-4 16,-7 4 2-16,-6 1-1 0,-7 3 0 15,-4-2 2-15,-6 1-3 0,-3-2 4 16,2-3-2-16,1-5 3 0,9-6-3 0,5-6 0 31,9-8 0-31,10-10-4 0,7-6 4 0,5-7 0 16,4-1-1-16,6 3 2 0,11 0-1 16,8 0 1-16,14-4 0 0,4-2 1 15,9 0-1-15,6-5 1 0,4-2 0 16,5-3 1-16,2 0 0 0,2 0 0 0,4-1 1 15,1 0 1-15,0 1-2 0,-5 0 0 16,-1 3-2-16,-11 2 2 0,-12 0-3 0,-16 4 0 16,-14 0 0-16,-8 1 0 0,-9 0 0 15,0-2-3-15,0 2 3 0,0 2-1 16,-6 8 0-16,-3 6-2 0,-4 2-6 16,-1-1-9-16,-1-5-11 0,4-4-29 0,4-1-88 15,4-6-179-15,3-1-23 0</inkml:trace>
  <inkml:trace contextRef="#ctx0" brushRef="#br0" timeOffset="-121328.58">18866 11258 433 0,'0'0'62'0,"0"0"-6"0,0 0-13 16,0 0-3-16,0 0-7 0,0 0-5 0,0 0-7 15,0 0 1-15,0 0-4 0,-29-39-4 16,29 39-4-16,-1-2-6 0,-6 2-7 0,-3 3 3 16,-6 13 5-16,-10 10-5 0,-8 11 6 15,-6 7-5-15,-6 8-1 0,-8 7 1 16,-3 5-3-16,-3 3 3 0,0-1-5 16,0 0 5-16,8-5 3 0,6-7-3 0,8-7 4 15,11-9-6-15,8-6 0 0,9-11 0 16,7-2 0-16,3-4 2 0,16-2 2 0,9 2 4 15,13-1 1-15,9-2 2 0,9 1-2 16,6 2 0-16,3 1-1 0,2 5-1 16,-3 2 0-1,-2 2 1-15,-1 0-3 0,-7 0 1 16,-2-1-2-16,-5-1 0 0,-7-5-2 16,-8-3 1-16,-13-4-3 0,-6-7 1 15,-9-1 1-15,-4-3 0 0,0 0 1 0,0 0 1 16,2 2-3-16,-1-2 1 0,-1 1-1 15,1-1 0-15,-1 2-1 0,0-2-7 16,2 1-9-16,-2-1-14 0,0 0-28 16,0 2-42-16,-2-2-132 0,-2 0-74 0</inkml:trace>
  <inkml:trace contextRef="#ctx0" brushRef="#br0" timeOffset="-120396.58">18988 11808 320 0,'0'0'63'0,"0"0"-5"0,0 0-6 16,0 0-14-16,0 0-7 0,0 0-5 0,0 0-2 16,0 0 0-16,0 0-3 0,-12-55 0 15,25 41-1-15,5-4 1 0,2 4-1 16,3 1 0-16,-1 2-3 0,1 4-1 15,-7 2-8-15,0 3-2 0,-6 2-3 0,0 0-2 16,3 7-1-16,-3 5-1 0,2 7 1 31,-8 4 0-31,-2 5 1 0,-2 2 4 0,-5 0-4 16,-5 2 3-16,-3 0-3 0,0-2-1 16,-1-2 1-16,0-3-1 0,0-1 0 15,1-3 0-15,4-8 0 0,2-5-5 16,6-4 5-16,1-4 1 0,-2 0 0 0,2 0 5 15,0 0-2-15,9-3 1 0,5-6 0 16,9-7-1-16,2-6-1 0,1-3 0 0,0-5-2 16,0-2-4-16,-1 2 3 0,-2-2-5 15,-6 5 5-15,1 3 1 0,-8 9-1 16,-4 4 1-16,-3 8 0 0,-3 3 0 0,0-2 0 16,0 2 0-16,2 0-1 0,-2 0 1 15,2 0 2-15,-2 0-2 0,1 13 1 16,1 3 1-16,-2 7-3 0,1 0 6 0,2 1-5 15,0-1 5-15,1 1-6 0,4-1 1 16,3-2-1-16,-1 0-1 0,3-2 0 16,2-1-1-1,-1-3-2-15,2 0-4 0,-4-6-2 16,2 2-10-16,-4-5-13 0,0-3-23 16,11 2-30-16,-10-4-76 0,6-1-125 15</inkml:trace>
  <inkml:trace contextRef="#ctx0" brushRef="#br0" timeOffset="-118146.49">18728 11614 449 0,'0'0'79'0,"0"0"-11"15,-65 82-15-15,34-46-18 0,-1 3-9 16,1 2-5-16,-3 2-8 0,2 0 2 0,4 2-9 16,2-1-2-16,4-3 1 0,9-2-5 15,7-4 0-15,6-4 0 0,9-4-1 16,12-8 1-16,8-5 1 0,10-8-1 0,8-6 1 16,8-6 0-16,4-14 0 0,8-7 1 15,5-9-2-15,2-7 2 0,-1-5-4 16,-2-7-2-16,-10-4 4 0,-16-6-3 0,-15-4 4 15,-17-1 3-15,-13 1-2 0,-11 6 1 16,-18 11-2-16,-12 13 2 0,-11 19 0 16,-12 16 1-1,-9 13 2-15,-10 20-1 0,-8 15 1 16,-6 12-3-16,-3 8-1 0,2 6 5 16,7 2-4-16,10 3 2 0,17-1-3 15,17 1-3-15,18-4 1 0,16-3-2 0,13-6 2 16,14-7-2-16,19-9 3 0,15-10-1 15,13-9 1-15,15-8-1 0,10-9 0 16,8-8-1-16,8-2 0 0,4-15 0 0,1-8 0 16,-3-7 1-16,-4-7 0 0,-9-7 2 15,-10-4-2-15,-16-4 3 0,-16-3-3 16,-17-2 3-16,-16-3-4 0,-13-2-2 0,-6 0 3 16,-16 4-4-16,-7 8 4 0,-10 12 0 15,-6 18 0-15,-6 19 1 0,-7 12 1 16,-7 22 0-16,-3 14 3 0,-4 12 4 0,2 10-4 15,4 6 4 1,8 7-7-16,10 2-2 0,10 0 2 0,14-4-3 0,12-7 3 31,9-8-1-31,10-9-3 0,16-11 5 0,10-9-6 16,13-12 1-16,10-12-4 0,12-9-15 16,12-3-36-16,4-18-108 0,11-7-149 15</inkml:trace>
  <inkml:trace contextRef="#ctx0" brushRef="#br0" timeOffset="-117462.39">23481 10964 646 0,'0'0'58'0,"0"0"-9"0,0 0-12 16,0 0-11-16,0 0-12 0,0 0-5 0,0 0-2 16,0 0-1-16,-72 77 3 0,47-24 3 15,-5 11-4-15,-6 6 3 0,-7 6-7 16,-4 6-3-16,-2 4 2 0,-5 5-5 0,-1 3 3 16,0-1 2-16,5-5-2 0,3-6 2 15,7-9-3-15,8-11-2 0,6-10 2 16,7-15-2-16,9-12-1 0,6-13 1 0,2-6 0 15,2-6 1 1,8-14 3-16,10-13-2 0,8-15-5 0,5-13 0 0,0-14-8 31,3-14-6-31,-2-14 1 0,-2-12-5 0,-1-11 2 16,-4-8 1-16,-2-2 7 0,-2 2 4 16,-3 11 7-16,1 14 8 0,-4 18-1 15,-2 19 6-15,1 17 1 0,-5 12 5 0,-1 16 1 16,-4 9-2-16,-2 7-1 0,-2 5-4 15,0-1-3-15,4 1 1 0,7 11-3 16,4 11 1-16,8 15 1 0,-1 13-4 0,0 10 4 16,2 12-1-16,1 5 1 0,-1 8 1 15,2 4-5-15,-1 5-1 0,2 4-1 16,2 3-5-16,-1-3 4 0,1-2 2 0,-2-7-3 16,-1-9 1-16,1-8-1 0,-3-12-3 15,-3-9 1-15,0-11-2 0,-5-12-2 16,-5-8-2-16,-4-10-3 0,-1-2-7 0,-3-5-4 15,0 0-6-15,1 0-22 0,-4-3-48 16,0 0-99-16,0-3-114 0</inkml:trace>
  <inkml:trace contextRef="#ctx0" brushRef="#br0" timeOffset="-117246.4">22674 12237 664 0,'0'0'47'0,"0"0"1"0,0 0-3 16,0 0-9-16,0 0-9 0,0 0-7 15,130 76-4-15,-62-73-4 0,7-3-3 0,6 0-5 16,3 0-1-16,0-1-4 0,-3-2-2 16,-6-1-7-16,-3 1-14 0,-7-2-23 15,-4-3-47-15,-8-3-134 0,-3-2-97 16</inkml:trace>
  <inkml:trace contextRef="#ctx0" brushRef="#br0" timeOffset="-116796.6">23964 11900 682 0,'0'0'58'0,"0"0"-11"0,0 0-6 0,62-99-11 16,-37 78-9-16,2 3-5 0,2 3-4 16,0 6-3-16,0 3-3 0,-2 6-3 15,-3 0 0-15,-4 9-1 0,-2 6-2 16,-6 3 0-16,-3 5 1 0,-6 5 2 0,-3 3-4 16,-2 1 5-1,-8 3-5-15,-2-1 0 0,0-2 0 0,-3-4-1 0,2-1 0 0,1-5 0 16,4-7 2-16,2-7-1 0,5-4 0 15,1-4 2-15,-2 0 0 0,2 0 0 16,7-12 0-16,6-9 2 0,10-11-4 16,5-5 3-1,1-2-1-15,3-1-6 0,-2 1 7 16,-2 6-3-16,-4 2 1 0,-1 8 1 16,-9 8-1-16,-5 8 0 0,-4 4 0 0,-5 3 0 15,4 0 1-15,5 4-2 0,1 10 2 16,0 5-1-16,-6 8 0 0,-2 1 4 15,-2 2-4-15,0 2 6 0,0-1-6 16,0-2-1-16,1-2 0 0,5-1-4 0,6-5 1 16,2-1-4-16,6-7-9 0,6-4-12 15,12-6-29-15,6-3-78 0,7-5-175 0,4-12-15 16</inkml:trace>
  <inkml:trace contextRef="#ctx0" brushRef="#br0" timeOffset="-116280.08">25536 11129 754 0,'0'0'52'0,"0"0"-9"16,0 0-9-16,30-93-8 0,-27 83-9 15,-1 5-5-15,-1 1-4 0,-1 4-3 0,0-2-2 16,0 7 0-16,-1 15 1 0,-8 13-1 15,-6 14 0-15,-5 6 1 0,-4 5-3 0,-4 5 3 16,-1 6-4-16,0 4 0 0,-1 1 0 16,1 3-2-16,3 0 2 0,-2-5 1 15,4-3-3-15,4-9 4 0,4-8-6 16,3-9-3-16,7-14-2 0,2-14-6 0,4-8 2 16,0-4 0-1,0 0-2-15,8-3-5 0,8-6-8 0,3-15-13 0,7-14-10 0,-1-8-12 16,-4-9 1-16,-3-12 1 0,-3-9 12 15,-1-13 20-15,-2-6 13 0,-1-7 15 16,-4-1 10-16,0 3 15 0,-1 8 19 16,0 11 15-1,-3 14 6-15,1 16-2 0,-3 17-10 16,1 15-11-16,-1 10-11 0,-1 6-9 16,0-2-9-16,0 2-4 0,5 0 0 0,5 9 1 15,1 11 3-15,4 12-3 0,2 6 1 16,2 6-3-16,-2 5-3 0,3 5 4 15,1 4-5-15,-1 4 3 0,3 1-5 16,2 6-2-16,-3-1 2 0,2 1-4 0,-1-4 2 16,-1-3-3-16,-3-7-1 0,-1-7 0 15,-1-7-9-15,-2-6-2 0,-5-12-11 0,3-5-14 16,-5-7-22-16,-4-7-46 0,0 2-132 16,-4-6-70-16</inkml:trace>
  <inkml:trace contextRef="#ctx0" brushRef="#br0" timeOffset="-116079.71">25197 11984 760 0,'0'0'57'0,"0"0"-18"16,0 0-13-16,0 0-8 0,0 0-4 15,0 0-1-15,0 0-2 0,0 0-5 0,112 24-2 16,-61-21-4-16,5 0 0 0,3-1 0 15,2-1-3-15,1-1-5 0,0 0-9 0,-2 0-25 16,-1-3-44-16,-4-6-136 0,-2-3-107 16</inkml:trace>
  <inkml:trace contextRef="#ctx0" brushRef="#br0" timeOffset="-115779.67">26234 11170 727 0,'0'0'57'0,"0"0"-9"0,-7-90-11 16,7 63-10-16,0 0-7 0,1 2-7 16,2 6-1-1,0 2-3-15,-1 6 0 0,-1 7-2 16,1 0-3-16,-2 4-2 0,3 0-1 16,1 4-1-16,6 14 0 0,0 10 2 0,0 8-2 15,0 11 4-15,-3 8 1 0,-1 7-4 16,-1 9 4-16,-1 6-7 0,1 7 1 15,1 6 2-15,-1 1-4 0,-2 0 3 16,1-2 1-16,-1-5-2 0,0-4 2 0,1-5-3 16,1-5-4-16,2-5-3 0,0-7-5 15,-1-7-5-15,-2-8-8 0,1-15-11 0,-4-5-27 16,-1-10-53-16,0-9-188 0,0 2-17 16</inkml:trace>
  <inkml:trace contextRef="#ctx0" brushRef="#br0" timeOffset="-115463.02">26114 11553 750 0,'0'0'45'0,"0"0"-5"0,0 0-9 16,0 0-9-16,0 0-8 0,0 0-4 15,0 0-1-15,96-76-1 0,-70 76-1 0,1 3-1 16,3 6-1-16,5 5-3 0,1 2 1 16,2 5-2-16,-2 2 0 0,2 3-1 15,-8 2 0-15,-5 0-1 0,-6 1 1 16,-9-2-2-16,-9 1 1 0,-1-3 0 0,-13 0 1 16,-8-6-1-16,-8-2 1 15,-6-3-2-15,-4-5 1 0,-3-3-4 0,-2-3-1 0,5-3-4 16,5 0-6-16,3-3-11 0,7-3-19 15,4-2-47-15,6 3-120 0,4-5-102 16</inkml:trace>
  <inkml:trace contextRef="#ctx0" brushRef="#br0" timeOffset="-114862.23">26823 11741 657 0,'0'0'61'15,"0"0"-14"-15,0 0-11 0,0 0-10 16,0 0-8-16,0 0-1 0,0 0-3 0,0 0-2 15,0 0-1-15,20-87-1 16,-3 78 0-16,7 1-1 0,3 3-2 0,0 2-2 0,4 3-1 31,-4 0-4-31,0 6 0 0,-1 6 1 16,-5 5-2-16,-2 4 3 0,-8 3-3 16,-3 3 2-16,-7 2-3 0,-1 3 1 15,-6 0 4-15,-7 0-4 0,-5-2 4 0,-5-1-2 16,1-3-2-16,-4-3 1 0,1-3-1 15,4-4 2-15,6-4-1 0,5-6 0 0,7-3 1 16,3-3-1-16,-1 0 2 0,1 0-1 16,0-1 0-16,5-13 0 0,11-6-1 15,9-9 0-15,5-3-3 0,3-2 4 16,4-4-5-16,-3 0 5 0,3 0-1 0,-4 2-1 16,-1 4 2-16,-5 3-1 15,-1 6 0-15,-9 8 1 0,-7 7-1 0,-5 5 0 16,-5 3 0-1,3 0-2-15,4 3 4 0,-3 11 0 0,2 5 0 16,-6 9 3-16,0 2-4 0,0 4 2 16,-4 2 2-16,-1 2-4 0,0 2 3 15,5-3-3-15,0 1-3 0,0-2 1 16,8-5-1-16,4-2-2 0,5-3-2 16,1-5-6-16,6-4-10 0,4-7-15 0,0-7-40 15,6-3-90-15,0-10-155 0,7-8 0 16</inkml:trace>
  <inkml:trace contextRef="#ctx0" brushRef="#br0" timeOffset="-113230.06">28192 11512 436 0,'0'0'70'0,"0"0"-8"16,0 0-12-16,0 0-13 0,0 0-6 15,0 0-4-15,0 0-6 0,0 0-3 0,0 0-3 16,0 0-4-16,-1-27-2 0,1 25-2 15,0 0-2-15,-1 1-2 0,1-1 0 0,0 1-1 16,0 1 1-16,-2-2-2 0,2 2 1 16,0-2 0-16,0 2 0 0,-1-1 1 15,1 1 0-15,0-1 1 0,-2 1 0 0,2-2 1 16,-1 2-1-16,1-1 0 0,0 1-1 16,-2-2 0-16,2 2 0 0,0 0 0 15,0-1 0-15,0 1 1 0,-1-2-1 0,1 2 1 16,0 0 0-16,0-1-2 0,0 1 1 15,-2 0-1-15,2 0-1 0,0 0 1 16,-1-2 0-16,1 2-1 0,0 0-1 0,-2-2 0 31,2 2-1-31,-1 0 1 0,1 0 1 16,-2 0-1-16,2 0-1 0,-1 0 1 16,-1 0-1-16,1 0 1 0,-1 0 0 0,1 0 0 15,0 0 0-15,-2 0 0 0,-1 0 0 16,-1 0-1-16,1 2 2 0,1 1-2 15,3-3 1-15,-2 0 1 0,2 0-1 0,-1 2-1 16,0-2 0-16,-1 1 1 0,1-1 0 16,-1 0 1-16,2 2 0 0,-1-2-1 15,1 0 1-15,-2 1-2 0,2-1 2 0,-2 0 0 16,2 2-1-16,-2-2 1 0,2 0-1 16,0 0 1-16,-1 1-1 0,1-1 2 15,0 0-2-15,-2 0 0 0,2 1 0 0,0-1 0 16,0 0 0-16,0 0 1 0,0 0 0 15,0 0 0-15,0 0-1 0,-1 0 1 16,1 0-1-16,0 0 0 16,0 0 0-16,0 2 1 15,0-2-1-15,0 0 0 0,0 0 0 16,0 0 0-16,0 0 1 0,0 0-1 16,0 0 1-16,-2 2 0 0,2-2 0 0,0 0 0 15,-1 0 0-15,-1 0 0 0,1 0-1 16,-6 0 1-16,-1 0-1 0,-6 0 0 15,1 0 2-15,-1 0-1 0,2 0 0 0,-2 0 1 16,0 0 0-16,9 0 0 0,-1 0 1 16,6 0-3-16,-2 0 1 0,2 0 0 15,-2 0 0-15,2 1 0 0,0-1 0 0,4 0 1 16,13 0-1-16,12 0 1 0,10 0 0 16,6 0 1-16,3-1 0 0,2-1 0 15,4 2 0-15,-6 0 0 16,-2 0 0-16,-7 0-1 0,-13 2-1 0,-5-1 0 0,-9 1 0 15,-6-2 0-15,0 1 0 0,-6-1 2 16,0 0-3-16,0 0 3 0,1 0-1 0,1 2 0 31,0-2 1-31,0 0 0 0,-1 0 0 16,1 0 1-16,-1 0-2 0,-1 0 1 16,0 0-1-16,2 0-2 0,-2 0 1 0,0-3-1 15,-3-5 0-15,-7-4-1 0,-2-2 0 16,0-2-1-16,0-1 0 0,-3-1 2 15,-1-4-2-15,-1-2 2 0,-3-2-1 0,-2-3 0 16,-1-3 0-16,-5-1-4 0,-1-2 4 16,-2 2-2-16,-3 2 2 0,2 6 2 15,1 5-2-15,0 5 1 0,4 5 0 0,7 2 1 16,8 5-1-16,1 1 0 0,6 2 0 16,-1-1-1-16,2 1 1 0,4 0 0 15,0 9 2-15,7 8 1 0,12 7-1 0,7 0-2 16,12 2 3-16,8 3 2 0,6 0-3 15,6 3 5-15,3-1-7 0,-1 3-1 16,-2-1 2-16,-4 1-3 16,-5-1 2-16,-6 1 0 15,-4-4-1-15,-7-3 0 0,-7-1 0 16,-4-7 0-16,-6-5 1 0,-8-6 0 16,-4-5 0-16,-3-3 2 0,0 0-1 0,0 0 0 15,0 0 1-15,3-8 0 0,-2-1-1 16,1-8 2-16,-2 2-2 0,0 5 0 15,-6-3 1-15,-6 4-2 0,-6 8 0 16,-8 1 1-16,-8 3-2 0,-6 14 0 0,-9 7 1 16,-5 7-2-16,-5 6 3 0,-2 7-2 15,-2 3 1-15,1 6-1 0,2 0 1 0,5 2 2 16,5-1-2-16,4-2 2 0,6-2-5 16,7-3-2-16,4-4-2 0,5-2-4 15,5-6-3-15,4-6-8 0,7-8-7 16,3-9-12-16,5-3-19 0,0-4-42 0,3-1-116 15,7-4-92-15</inkml:trace>
  <inkml:trace contextRef="#ctx0" brushRef="#br0" timeOffset="-112946.31">28837 11987 794 0,'0'0'51'0,"0"0"-5"16,0 0-12-16,0 0-12 0,0 0-8 15,0 0-4-15,0 0-5 0,0 0-1 16,0 0-3-16,-10-23 0 0,-13 44-1 0,-7 11 1 16,-4 5-2-16,-2 3 1 0,0 6-1 15,0 1-1-15,-2 0 0 0,4 0-1 0,2-1 0 16,3-5-1-16,4-5-6 0,5-5-6 15,4-5-6-15,7-10-12 0,5-5-16 16,4-7-45-16,2-4-116 0,16-6-111 16</inkml:trace>
  <inkml:trace contextRef="#ctx0" brushRef="#br0" timeOffset="-112479.84">29543 10867 743 0,'0'0'54'0,"0"0"-11"15,3-100-8-15,-3 78-8 0,0 10-8 0,0 6-6 16,0 1-5-16,0 5-5 0,0-1-2 16,0 1-2-16,0 14 1 0,0 13-1 15,1 12 2-15,1 13-2 0,0 6 1 16,-2 4-2-16,0 1 2 0,0 1 3 0,0 0-3 15,0-3 4-15,2-2-5 0,-1-3-3 16,2-3 2-16,2-7-3 0,0-7 3 0,3-10-1 31,0-11 2-31,2-6 1 0,4-9 0 16,3-3 0-16,6-10 0 0,0-10 0 16,3-7 0-16,0-5 2 0,-1-4-1 15,-2-6-1-15,-1 0 0 0,-1 1-4 0,1 2 4 16,-5 7-4-16,-2 10 4 0,-8 12 0 15,3 7 0-15,2 3 0 0,2 13 1 0,3 9 6 16,-2 6-6-16,-2 6 3 0,-3 2-4 16,-1 4-3-16,-1-2 3 0,0 2-2 15,-1-4 3-15,0-3-1 0,3-1 0 16,-1-6-2-16,-3-8 2 0,1-4 0 0,-1-7 0 16,-2-4 3-16,5-3-3 0,1 0-1 15,3-10-7-15,3-9-9 0,-5-3-11 0,-3-7-23 16,-4-2-37-16,-4-4-93 0,0 0-132 15</inkml:trace>
  <inkml:trace contextRef="#ctx0" brushRef="#br0" timeOffset="-112263.36">29235 11035 663 0,'0'0'69'15,"0"0"-9"-15,0 0-19 0,0 0-13 16,0 0-8-16,0 0-3 0,0 0-4 0,101-24-2 16,-43 19-3-16,10 2-5 0,1-1-2 15,1 1-1-15,-4 1-2 0,-2 1 0 0,-5 1-1 16,-5 0-5-16,-7 0-9 0,-8-2-12 16,-7 2-22-16,-6 2-31 0,-10 2-64 15,-1 7-157-15,-7-1 12 0</inkml:trace>
  <inkml:trace contextRef="#ctx0" brushRef="#br0" timeOffset="-111995.58">29446 11938 794 0,'0'0'53'0,"0"0"-12"15,0 0-15-15,0 0-11 0,0 0-3 0,0 0-8 16,98-58 4-16,-54 49-4 0,5 0-1 16,7 3 2-16,7 0-3 0,2 2 0 15,4 2 0-15,0 2-2 0,-2 0 0 16,-5 0-3-16,-3 0-2 0,-7 4-4 0,-10 0-3 16,-7-1-6-16,-13-2-10 0,-11 1-16 15,-5 0-36-15,-6 0-97 0,-6 4-139 0</inkml:trace>
  <inkml:trace contextRef="#ctx0" brushRef="#br0" timeOffset="-111563.11">29551 12345 782 0,'0'0'49'0,"0"0"-11"16,102-73-12-16,-57 55-10 0,5 4-3 0,2 5-4 16,-1 3 2-16,-2 6-4 0,-5 0-1 15,-6 11-4-15,-6 3-2 0,-8 4 0 0,-6 3-1 16,-9 5 1-16,-8 1-1 0,-2 2 2 16,-15 4-1-16,-7 0-1 0,-9 4 3 15,-4 0-4-15,-7-1 3 0,-2 2-2 16,-4-3-1-16,1 0 2 0,2-3 0 0,4-4 0 15,5 0 0-15,7-6 0 0,7 0 0 16,10-7 2-16,4-6-2 0,8 0 0 0,1 2 0 31,14-1 0-31,12 4 3 0,10-7 0 16,14-3 1-16,10-4 0 0,11 0 0 16,6 0-1-16,5-7-1 0,2 0-1 15,3-1-1-15,-5 1 0 0,-2 1 0 0,-11 0-1 16,-10 1 2-16,-12-1 1 0,-11 1 0 15,-11 3 0-15,-13-1-1 0,-6 3-1 0,-6 0-2 16,0 0-2-16,0 0-7 0,0-5-10 16,-4-1-17-16,-4 0-48 0,-7-3-235 15,5 4-27-15</inkml:trace>
  <inkml:trace contextRef="#ctx0" brushRef="#br0" timeOffset="-110113.15">22626 13084 126 0,'0'0'48'0,"0"0"6"15,0 0-1-15,-82-47-3 0,69 41-2 16,-3 1-2-16,7 4-3 0,3-1-4 0,1 2-8 16,-1 0-8-16,2 0-8 0,-1 0-1 15,1 0 0-15,4 0 4 0,0 0 5 0,14 5 2 16,15 1-2-16,20 1-5 0,16-5-5 16,21-2-3-16,18 0 0 0,23-7 0 15,22-3 0-15,23-2 0 0,22 2-1 16,20-3-2-16,18 3-1 0,16 0-3 0,15-3 0 15,11 1 0-15,5-1-2 0,3-3-1 16,0 3 0-16,-7-1-1 0,-11 2 3 0,-15 3 0 31,-19 1 5-31,-23 2 4 0,-24 2 3 16,-25 0-1-16,-26 0-2 0,-29 1-3 16,-26-2 0-16,-23 1 0 0,-23 1 0 15,-15 1 0-15,-10 2-2 0,-6 0-1 0,0-1-2 16,0 1-3-16,0 0 0 0,0 0 1 15,0 0-2-15,0 0 1 0,-1 0 0 0,-1 0-1 16,1 0 1-16,-1 0 0 0,-3 0-1 16,2 0-1-16,0 3 2 0,-4 3-1 15,1 1 2-15,-6 4-1 0,-2 1 0 16,-5-1-1-16,-7-4 0 0,-7 2 0 0,-11-1-2 16,-12 0-2-16,-12-2-4 0,-16-3-6 15,-16 0-7-15,-18-3-2 0,-15 0-4 0,-16 0-4 31,-12 0-7-31,-11 0-13 0,-9 0-13 0,-8 0-2 0,-11 2 5 0,-8 0 18 16,-9 3 20-16,-6 3 14 0,-2 0 9 16,2 5 2-1,3 2 0-15,6 3 2 0,8 3 1 16,10 4 0-16,11 0 2 0,15 1 2 16,14 2 0-16,15-3 3 0,17 0 4 0,15-3 2 15,17-2 5-15,17-2-4 0,15-4 1 16,14-2 2-16,19-6 0 0,12-1 1 15,11-3-1-15,4-2-2 0,-2 0 2 16,2 0 0-16,15 0 3 0,14-2-1 0,15-6-2 16,17-1-2-16,17-2-10 0,19-1 4 15,23-3-8-15,22 2 3 0,20-3-1 0,20 1-2 16,23 2-1-16,18-4-2 0,19 2 0 16,15 0 0-16,15 1 0 0,10 3-2 15,6 2 2-15,2 0-2 0,-3 2 0 16,-10-1 0-16,-14-3 0 0,-18 0 0 0,-25-2 0 15,-29-2 0-15,-31-2 2 0,-32 2 2 16,-30 0 2-16,-29 3 4 0,-22 1 2 0,-22 5 0 31,-10 3-2-31,-11 1-4 0,-4 2-2 16,0 0-3-16,0 0 0 0,0 0-1 16,0 0 1-16,-4 0-2 0,-6 2 0 15,3 3-1-15,1 2-2 0,-4 5-2 0,3 3-12 16,-5 6-17-16,-1-1-49 0,1 2-171 15,-4-9-69-15</inkml:trace>
  <inkml:trace contextRef="#ctx0" brushRef="#br0" timeOffset="-90113.25">4629 13424 300 0,'0'0'94'0,"0"0"-10"31,0 0-12-31,0 0-13 0,0 0-8 0,0 0-8 16,0 0-6-16,4-78-6 0,-4 68-4 16,-3 6-8-16,3-1-5 0,-1 2-5 15,1 3-5-15,-5 0-3 0,-5 3-2 16,-6 11 0-16,-11 10 2 0,-8 11-3 15,-10 9 1-15,-14 10-2 0,-9 10 1 0,-10 5-2 16,-2 5 3-16,4-1 3 0,5-1-1 0,7-9 5 16,8-8-5-1,10-10-1-15,11-10 1 0,13-12-3 0,9-11 3 0,10-6 1 16,3-4-1-16,6-1 2 0,13-1 0 16,8 0-2-16,5-1 2 0,6-3 1 15,2 3-1-15,3 1 2 0,1 5 0 0,2 4-2 16,2 3 2-16,4 3-2 0,3 2 1 0,0 3 1 15,3 1-3-15,-2 2-2 16,-1-1 1-16,-3 1-3 0,-4-1 2 0,-5-2-1 31,-5-1 1-31,-11-3 0 0,-6-5 0 16,-10-5 0-16,-5-3 0 0,-6-3 0 16,0 0 0-16,0 0 0 0,1 0 1 0,1 0-2 15,-1 2-1-15,1-2-6 0,-2 1-6 0,1-1-16 16,-1 2-34-16,0 0-54 0,0 3-123 15,0 0-61-15</inkml:trace>
  <inkml:trace contextRef="#ctx0" brushRef="#br0" timeOffset="-89446.67">4764 13912 510 0,'0'0'67'0,"0"0"-15"16,0 0-5-16,0 0-17 15,0 0-3-15,0 0-5 0,0 0-4 0,0 0-2 16,6-81-2-16,14 75-1 0,4 4-2 16,5 2-2-16,1 2-2 0,3 9-3 15,-1 3-2-15,0 4 4 0,-5 4-5 0,-2 3 2 16,-8 3-4-16,-4 1-3 0,-8 1 1 0,-5 1 1 15,-2 0 0-15,-11-3 0 16,-3-1 2-16,-1-2-2 0,-5-7 2 0,5-4 2 31,4-5 0-31,4-5 1 0,-1-4 0 16,3 0-1-16,-2-10 1 0,0-7 0 16,9-6-1-16,2-4 0 0,11-3-1 0,4-5 0 15,5-2 0-15,1-1-3 0,3 0 3 0,0 0-4 16,0 3 3-16,-3 5 1 15,-1 3-2-15,-2 4 1 0,-8 8 2 0,-2 3 0 16,-2 6 1-16,-5 2-1 0,0 1 0 16,-3 3-1-16,0-1-1 0,0 1 2 15,0 0-1-15,0 1 0 0,0 12 2 0,-1 5-2 16,-4 6 1-16,0 2-2 0,-1 2 1 0,5 2 3 16,-1 0-3-16,2 2 4 15,2-2-5-15,5 0-1 0,4-2 0 0,1-2 0 16,7-3 0-16,0-2-1 0,2-3-3 15,4-3-3-15,-1-3-3 0,1-1-7 16,-9-3-8-16,4-4-18 0,-4-1-21 0,0-1-48 31,0-2-99-31,0-2-70 0</inkml:trace>
  <inkml:trace contextRef="#ctx0" brushRef="#br0" timeOffset="-88713.21">5477 13570 265 0,'0'0'78'0,"0"0"-10"0,0 0-7 0,0 0-3 15,0 0-8-15,0 0-6 0,-62-79-4 16,59 74-9-16,-1-2 0 0,2 4-7 0,-2-2-4 31,3 2-4-31,1-1-3 0,0 1-3 16,7-2 0-16,9 0 0 0,4 4-1 0,9 1-2 16,0 0-2-16,0 8-4 0,-3 2-1 15,0 4 0-15,-3 4-2 0,-6 4 0 16,-8 3 0-16,-3 1-1 0,-6 5-1 15,-6-3-1-15,-8 2 0 0,-4-1 2 0,-5-3-3 16,2-2 4-16,0-4-2 0,1-3 3 0,10-6 0 16,1-5 1-16,5-3 0 15,4-3 2-15,0 0 1 0,0 0 1 0,13 1 1 16,6 2 0-16,11 0 0 0,5-1-1 16,4-2-1-16,0 1-1 0,0 1-1 15,1-1-1-15,-4 2-1 0,-2 1-2 0,-4 1-3 16,-4 0-7-16,1 1-19 0,-6 1-27 0,-4 0-32 15,-2-1-82-15,-7-2-106 16</inkml:trace>
  <inkml:trace contextRef="#ctx0" brushRef="#br0" timeOffset="-88311.99">6011 13432 623 0,'0'0'66'0,"0"0"-11"16,0 0-7-16,0 0-15 0,0 0-13 15,0 0-6-15,0 0-2 0,14-81-2 0,2 78 0 16,3 3-5-16,4 0-1 0,6 6-1 0,2 5-2 16,-2 3-1-16,4 3 0 15,3 1 2-15,0 4-3 0,3 1 0 0,0 1 0 16,0 1-1-16,-1-3 1 0,-5 0 0 15,0-6 0-15,-4-2 1 0,-1-6 0 16,-11-2 0-16,0-5 2 0,-6-1-1 0,-7 0 1 31,4 0 0-31,-8 0 0 0,0 0 0 0,2 5 2 16,-2 7 3-16,0 9 1 0,-6 10 2 16,-11 5-4-16,-5 3 0 0,-4 7-3 15,-4 3-2-15,-2 2 5 0,-1 2-5 16,-2 2 3-16,2-2-3 0,-2-1-3 15,6-4 2-15,2-2-2 0,4-4 1 0,5-3-2 16,2-8-1-16,6-8-5 0,6-5-7 16,1-7-10-16,1-7-12 0,1 2-28 15,1-6-54-15,0 0-181 0,0 0-15 0</inkml:trace>
  <inkml:trace contextRef="#ctx0" brushRef="#br0" timeOffset="-87546.71">4591 15026 580 0,'0'0'62'16,"0"0"-7"-16,0 0-8 0,0 0-12 0,-23-81-6 15,20 75-6-15,3 0-4 0,0 6-4 16,0-1-4-16,0 1-5 0,-6 0-3 16,-1 4-1-16,-10 13-1 0,-11 10-2 15,-4 11 2-15,-7 7-2 0,-4 7 1 0,-5 3 4 16,3 4-4-16,2 0 1 0,5 2-2 0,8-3-2 15,4-7 2-15,10-4-1 0,3-7 0 16,10-10 0-16,3-5 1 0,3-9 1 31,11-4 1-31,4-3 0 0,8-2 2 16,3-3-2-16,7 2-1 0,4 2 1 16,4 1-1-16,1 3 0 0,2 2 1 0,-3 1 0 15,-1-1 1-15,-1 1-2 0,-4-2 0 0,-5 1 0 16,-1-2 0-16,-6 0 0 0,-9-4 0 15,-2 0 0-15,-7-4-2 0,-5-3 1 16,3 2-2-16,-6-3-1 0,0 0-5 16,3 5-11-16,1-2-14 0,-1 2-36 15,0-1-76-15,-3-4-155 0,0 0 0 0</inkml:trace>
  <inkml:trace contextRef="#ctx0" brushRef="#br0" timeOffset="-87011.98">5032 15402 686 0,'0'0'52'0,"0"0"-7"15,0 0-7-15,0 0-12 0,0 0-10 0,36-91-4 16,-17 79-1-16,7 1-1 0,1 4-2 0,1 2-2 16,-1 4-4-16,1 1-2 0,-3 4 0 15,-1 7-2-15,-2 4 3 0,-6 5-2 16,-5 2 0-16,-2 4-1 0,-6 2 0 16,-3 2-1-16,-6 2 2 0,-3 0-1 15,-5-2 2-15,-2-3-1 0,-1-2 1 0,2-5-1 16,2-7 0-16,7-5 2 0,3-6 1 0,3-2 2 15,-1 0-2-15,1-1 0 0,0-11-1 16,0-9 0-16,9-8 0 0,5-3 1 31,2-3-1-31,6 0 0 0,-2 0 0 16,0 2 0-16,-1 4-1 0,-3 5 1 16,-2 4 0-16,-5 7-1 0,-3 5 0 0,-3 5 1 15,-3 3-1-15,0-2 0 0,0 2 1 0,1 0 0 16,-1 0 0-16,2 2 2 0,0 12-2 15,0 5 0-15,-1 7 0 0,-1 1-1 16,0 2 1-16,0 2-1 0,0-1 0 16,0 2-1-16,2 0 0 0,2-2-1 15,8-3 2-15,2-1-4 0,2-5 1 0,6-4-6 16,2-3-8-16,4-5-13 0,2-3-21 16,2-6-49-16,1 0-121 0,-4-8-90 0</inkml:trace>
  <inkml:trace contextRef="#ctx0" brushRef="#br0" timeOffset="-86326.75">5950 15150 575 0,'0'0'71'15,"0"0"-9"-15,0 0-10 0,0 0-10 16,0 0-12-16,0 0-11 0,0 0-6 16,0 0-3-16,0 0-2 0,0 0-1 15,-26-32 2-15,42 49-3 0,10 6 1 0,3 2 3 16,4 4-7-16,2 3 4 0,4 0-6 16,0 0-2-16,0 0 1 0,3 0-1 0,0 0 0 15,0-2 0-15,-3-3-1 0,-3-1 0 16,-5-6 0-16,-7-5 1 0,-7-4 0 15,-8-7 2-15,-6-1 0 0,-3-3 2 16,0 0 3-16,0 0-1 0,0 0 0 0,0 2-1 31,0-1 0-31,-7 6 2 0,-12 3 2 16,-7 7-2-16,0 3 0 0,1 2-2 0,-4 6-6 16,2 2 2-16,-1 3 1 0,1 5-1 15,4 0 3-15,0 2 1 0,4 0-4 16,-1-1 3-16,4-1-4 0,1-5-1 15,4-3-2-15,2-2-3 0,2-10-4 0,4 0-8 16,3-6-7-16,0-7-13 0,0 4-22 0,0-5-57 16,3 1-191-16,5-5-15 0</inkml:trace>
  <inkml:trace contextRef="#ctx0" brushRef="#br0" timeOffset="53754.42">26159 256 190 0,'0'0'25'15,"0"0"7"-15,0 0 6 0,0 0 1 0,0 0 1 16,0 0-5-16,0 0-4 0,0 0-3 15,0 0-3-15,-55-73-2 0,51 70-3 0,1 0-8 16,3 3-5-16,-1-1-5 0,1 1-2 16,-5 0-1-16,-2 1 2 0,-2 10 2 15,-1 6 1-15,3 4 1 0,2 5 1 16,1 4 0-16,1 4-1 0,2 5 0 0,1 7 1 16,-2 8-1-16,1 13 0 0,-1 12 1 15,0 16 1-15,0 19-1 0,1 18-1 0,-1 16 1 16,2 5-1-16,0 2-4 0,0-4 1 15,2-3 8-15,3-3 0 0,3-2 3 16,-1 0-3-16,3-4-7 0,3-2 7 31,0-3 0-31,3-5 2 0,0-2-2 0,1-4-10 16,-1-3 3-16,0-5 2 0,-3-2-3 16,0-4 3-16,-4-1-2 0,-3-3-3 0,-3-4 3 15,-2-2 2-15,-1-4-1 0,-1 1 2 16,-7-1-5-16,-1-3-2 0,-2-2 2 15,-1-3 2-15,-3-1-3 0,-1-4 1 16,-2-4-1-16,1-2-2 0,-2-3 1 0,3 0-1 16,0-5 2-16,3-1-2 0,3-6 4 15,4-3-4-15,4-7 0 0,2-2 4 0,0-4-6 16,1-2 4-16,5-4-6 0,2-2-6 16,-2-5-12-16,0-2-22 0,-3-3-25 15,-3-4-44-15,0 0-34 0,-3-7-42 16</inkml:trace>
  <inkml:trace contextRef="#ctx0" brushRef="#br0" timeOffset="54154.47">26191 5775 530 0,'0'0'-6'0,"0"0"0"0,0 0 5 16,0 0 2-16,0 0 0 16,93-24 0-16,-41 11 2 0,10-1-1 0,9 1 1 0,12 1 2 15,10 1 1-15,12 0 0 0,11 0 0 0,16 1-3 16,11-1 0-16,16 0-1 0,13 1 0 15,15-4 0-15,11 0 2 0,13-3-2 16,14-2 2-16,10-1-2 0,9-1 1 31,8 0-2-31,4 0 0 0,1-1-1 0,-2 4 0 16,-5-1-1-16,-9 6 3 0,-9 1 0 16,-17 1 4-16,-17 2 5 0,-18 0 5 0,-20 1 1 15,-15 2-2-15,-19-1-6 0,-17-1-5 16,-16 1-2-16,-18-3-1 0,-14 0-15 15,-12-2-16-15,-14 0-67 0,-15-6-180 16</inkml:trace>
  <inkml:trace contextRef="#ctx0" brushRef="#br0" timeOffset="55170.28">28357 276 345 0,'0'0'22'0,"0"0"0"0,0 0 1 16,0 0 3-16,0 0-4 0,0 0-3 15,0 0-3-15,0 0-5 0,0 0 0 0,-97-56-3 16,71 56-1-16,-4 10 0 0,-1 4-2 15,-2 1-1-15,1 2-1 0,0 1-3 0,4 0 1 16,2 1 0-16,4 1 0 0,6-4 0 16,5-2 1-16,5-1 0 0,6 1 3 15,1 1 2-15,12 5 3 0,5 0 1 16,5-2 0-16,5 2-1 16,6-2-4-16,2 1-2 0,3 1 0 0,3 2-2 0,0 0 0 15,-1 3 0-15,0 0-2 0,-2 1 2 0,-2 3-1 16,-6 3 1-16,-2 1 0 0,-4 1-2 15,-7 1 1-15,-6 1-1 0,-6 0 2 16,-6 3 3-16,-6 0-1 0,-12 0 2 31,-10 4-1-31,-8-4 4 0,-9 1-1 0,-6-5 0 16,-1-5 0-16,2-6-5 0,1-7 1 16,5-6 1-16,6-7 0 0,4-4 0 0,8-4-2 15,3-13-3-15,5-7-3 0,5-6-10 16,4-4 1-16,4 2-7 0,5 6-6 15,0 10-3-15,5 6-7 0,7 10-14 16,3 2-20-16,8 13-55 0,1 9-75 0</inkml:trace>
  <inkml:trace contextRef="#ctx0" brushRef="#br0" timeOffset="55554.36">29012 374 522 0,'0'0'20'0,"0"0"9"16,0 0 6-16,0 0 1 0,0 0-6 15,0 0-9-15,0 0-9 0,0 0-2 0,0 0-1 16,0 0 1-16,9-23-2 0,5 33-1 16,1 8-2-16,-2 6-3 0,-2 4 1 15,0 5 1-15,-2 5 0 0,0 2 0 16,0 1-3-16,-1 3 0 16,0 1-1-16,1 4-1 0,-1-2 1 0,1 1-1 0,0-1 0 15,-4-2 0-15,1-6 0 0,-1-4 2 0,-1-3-1 16,-1-4 1-16,-1-3-2 0,0-8-5 15,-1-7-4-15,1-4-20 0,-2-6-22 16,0 0-45-16,0 0-80 0,1 0-116 31</inkml:trace>
  <inkml:trace contextRef="#ctx0" brushRef="#br0" timeOffset="55854.4">29442 303 633 0,'0'0'36'0,"0"0"-3"0,0 0-4 0,0 0-8 16,0 0-9-16,0 0-5 0,0 0-5 16,0 0 3-16,0 0 3 0,-16 14 0 15,16 15-2-15,10 1-2 0,-1 5-1 16,2 3 0-16,4 0-1 15,-2 1-2-15,1 2 0 0,-1 0 0 0,0 0-1 0,-3-1 1 16,0-2-1-16,-1-3 0 0,-3-3-1 0,0-2 2 31,-4-4-1-31,1-6 1 0,-1-5-2 16,-1-5-1-16,-1-5-5 0,2 1-6 16,-2-6-9-16,0 0-13 0,0 0-37 15,0 0-71-15,0-1-157 0</inkml:trace>
  <inkml:trace contextRef="#ctx0" brushRef="#br0" timeOffset="56054.76">28891 612 537 0,'0'0'30'15,"0"0"3"-15,0 0 3 0,0 0-4 0,0 0-4 16,78-10-5-16,-29 6-7 0,10-1-9 15,5 2-5-15,1 0-4 0,4 1-1 16,1 1-5-16,-1 0-11 0,2-2-38 31,0 0-60-31,-2-4-174 0</inkml:trace>
  <inkml:trace contextRef="#ctx0" brushRef="#br0" timeOffset="56486.72">30163 292 693 0,'0'0'33'0,"0"0"-7"0,0 0 0 16,0 0-1-16,0 0-6 0,0 0-4 16,-27-82-4-16,24 78-5 0,2 0-2 15,1-1-4-15,0 5 0 0,-3 0-4 16,-3 5 1-16,-3 8 0 0,-4 9 0 15,2 5 0-15,2 3 0 0,-1 3-1 0,3 4-1 16,1 1 2-16,3 3 1 0,3 1-3 0,0 4 1 31,6-2 0-31,5 0 0 0,7-3 1 16,3-2-1-16,5-2 2 0,2-5-2 16,6-5 1-16,2-4 1 0,4-5-1 15,-1-9 3-15,2-8 0 0,0-1 3 0,-2-16-1 16,-1-6 0-16,-2-8 0 0,-6-6 0 15,-6-4 2-15,-6-3-1 0,-8-4 0 0,-7-3 0 16,-3-1 0-16,-11 3 2 0,-11 2-2 16,-3 7 0-16,-8 5 1 0,-3 9-3 15,-5 8-1-15,-2 7-1 0,-3 9-3 16,-3 2-3-16,-1 13-5 0,1 6-10 16,0 6-20-16,-4 4-26 0,1 5-58 0,-5 3-85 15,3 3-75-15</inkml:trace>
  <inkml:trace contextRef="#ctx0" brushRef="#br0" timeOffset="56736.98">28480 1281 604 0,'0'0'28'0,"0"0"-3"0,0 0 0 0,19-83-3 15,-9 70-15-15,0 4-5 0,-3 4-6 0,-2 4-4 16,5 0 9-16,0 1-7 0,-1 0-9 16,6 0-18-16,2 7-53 0,-2 2-95 15,10 7-97-15</inkml:trace>
  <inkml:trace contextRef="#ctx0" brushRef="#br0" timeOffset="56969.99">29947 1205 792 0,'0'0'10'0,"0"0"-15"0,0 0 7 0,0 0 2 16,0 0-2-16,0 0 10 0,0 0-12 16,0 0-5-16,0 0 0 0,0 0-2 15,-2-50-11-15,5 47-9 0,2 2-26 16,-2-3-30-16,3 4-129 0,-4 0-75 16</inkml:trace>
  <inkml:trace contextRef="#ctx0" brushRef="#br0" timeOffset="57854.49">27108 2471 591 0,'0'0'41'16,"0"0"-4"-16,0 0-2 0,0 0-3 0,-6-91-7 15,6 75-7-15,9 4-5 0,-2 6-5 16,7 2-2-16,6 4-3 0,4 17 1 15,8 13-3-15,2 11 2 0,1 12 8 16,-2 11-4-16,-1 6 4 0,-2 7-6 16,-1 3-8-16,-3 4 4 0,-1-1-5 0,1-4 5 15,-2-7 4-15,1-10-4 0,-3-10 5 0,-2-12-6 16,-1-6-2-16,-3-11 4 0,-5-10 0 16,-4-5 5-16,1-8 5 0,3-3 0 15,4-14-3-15,5-10-2 0,0-11-11 16,2-12 7-16,-1-12-6 0,0-13 2 15,-1-8 4-15,2-10-4 0,-5-2 3 0,0-2-6 16,-3 5-5-16,-2 10 3 0,-1 14-4 0,-5 13 8 31,-2 20 1-31,-3 15-2 0,1 13-2 16,-2 7-3-16,0-1-3 0,0 2-7 16,4 16-12-16,-1 9-19 0,1 10-32 15,4 5-60-15,-1-1-143 0</inkml:trace>
  <inkml:trace contextRef="#ctx0" brushRef="#br0" timeOffset="58154.53">28428 2806 622 0,'0'0'44'0,"0"0"2"0,0 0-6 15,0 0-7-15,0 0-8 0,0 0-6 16,0 0-4-16,0 0-1 0,0 0-3 31,-12-21 0-31,24 13 0 0,8 2-3 0,6 2-1 16,4-1-3-16,5 1-1 0,3-1-1 16,1 1-1-16,4-1 0 0,-2 0-2 0,-2 4 0 15,-4 0-2-15,-5 1-1 0,-5 0-5 16,-8 2-6-16,-4 6-7 0,-4-2-13 15,-4 3-19-15,4 5-26 0,-5-3-74 16,-2 4-143-16</inkml:trace>
  <inkml:trace contextRef="#ctx0" brushRef="#br0" timeOffset="58336.88">28428 3130 683 0,'0'0'65'0,"0"0"-7"15,0 0-19-15,0 0-12 0,0 0-8 0,0 0-8 16,0 0-2-16,0 0-3 0,111-3-3 0,-67 0-3 31,2 1-1-31,2 2-8 0,2 0-14 16,4 0-27-16,-2 5-94 0,3 2-177 16,-5-4-6-16</inkml:trace>
  <inkml:trace contextRef="#ctx0" brushRef="#br0" timeOffset="58869.93">30029 1988 480 0,'0'0'46'16,"0"0"-1"-16,0 0-4 0,0 0-9 16,0 0-9-16,0 0-9 0,0 0-4 15,0 0 0-15,0 0 3 0,3 3 1 16,4 17-3-16,4 10 0 0,-2 8-4 15,0 5 1-15,-1 7-2 0,1 1 1 0,-2 1-3 16,-1 0 1-16,1-7-2 0,-2-3 1 0,-1-3-1 31,0-6 0-31,1-4 10 0,-2-3-7 16,0-7 6-16,0-2-7 0,-2-6-5 16,3-1-1-16,-1 1 0 0,0-3-5 15,1 5-13-15,1-5-21 0,-2-1-48 16,0 3-110-16,-3-5-102 0</inkml:trace>
  <inkml:trace contextRef="#ctx0" brushRef="#br0" timeOffset="59270.16">29810 3022 437 0,'0'0'58'15,"0"0"0"-15,0 0-14 0,0 0-4 16,0 0-4-16,0 0-3 0,0 0-3 16,0 0-7-16,116-15-7 0,-58 7-5 0,11-1-2 15,5-3-4-15,6 1-3 0,-4 1-2 0,-2 1-1 16,-10 1-2-16,-8 3 2 0,-10 4-2 16,-8 1-2-16,-13 0-7 0,-7 0-10 15,-8 3-5-15,-5-2-8 0,-5 6-7 16,-3 0-18-16,-12 4-47 0,-9 3-84 15,-4-3-67-15</inkml:trace>
  <inkml:trace contextRef="#ctx0" brushRef="#br0" timeOffset="59604.48">29933 3321 633 0,'0'0'51'0,"0"0"-9"0,0 0-12 16,0 0-7-16,0 0-6 0,96-33-3 16,-59 25 1-16,5 3-6 0,-1 5-2 15,-2 0-4-15,-4 0-3 0,-3 8 0 16,-5 5-2-16,-5 4 0 0,-5 5 0 16,-9 6 1-16,-5 6-2 0,-3 6 2 0,-14 3-1 15,-3 6 2-15,-8 1-1 0,-1 0 2 0,0-3-2 16,1-5 1-16,1-7 0 0,2-4 2 15,5-8-2-15,5-8 1 0,6-6 0 16,6-1 0-16,0-4 0 0,12 2 1 31,11-1-1-31,10-5 1 0,12 0-1 0,9-2-1 16,7-4-2-16,4-1-2 0,5-1-4 16,-2-1-12-16,2 0-20 0,-2-1-37 0,0-3-76 15,-5-1-147-15</inkml:trace>
  <inkml:trace contextRef="#ctx0" brushRef="#br0" timeOffset="60136.65">31073 2148 613 0,'0'0'41'15,"0"0"-7"-15,14-100-2 0,-10 80-4 16,-2 9-6-16,-1 7-3 0,-1 4-8 15,0-2-4-15,0 2-3 0,5 0-1 0,-1 5 0 16,4 13 2-16,3 12 0 0,-2 12 1 0,-2 12-3 31,2 9 0-31,-1 6-2 0,-1 3 2 16,1 3 8-16,1 1-4 0,-1 0 3 16,1 1-5-16,1 1-8 0,1-4 6 15,2-3-2-15,2-9 3 0,-2-8-2 16,0-13-2-16,0-11-1 0,-6-13 1 0,-2-8 1 15,-2-4 1-15,-1-5 1 0,8-4 0 0,1-7-3 16,4-13 0-16,0-4 1 0,-2-9-1 16,3-5 2-16,-1-2-2 0,0 0 0 15,-2 3 0-15,3 4 0 0,-4 7 0 16,1 7 0-16,-5 8-1 0,-2 6 1 16,-3 6-1-16,-3 3 0 0,0-2-1 0,0 2 1 15,0 0 0-15,0 11 1 0,-9 5 1 0,-4 9-2 16,-3 1 1-16,-1 1 0 0,1 3 0 15,-1 2-1-15,5 0 2 0,2 0-2 16,2-1 2-16,5-4-2 0,3 0 1 31,0-1 0-31,12-2 0 0,3-1 0 16,5-2 0-16,3-2-2 0,2-3 1 0,1-2-1 16,0-4-1-16,0-2-1 0,-1-4-4 0,-1-1-11 15,-6-1-13-15,-1-2-24 0,-7 0-52 16,-3-6-105-16,3-6-90 0</inkml:trace>
  <inkml:trace contextRef="#ctx0" brushRef="#br0" timeOffset="60604.35">31701 2771 613 0,'0'0'66'0,"0"0"-12"0,0 0-11 0,0 0-9 15,0 0-12-15,0 0-5 0,85-60-3 0,-58 60-4 16,2 0-4-16,-1 3-3 0,-3 4-2 31,-2 6 4-31,-2 0-1 0,-4 7 0 16,-5 2 0-16,-5 5-5 0,-7 3 1 16,0 3-1-16,-7 1-4 0,-6-2 1 15,-4-2-1-15,-1-3 1 0,2-4 3 0,1-5 2 16,3-6-1-16,5-4 1 0,4-5 0 15,3-3 1-15,-3 0 0 0,0-11-1 0,3-10-1 16,0-9-2-16,9-7 3 0,8-4-2 16,5-3 1-16,2 0 6 0,4 3-3 15,-1 2 1-15,-2 5 1 0,-1 4-5 16,-3 6 1-16,-5 6 0 0,-4 4 0 0,-6 8 1 16,-3 3-1-16,-3 3-1 0,0-2 1 0,0 2 0 15,0 0 0-15,0 0 0 0,-1 14-1 16,-7 7 1-16,1 8-1 0,-3 1 0 15,3 4 0-15,0 2 0 0,2 5-1 16,4 2 0-16,1 1 0 0,1-3 1 31,10-3-2-31,2-5 3 0,4-4-4 0,3-5 1 16,2-7-5-16,2-5-5 0,4-6-8 0,2-6-11 16,2 0-23-16,3-7-37 0,-2-9-69 15,-5 0-143-15</inkml:trace>
  <inkml:trace contextRef="#ctx0" brushRef="#br0" timeOffset="61020.38">32270 2160 597 0,'0'0'55'16,"0"0"-7"-16,0 0-9 0,0 0-10 0,88-75-4 15,-59 71-5 1,0 4-6-16,-1 0-4 0,-4 6-4 0,-2 6-4 0,-7 5-1 0,-3 7-2 16,-4 6 0-16,-4 5 0 0,-2 5 2 31,-2 1-1-31,-2-2 2 0,-7 0-2 16,-2 0 1-16,-2-4-1 0,1-4 1 15,-2-2-2-15,2-3 3 0,0-3 7 0,1-3-5 16,4-7 6-16,1-5-7 0,4-4-2 0,2-1-1 15,5 4 1-15,8-2 0 0,10 1-1 16,6-2 2-16,6-4 3 0,4 0 1 16,5 0-2-16,7 0 0 0,9-5-3 15,2 2-2-15,1-3-7 0,1 0 4 16,-9 0-6-16,-9 0 11 0,-17 1-1 0,-13 2 1 16,-3 0-1-1,-9 2-4-15,1-1 4 0,-5-1-2 0,-8 3-3 0,-12 0-5 0,-7 0-15 16,-4 0-56-16,0 0-171 0,-4 0-72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1862-48CE-4DF5-B3E7-0E1E42933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84C1A-3C1B-23CC-909B-F81BF67BB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476E7-77E5-ECA7-8421-AC4C9548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ECAAD-E69D-3E63-212C-7D7FC0A3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A46DC-98B5-FE54-8F65-90936169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02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D1D8-73E2-05D4-C290-8641A201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014C4-98A3-4965-D5C8-47F1A0A57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14716-2887-00AB-E4B5-3AC396C79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22039-A60D-26AD-175B-44F0C25A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2C1E1-FE95-A533-6D9B-38E7EEA4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40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C24D1-B6FE-6652-546D-E4030464A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B1CD4-A07A-7832-ABA5-FA466FA13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C8238-543D-3EBD-7E25-6FCD2F6E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C43AA-E1E8-A6FB-7790-D763765C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2563F-0B7F-44E2-2883-5CB69C22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90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AA529-38DC-F101-643B-2ACB788D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D945D-4D03-8D0B-5FEF-972D92F67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73EAE-AF1C-35C2-D69D-7585C4472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77DBA-4075-EB12-0B60-11E49E86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FBCB8-5349-AEEF-B900-A994DA44F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0A993-965E-F444-8116-6CD91C762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381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9172C-1105-72BA-197E-EFBFEF9F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86072-5213-9C53-FB62-3232F5C10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91EED-4BFB-661E-04E7-4FF8E3696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E431E-A990-C13A-0975-9E20461D2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A60C68-94FB-D966-1029-AB1EF2BD6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7B2A6-3888-D402-01AA-29C4C6340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9369D0-03D1-704C-1960-DB467FBC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152D5F-0E83-498E-EEDC-06E274BF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18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E7AB-CF69-3764-7D8E-53871792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00529-5D32-18B8-A32A-8821B66F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C640B-63C1-8341-1FFC-A11084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01A40-6DF6-DF49-2168-4D88FB59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43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4B2980-B62D-B238-0DF8-37E5B436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DAFFC1-03C5-3A39-3BA4-61309041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CAB2E-6302-481C-C62A-77B44186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40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50DE5-A15F-F6D9-B76D-16E4D321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ED3CD-C400-D7A7-BC6B-46841F6B3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6BB66-9886-2036-C12D-6E2819E44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77C98-FB38-EB36-E8AF-BAE83295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A407E-1244-1543-32A0-CDAB9649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4D130-4B75-DD7C-EF18-1EC3DAE0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31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C02A2-2AE6-B9A7-5618-1FC2F9E78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00EB5-5A8B-C966-8841-58A30DE57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EB8F1-30E0-32F5-44C3-652CAD855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25CB2-4E01-1AEE-CAF1-BD0A82C15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73FFF-BC6B-EC16-343D-F5C7A0945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AA82D-336C-230F-D8DD-3A15E891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7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53F4-0E79-84D1-8C35-B0A565DA6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42DC1-9D4C-EF10-6A2D-8A9C440DF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52954-8CF9-B250-6BE3-A483C362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18B84-446B-7266-6F66-A4130103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14B0B-BEB0-E64B-0179-2928CD9B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95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FC51F-8709-BBF1-4BE3-996CF8112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CDD03-33A3-CDDC-26C8-7C5E95454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963EF-5616-5C55-9B5A-632B242B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D44E8-C154-1250-F585-5BBAEBDB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C2343-6400-AE3F-A31D-0184B131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65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0844D1-97B4-2DFB-F7A1-5432986F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EB667-FE70-2958-32BA-0304D82CC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91EAA-DCA1-FC9F-C8CC-A3AF4AC45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CB5AF-8FC5-4E5D-91D9-96F4472669D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FD29A-1A27-DB8A-A30A-3F57CA6E6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654C2-FD87-868E-8008-D431E0311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C83F3-3D69-4C74-ACC3-B8D4BFB45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739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589E5B-5390-223D-31A2-501E6D8BF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3512" y="673309"/>
            <a:ext cx="6784975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History of Quantum Mechanics</a:t>
            </a:r>
          </a:p>
          <a:p>
            <a:pPr algn="ctr" eaLnBrk="1" hangingPunct="1"/>
            <a:endParaRPr lang="en-US" sz="2800" dirty="0">
              <a:latin typeface="Comic Sans MS" pitchFamily="66" charset="0"/>
            </a:endParaRPr>
          </a:p>
          <a:p>
            <a:pPr algn="ctr" eaLnBrk="1" hangingPunct="1"/>
            <a:endParaRPr lang="en-US" sz="2800" dirty="0">
              <a:latin typeface="Comic Sans MS" pitchFamily="66" charset="0"/>
            </a:endParaRPr>
          </a:p>
          <a:p>
            <a:pPr algn="ctr" eaLnBrk="1" hangingPunct="1"/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-Introduction</a:t>
            </a:r>
          </a:p>
          <a:p>
            <a:pPr algn="ctr" eaLnBrk="1" hangingPunct="1"/>
            <a:endParaRPr lang="en-US" sz="2800" dirty="0">
              <a:solidFill>
                <a:srgbClr val="0070C0"/>
              </a:solidFill>
              <a:latin typeface="Comic Sans MS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B599CD-96DD-D3CC-40E4-58E48B9A5BD0}"/>
              </a:ext>
            </a:extLst>
          </p:cNvPr>
          <p:cNvSpPr txBox="1"/>
          <p:nvPr/>
        </p:nvSpPr>
        <p:spPr>
          <a:xfrm>
            <a:off x="869430" y="3702571"/>
            <a:ext cx="107179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ndara" panose="020E0502030303020204" pitchFamily="34" charset="0"/>
              </a:rPr>
              <a:t>Quantum Mechanics emerged in the early 20th century.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ndara" panose="020E0502030303020204" pitchFamily="34" charset="0"/>
              </a:rPr>
              <a:t>It explained experimental results that classical physics could not.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ndara" panose="020E0502030303020204" pitchFamily="34" charset="0"/>
              </a:rPr>
              <a:t>It revolutionized physics by introducing a) probabilistic interpretations, b) wave–particle duality, and c) quantization of energy.</a:t>
            </a:r>
            <a:endParaRPr lang="en-IN" sz="2800" dirty="0">
              <a:latin typeface="Candara" panose="020E05020303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4B8AE4-99A4-8959-161B-CBBB47373316}"/>
                  </a:ext>
                </a:extLst>
              </p14:cNvPr>
              <p14:cNvContentPartPr/>
              <p14:nvPr/>
            </p14:nvContentPartPr>
            <p14:xfrm>
              <a:off x="10663560" y="185760"/>
              <a:ext cx="485640" cy="415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4B8AE4-99A4-8959-161B-CBBB473733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54200" y="176400"/>
                <a:ext cx="504360" cy="43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759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F06196-CE69-17E8-CB8E-5F4EB6AF3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3083" y="148654"/>
            <a:ext cx="92689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The Crisis of classical Physics –Late 19</a:t>
            </a:r>
            <a:r>
              <a:rPr lang="en-US" sz="2800" baseline="30000" dirty="0">
                <a:solidFill>
                  <a:srgbClr val="0070C0"/>
                </a:solidFill>
                <a:latin typeface="Comic Sans MS" pitchFamily="66" charset="0"/>
              </a:rPr>
              <a:t>th</a:t>
            </a:r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 Century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BA9595-670A-7372-1B18-C8864FB5E170}"/>
              </a:ext>
            </a:extLst>
          </p:cNvPr>
          <p:cNvSpPr txBox="1"/>
          <p:nvPr/>
        </p:nvSpPr>
        <p:spPr>
          <a:xfrm>
            <a:off x="494675" y="1024595"/>
            <a:ext cx="1107773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Candara" panose="020E0502030303020204" pitchFamily="34" charset="0"/>
              </a:rPr>
              <a:t>(a) Blackbody Radiation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ndara" panose="020E0502030303020204" pitchFamily="34" charset="0"/>
              </a:rPr>
              <a:t>Classical prediction (Rayleigh–Jeans Law) led to the </a:t>
            </a:r>
            <a:r>
              <a:rPr lang="en-US" sz="2200" b="1" dirty="0">
                <a:latin typeface="Candara" panose="020E0502030303020204" pitchFamily="34" charset="0"/>
              </a:rPr>
              <a:t>ultraviolet catastrophe</a:t>
            </a:r>
            <a:r>
              <a:rPr lang="en-US" sz="2200" dirty="0">
                <a:latin typeface="Candara" panose="020E0502030303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ndara" panose="020E0502030303020204" pitchFamily="34" charset="0"/>
              </a:rPr>
              <a:t>Experimental results showed energy distribution peaked and then declined at high frequencies.</a:t>
            </a:r>
          </a:p>
        </p:txBody>
      </p:sp>
      <p:pic>
        <p:nvPicPr>
          <p:cNvPr id="1026" name="Picture 2" descr="Graph showing radiation intensity vs. wavelength for various temperatures: 3000 K, 4000 K, 5000 K, 6000 K, 7000 K. Classical prediction line, noted differences in short wavelengths.">
            <a:extLst>
              <a:ext uri="{FF2B5EF4-FFF2-40B4-BE49-F238E27FC236}">
                <a16:creationId xmlns:a16="http://schemas.microsoft.com/office/drawing/2014/main" id="{1749EB48-6D12-80C7-E75C-127B91052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157" y="2098548"/>
            <a:ext cx="6897766" cy="457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C641A3-FAD5-D723-7332-DA0BC61AA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325"/>
            <a:ext cx="12192000" cy="633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053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9C487D-F769-5088-BAE8-C9DA04398B8E}"/>
              </a:ext>
            </a:extLst>
          </p:cNvPr>
          <p:cNvSpPr txBox="1"/>
          <p:nvPr/>
        </p:nvSpPr>
        <p:spPr>
          <a:xfrm>
            <a:off x="1352302" y="5934670"/>
            <a:ext cx="9830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https://chem.libretexts.org/Courses/DePaul_University/Thermodynamics_and_Introduction_to_Quantum_Mechanics_(Southern)/07%3A_The_Development_of_Quantum_Mechanics/7.01%3A_Blackbody_Radiation</a:t>
            </a:r>
          </a:p>
        </p:txBody>
      </p:sp>
      <p:pic>
        <p:nvPicPr>
          <p:cNvPr id="1026" name="Picture 2" descr="Rayleigh-Jeans Law from Planck Distribution | Blackbody radiation">
            <a:extLst>
              <a:ext uri="{FF2B5EF4-FFF2-40B4-BE49-F238E27FC236}">
                <a16:creationId xmlns:a16="http://schemas.microsoft.com/office/drawing/2014/main" id="{9ED7AF15-7F41-4EA1-B4EF-6EE3A670F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058" y="404735"/>
            <a:ext cx="9830360" cy="5531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266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34D451-E190-987C-D490-1C43F47D4AA6}"/>
              </a:ext>
            </a:extLst>
          </p:cNvPr>
          <p:cNvSpPr txBox="1"/>
          <p:nvPr/>
        </p:nvSpPr>
        <p:spPr>
          <a:xfrm>
            <a:off x="1083040" y="558623"/>
            <a:ext cx="108491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Candara" panose="020E0502030303020204" pitchFamily="34" charset="0"/>
              </a:rPr>
              <a:t>(b) Photoelectric Effect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ndara" panose="020E0502030303020204" pitchFamily="34" charset="0"/>
              </a:rPr>
              <a:t>Light shining on metal ejects electrons.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ndara" panose="020E0502030303020204" pitchFamily="34" charset="0"/>
              </a:rPr>
              <a:t>Classical theory predicted energy depends on intensity.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ndara" panose="020E0502030303020204" pitchFamily="34" charset="0"/>
              </a:rPr>
              <a:t>Experiments showed energy depends on frequency.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9AF1537-3724-EAB8-CE96-E4EBC09A1EB6}"/>
                  </a:ext>
                </a:extLst>
              </p14:cNvPr>
              <p14:cNvContentPartPr/>
              <p14:nvPr/>
            </p14:nvContentPartPr>
            <p14:xfrm>
              <a:off x="1685520" y="151200"/>
              <a:ext cx="10106280" cy="2936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9AF1537-3724-EAB8-CE96-E4EBC09A1E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6160" y="141840"/>
                <a:ext cx="10125000" cy="295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122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F54C76-D7EE-C3CC-F9DE-C70C488FE4C9}"/>
              </a:ext>
            </a:extLst>
          </p:cNvPr>
          <p:cNvSpPr txBox="1"/>
          <p:nvPr/>
        </p:nvSpPr>
        <p:spPr>
          <a:xfrm>
            <a:off x="1202961" y="621534"/>
            <a:ext cx="94700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Candara" panose="020E0502030303020204" pitchFamily="34" charset="0"/>
              </a:rPr>
              <a:t>(c) Atomic Stability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ndara" panose="020E0502030303020204" pitchFamily="34" charset="0"/>
              </a:rPr>
              <a:t>According to classical electrodynamics, orbiting electrons should radiate energy and collapse into the nucleus.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ndara" panose="020E0502030303020204" pitchFamily="34" charset="0"/>
              </a:rPr>
              <a:t>Atoms are stable — contradiction.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44F6DB5-D080-991B-D204-8CA39BDECE58}"/>
                  </a:ext>
                </a:extLst>
              </p14:cNvPr>
              <p14:cNvContentPartPr/>
              <p14:nvPr/>
            </p14:nvContentPartPr>
            <p14:xfrm>
              <a:off x="1008720" y="97920"/>
              <a:ext cx="11183040" cy="620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44F6DB5-D080-991B-D204-8CA39BDECE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9360" y="88560"/>
                <a:ext cx="11201760" cy="622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6020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B0D559-4F4F-A2FB-FA2D-60FCFEE67A2B}"/>
                  </a:ext>
                </a:extLst>
              </p14:cNvPr>
              <p14:cNvContentPartPr/>
              <p14:nvPr/>
            </p14:nvContentPartPr>
            <p14:xfrm>
              <a:off x="383400" y="213120"/>
              <a:ext cx="11085480" cy="5906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B0D559-4F4F-A2FB-FA2D-60FCFEE67A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040" y="203760"/>
                <a:ext cx="11104200" cy="59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0884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3916E3-FD8E-FA2E-7140-BDFCFB142588}"/>
                  </a:ext>
                </a:extLst>
              </p:cNvPr>
              <p:cNvSpPr txBox="1"/>
              <p:nvPr/>
            </p:nvSpPr>
            <p:spPr>
              <a:xfrm>
                <a:off x="498423" y="526522"/>
                <a:ext cx="11448738" cy="2702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latin typeface="Candara" panose="020E0502030303020204" pitchFamily="34" charset="0"/>
                  </a:rPr>
                  <a:t>Wave–Particle Duality (1920s)</a:t>
                </a:r>
              </a:p>
              <a:p>
                <a:pPr>
                  <a:buNone/>
                </a:pPr>
                <a:r>
                  <a:rPr lang="en-IN" sz="2400" b="1" dirty="0">
                    <a:latin typeface="Candara" panose="020E0502030303020204" pitchFamily="34" charset="0"/>
                  </a:rPr>
                  <a:t>Louis de Broglie (1924)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ndara" panose="020E0502030303020204" pitchFamily="34" charset="0"/>
                  </a:rPr>
                  <a:t>Proposed matter has wave properties.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ndara" panose="020E0502030303020204" pitchFamily="34" charset="0"/>
                  </a:rPr>
                  <a:t>Wavelength formula: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ar-AE" sz="2400" dirty="0">
                  <a:latin typeface="Candara" panose="020E0502030303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ndara" panose="020E0502030303020204" pitchFamily="34" charset="0"/>
                  </a:rPr>
                  <a:t>Confirmed experimentally in electron diffraction.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3916E3-FD8E-FA2E-7140-BDFCFB142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23" y="526522"/>
                <a:ext cx="11448738" cy="2702471"/>
              </a:xfrm>
              <a:prstGeom prst="rect">
                <a:avLst/>
              </a:prstGeom>
              <a:blipFill>
                <a:blip r:embed="rId2"/>
                <a:stretch>
                  <a:fillRect l="-852" t="-1802" b="-40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DD77EB-CDEA-0D0B-CC6A-4C61C8DFC0DA}"/>
                  </a:ext>
                </a:extLst>
              </p14:cNvPr>
              <p14:cNvContentPartPr/>
              <p14:nvPr/>
            </p14:nvContentPartPr>
            <p14:xfrm>
              <a:off x="578880" y="778680"/>
              <a:ext cx="11086560" cy="6079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DD77EB-CDEA-0D0B-CC6A-4C61C8DFC0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9520" y="769320"/>
                <a:ext cx="11105280" cy="609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334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E1810E-C402-7FC7-237A-317E2C74B5E6}"/>
                  </a:ext>
                </a:extLst>
              </p:cNvPr>
              <p:cNvSpPr txBox="1"/>
              <p:nvPr/>
            </p:nvSpPr>
            <p:spPr>
              <a:xfrm>
                <a:off x="554635" y="425096"/>
                <a:ext cx="11298835" cy="2268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latin typeface="Candara" panose="020E0502030303020204" pitchFamily="34" charset="0"/>
                  </a:rPr>
                  <a:t>Werner Heisenberg (1925)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ndara" panose="020E0502030303020204" pitchFamily="34" charset="0"/>
                  </a:rPr>
                  <a:t>Developed </a:t>
                </a:r>
                <a:r>
                  <a:rPr lang="en-IN" sz="2400" b="1" dirty="0">
                    <a:latin typeface="Candara" panose="020E0502030303020204" pitchFamily="34" charset="0"/>
                  </a:rPr>
                  <a:t>matrix mechanics</a:t>
                </a:r>
                <a:r>
                  <a:rPr lang="en-IN" sz="2400" dirty="0">
                    <a:latin typeface="Candara" panose="020E0502030303020204" pitchFamily="34" charset="0"/>
                  </a:rPr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ndara" panose="020E0502030303020204" pitchFamily="34" charset="0"/>
                  </a:rPr>
                  <a:t>Formulated the </a:t>
                </a:r>
                <a:r>
                  <a:rPr lang="en-IN" sz="2400" b="1" dirty="0">
                    <a:latin typeface="Candara" panose="020E0502030303020204" pitchFamily="34" charset="0"/>
                  </a:rPr>
                  <a:t>Uncertainty Principle</a:t>
                </a:r>
                <a:r>
                  <a:rPr lang="en-IN" sz="2400" dirty="0">
                    <a:latin typeface="Candara" panose="020E0502030303020204" pitchFamily="34" charset="0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el-GR" sz="24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l-GR" sz="2400" i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sz="2400" dirty="0">
                  <a:latin typeface="Candara" panose="020E0502030303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ndara" panose="020E0502030303020204" pitchFamily="34" charset="0"/>
                  </a:rPr>
                  <a:t>Physical quantities cannot be simultaneously known with arbitrary precision.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E1810E-C402-7FC7-237A-317E2C74B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35" y="425096"/>
                <a:ext cx="11298835" cy="2268506"/>
              </a:xfrm>
              <a:prstGeom prst="rect">
                <a:avLst/>
              </a:prstGeom>
              <a:blipFill>
                <a:blip r:embed="rId2"/>
                <a:stretch>
                  <a:fillRect l="-863" t="-2151" b="-51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220A31-C61D-C4B0-907F-9FDA2A058D28}"/>
                  </a:ext>
                </a:extLst>
              </p14:cNvPr>
              <p14:cNvContentPartPr/>
              <p14:nvPr/>
            </p14:nvContentPartPr>
            <p14:xfrm>
              <a:off x="663120" y="157680"/>
              <a:ext cx="10296000" cy="3498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220A31-C61D-C4B0-907F-9FDA2A058D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3760" y="148320"/>
                <a:ext cx="10314720" cy="351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4619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B3D316-EDFE-61FB-6313-26DCEB0DB4AC}"/>
                  </a:ext>
                </a:extLst>
              </p:cNvPr>
              <p:cNvSpPr txBox="1"/>
              <p:nvPr/>
            </p:nvSpPr>
            <p:spPr>
              <a:xfrm>
                <a:off x="839449" y="418432"/>
                <a:ext cx="8678055" cy="3010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latin typeface="Candara" panose="020E0502030303020204" pitchFamily="34" charset="0"/>
                  </a:rPr>
                  <a:t>Erwin Schrödinger (1926)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ndara" panose="020E0502030303020204" pitchFamily="34" charset="0"/>
                  </a:rPr>
                  <a:t>Developed </a:t>
                </a:r>
                <a:r>
                  <a:rPr lang="en-IN" sz="2400" b="1" dirty="0">
                    <a:latin typeface="Candara" panose="020E0502030303020204" pitchFamily="34" charset="0"/>
                  </a:rPr>
                  <a:t>wave mechanics</a:t>
                </a:r>
                <a:r>
                  <a:rPr lang="en-IN" sz="2400" dirty="0">
                    <a:latin typeface="Candara" panose="020E0502030303020204" pitchFamily="34" charset="0"/>
                  </a:rPr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ndara" panose="020E0502030303020204" pitchFamily="34" charset="0"/>
                  </a:rPr>
                  <a:t>Schrödinger equation: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ar-AE" sz="2400" i="1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ar-AE" sz="2400" dirty="0">
                  <a:latin typeface="Candara" panose="020E0502030303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ndara" panose="020E0502030303020204" pitchFamily="34" charset="0"/>
                  </a:rPr>
                  <a:t>Provided visualizable wavefunctions.</a:t>
                </a:r>
              </a:p>
              <a:p>
                <a:pPr>
                  <a:buNone/>
                </a:pPr>
                <a:r>
                  <a:rPr lang="en-IN" sz="2400" dirty="0">
                    <a:latin typeface="Candara" panose="020E0502030303020204" pitchFamily="34" charset="0"/>
                  </a:rPr>
                  <a:t>Matrix mechanics and wave mechanics were later shown to be mathematically equivalent.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B3D316-EDFE-61FB-6313-26DCEB0DB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49" y="418432"/>
                <a:ext cx="8678055" cy="3010568"/>
              </a:xfrm>
              <a:prstGeom prst="rect">
                <a:avLst/>
              </a:prstGeom>
              <a:blipFill>
                <a:blip r:embed="rId2"/>
                <a:stretch>
                  <a:fillRect l="-1124" t="-1619" b="-36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2122AD-D12C-9332-B7D9-FD2DFE140813}"/>
                  </a:ext>
                </a:extLst>
              </p14:cNvPr>
              <p14:cNvContentPartPr/>
              <p14:nvPr/>
            </p14:nvContentPartPr>
            <p14:xfrm>
              <a:off x="1221840" y="471600"/>
              <a:ext cx="10845720" cy="6165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2122AD-D12C-9332-B7D9-FD2DFE1408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2480" y="462240"/>
                <a:ext cx="10864440" cy="618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4975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6AE35FF-A0EE-809B-7C40-8C8E8E13FACF}"/>
                  </a:ext>
                </a:extLst>
              </p14:cNvPr>
              <p14:cNvContentPartPr/>
              <p14:nvPr/>
            </p14:nvContentPartPr>
            <p14:xfrm>
              <a:off x="213840" y="164880"/>
              <a:ext cx="11765520" cy="6300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6AE35FF-A0EE-809B-7C40-8C8E8E13FA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480" y="155520"/>
                <a:ext cx="11784240" cy="63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3953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9C13DA-F86F-95C0-4D4A-B82257B47101}"/>
                  </a:ext>
                </a:extLst>
              </p14:cNvPr>
              <p14:cNvContentPartPr/>
              <p14:nvPr/>
            </p14:nvContentPartPr>
            <p14:xfrm>
              <a:off x="552600" y="37080"/>
              <a:ext cx="10877760" cy="6728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9C13DA-F86F-95C0-4D4A-B82257B471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3240" y="27720"/>
                <a:ext cx="10896480" cy="674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3353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341876-628E-1CB8-73C9-884199BAA365}"/>
                  </a:ext>
                </a:extLst>
              </p14:cNvPr>
              <p14:cNvContentPartPr/>
              <p14:nvPr/>
            </p14:nvContentPartPr>
            <p14:xfrm>
              <a:off x="830160" y="149040"/>
              <a:ext cx="11073600" cy="6233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341876-628E-1CB8-73C9-884199BAA3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0800" y="139680"/>
                <a:ext cx="11092320" cy="625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044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3B0120-6315-AA18-EB69-6015F1628F75}"/>
                  </a:ext>
                </a:extLst>
              </p14:cNvPr>
              <p14:cNvContentPartPr/>
              <p14:nvPr/>
            </p14:nvContentPartPr>
            <p14:xfrm>
              <a:off x="198720" y="44640"/>
              <a:ext cx="11756160" cy="6815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3B0120-6315-AA18-EB69-6015F1628F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360" y="35280"/>
                <a:ext cx="11774880" cy="683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8243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92D0A6-AC8C-22A6-91DE-279B0A905B8F}"/>
                  </a:ext>
                </a:extLst>
              </p14:cNvPr>
              <p14:cNvContentPartPr/>
              <p14:nvPr/>
            </p14:nvContentPartPr>
            <p14:xfrm>
              <a:off x="1447560" y="196560"/>
              <a:ext cx="1020240" cy="916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92D0A6-AC8C-22A6-91DE-279B0A905B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8200" y="187200"/>
                <a:ext cx="1038960" cy="9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4E11E2C-784F-A652-3422-004CE9303201}"/>
                  </a:ext>
                </a:extLst>
              </p14:cNvPr>
              <p14:cNvContentPartPr/>
              <p14:nvPr/>
            </p14:nvContentPartPr>
            <p14:xfrm>
              <a:off x="577080" y="160560"/>
              <a:ext cx="11352960" cy="6699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4E11E2C-784F-A652-3422-004CE93032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720" y="151200"/>
                <a:ext cx="11371680" cy="671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2618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92891A-7638-7EF8-0339-A4D08C3CB5FA}"/>
                  </a:ext>
                </a:extLst>
              </p14:cNvPr>
              <p14:cNvContentPartPr/>
              <p14:nvPr/>
            </p14:nvContentPartPr>
            <p14:xfrm>
              <a:off x="677160" y="132120"/>
              <a:ext cx="11367000" cy="6728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92891A-7638-7EF8-0339-A4D08C3CB5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7800" y="122760"/>
                <a:ext cx="11385720" cy="674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6712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4B39E2-CE0F-CC22-72F0-B709A27D4BD0}"/>
                  </a:ext>
                </a:extLst>
              </p14:cNvPr>
              <p14:cNvContentPartPr/>
              <p14:nvPr/>
            </p14:nvContentPartPr>
            <p14:xfrm>
              <a:off x="753120" y="64800"/>
              <a:ext cx="10216440" cy="6067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4B39E2-CE0F-CC22-72F0-B709A27D4B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760" y="55440"/>
                <a:ext cx="10235160" cy="608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2425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8253D6-7125-3F4D-3FA8-0615CCCC3EE1}"/>
                  </a:ext>
                </a:extLst>
              </p14:cNvPr>
              <p14:cNvContentPartPr/>
              <p14:nvPr/>
            </p14:nvContentPartPr>
            <p14:xfrm>
              <a:off x="1579320" y="255600"/>
              <a:ext cx="10082520" cy="5623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8253D6-7125-3F4D-3FA8-0615CCCC3E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9960" y="246240"/>
                <a:ext cx="10101240" cy="56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E6ABFD-573F-0C9B-9883-E2AF38702299}"/>
                  </a:ext>
                </a:extLst>
              </p14:cNvPr>
              <p14:cNvContentPartPr/>
              <p14:nvPr/>
            </p14:nvContentPartPr>
            <p14:xfrm>
              <a:off x="913680" y="489600"/>
              <a:ext cx="10881000" cy="6267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E6ABFD-573F-0C9B-9883-E2AF387022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4320" y="480240"/>
                <a:ext cx="10899720" cy="628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4490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6B90B6-90EE-65EB-5E66-1B4EDE7B9703}"/>
                  </a:ext>
                </a:extLst>
              </p14:cNvPr>
              <p14:cNvContentPartPr/>
              <p14:nvPr/>
            </p14:nvContentPartPr>
            <p14:xfrm>
              <a:off x="290880" y="58320"/>
              <a:ext cx="11783880" cy="6424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6B90B6-90EE-65EB-5E66-1B4EDE7B97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520" y="48960"/>
                <a:ext cx="11802600" cy="644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1660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C878BA-B65E-9597-1A09-8C7AE1BDB9D7}"/>
                  </a:ext>
                </a:extLst>
              </p14:cNvPr>
              <p14:cNvContentPartPr/>
              <p14:nvPr/>
            </p14:nvContentPartPr>
            <p14:xfrm>
              <a:off x="640800" y="52920"/>
              <a:ext cx="11413080" cy="6218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C878BA-B65E-9597-1A09-8C7AE1BDB9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1440" y="43560"/>
                <a:ext cx="11431800" cy="623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4954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D1DF19-636C-ADA2-0B04-858AD1ED13E8}"/>
                  </a:ext>
                </a:extLst>
              </p14:cNvPr>
              <p14:cNvContentPartPr/>
              <p14:nvPr/>
            </p14:nvContentPartPr>
            <p14:xfrm>
              <a:off x="0" y="190800"/>
              <a:ext cx="11898720" cy="4190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D1DF19-636C-ADA2-0B04-858AD1ED13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181440"/>
                <a:ext cx="11917440" cy="42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2258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55E99E-CCED-ABF9-E3F9-5E75A6FBDC54}"/>
                  </a:ext>
                </a:extLst>
              </p14:cNvPr>
              <p14:cNvContentPartPr/>
              <p14:nvPr/>
            </p14:nvContentPartPr>
            <p14:xfrm>
              <a:off x="400680" y="132840"/>
              <a:ext cx="11570400" cy="6015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55E99E-CCED-ABF9-E3F9-5E75A6FBDC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1320" y="123480"/>
                <a:ext cx="11589120" cy="603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6251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31927A-2804-D1FA-8831-3AF714DE138D}"/>
                  </a:ext>
                </a:extLst>
              </p14:cNvPr>
              <p14:cNvContentPartPr/>
              <p14:nvPr/>
            </p14:nvContentPartPr>
            <p14:xfrm>
              <a:off x="1022400" y="238320"/>
              <a:ext cx="10766160" cy="5420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31927A-2804-D1FA-8831-3AF714DE13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3040" y="228960"/>
                <a:ext cx="10784880" cy="543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8164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868CD33-D4F6-F2DE-6109-5EC224CA0743}"/>
                  </a:ext>
                </a:extLst>
              </p14:cNvPr>
              <p14:cNvContentPartPr/>
              <p14:nvPr/>
            </p14:nvContentPartPr>
            <p14:xfrm>
              <a:off x="879840" y="61920"/>
              <a:ext cx="11190600" cy="6656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868CD33-D4F6-F2DE-6109-5EC224CA07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0480" y="52560"/>
                <a:ext cx="11209320" cy="66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0053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5943CC-8AD0-1EC8-F98B-81B1A3D449BA}"/>
                  </a:ext>
                </a:extLst>
              </p14:cNvPr>
              <p14:cNvContentPartPr/>
              <p14:nvPr/>
            </p14:nvContentPartPr>
            <p14:xfrm>
              <a:off x="1049760" y="174600"/>
              <a:ext cx="10953720" cy="6120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5943CC-8AD0-1EC8-F98B-81B1A3D449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0400" y="165240"/>
                <a:ext cx="10972440" cy="613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333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A4CE5B-BE79-D1AC-0551-E7928508CF0E}"/>
                  </a:ext>
                </a:extLst>
              </p14:cNvPr>
              <p14:cNvContentPartPr/>
              <p14:nvPr/>
            </p14:nvContentPartPr>
            <p14:xfrm>
              <a:off x="118080" y="67680"/>
              <a:ext cx="11804040" cy="6282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A4CE5B-BE79-D1AC-0551-E7928508CF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720" y="58320"/>
                <a:ext cx="11822760" cy="630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735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2CC430-063A-9AF6-5627-6FB244807512}"/>
                  </a:ext>
                </a:extLst>
              </p14:cNvPr>
              <p14:cNvContentPartPr/>
              <p14:nvPr/>
            </p14:nvContentPartPr>
            <p14:xfrm>
              <a:off x="147240" y="1080"/>
              <a:ext cx="11894040" cy="6779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2CC430-063A-9AF6-5627-6FB2448075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880" y="-8280"/>
                <a:ext cx="11912760" cy="679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005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065F70-72F4-A06F-1140-0A450D589C18}"/>
                  </a:ext>
                </a:extLst>
              </p14:cNvPr>
              <p14:cNvContentPartPr/>
              <p14:nvPr/>
            </p14:nvContentPartPr>
            <p14:xfrm>
              <a:off x="714240" y="63360"/>
              <a:ext cx="11193480" cy="5734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065F70-72F4-A06F-1140-0A450D589C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4880" y="54000"/>
                <a:ext cx="11212200" cy="575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5108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959826B6F3AC45A9C3684044D98E68" ma:contentTypeVersion="10" ma:contentTypeDescription="Create a new document." ma:contentTypeScope="" ma:versionID="3ea23f912aa8c959c3fbbb193e604e7b">
  <xsd:schema xmlns:xsd="http://www.w3.org/2001/XMLSchema" xmlns:xs="http://www.w3.org/2001/XMLSchema" xmlns:p="http://schemas.microsoft.com/office/2006/metadata/properties" xmlns:ns3="8cf56863-99f4-4a84-b5f6-4444b743355f" targetNamespace="http://schemas.microsoft.com/office/2006/metadata/properties" ma:root="true" ma:fieldsID="0def0f1af2e4524e3033ca70cdd407d1" ns3:_="">
    <xsd:import namespace="8cf56863-99f4-4a84-b5f6-4444b743355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f56863-99f4-4a84-b5f6-4444b743355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cf56863-99f4-4a84-b5f6-4444b743355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E7DD38-B492-4A3F-9B6B-C1E358B894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f56863-99f4-4a84-b5f6-4444b74335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ED3907-A3E9-4A1F-969F-69CE68B34702}">
  <ds:schemaRefs>
    <ds:schemaRef ds:uri="http://schemas.openxmlformats.org/package/2006/metadata/core-properties"/>
    <ds:schemaRef ds:uri="http://purl.org/dc/dcmitype/"/>
    <ds:schemaRef ds:uri="http://purl.org/dc/elements/1.1/"/>
    <ds:schemaRef ds:uri="8cf56863-99f4-4a84-b5f6-4444b743355f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7B49708-5854-43FE-BECB-800F793694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285</Words>
  <Application>Microsoft Office PowerPoint</Application>
  <PresentationFormat>Widescreen</PresentationFormat>
  <Paragraphs>36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Candara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Samanwita pal</dc:creator>
  <cp:lastModifiedBy>LHB 110</cp:lastModifiedBy>
  <cp:revision>11</cp:revision>
  <dcterms:created xsi:type="dcterms:W3CDTF">2026-03-02T17:56:41Z</dcterms:created>
  <dcterms:modified xsi:type="dcterms:W3CDTF">2026-03-10T03:29:36Z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0x01010055959826B6F3AC45A9C3684044D98E68</vt:lpwstr>
  </property>
</Properties>
</file>